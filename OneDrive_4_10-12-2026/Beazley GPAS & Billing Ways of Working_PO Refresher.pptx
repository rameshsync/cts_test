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heme/themeOverride1.xml" ContentType="application/vnd.openxmlformats-officedocument.themeOverride+xml"/>
  <Override PartName="/ppt/slideLayouts/slideLayout27.xml" ContentType="application/vnd.openxmlformats-officedocument.presentationml.slideLayout+xml"/>
  <Override PartName="/ppt/theme/theme2.xml" ContentType="application/vnd.openxmlformats-officedocument.theme+xml"/>
  <Override PartName="/ppt/tags/tag11.xml" ContentType="application/vnd.openxmlformats-officedocument.presentationml.tags+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3.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4.xml" ContentType="application/vnd.openxmlformats-officedocument.them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theme/theme5.xml" ContentType="application/vnd.openxmlformats-officedocument.them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theme/theme6.xml" ContentType="application/vnd.openxmlformats-officedocument.theme+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theme/theme7.xml" ContentType="application/vnd.openxmlformats-officedocument.them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theme/theme8.xml" ContentType="application/vnd.openxmlformats-officedocument.theme+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theme/theme9.xml" ContentType="application/vnd.openxmlformats-officedocument.theme+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theme/theme10.xml" ContentType="application/vnd.openxmlformats-officedocument.theme+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theme/theme11.xml" ContentType="application/vnd.openxmlformats-officedocument.theme+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heme/themeOverride2.xml" ContentType="application/vnd.openxmlformats-officedocument.themeOverride+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theme/theme12.xml" ContentType="application/vnd.openxmlformats-officedocument.theme+xml"/>
  <Override PartName="/ppt/tags/tag111.xml" ContentType="application/vnd.openxmlformats-officedocument.presentationml.tags+xml"/>
  <Override PartName="/ppt/theme/theme13.xml" ContentType="application/vnd.openxmlformats-officedocument.theme+xml"/>
  <Override PartName="/ppt/theme/theme14.xml" ContentType="application/vnd.openxmlformats-officedocument.theme+xml"/>
  <Override PartName="/ppt/notesSlides/notesSlide1.xml" ContentType="application/vnd.openxmlformats-officedocument.presentationml.notesSlide+xml"/>
  <Override PartName="/ppt/tags/tag112.xml" ContentType="application/vnd.openxmlformats-officedocument.presentationml.tags+xml"/>
  <Override PartName="/ppt/tags/tag113.xml" ContentType="application/vnd.openxmlformats-officedocument.presentationml.tags+xml"/>
  <Override PartName="/ppt/notesSlides/notesSlide2.xml" ContentType="application/vnd.openxmlformats-officedocument.presentationml.notesSlide+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notesSlides/notesSlide3.xml" ContentType="application/vnd.openxmlformats-officedocument.presentationml.notesSlide+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899" r:id="rId4"/>
    <p:sldMasterId id="2147483914" r:id="rId5"/>
    <p:sldMasterId id="2147483980" r:id="rId6"/>
    <p:sldMasterId id="2147484005" r:id="rId7"/>
    <p:sldMasterId id="2147484030" r:id="rId8"/>
    <p:sldMasterId id="2147484068" r:id="rId9"/>
    <p:sldMasterId id="2147484157" r:id="rId10"/>
    <p:sldMasterId id="2147484186" r:id="rId11"/>
    <p:sldMasterId id="2147484229" r:id="rId12"/>
    <p:sldMasterId id="2147484257" r:id="rId13"/>
    <p:sldMasterId id="2147484281" r:id="rId14"/>
    <p:sldMasterId id="2147484310" r:id="rId15"/>
  </p:sldMasterIdLst>
  <p:notesMasterIdLst>
    <p:notesMasterId r:id="rId41"/>
  </p:notesMasterIdLst>
  <p:handoutMasterIdLst>
    <p:handoutMasterId r:id="rId42"/>
  </p:handoutMasterIdLst>
  <p:sldIdLst>
    <p:sldId id="2147474097" r:id="rId16"/>
    <p:sldId id="2147475690" r:id="rId17"/>
    <p:sldId id="2147475731" r:id="rId18"/>
    <p:sldId id="2147475828" r:id="rId19"/>
    <p:sldId id="2147475788" r:id="rId20"/>
    <p:sldId id="2147475789" r:id="rId21"/>
    <p:sldId id="2147475792" r:id="rId22"/>
    <p:sldId id="2147475793" r:id="rId23"/>
    <p:sldId id="2147475794" r:id="rId24"/>
    <p:sldId id="2147475829" r:id="rId25"/>
    <p:sldId id="2147475824" r:id="rId26"/>
    <p:sldId id="2147475825" r:id="rId27"/>
    <p:sldId id="2147474131" r:id="rId28"/>
    <p:sldId id="2147474128" r:id="rId29"/>
    <p:sldId id="2147474125" r:id="rId30"/>
    <p:sldId id="2147475811" r:id="rId31"/>
    <p:sldId id="2147474183" r:id="rId32"/>
    <p:sldId id="2147475809" r:id="rId33"/>
    <p:sldId id="2147475810" r:id="rId34"/>
    <p:sldId id="2147474164" r:id="rId35"/>
    <p:sldId id="2147475816" r:id="rId36"/>
    <p:sldId id="2076137833" r:id="rId37"/>
    <p:sldId id="2076137832" r:id="rId38"/>
    <p:sldId id="2141412334" r:id="rId39"/>
    <p:sldId id="2145706627" r:id="rId40"/>
  </p:sldIdLst>
  <p:sldSz cx="12192000" cy="6858000"/>
  <p:notesSz cx="6858000" cy="9144000"/>
  <p:embeddedFontLst>
    <p:embeddedFont>
      <p:font typeface="Century Gothic" panose="020B0502020202020204" pitchFamily="34" charset="0"/>
      <p:regular r:id="rId43"/>
      <p:bold r:id="rId44"/>
      <p:italic r:id="rId45"/>
      <p:boldItalic r:id="rId46"/>
    </p:embeddedFont>
    <p:embeddedFont>
      <p:font typeface="Franklin Gothic Medium" panose="020B0603020102020204" pitchFamily="34" charset="0"/>
      <p:regular r:id="rId47"/>
      <p:italic r:id="rId48"/>
    </p:embeddedFont>
    <p:embeddedFont>
      <p:font typeface="Trebuchet MS" panose="020B0603020202020204" pitchFamily="34" charset="0"/>
      <p:regular r:id="rId49"/>
      <p:bold r:id="rId50"/>
      <p:italic r:id="rId51"/>
      <p:boldItalic r:id="rId52"/>
    </p:embeddedFont>
    <p:embeddedFont>
      <p:font typeface="Ubuntu" panose="020B0504030602030204" pitchFamily="34" charset="0"/>
      <p:regular r:id="rId53"/>
      <p:bold r:id="rId54"/>
      <p:italic r:id="rId55"/>
      <p:boldItalic r:id="rId56"/>
    </p:embeddedFont>
    <p:embeddedFont>
      <p:font typeface="Ubuntu Medium" panose="020B0604030602030204" pitchFamily="34" charset="0"/>
      <p:regular r:id="rId57"/>
      <p:italic r:id="rId58"/>
    </p:embeddedFont>
    <p:embeddedFont>
      <p:font typeface="Verdana" panose="020B0604030504040204" pitchFamily="34" charset="0"/>
      <p:regular r:id="rId59"/>
      <p:bold r:id="rId60"/>
      <p:italic r:id="rId61"/>
      <p:boldItalic r:id="rId62"/>
    </p:embeddedFont>
  </p:embeddedFontLst>
  <p:custDataLst>
    <p:tags r:id="rId63"/>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6" pos="3840">
          <p15:clr>
            <a:srgbClr val="A4A3A4"/>
          </p15:clr>
        </p15:guide>
        <p15:guide id="7"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FB65A2A-290D-13ED-C23D-1E6DF641D341}" name="Gudla, Natraj" initials="GN" userId="S::natraj.gudla@capgemini.com::1b097815-ad51-435d-a557-eb69be7a0b69" providerId="AD"/>
  <p188:author id="{686D5F3C-C17A-8599-C85E-CCBE00A674BC}" name="Ponnaiah, Ananda Arasu" initials="PAA" userId="S::ananda-arasu.ponnaiah@capgemini.com::90f8c9bf-3f57-4c26-80a6-4353495debd7" providerId="AD"/>
  <p188:author id="{28CE5056-2E24-3D89-59C6-D08AE81D890D}" name="Houston, Barry" initials="HB" userId="S::barry.houston@capgemini.com::a18d2323-4aba-476e-bf84-02c17c485c96" providerId="AD"/>
  <p188:author id="{77C1DED5-5D74-0F76-84F6-6916F63B35AA}" name="Akula, Kiran" initials="AK" userId="S::kiran.akula@capgemini.com::4edd7db3-3f5e-4d95-b6aa-837b0f56c97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C"/>
    <a:srgbClr val="FF99FF"/>
    <a:srgbClr val="FF66FF"/>
    <a:srgbClr val="FF9966"/>
    <a:srgbClr val="7ED1E7"/>
    <a:srgbClr val="DE189C"/>
    <a:srgbClr val="78CFFF"/>
    <a:srgbClr val="F8FFFB"/>
    <a:srgbClr val="FEFEFC"/>
    <a:srgbClr val="FEFE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F7ABD8-CBD0-453D-B3CC-75B1810B709F}" v="17" dt="2024-08-05T09:43:04.2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pos="3840"/>
        <p:guide orient="horz" pos="2160"/>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1.xml"/><Relationship Id="rId21" Type="http://schemas.openxmlformats.org/officeDocument/2006/relationships/slide" Target="slides/slide6.xml"/><Relationship Id="rId42" Type="http://schemas.openxmlformats.org/officeDocument/2006/relationships/handoutMaster" Target="handoutMasters/handoutMaster1.xml"/><Relationship Id="rId47" Type="http://schemas.openxmlformats.org/officeDocument/2006/relationships/font" Target="fonts/font5.fntdata"/><Relationship Id="rId63" Type="http://schemas.openxmlformats.org/officeDocument/2006/relationships/tags" Target="tags/tag1.xml"/><Relationship Id="rId68" Type="http://schemas.microsoft.com/office/2016/11/relationships/changesInfo" Target="changesInfos/changesInfo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1.xml"/><Relationship Id="rId29" Type="http://schemas.openxmlformats.org/officeDocument/2006/relationships/slide" Target="slides/slide14.xml"/><Relationship Id="rId11" Type="http://schemas.openxmlformats.org/officeDocument/2006/relationships/slideMaster" Target="slideMasters/slideMaster8.xml"/><Relationship Id="rId24" Type="http://schemas.openxmlformats.org/officeDocument/2006/relationships/slide" Target="slides/slide9.xml"/><Relationship Id="rId32" Type="http://schemas.openxmlformats.org/officeDocument/2006/relationships/slide" Target="slides/slide17.xml"/><Relationship Id="rId37" Type="http://schemas.openxmlformats.org/officeDocument/2006/relationships/slide" Target="slides/slide22.xml"/><Relationship Id="rId40" Type="http://schemas.openxmlformats.org/officeDocument/2006/relationships/slide" Target="slides/slide25.xml"/><Relationship Id="rId45" Type="http://schemas.openxmlformats.org/officeDocument/2006/relationships/font" Target="fonts/font3.fntdata"/><Relationship Id="rId53" Type="http://schemas.openxmlformats.org/officeDocument/2006/relationships/font" Target="fonts/font11.fntdata"/><Relationship Id="rId58" Type="http://schemas.openxmlformats.org/officeDocument/2006/relationships/font" Target="fonts/font16.fntdata"/><Relationship Id="rId66" Type="http://schemas.openxmlformats.org/officeDocument/2006/relationships/theme" Target="theme/theme1.xml"/><Relationship Id="rId5" Type="http://schemas.openxmlformats.org/officeDocument/2006/relationships/slideMaster" Target="slideMasters/slideMaster2.xml"/><Relationship Id="rId61" Type="http://schemas.openxmlformats.org/officeDocument/2006/relationships/font" Target="fonts/font19.fntdata"/><Relationship Id="rId19" Type="http://schemas.openxmlformats.org/officeDocument/2006/relationships/slide" Target="slides/slide4.xml"/><Relationship Id="rId14" Type="http://schemas.openxmlformats.org/officeDocument/2006/relationships/slideMaster" Target="slideMasters/slideMaster11.xml"/><Relationship Id="rId22" Type="http://schemas.openxmlformats.org/officeDocument/2006/relationships/slide" Target="slides/slide7.xml"/><Relationship Id="rId27" Type="http://schemas.openxmlformats.org/officeDocument/2006/relationships/slide" Target="slides/slide12.xml"/><Relationship Id="rId30" Type="http://schemas.openxmlformats.org/officeDocument/2006/relationships/slide" Target="slides/slide15.xml"/><Relationship Id="rId35" Type="http://schemas.openxmlformats.org/officeDocument/2006/relationships/slide" Target="slides/slide20.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font" Target="fonts/font14.fntdata"/><Relationship Id="rId64" Type="http://schemas.openxmlformats.org/officeDocument/2006/relationships/presProps" Target="presProps.xml"/><Relationship Id="rId69" Type="http://schemas.microsoft.com/office/2015/10/relationships/revisionInfo" Target="revisionInfo.xml"/><Relationship Id="rId8" Type="http://schemas.openxmlformats.org/officeDocument/2006/relationships/slideMaster" Target="slideMasters/slideMaster5.xml"/><Relationship Id="rId51" Type="http://schemas.openxmlformats.org/officeDocument/2006/relationships/font" Target="fonts/font9.fntdata"/><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slide" Target="slides/slide18.xml"/><Relationship Id="rId38" Type="http://schemas.openxmlformats.org/officeDocument/2006/relationships/slide" Target="slides/slide23.xml"/><Relationship Id="rId46" Type="http://schemas.openxmlformats.org/officeDocument/2006/relationships/font" Target="fonts/font4.fntdata"/><Relationship Id="rId59" Type="http://schemas.openxmlformats.org/officeDocument/2006/relationships/font" Target="fonts/font17.fntdata"/><Relationship Id="rId67" Type="http://schemas.openxmlformats.org/officeDocument/2006/relationships/tableStyles" Target="tableStyles.xml"/><Relationship Id="rId20" Type="http://schemas.openxmlformats.org/officeDocument/2006/relationships/slide" Target="slides/slide5.xml"/><Relationship Id="rId41" Type="http://schemas.openxmlformats.org/officeDocument/2006/relationships/notesMaster" Target="notesMasters/notesMaster1.xml"/><Relationship Id="rId54" Type="http://schemas.openxmlformats.org/officeDocument/2006/relationships/font" Target="fonts/font12.fntdata"/><Relationship Id="rId62" Type="http://schemas.openxmlformats.org/officeDocument/2006/relationships/font" Target="fonts/font20.fntdata"/><Relationship Id="rId7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Master" Target="slideMasters/slideMaster12.xml"/><Relationship Id="rId23" Type="http://schemas.openxmlformats.org/officeDocument/2006/relationships/slide" Target="slides/slide8.xml"/><Relationship Id="rId28" Type="http://schemas.openxmlformats.org/officeDocument/2006/relationships/slide" Target="slides/slide13.xml"/><Relationship Id="rId36" Type="http://schemas.openxmlformats.org/officeDocument/2006/relationships/slide" Target="slides/slide21.xml"/><Relationship Id="rId49" Type="http://schemas.openxmlformats.org/officeDocument/2006/relationships/font" Target="fonts/font7.fntdata"/><Relationship Id="rId57" Type="http://schemas.openxmlformats.org/officeDocument/2006/relationships/font" Target="fonts/font15.fntdata"/><Relationship Id="rId10" Type="http://schemas.openxmlformats.org/officeDocument/2006/relationships/slideMaster" Target="slideMasters/slideMaster7.xml"/><Relationship Id="rId31" Type="http://schemas.openxmlformats.org/officeDocument/2006/relationships/slide" Target="slides/slide16.xml"/><Relationship Id="rId44" Type="http://schemas.openxmlformats.org/officeDocument/2006/relationships/font" Target="fonts/font2.fntdata"/><Relationship Id="rId52" Type="http://schemas.openxmlformats.org/officeDocument/2006/relationships/font" Target="fonts/font10.fntdata"/><Relationship Id="rId60" Type="http://schemas.openxmlformats.org/officeDocument/2006/relationships/font" Target="fonts/font18.fntdata"/><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Master" Target="slideMasters/slideMaster10.xml"/><Relationship Id="rId18" Type="http://schemas.openxmlformats.org/officeDocument/2006/relationships/slide" Target="slides/slide3.xml"/><Relationship Id="rId39" Type="http://schemas.openxmlformats.org/officeDocument/2006/relationships/slide" Target="slides/slide24.xml"/><Relationship Id="rId34" Type="http://schemas.openxmlformats.org/officeDocument/2006/relationships/slide" Target="slides/slide19.xml"/><Relationship Id="rId50" Type="http://schemas.openxmlformats.org/officeDocument/2006/relationships/font" Target="fonts/font8.fntdata"/><Relationship Id="rId55" Type="http://schemas.openxmlformats.org/officeDocument/2006/relationships/font" Target="fonts/font13.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dla, Natraj" userId="1b097815-ad51-435d-a557-eb69be7a0b69" providerId="ADAL" clId="{83AE0F20-54DF-4FC6-8642-3BB87819100F}"/>
    <pc:docChg chg="undo custSel addSld modSld sldOrd">
      <pc:chgData name="Gudla, Natraj" userId="1b097815-ad51-435d-a557-eb69be7a0b69" providerId="ADAL" clId="{83AE0F20-54DF-4FC6-8642-3BB87819100F}" dt="2024-07-14T10:17:24.064" v="3383" actId="20577"/>
      <pc:docMkLst>
        <pc:docMk/>
      </pc:docMkLst>
      <pc:sldChg chg="modSp mod">
        <pc:chgData name="Gudla, Natraj" userId="1b097815-ad51-435d-a557-eb69be7a0b69" providerId="ADAL" clId="{83AE0F20-54DF-4FC6-8642-3BB87819100F}" dt="2024-07-11T03:45:34.878" v="314" actId="13926"/>
        <pc:sldMkLst>
          <pc:docMk/>
          <pc:sldMk cId="293913670" sldId="2147474190"/>
        </pc:sldMkLst>
        <pc:spChg chg="mod">
          <ac:chgData name="Gudla, Natraj" userId="1b097815-ad51-435d-a557-eb69be7a0b69" providerId="ADAL" clId="{83AE0F20-54DF-4FC6-8642-3BB87819100F}" dt="2024-07-11T03:45:34.878" v="314" actId="13926"/>
          <ac:spMkLst>
            <pc:docMk/>
            <pc:sldMk cId="293913670" sldId="2147474190"/>
            <ac:spMk id="2" creationId="{4463ADE3-87EF-5F3C-6A07-71AD9446AFC9}"/>
          </ac:spMkLst>
        </pc:spChg>
      </pc:sldChg>
      <pc:sldChg chg="modSp mod">
        <pc:chgData name="Gudla, Natraj" userId="1b097815-ad51-435d-a557-eb69be7a0b69" providerId="ADAL" clId="{83AE0F20-54DF-4FC6-8642-3BB87819100F}" dt="2024-07-11T03:43:37.265" v="308" actId="20577"/>
        <pc:sldMkLst>
          <pc:docMk/>
          <pc:sldMk cId="35362297" sldId="2147475803"/>
        </pc:sldMkLst>
        <pc:graphicFrameChg chg="mod modGraphic">
          <ac:chgData name="Gudla, Natraj" userId="1b097815-ad51-435d-a557-eb69be7a0b69" providerId="ADAL" clId="{83AE0F20-54DF-4FC6-8642-3BB87819100F}" dt="2024-07-11T03:43:37.265" v="308" actId="20577"/>
          <ac:graphicFrameMkLst>
            <pc:docMk/>
            <pc:sldMk cId="35362297" sldId="2147475803"/>
            <ac:graphicFrameMk id="3" creationId="{FD56C828-1453-6F9B-E693-F4560ABB5040}"/>
          </ac:graphicFrameMkLst>
        </pc:graphicFrameChg>
      </pc:sldChg>
      <pc:sldChg chg="modSp mod">
        <pc:chgData name="Gudla, Natraj" userId="1b097815-ad51-435d-a557-eb69be7a0b69" providerId="ADAL" clId="{83AE0F20-54DF-4FC6-8642-3BB87819100F}" dt="2024-07-11T03:39:42.593" v="5" actId="14734"/>
        <pc:sldMkLst>
          <pc:docMk/>
          <pc:sldMk cId="1422036111" sldId="2147475804"/>
        </pc:sldMkLst>
        <pc:graphicFrameChg chg="modGraphic">
          <ac:chgData name="Gudla, Natraj" userId="1b097815-ad51-435d-a557-eb69be7a0b69" providerId="ADAL" clId="{83AE0F20-54DF-4FC6-8642-3BB87819100F}" dt="2024-07-11T03:39:42.593" v="5" actId="14734"/>
          <ac:graphicFrameMkLst>
            <pc:docMk/>
            <pc:sldMk cId="1422036111" sldId="2147475804"/>
            <ac:graphicFrameMk id="5" creationId="{CF6892CF-D00C-EE57-C7AC-17CD8F880C65}"/>
          </ac:graphicFrameMkLst>
        </pc:graphicFrameChg>
      </pc:sldChg>
      <pc:sldChg chg="ord">
        <pc:chgData name="Gudla, Natraj" userId="1b097815-ad51-435d-a557-eb69be7a0b69" providerId="ADAL" clId="{83AE0F20-54DF-4FC6-8642-3BB87819100F}" dt="2024-07-10T07:41:31.419" v="1"/>
        <pc:sldMkLst>
          <pc:docMk/>
          <pc:sldMk cId="215030971" sldId="2147475814"/>
        </pc:sldMkLst>
      </pc:sldChg>
      <pc:sldChg chg="addSp delSp modSp new mod ord">
        <pc:chgData name="Gudla, Natraj" userId="1b097815-ad51-435d-a557-eb69be7a0b69" providerId="ADAL" clId="{83AE0F20-54DF-4FC6-8642-3BB87819100F}" dt="2024-07-14T10:17:24.064" v="3383" actId="20577"/>
        <pc:sldMkLst>
          <pc:docMk/>
          <pc:sldMk cId="1074754699" sldId="2147475822"/>
        </pc:sldMkLst>
        <pc:spChg chg="del mod">
          <ac:chgData name="Gudla, Natraj" userId="1b097815-ad51-435d-a557-eb69be7a0b69" providerId="ADAL" clId="{83AE0F20-54DF-4FC6-8642-3BB87819100F}" dt="2024-07-11T04:32:55.964" v="2573" actId="478"/>
          <ac:spMkLst>
            <pc:docMk/>
            <pc:sldMk cId="1074754699" sldId="2147475822"/>
            <ac:spMk id="2" creationId="{A331C405-92D6-93CB-B128-8BA780A3C0F6}"/>
          </ac:spMkLst>
        </pc:spChg>
        <pc:spChg chg="add del mod">
          <ac:chgData name="Gudla, Natraj" userId="1b097815-ad51-435d-a557-eb69be7a0b69" providerId="ADAL" clId="{83AE0F20-54DF-4FC6-8642-3BB87819100F}" dt="2024-07-14T10:09:41.202" v="2964" actId="478"/>
          <ac:spMkLst>
            <pc:docMk/>
            <pc:sldMk cId="1074754699" sldId="2147475822"/>
            <ac:spMk id="6" creationId="{D5E18CFD-D190-CA4F-DDAD-09438BD5C577}"/>
          </ac:spMkLst>
        </pc:spChg>
        <pc:spChg chg="add mod">
          <ac:chgData name="Gudla, Natraj" userId="1b097815-ad51-435d-a557-eb69be7a0b69" providerId="ADAL" clId="{83AE0F20-54DF-4FC6-8642-3BB87819100F}" dt="2024-07-14T10:11:24.617" v="3012" actId="1035"/>
          <ac:spMkLst>
            <pc:docMk/>
            <pc:sldMk cId="1074754699" sldId="2147475822"/>
            <ac:spMk id="9" creationId="{D9FDFD40-CF21-AB68-AE06-AE74524E8CCA}"/>
          </ac:spMkLst>
        </pc:spChg>
        <pc:spChg chg="add mod">
          <ac:chgData name="Gudla, Natraj" userId="1b097815-ad51-435d-a557-eb69be7a0b69" providerId="ADAL" clId="{83AE0F20-54DF-4FC6-8642-3BB87819100F}" dt="2024-07-14T10:11:24.617" v="3012" actId="1035"/>
          <ac:spMkLst>
            <pc:docMk/>
            <pc:sldMk cId="1074754699" sldId="2147475822"/>
            <ac:spMk id="10" creationId="{F099DF28-3B31-1285-E028-4B34C8D2E99F}"/>
          </ac:spMkLst>
        </pc:spChg>
        <pc:spChg chg="add mod">
          <ac:chgData name="Gudla, Natraj" userId="1b097815-ad51-435d-a557-eb69be7a0b69" providerId="ADAL" clId="{83AE0F20-54DF-4FC6-8642-3BB87819100F}" dt="2024-07-14T10:11:24.617" v="3012" actId="1035"/>
          <ac:spMkLst>
            <pc:docMk/>
            <pc:sldMk cId="1074754699" sldId="2147475822"/>
            <ac:spMk id="11" creationId="{297D9422-ABA8-0F88-53A1-B379BCB45DD8}"/>
          </ac:spMkLst>
        </pc:spChg>
        <pc:spChg chg="add mod">
          <ac:chgData name="Gudla, Natraj" userId="1b097815-ad51-435d-a557-eb69be7a0b69" providerId="ADAL" clId="{83AE0F20-54DF-4FC6-8642-3BB87819100F}" dt="2024-07-14T10:11:24.617" v="3012" actId="1035"/>
          <ac:spMkLst>
            <pc:docMk/>
            <pc:sldMk cId="1074754699" sldId="2147475822"/>
            <ac:spMk id="12" creationId="{FD3254CA-A52C-47F8-C815-B332B000FDCC}"/>
          </ac:spMkLst>
        </pc:spChg>
        <pc:spChg chg="add mod">
          <ac:chgData name="Gudla, Natraj" userId="1b097815-ad51-435d-a557-eb69be7a0b69" providerId="ADAL" clId="{83AE0F20-54DF-4FC6-8642-3BB87819100F}" dt="2024-07-11T04:15:22.238" v="1724" actId="571"/>
          <ac:spMkLst>
            <pc:docMk/>
            <pc:sldMk cId="1074754699" sldId="2147475822"/>
            <ac:spMk id="13" creationId="{0A4A8C69-F246-4ED1-C5EE-C17301A8F876}"/>
          </ac:spMkLst>
        </pc:spChg>
        <pc:spChg chg="add mod">
          <ac:chgData name="Gudla, Natraj" userId="1b097815-ad51-435d-a557-eb69be7a0b69" providerId="ADAL" clId="{83AE0F20-54DF-4FC6-8642-3BB87819100F}" dt="2024-07-11T04:15:22.238" v="1724" actId="571"/>
          <ac:spMkLst>
            <pc:docMk/>
            <pc:sldMk cId="1074754699" sldId="2147475822"/>
            <ac:spMk id="14" creationId="{901CA547-B807-7401-8272-41A47A61A7B2}"/>
          </ac:spMkLst>
        </pc:spChg>
        <pc:spChg chg="add mod">
          <ac:chgData name="Gudla, Natraj" userId="1b097815-ad51-435d-a557-eb69be7a0b69" providerId="ADAL" clId="{83AE0F20-54DF-4FC6-8642-3BB87819100F}" dt="2024-07-14T10:11:09.289" v="2982" actId="571"/>
          <ac:spMkLst>
            <pc:docMk/>
            <pc:sldMk cId="1074754699" sldId="2147475822"/>
            <ac:spMk id="14" creationId="{94C84FBB-00BA-5E47-FDE5-70608DC2DF06}"/>
          </ac:spMkLst>
        </pc:spChg>
        <pc:spChg chg="add mod">
          <ac:chgData name="Gudla, Natraj" userId="1b097815-ad51-435d-a557-eb69be7a0b69" providerId="ADAL" clId="{83AE0F20-54DF-4FC6-8642-3BB87819100F}" dt="2024-07-14T10:11:09.289" v="2982" actId="571"/>
          <ac:spMkLst>
            <pc:docMk/>
            <pc:sldMk cId="1074754699" sldId="2147475822"/>
            <ac:spMk id="15" creationId="{BCFF71A7-A990-FED0-A581-0E817F6EEDB4}"/>
          </ac:spMkLst>
        </pc:spChg>
        <pc:spChg chg="add mod">
          <ac:chgData name="Gudla, Natraj" userId="1b097815-ad51-435d-a557-eb69be7a0b69" providerId="ADAL" clId="{83AE0F20-54DF-4FC6-8642-3BB87819100F}" dt="2024-07-11T04:15:22.238" v="1724" actId="571"/>
          <ac:spMkLst>
            <pc:docMk/>
            <pc:sldMk cId="1074754699" sldId="2147475822"/>
            <ac:spMk id="15" creationId="{F14D5FB2-8766-3B94-E8C6-313666BAF48B}"/>
          </ac:spMkLst>
        </pc:spChg>
        <pc:spChg chg="add mod">
          <ac:chgData name="Gudla, Natraj" userId="1b097815-ad51-435d-a557-eb69be7a0b69" providerId="ADAL" clId="{83AE0F20-54DF-4FC6-8642-3BB87819100F}" dt="2024-07-14T10:17:24.064" v="3383" actId="20577"/>
          <ac:spMkLst>
            <pc:docMk/>
            <pc:sldMk cId="1074754699" sldId="2147475822"/>
            <ac:spMk id="16" creationId="{C531ADEE-5A10-4DE7-D2D8-6DD048AE338F}"/>
          </ac:spMkLst>
        </pc:spChg>
        <pc:spChg chg="add mod">
          <ac:chgData name="Gudla, Natraj" userId="1b097815-ad51-435d-a557-eb69be7a0b69" providerId="ADAL" clId="{83AE0F20-54DF-4FC6-8642-3BB87819100F}" dt="2024-07-14T10:11:09.289" v="2982" actId="571"/>
          <ac:spMkLst>
            <pc:docMk/>
            <pc:sldMk cId="1074754699" sldId="2147475822"/>
            <ac:spMk id="17" creationId="{0615E7C3-AEA1-87B0-5FAF-3D6507BB5A21}"/>
          </ac:spMkLst>
        </pc:spChg>
        <pc:spChg chg="add del mod">
          <ac:chgData name="Gudla, Natraj" userId="1b097815-ad51-435d-a557-eb69be7a0b69" providerId="ADAL" clId="{83AE0F20-54DF-4FC6-8642-3BB87819100F}" dt="2024-07-14T10:14:31.473" v="3143" actId="478"/>
          <ac:spMkLst>
            <pc:docMk/>
            <pc:sldMk cId="1074754699" sldId="2147475822"/>
            <ac:spMk id="19" creationId="{E9C8AA3F-E653-C3B8-29B4-E14AEBF5E737}"/>
          </ac:spMkLst>
        </pc:spChg>
        <pc:spChg chg="add del mod">
          <ac:chgData name="Gudla, Natraj" userId="1b097815-ad51-435d-a557-eb69be7a0b69" providerId="ADAL" clId="{83AE0F20-54DF-4FC6-8642-3BB87819100F}" dt="2024-07-14T10:15:43.735" v="3334" actId="478"/>
          <ac:spMkLst>
            <pc:docMk/>
            <pc:sldMk cId="1074754699" sldId="2147475822"/>
            <ac:spMk id="20" creationId="{8DC4DC08-7913-8E48-7198-FF4D8DCFDD88}"/>
          </ac:spMkLst>
        </pc:spChg>
        <pc:spChg chg="add mod">
          <ac:chgData name="Gudla, Natraj" userId="1b097815-ad51-435d-a557-eb69be7a0b69" providerId="ADAL" clId="{83AE0F20-54DF-4FC6-8642-3BB87819100F}" dt="2024-07-14T10:16:59.970" v="3360" actId="1076"/>
          <ac:spMkLst>
            <pc:docMk/>
            <pc:sldMk cId="1074754699" sldId="2147475822"/>
            <ac:spMk id="21" creationId="{201EBB27-067A-70D7-8D2D-EEC4C7DF6735}"/>
          </ac:spMkLst>
        </pc:spChg>
        <pc:spChg chg="add mod">
          <ac:chgData name="Gudla, Natraj" userId="1b097815-ad51-435d-a557-eb69be7a0b69" providerId="ADAL" clId="{83AE0F20-54DF-4FC6-8642-3BB87819100F}" dt="2024-07-14T10:16:59.970" v="3360" actId="1076"/>
          <ac:spMkLst>
            <pc:docMk/>
            <pc:sldMk cId="1074754699" sldId="2147475822"/>
            <ac:spMk id="22" creationId="{0C2E9D8E-38F6-C92C-22E7-B521DB5CA6EE}"/>
          </ac:spMkLst>
        </pc:spChg>
        <pc:spChg chg="add mod">
          <ac:chgData name="Gudla, Natraj" userId="1b097815-ad51-435d-a557-eb69be7a0b69" providerId="ADAL" clId="{83AE0F20-54DF-4FC6-8642-3BB87819100F}" dt="2024-07-14T10:11:57.753" v="3022" actId="1076"/>
          <ac:spMkLst>
            <pc:docMk/>
            <pc:sldMk cId="1074754699" sldId="2147475822"/>
            <ac:spMk id="23" creationId="{9F4F116D-9F0E-FB36-16FF-5A4CFA681B1F}"/>
          </ac:spMkLst>
        </pc:spChg>
        <pc:spChg chg="add del mod">
          <ac:chgData name="Gudla, Natraj" userId="1b097815-ad51-435d-a557-eb69be7a0b69" providerId="ADAL" clId="{83AE0F20-54DF-4FC6-8642-3BB87819100F}" dt="2024-07-11T04:33:07.508" v="2576" actId="478"/>
          <ac:spMkLst>
            <pc:docMk/>
            <pc:sldMk cId="1074754699" sldId="2147475822"/>
            <ac:spMk id="23" creationId="{F794B388-EC81-7931-04AB-4BD775A76271}"/>
          </ac:spMkLst>
        </pc:spChg>
        <pc:spChg chg="add mod">
          <ac:chgData name="Gudla, Natraj" userId="1b097815-ad51-435d-a557-eb69be7a0b69" providerId="ADAL" clId="{83AE0F20-54DF-4FC6-8642-3BB87819100F}" dt="2024-07-11T04:33:37.080" v="2646" actId="20577"/>
          <ac:spMkLst>
            <pc:docMk/>
            <pc:sldMk cId="1074754699" sldId="2147475822"/>
            <ac:spMk id="24" creationId="{46D37943-F476-7ACC-49E0-C331B70ACF42}"/>
          </ac:spMkLst>
        </pc:spChg>
        <pc:spChg chg="add mod">
          <ac:chgData name="Gudla, Natraj" userId="1b097815-ad51-435d-a557-eb69be7a0b69" providerId="ADAL" clId="{83AE0F20-54DF-4FC6-8642-3BB87819100F}" dt="2024-07-14T10:16:04.312" v="3349" actId="1076"/>
          <ac:spMkLst>
            <pc:docMk/>
            <pc:sldMk cId="1074754699" sldId="2147475822"/>
            <ac:spMk id="26" creationId="{9061CED3-96A7-A681-45F8-BDD304EC306F}"/>
          </ac:spMkLst>
        </pc:spChg>
        <pc:spChg chg="add mod">
          <ac:chgData name="Gudla, Natraj" userId="1b097815-ad51-435d-a557-eb69be7a0b69" providerId="ADAL" clId="{83AE0F20-54DF-4FC6-8642-3BB87819100F}" dt="2024-07-14T10:16:59.970" v="3360" actId="1076"/>
          <ac:spMkLst>
            <pc:docMk/>
            <pc:sldMk cId="1074754699" sldId="2147475822"/>
            <ac:spMk id="27" creationId="{9F64C1D0-0F41-BC7A-7A06-E70DA6A86DD0}"/>
          </ac:spMkLst>
        </pc:spChg>
        <pc:graphicFrameChg chg="add del mod modGraphic">
          <ac:chgData name="Gudla, Natraj" userId="1b097815-ad51-435d-a557-eb69be7a0b69" providerId="ADAL" clId="{83AE0F20-54DF-4FC6-8642-3BB87819100F}" dt="2024-07-11T03:56:11.780" v="428" actId="478"/>
          <ac:graphicFrameMkLst>
            <pc:docMk/>
            <pc:sldMk cId="1074754699" sldId="2147475822"/>
            <ac:graphicFrameMk id="6" creationId="{2797F3EB-5DE5-19A4-62AF-9226310A332B}"/>
          </ac:graphicFrameMkLst>
        </pc:graphicFrameChg>
        <pc:graphicFrameChg chg="add del modGraphic">
          <ac:chgData name="Gudla, Natraj" userId="1b097815-ad51-435d-a557-eb69be7a0b69" providerId="ADAL" clId="{83AE0F20-54DF-4FC6-8642-3BB87819100F}" dt="2024-07-11T03:56:09.258" v="427" actId="478"/>
          <ac:graphicFrameMkLst>
            <pc:docMk/>
            <pc:sldMk cId="1074754699" sldId="2147475822"/>
            <ac:graphicFrameMk id="7" creationId="{A4479D2F-8609-1E0D-850B-E77C6D3F0963}"/>
          </ac:graphicFrameMkLst>
        </pc:graphicFrameChg>
        <pc:graphicFrameChg chg="add mod modGraphic">
          <ac:chgData name="Gudla, Natraj" userId="1b097815-ad51-435d-a557-eb69be7a0b69" providerId="ADAL" clId="{83AE0F20-54DF-4FC6-8642-3BB87819100F}" dt="2024-07-14T10:11:18.933" v="2999" actId="1076"/>
          <ac:graphicFrameMkLst>
            <pc:docMk/>
            <pc:sldMk cId="1074754699" sldId="2147475822"/>
            <ac:graphicFrameMk id="8" creationId="{4303A2CA-FD70-C04C-5061-0F508F93E174}"/>
          </ac:graphicFrameMkLst>
        </pc:graphicFrameChg>
        <pc:picChg chg="add mod">
          <ac:chgData name="Gudla, Natraj" userId="1b097815-ad51-435d-a557-eb69be7a0b69" providerId="ADAL" clId="{83AE0F20-54DF-4FC6-8642-3BB87819100F}" dt="2024-07-14T10:15:59.625" v="3347" actId="14100"/>
          <ac:picMkLst>
            <pc:docMk/>
            <pc:sldMk cId="1074754699" sldId="2147475822"/>
            <ac:picMk id="2" creationId="{7F505D31-DAA0-0588-83E7-68CD449C7852}"/>
          </ac:picMkLst>
        </pc:picChg>
        <pc:picChg chg="add mod">
          <ac:chgData name="Gudla, Natraj" userId="1b097815-ad51-435d-a557-eb69be7a0b69" providerId="ADAL" clId="{83AE0F20-54DF-4FC6-8642-3BB87819100F}" dt="2024-07-14T10:16:06.689" v="3350" actId="14100"/>
          <ac:picMkLst>
            <pc:docMk/>
            <pc:sldMk cId="1074754699" sldId="2147475822"/>
            <ac:picMk id="13" creationId="{32DFB0C9-2A30-036A-2E96-1DA6FDDAD648}"/>
          </ac:picMkLst>
        </pc:picChg>
        <pc:picChg chg="add del mod">
          <ac:chgData name="Gudla, Natraj" userId="1b097815-ad51-435d-a557-eb69be7a0b69" providerId="ADAL" clId="{83AE0F20-54DF-4FC6-8642-3BB87819100F}" dt="2024-07-14T10:09:48.588" v="2966" actId="478"/>
          <ac:picMkLst>
            <pc:docMk/>
            <pc:sldMk cId="1074754699" sldId="2147475822"/>
            <ac:picMk id="18" creationId="{4802FD93-743A-5C43-5367-197FC7894714}"/>
          </ac:picMkLst>
        </pc:picChg>
        <pc:picChg chg="add mod">
          <ac:chgData name="Gudla, Natraj" userId="1b097815-ad51-435d-a557-eb69be7a0b69" providerId="ADAL" clId="{83AE0F20-54DF-4FC6-8642-3BB87819100F}" dt="2024-07-14T10:15:49.089" v="3345" actId="1036"/>
          <ac:picMkLst>
            <pc:docMk/>
            <pc:sldMk cId="1074754699" sldId="2147475822"/>
            <ac:picMk id="25" creationId="{810AABEA-71AC-46C1-6079-6A84D42E0149}"/>
          </ac:picMkLst>
        </pc:picChg>
      </pc:sldChg>
    </pc:docChg>
  </pc:docChgLst>
  <pc:docChgLst>
    <pc:chgData name="Goundu, Ramesh" userId="S::ramesh.goundu@capgemini.com::26e4ecc0-474c-4e51-8678-139134653597" providerId="AD" clId="Web-{90340A39-F993-2F91-2A0D-5E102E96735A}"/>
    <pc:docChg chg="modSld">
      <pc:chgData name="Goundu, Ramesh" userId="S::ramesh.goundu@capgemini.com::26e4ecc0-474c-4e51-8678-139134653597" providerId="AD" clId="Web-{90340A39-F993-2F91-2A0D-5E102E96735A}" dt="2024-05-22T13:10:36.260" v="442" actId="1076"/>
      <pc:docMkLst>
        <pc:docMk/>
      </pc:docMkLst>
      <pc:sldChg chg="modSp">
        <pc:chgData name="Goundu, Ramesh" userId="S::ramesh.goundu@capgemini.com::26e4ecc0-474c-4e51-8678-139134653597" providerId="AD" clId="Web-{90340A39-F993-2F91-2A0D-5E102E96735A}" dt="2024-05-22T10:21:32.618" v="326" actId="20577"/>
        <pc:sldMkLst>
          <pc:docMk/>
          <pc:sldMk cId="4240461515" sldId="2076137833"/>
        </pc:sldMkLst>
        <pc:spChg chg="mod">
          <ac:chgData name="Goundu, Ramesh" userId="S::ramesh.goundu@capgemini.com::26e4ecc0-474c-4e51-8678-139134653597" providerId="AD" clId="Web-{90340A39-F993-2F91-2A0D-5E102E96735A}" dt="2024-05-22T10:21:32.618" v="326" actId="20577"/>
          <ac:spMkLst>
            <pc:docMk/>
            <pc:sldMk cId="4240461515" sldId="2076137833"/>
            <ac:spMk id="3" creationId="{FC49C433-38DC-42A4-AEF1-D936F52843D7}"/>
          </ac:spMkLst>
        </pc:spChg>
        <pc:spChg chg="mod">
          <ac:chgData name="Goundu, Ramesh" userId="S::ramesh.goundu@capgemini.com::26e4ecc0-474c-4e51-8678-139134653597" providerId="AD" clId="Web-{90340A39-F993-2F91-2A0D-5E102E96735A}" dt="2024-05-22T10:18:28.194" v="210" actId="20577"/>
          <ac:spMkLst>
            <pc:docMk/>
            <pc:sldMk cId="4240461515" sldId="2076137833"/>
            <ac:spMk id="4" creationId="{6A9D0897-80A0-45C9-B608-935DC2E7176D}"/>
          </ac:spMkLst>
        </pc:spChg>
      </pc:sldChg>
      <pc:sldChg chg="modSp">
        <pc:chgData name="Goundu, Ramesh" userId="S::ramesh.goundu@capgemini.com::26e4ecc0-474c-4e51-8678-139134653597" providerId="AD" clId="Web-{90340A39-F993-2F91-2A0D-5E102E96735A}" dt="2024-05-22T13:10:36.260" v="442" actId="1076"/>
        <pc:sldMkLst>
          <pc:docMk/>
          <pc:sldMk cId="1801749126" sldId="2141412312"/>
        </pc:sldMkLst>
        <pc:spChg chg="mod">
          <ac:chgData name="Goundu, Ramesh" userId="S::ramesh.goundu@capgemini.com::26e4ecc0-474c-4e51-8678-139134653597" providerId="AD" clId="Web-{90340A39-F993-2F91-2A0D-5E102E96735A}" dt="2024-05-22T13:00:50.269" v="389" actId="20577"/>
          <ac:spMkLst>
            <pc:docMk/>
            <pc:sldMk cId="1801749126" sldId="2141412312"/>
            <ac:spMk id="3" creationId="{26D97378-0239-4D29-83AF-B9AC2A1F1436}"/>
          </ac:spMkLst>
        </pc:spChg>
        <pc:spChg chg="mod">
          <ac:chgData name="Goundu, Ramesh" userId="S::ramesh.goundu@capgemini.com::26e4ecc0-474c-4e51-8678-139134653597" providerId="AD" clId="Web-{90340A39-F993-2F91-2A0D-5E102E96735A}" dt="2024-05-22T13:06:07.413" v="392" actId="20577"/>
          <ac:spMkLst>
            <pc:docMk/>
            <pc:sldMk cId="1801749126" sldId="2141412312"/>
            <ac:spMk id="50" creationId="{7B597488-9EB8-4809-BCAA-5807C3442D54}"/>
          </ac:spMkLst>
        </pc:spChg>
        <pc:spChg chg="mod">
          <ac:chgData name="Goundu, Ramesh" userId="S::ramesh.goundu@capgemini.com::26e4ecc0-474c-4e51-8678-139134653597" providerId="AD" clId="Web-{90340A39-F993-2F91-2A0D-5E102E96735A}" dt="2024-05-22T13:07:11.305" v="408" actId="20577"/>
          <ac:spMkLst>
            <pc:docMk/>
            <pc:sldMk cId="1801749126" sldId="2141412312"/>
            <ac:spMk id="51" creationId="{36CCF0BC-FA73-489E-92B7-F27488F8431A}"/>
          </ac:spMkLst>
        </pc:spChg>
        <pc:spChg chg="mod">
          <ac:chgData name="Goundu, Ramesh" userId="S::ramesh.goundu@capgemini.com::26e4ecc0-474c-4e51-8678-139134653597" providerId="AD" clId="Web-{90340A39-F993-2F91-2A0D-5E102E96735A}" dt="2024-05-22T13:08:47.587" v="420" actId="20577"/>
          <ac:spMkLst>
            <pc:docMk/>
            <pc:sldMk cId="1801749126" sldId="2141412312"/>
            <ac:spMk id="53" creationId="{EC0C2A1E-791A-4676-94BB-450CD8E94C6C}"/>
          </ac:spMkLst>
        </pc:spChg>
        <pc:spChg chg="mod">
          <ac:chgData name="Goundu, Ramesh" userId="S::ramesh.goundu@capgemini.com::26e4ecc0-474c-4e51-8678-139134653597" providerId="AD" clId="Web-{90340A39-F993-2F91-2A0D-5E102E96735A}" dt="2024-05-22T13:10:22.260" v="440" actId="20577"/>
          <ac:spMkLst>
            <pc:docMk/>
            <pc:sldMk cId="1801749126" sldId="2141412312"/>
            <ac:spMk id="54" creationId="{0A98119E-FD4B-4DD8-B86B-C9C79817CA95}"/>
          </ac:spMkLst>
        </pc:spChg>
        <pc:cxnChg chg="mod">
          <ac:chgData name="Goundu, Ramesh" userId="S::ramesh.goundu@capgemini.com::26e4ecc0-474c-4e51-8678-139134653597" providerId="AD" clId="Web-{90340A39-F993-2F91-2A0D-5E102E96735A}" dt="2024-05-22T13:09:15.587" v="422" actId="1076"/>
          <ac:cxnSpMkLst>
            <pc:docMk/>
            <pc:sldMk cId="1801749126" sldId="2141412312"/>
            <ac:cxnSpMk id="65" creationId="{685C4E71-EB6C-404A-83D1-7F9299085BF4}"/>
          </ac:cxnSpMkLst>
        </pc:cxnChg>
        <pc:cxnChg chg="mod">
          <ac:chgData name="Goundu, Ramesh" userId="S::ramesh.goundu@capgemini.com::26e4ecc0-474c-4e51-8678-139134653597" providerId="AD" clId="Web-{90340A39-F993-2F91-2A0D-5E102E96735A}" dt="2024-05-22T13:10:36.260" v="442" actId="1076"/>
          <ac:cxnSpMkLst>
            <pc:docMk/>
            <pc:sldMk cId="1801749126" sldId="2141412312"/>
            <ac:cxnSpMk id="69" creationId="{8A4CBD68-5692-43A8-9353-EA6083CF6CCA}"/>
          </ac:cxnSpMkLst>
        </pc:cxnChg>
      </pc:sldChg>
      <pc:sldChg chg="modSp">
        <pc:chgData name="Goundu, Ramesh" userId="S::ramesh.goundu@capgemini.com::26e4ecc0-474c-4e51-8678-139134653597" providerId="AD" clId="Web-{90340A39-F993-2F91-2A0D-5E102E96735A}" dt="2024-05-22T10:15:52.161" v="147" actId="20577"/>
        <pc:sldMkLst>
          <pc:docMk/>
          <pc:sldMk cId="4268486508" sldId="2141412314"/>
        </pc:sldMkLst>
        <pc:spChg chg="mod">
          <ac:chgData name="Goundu, Ramesh" userId="S::ramesh.goundu@capgemini.com::26e4ecc0-474c-4e51-8678-139134653597" providerId="AD" clId="Web-{90340A39-F993-2F91-2A0D-5E102E96735A}" dt="2024-05-22T10:12:41.627" v="19" actId="20577"/>
          <ac:spMkLst>
            <pc:docMk/>
            <pc:sldMk cId="4268486508" sldId="2141412314"/>
            <ac:spMk id="3" creationId="{26D97378-0239-4D29-83AF-B9AC2A1F1436}"/>
          </ac:spMkLst>
        </pc:spChg>
        <pc:spChg chg="mod">
          <ac:chgData name="Goundu, Ramesh" userId="S::ramesh.goundu@capgemini.com::26e4ecc0-474c-4e51-8678-139134653597" providerId="AD" clId="Web-{90340A39-F993-2F91-2A0D-5E102E96735A}" dt="2024-05-22T10:14:35.676" v="97" actId="20577"/>
          <ac:spMkLst>
            <pc:docMk/>
            <pc:sldMk cId="4268486508" sldId="2141412314"/>
            <ac:spMk id="50" creationId="{7B597488-9EB8-4809-BCAA-5807C3442D54}"/>
          </ac:spMkLst>
        </pc:spChg>
        <pc:spChg chg="mod">
          <ac:chgData name="Goundu, Ramesh" userId="S::ramesh.goundu@capgemini.com::26e4ecc0-474c-4e51-8678-139134653597" providerId="AD" clId="Web-{90340A39-F993-2F91-2A0D-5E102E96735A}" dt="2024-05-22T10:15:52.161" v="147" actId="20577"/>
          <ac:spMkLst>
            <pc:docMk/>
            <pc:sldMk cId="4268486508" sldId="2141412314"/>
            <ac:spMk id="51" creationId="{36CCF0BC-FA73-489E-92B7-F27488F8431A}"/>
          </ac:spMkLst>
        </pc:spChg>
      </pc:sldChg>
      <pc:sldChg chg="modSp">
        <pc:chgData name="Goundu, Ramesh" userId="S::ramesh.goundu@capgemini.com::26e4ecc0-474c-4e51-8678-139134653597" providerId="AD" clId="Web-{90340A39-F993-2F91-2A0D-5E102E96735A}" dt="2024-05-22T12:59:54.174" v="387" actId="20577"/>
        <pc:sldMkLst>
          <pc:docMk/>
          <pc:sldMk cId="2672899342" sldId="2141412315"/>
        </pc:sldMkLst>
        <pc:spChg chg="mod">
          <ac:chgData name="Goundu, Ramesh" userId="S::ramesh.goundu@capgemini.com::26e4ecc0-474c-4e51-8678-139134653597" providerId="AD" clId="Web-{90340A39-F993-2F91-2A0D-5E102E96735A}" dt="2024-05-22T12:59:54.174" v="387" actId="20577"/>
          <ac:spMkLst>
            <pc:docMk/>
            <pc:sldMk cId="2672899342" sldId="2141412315"/>
            <ac:spMk id="35" creationId="{07FC16DC-6215-4E60-A81D-50F96F9F2913}"/>
          </ac:spMkLst>
        </pc:spChg>
        <pc:spChg chg="mod">
          <ac:chgData name="Goundu, Ramesh" userId="S::ramesh.goundu@capgemini.com::26e4ecc0-474c-4e51-8678-139134653597" providerId="AD" clId="Web-{90340A39-F993-2F91-2A0D-5E102E96735A}" dt="2024-05-22T12:58:45.877" v="345" actId="20577"/>
          <ac:spMkLst>
            <pc:docMk/>
            <pc:sldMk cId="2672899342" sldId="2141412315"/>
            <ac:spMk id="50" creationId="{7B597488-9EB8-4809-BCAA-5807C3442D54}"/>
          </ac:spMkLst>
        </pc:spChg>
      </pc:sldChg>
    </pc:docChg>
  </pc:docChgLst>
  <pc:docChgLst>
    <pc:chgData name="Sivaramakrishnan, Narayanan" userId="341b1ffd-5577-42b1-9704-45069781f0b3" providerId="ADAL" clId="{ED76C370-CC92-457C-AA42-89D58658620F}"/>
    <pc:docChg chg="modSld">
      <pc:chgData name="Sivaramakrishnan, Narayanan" userId="341b1ffd-5577-42b1-9704-45069781f0b3" providerId="ADAL" clId="{ED76C370-CC92-457C-AA42-89D58658620F}" dt="2024-07-10T09:46:02.467" v="9" actId="1036"/>
      <pc:docMkLst>
        <pc:docMk/>
      </pc:docMkLst>
      <pc:sldChg chg="modSp mod">
        <pc:chgData name="Sivaramakrishnan, Narayanan" userId="341b1ffd-5577-42b1-9704-45069781f0b3" providerId="ADAL" clId="{ED76C370-CC92-457C-AA42-89D58658620F}" dt="2024-07-10T09:46:02.467" v="9" actId="1036"/>
        <pc:sldMkLst>
          <pc:docMk/>
          <pc:sldMk cId="2759881903" sldId="2147474196"/>
        </pc:sldMkLst>
        <pc:spChg chg="mod">
          <ac:chgData name="Sivaramakrishnan, Narayanan" userId="341b1ffd-5577-42b1-9704-45069781f0b3" providerId="ADAL" clId="{ED76C370-CC92-457C-AA42-89D58658620F}" dt="2024-07-10T09:46:02.467" v="9" actId="1036"/>
          <ac:spMkLst>
            <pc:docMk/>
            <pc:sldMk cId="2759881903" sldId="2147474196"/>
            <ac:spMk id="23" creationId="{F41F6C11-121F-FB9F-CA43-AE1640376333}"/>
          </ac:spMkLst>
        </pc:spChg>
      </pc:sldChg>
      <pc:sldChg chg="delCm">
        <pc:chgData name="Sivaramakrishnan, Narayanan" userId="341b1ffd-5577-42b1-9704-45069781f0b3" providerId="ADAL" clId="{ED76C370-CC92-457C-AA42-89D58658620F}" dt="2024-07-10T09:09:26.441" v="0"/>
        <pc:sldMkLst>
          <pc:docMk/>
          <pc:sldMk cId="1001885555" sldId="2147475796"/>
        </pc:sldMkLst>
        <pc:extLst>
          <p:ext xmlns:p="http://schemas.openxmlformats.org/presentationml/2006/main" uri="{D6D511B9-2390-475A-947B-AFAB55BFBCF1}">
            <pc226:cmChg xmlns:pc226="http://schemas.microsoft.com/office/powerpoint/2022/06/main/command" chg="del">
              <pc226:chgData name="Sivaramakrishnan, Narayanan" userId="341b1ffd-5577-42b1-9704-45069781f0b3" providerId="ADAL" clId="{ED76C370-CC92-457C-AA42-89D58658620F}" dt="2024-07-10T09:09:26.441" v="0"/>
              <pc2:cmMkLst xmlns:pc2="http://schemas.microsoft.com/office/powerpoint/2019/9/main/command">
                <pc:docMk/>
                <pc:sldMk cId="1001885555" sldId="2147475796"/>
                <pc2:cmMk id="{6187E47D-BBEA-4C72-87DA-B268F556C1BE}"/>
              </pc2:cmMkLst>
            </pc226:cmChg>
          </p:ext>
        </pc:extLst>
      </pc:sldChg>
    </pc:docChg>
  </pc:docChgLst>
  <pc:docChgLst>
    <pc:chgData name="Sivaramakrishnan, Narayanan" userId="S::narayanan.sivaramakrishnan@capgemini.com::341b1ffd-5577-42b1-9704-45069781f0b3" providerId="AD" clId="Web-{C152501C-07CF-4E97-BD87-CC9ABAF06629}"/>
    <pc:docChg chg="modSld">
      <pc:chgData name="Sivaramakrishnan, Narayanan" userId="S::narayanan.sivaramakrishnan@capgemini.com::341b1ffd-5577-42b1-9704-45069781f0b3" providerId="AD" clId="Web-{C152501C-07CF-4E97-BD87-CC9ABAF06629}" dt="2024-06-17T13:08:49.875" v="0" actId="20577"/>
      <pc:docMkLst>
        <pc:docMk/>
      </pc:docMkLst>
      <pc:sldChg chg="modSp">
        <pc:chgData name="Sivaramakrishnan, Narayanan" userId="S::narayanan.sivaramakrishnan@capgemini.com::341b1ffd-5577-42b1-9704-45069781f0b3" providerId="AD" clId="Web-{C152501C-07CF-4E97-BD87-CC9ABAF06629}" dt="2024-06-17T13:08:49.875" v="0" actId="20577"/>
        <pc:sldMkLst>
          <pc:docMk/>
          <pc:sldMk cId="35875273" sldId="2147475793"/>
        </pc:sldMkLst>
        <pc:spChg chg="mod">
          <ac:chgData name="Sivaramakrishnan, Narayanan" userId="S::narayanan.sivaramakrishnan@capgemini.com::341b1ffd-5577-42b1-9704-45069781f0b3" providerId="AD" clId="Web-{C152501C-07CF-4E97-BD87-CC9ABAF06629}" dt="2024-06-17T13:08:49.875" v="0" actId="20577"/>
          <ac:spMkLst>
            <pc:docMk/>
            <pc:sldMk cId="35875273" sldId="2147475793"/>
            <ac:spMk id="6" creationId="{DBF12C14-EF12-4ED5-9B62-8D1F4F53C626}"/>
          </ac:spMkLst>
        </pc:spChg>
      </pc:sldChg>
    </pc:docChg>
  </pc:docChgLst>
  <pc:docChgLst>
    <pc:chgData name="Cartwright, Max" userId="4fdaca64-157b-4f34-aebd-58f672b6a20c" providerId="ADAL" clId="{00DA6664-0376-4DFD-97D4-F52D9C04461D}"/>
    <pc:docChg chg="sldOrd">
      <pc:chgData name="Cartwright, Max" userId="4fdaca64-157b-4f34-aebd-58f672b6a20c" providerId="ADAL" clId="{00DA6664-0376-4DFD-97D4-F52D9C04461D}" dt="2024-06-14T10:46:21.801" v="0" actId="20578"/>
      <pc:docMkLst>
        <pc:docMk/>
      </pc:docMkLst>
      <pc:sldChg chg="ord">
        <pc:chgData name="Cartwright, Max" userId="4fdaca64-157b-4f34-aebd-58f672b6a20c" providerId="ADAL" clId="{00DA6664-0376-4DFD-97D4-F52D9C04461D}" dt="2024-06-14T10:46:21.801" v="0" actId="20578"/>
        <pc:sldMkLst>
          <pc:docMk/>
          <pc:sldMk cId="885501633" sldId="2147474161"/>
        </pc:sldMkLst>
      </pc:sldChg>
    </pc:docChg>
  </pc:docChgLst>
  <pc:docChgLst>
    <pc:chgData name="Kanduru, Raghava" userId="cf8c09de-c40c-47a2-971b-c612c06e0906" providerId="ADAL" clId="{1A566CBA-B784-4B13-B6CE-4269662AC191}"/>
    <pc:docChg chg="custSel addSld delSld modSld sldOrd">
      <pc:chgData name="Kanduru, Raghava" userId="cf8c09de-c40c-47a2-971b-c612c06e0906" providerId="ADAL" clId="{1A566CBA-B784-4B13-B6CE-4269662AC191}" dt="2024-07-12T12:46:41.641" v="11" actId="729"/>
      <pc:docMkLst>
        <pc:docMk/>
      </pc:docMkLst>
      <pc:sldChg chg="mod ord modShow">
        <pc:chgData name="Kanduru, Raghava" userId="cf8c09de-c40c-47a2-971b-c612c06e0906" providerId="ADAL" clId="{1A566CBA-B784-4B13-B6CE-4269662AC191}" dt="2024-07-12T12:46:41.641" v="11" actId="729"/>
        <pc:sldMkLst>
          <pc:docMk/>
          <pc:sldMk cId="3125609614" sldId="2147474189"/>
        </pc:sldMkLst>
      </pc:sldChg>
      <pc:sldChg chg="delSp add del mod modShow">
        <pc:chgData name="Kanduru, Raghava" userId="cf8c09de-c40c-47a2-971b-c612c06e0906" providerId="ADAL" clId="{1A566CBA-B784-4B13-B6CE-4269662AC191}" dt="2024-07-12T12:46:03.389" v="8" actId="47"/>
        <pc:sldMkLst>
          <pc:docMk/>
          <pc:sldMk cId="1357085867" sldId="2147475823"/>
        </pc:sldMkLst>
        <pc:picChg chg="del">
          <ac:chgData name="Kanduru, Raghava" userId="cf8c09de-c40c-47a2-971b-c612c06e0906" providerId="ADAL" clId="{1A566CBA-B784-4B13-B6CE-4269662AC191}" dt="2024-07-12T12:38:13.002" v="5" actId="478"/>
          <ac:picMkLst>
            <pc:docMk/>
            <pc:sldMk cId="1357085867" sldId="2147475823"/>
            <ac:picMk id="896" creationId="{89FCED60-CDDC-DADC-9C9F-EAFC4A2FC2A3}"/>
          </ac:picMkLst>
        </pc:picChg>
      </pc:sldChg>
      <pc:sldChg chg="delSp add del mod">
        <pc:chgData name="Kanduru, Raghava" userId="cf8c09de-c40c-47a2-971b-c612c06e0906" providerId="ADAL" clId="{1A566CBA-B784-4B13-B6CE-4269662AC191}" dt="2024-07-12T12:46:03.389" v="8" actId="47"/>
        <pc:sldMkLst>
          <pc:docMk/>
          <pc:sldMk cId="1273094890" sldId="2147475824"/>
        </pc:sldMkLst>
        <pc:spChg chg="del">
          <ac:chgData name="Kanduru, Raghava" userId="cf8c09de-c40c-47a2-971b-c612c06e0906" providerId="ADAL" clId="{1A566CBA-B784-4B13-B6CE-4269662AC191}" dt="2024-07-12T12:45:02.512" v="7" actId="478"/>
          <ac:spMkLst>
            <pc:docMk/>
            <pc:sldMk cId="1273094890" sldId="2147475824"/>
            <ac:spMk id="3" creationId="{E8D7E566-D0A0-BDA1-692E-AEC1850354BA}"/>
          </ac:spMkLst>
        </pc:spChg>
        <pc:spChg chg="del">
          <ac:chgData name="Kanduru, Raghava" userId="cf8c09de-c40c-47a2-971b-c612c06e0906" providerId="ADAL" clId="{1A566CBA-B784-4B13-B6CE-4269662AC191}" dt="2024-07-12T12:45:02.512" v="7" actId="478"/>
          <ac:spMkLst>
            <pc:docMk/>
            <pc:sldMk cId="1273094890" sldId="2147475824"/>
            <ac:spMk id="7" creationId="{E11ECEF2-9C2A-4D25-707D-105F042E2365}"/>
          </ac:spMkLst>
        </pc:spChg>
        <pc:spChg chg="del">
          <ac:chgData name="Kanduru, Raghava" userId="cf8c09de-c40c-47a2-971b-c612c06e0906" providerId="ADAL" clId="{1A566CBA-B784-4B13-B6CE-4269662AC191}" dt="2024-07-12T12:45:02.512" v="7" actId="478"/>
          <ac:spMkLst>
            <pc:docMk/>
            <pc:sldMk cId="1273094890" sldId="2147475824"/>
            <ac:spMk id="8" creationId="{3DF60BF4-8471-6F8A-A08C-AC619450B681}"/>
          </ac:spMkLst>
        </pc:spChg>
        <pc:spChg chg="del">
          <ac:chgData name="Kanduru, Raghava" userId="cf8c09de-c40c-47a2-971b-c612c06e0906" providerId="ADAL" clId="{1A566CBA-B784-4B13-B6CE-4269662AC191}" dt="2024-07-12T12:45:02.512" v="7" actId="478"/>
          <ac:spMkLst>
            <pc:docMk/>
            <pc:sldMk cId="1273094890" sldId="2147475824"/>
            <ac:spMk id="9" creationId="{E83694F7-709F-E499-3ECD-0339AC00CC39}"/>
          </ac:spMkLst>
        </pc:spChg>
        <pc:spChg chg="del">
          <ac:chgData name="Kanduru, Raghava" userId="cf8c09de-c40c-47a2-971b-c612c06e0906" providerId="ADAL" clId="{1A566CBA-B784-4B13-B6CE-4269662AC191}" dt="2024-07-12T12:45:02.512" v="7" actId="478"/>
          <ac:spMkLst>
            <pc:docMk/>
            <pc:sldMk cId="1273094890" sldId="2147475824"/>
            <ac:spMk id="12" creationId="{50280BEC-25C8-3568-24B3-1FCF36C54A23}"/>
          </ac:spMkLst>
        </pc:spChg>
        <pc:spChg chg="del">
          <ac:chgData name="Kanduru, Raghava" userId="cf8c09de-c40c-47a2-971b-c612c06e0906" providerId="ADAL" clId="{1A566CBA-B784-4B13-B6CE-4269662AC191}" dt="2024-07-12T12:45:02.512" v="7" actId="478"/>
          <ac:spMkLst>
            <pc:docMk/>
            <pc:sldMk cId="1273094890" sldId="2147475824"/>
            <ac:spMk id="13" creationId="{599EEC2C-403D-50AC-F43F-FDECC7125E5F}"/>
          </ac:spMkLst>
        </pc:spChg>
        <pc:graphicFrameChg chg="del">
          <ac:chgData name="Kanduru, Raghava" userId="cf8c09de-c40c-47a2-971b-c612c06e0906" providerId="ADAL" clId="{1A566CBA-B784-4B13-B6CE-4269662AC191}" dt="2024-07-12T12:45:02.512" v="7" actId="478"/>
          <ac:graphicFrameMkLst>
            <pc:docMk/>
            <pc:sldMk cId="1273094890" sldId="2147475824"/>
            <ac:graphicFrameMk id="5" creationId="{896ED968-B0D0-B357-BD13-0D83CFF33D69}"/>
          </ac:graphicFrameMkLst>
        </pc:graphicFrameChg>
        <pc:graphicFrameChg chg="del">
          <ac:chgData name="Kanduru, Raghava" userId="cf8c09de-c40c-47a2-971b-c612c06e0906" providerId="ADAL" clId="{1A566CBA-B784-4B13-B6CE-4269662AC191}" dt="2024-07-12T12:45:02.512" v="7" actId="478"/>
          <ac:graphicFrameMkLst>
            <pc:docMk/>
            <pc:sldMk cId="1273094890" sldId="2147475824"/>
            <ac:graphicFrameMk id="10" creationId="{DCB97072-A0EA-9C39-0B52-293B9025E2D1}"/>
          </ac:graphicFrameMkLst>
        </pc:graphicFrameChg>
      </pc:sldChg>
    </pc:docChg>
  </pc:docChgLst>
  <pc:docChgLst>
    <pc:chgData name="Bandaru, Muralidhara Rao" userId="S::muralidhara-rao.bandaru@capgemini.com::f3e341c2-313f-4fed-808d-d330c8250b02" providerId="AD" clId="Web-{83BE147E-898B-6055-782F-3D52895CD137}"/>
    <pc:docChg chg="modSld">
      <pc:chgData name="Bandaru, Muralidhara Rao" userId="S::muralidhara-rao.bandaru@capgemini.com::f3e341c2-313f-4fed-808d-d330c8250b02" providerId="AD" clId="Web-{83BE147E-898B-6055-782F-3D52895CD137}" dt="2024-05-19T05:37:48.673" v="185" actId="14100"/>
      <pc:docMkLst>
        <pc:docMk/>
      </pc:docMkLst>
      <pc:sldChg chg="addSp delSp modSp">
        <pc:chgData name="Bandaru, Muralidhara Rao" userId="S::muralidhara-rao.bandaru@capgemini.com::f3e341c2-313f-4fed-808d-d330c8250b02" providerId="AD" clId="Web-{83BE147E-898B-6055-782F-3D52895CD137}" dt="2024-05-19T05:37:48.673" v="185" actId="14100"/>
        <pc:sldMkLst>
          <pc:docMk/>
          <pc:sldMk cId="2042885715" sldId="2147474192"/>
        </pc:sldMkLst>
        <pc:spChg chg="del">
          <ac:chgData name="Bandaru, Muralidhara Rao" userId="S::muralidhara-rao.bandaru@capgemini.com::f3e341c2-313f-4fed-808d-d330c8250b02" providerId="AD" clId="Web-{83BE147E-898B-6055-782F-3D52895CD137}" dt="2024-05-19T05:11:27.979" v="0"/>
          <ac:spMkLst>
            <pc:docMk/>
            <pc:sldMk cId="2042885715" sldId="2147474192"/>
            <ac:spMk id="2" creationId="{0610AA5B-8FCA-7BAF-C077-D887A6D80199}"/>
          </ac:spMkLst>
        </pc:spChg>
        <pc:spChg chg="add del mod">
          <ac:chgData name="Bandaru, Muralidhara Rao" userId="S::muralidhara-rao.bandaru@capgemini.com::f3e341c2-313f-4fed-808d-d330c8250b02" providerId="AD" clId="Web-{83BE147E-898B-6055-782F-3D52895CD137}" dt="2024-05-19T05:12:46.183" v="6"/>
          <ac:spMkLst>
            <pc:docMk/>
            <pc:sldMk cId="2042885715" sldId="2147474192"/>
            <ac:spMk id="3" creationId="{C9510CCF-B619-89F0-BE7A-FC90DF394E49}"/>
          </ac:spMkLst>
        </pc:spChg>
        <pc:spChg chg="add mod">
          <ac:chgData name="Bandaru, Muralidhara Rao" userId="S::muralidhara-rao.bandaru@capgemini.com::f3e341c2-313f-4fed-808d-d330c8250b02" providerId="AD" clId="Web-{83BE147E-898B-6055-782F-3D52895CD137}" dt="2024-05-19T05:30:42.552" v="164" actId="20577"/>
          <ac:spMkLst>
            <pc:docMk/>
            <pc:sldMk cId="2042885715" sldId="2147474192"/>
            <ac:spMk id="4" creationId="{D3E9CD0C-43D4-8A37-4193-057960911025}"/>
          </ac:spMkLst>
        </pc:spChg>
        <pc:spChg chg="mod">
          <ac:chgData name="Bandaru, Muralidhara Rao" userId="S::muralidhara-rao.bandaru@capgemini.com::f3e341c2-313f-4fed-808d-d330c8250b02" providerId="AD" clId="Web-{83BE147E-898B-6055-782F-3D52895CD137}" dt="2024-05-19T05:30:09.176" v="159" actId="20577"/>
          <ac:spMkLst>
            <pc:docMk/>
            <pc:sldMk cId="2042885715" sldId="2147474192"/>
            <ac:spMk id="10" creationId="{D725078B-CAAE-427C-A710-816929E536C7}"/>
          </ac:spMkLst>
        </pc:spChg>
        <pc:picChg chg="add mod">
          <ac:chgData name="Bandaru, Muralidhara Rao" userId="S::muralidhara-rao.bandaru@capgemini.com::f3e341c2-313f-4fed-808d-d330c8250b02" providerId="AD" clId="Web-{83BE147E-898B-6055-782F-3D52895CD137}" dt="2024-05-19T05:17:57.797" v="59" actId="1076"/>
          <ac:picMkLst>
            <pc:docMk/>
            <pc:sldMk cId="2042885715" sldId="2147474192"/>
            <ac:picMk id="5" creationId="{07475B88-0C45-E660-E469-D94146E616D5}"/>
          </ac:picMkLst>
        </pc:picChg>
        <pc:picChg chg="add mod">
          <ac:chgData name="Bandaru, Muralidhara Rao" userId="S::muralidhara-rao.bandaru@capgemini.com::f3e341c2-313f-4fed-808d-d330c8250b02" providerId="AD" clId="Web-{83BE147E-898B-6055-782F-3D52895CD137}" dt="2024-05-19T05:36:12.797" v="167" actId="1076"/>
          <ac:picMkLst>
            <pc:docMk/>
            <pc:sldMk cId="2042885715" sldId="2147474192"/>
            <ac:picMk id="6" creationId="{8EDE83C2-C2F6-BFA0-C6FB-592939899D63}"/>
          </ac:picMkLst>
        </pc:picChg>
        <pc:picChg chg="add del mod">
          <ac:chgData name="Bandaru, Muralidhara Rao" userId="S::muralidhara-rao.bandaru@capgemini.com::f3e341c2-313f-4fed-808d-d330c8250b02" providerId="AD" clId="Web-{83BE147E-898B-6055-782F-3D52895CD137}" dt="2024-05-19T05:37:04" v="171"/>
          <ac:picMkLst>
            <pc:docMk/>
            <pc:sldMk cId="2042885715" sldId="2147474192"/>
            <ac:picMk id="7" creationId="{3037EF4E-262E-5AFF-A9F8-B25D6353B903}"/>
          </ac:picMkLst>
        </pc:picChg>
        <pc:picChg chg="add mod">
          <ac:chgData name="Bandaru, Muralidhara Rao" userId="S::muralidhara-rao.bandaru@capgemini.com::f3e341c2-313f-4fed-808d-d330c8250b02" providerId="AD" clId="Web-{83BE147E-898B-6055-782F-3D52895CD137}" dt="2024-05-19T05:37:48.673" v="185" actId="14100"/>
          <ac:picMkLst>
            <pc:docMk/>
            <pc:sldMk cId="2042885715" sldId="2147474192"/>
            <ac:picMk id="8" creationId="{A1634904-F113-1BA2-1EB1-CC1269051B1F}"/>
          </ac:picMkLst>
        </pc:picChg>
      </pc:sldChg>
    </pc:docChg>
  </pc:docChgLst>
  <pc:docChgLst>
    <pc:chgData name="Cartwright, Max" userId="4fdaca64-157b-4f34-aebd-58f672b6a20c" providerId="ADAL" clId="{0138A51F-E4E2-4A39-A876-DA6796B5118D}"/>
    <pc:docChg chg="modSld sldOrd">
      <pc:chgData name="Cartwright, Max" userId="4fdaca64-157b-4f34-aebd-58f672b6a20c" providerId="ADAL" clId="{0138A51F-E4E2-4A39-A876-DA6796B5118D}" dt="2024-07-05T09:58:08.274" v="1"/>
      <pc:docMkLst>
        <pc:docMk/>
      </pc:docMkLst>
      <pc:sldChg chg="ord">
        <pc:chgData name="Cartwright, Max" userId="4fdaca64-157b-4f34-aebd-58f672b6a20c" providerId="ADAL" clId="{0138A51F-E4E2-4A39-A876-DA6796B5118D}" dt="2024-07-05T09:58:08.274" v="1"/>
        <pc:sldMkLst>
          <pc:docMk/>
          <pc:sldMk cId="336240612" sldId="2147474119"/>
        </pc:sldMkLst>
      </pc:sldChg>
    </pc:docChg>
  </pc:docChgLst>
  <pc:docChgLst>
    <pc:chgData name="Kanduru, Raghava" userId="S::raghava.kanduru@capgemini.com::cf8c09de-c40c-47a2-971b-c612c06e0906" providerId="AD" clId="Web-{D2111079-3E7C-B57A-9F4C-0AF77EA2680A}"/>
    <pc:docChg chg="modSld">
      <pc:chgData name="Kanduru, Raghava" userId="S::raghava.kanduru@capgemini.com::cf8c09de-c40c-47a2-971b-c612c06e0906" providerId="AD" clId="Web-{D2111079-3E7C-B57A-9F4C-0AF77EA2680A}" dt="2024-06-10T05:34:42.777" v="3" actId="20577"/>
      <pc:docMkLst>
        <pc:docMk/>
      </pc:docMkLst>
      <pc:sldChg chg="modSp">
        <pc:chgData name="Kanduru, Raghava" userId="S::raghava.kanduru@capgemini.com::cf8c09de-c40c-47a2-971b-c612c06e0906" providerId="AD" clId="Web-{D2111079-3E7C-B57A-9F4C-0AF77EA2680A}" dt="2024-06-10T05:34:42.777" v="3" actId="20577"/>
        <pc:sldMkLst>
          <pc:docMk/>
          <pc:sldMk cId="2815566877" sldId="2076137832"/>
        </pc:sldMkLst>
        <pc:spChg chg="mod">
          <ac:chgData name="Kanduru, Raghava" userId="S::raghava.kanduru@capgemini.com::cf8c09de-c40c-47a2-971b-c612c06e0906" providerId="AD" clId="Web-{D2111079-3E7C-B57A-9F4C-0AF77EA2680A}" dt="2024-06-10T05:34:42.777" v="3" actId="20577"/>
          <ac:spMkLst>
            <pc:docMk/>
            <pc:sldMk cId="2815566877" sldId="2076137832"/>
            <ac:spMk id="8" creationId="{20E5B043-E319-4C82-8422-81E7B7A9AAFD}"/>
          </ac:spMkLst>
        </pc:spChg>
      </pc:sldChg>
    </pc:docChg>
  </pc:docChgLst>
  <pc:docChgLst>
    <pc:chgData name="Gudla, Natraj" userId="1b097815-ad51-435d-a557-eb69be7a0b69" providerId="ADAL" clId="{1DF7ABD8-CBD0-453D-B3CC-75B1810B709F}"/>
    <pc:docChg chg="custSel addSld delSld modSld sldOrd">
      <pc:chgData name="Gudla, Natraj" userId="1b097815-ad51-435d-a557-eb69be7a0b69" providerId="ADAL" clId="{1DF7ABD8-CBD0-453D-B3CC-75B1810B709F}" dt="2024-08-05T09:43:04.239" v="57"/>
      <pc:docMkLst>
        <pc:docMk/>
      </pc:docMkLst>
      <pc:sldChg chg="modSp mod ord">
        <pc:chgData name="Gudla, Natraj" userId="1b097815-ad51-435d-a557-eb69be7a0b69" providerId="ADAL" clId="{1DF7ABD8-CBD0-453D-B3CC-75B1810B709F}" dt="2024-08-05T09:43:04.239" v="57"/>
        <pc:sldMkLst>
          <pc:docMk/>
          <pc:sldMk cId="4068172266" sldId="2147475794"/>
        </pc:sldMkLst>
        <pc:spChg chg="mod">
          <ac:chgData name="Gudla, Natraj" userId="1b097815-ad51-435d-a557-eb69be7a0b69" providerId="ADAL" clId="{1DF7ABD8-CBD0-453D-B3CC-75B1810B709F}" dt="2024-08-05T09:42:57.655" v="55" actId="20577"/>
          <ac:spMkLst>
            <pc:docMk/>
            <pc:sldMk cId="4068172266" sldId="2147475794"/>
            <ac:spMk id="5" creationId="{4CC214BD-EE0E-73E4-B6DC-019F97C4A828}"/>
          </ac:spMkLst>
        </pc:spChg>
      </pc:sldChg>
      <pc:sldChg chg="modSp mod">
        <pc:chgData name="Gudla, Natraj" userId="1b097815-ad51-435d-a557-eb69be7a0b69" providerId="ADAL" clId="{1DF7ABD8-CBD0-453D-B3CC-75B1810B709F}" dt="2024-08-01T12:10:03.506" v="38" actId="5793"/>
        <pc:sldMkLst>
          <pc:docMk/>
          <pc:sldMk cId="3869446577" sldId="2147475809"/>
        </pc:sldMkLst>
        <pc:spChg chg="mod">
          <ac:chgData name="Gudla, Natraj" userId="1b097815-ad51-435d-a557-eb69be7a0b69" providerId="ADAL" clId="{1DF7ABD8-CBD0-453D-B3CC-75B1810B709F}" dt="2024-08-01T12:10:03.506" v="38" actId="5793"/>
          <ac:spMkLst>
            <pc:docMk/>
            <pc:sldMk cId="3869446577" sldId="2147475809"/>
            <ac:spMk id="48" creationId="{E0424E79-A878-01CF-D1E7-A010098F26AC}"/>
          </ac:spMkLst>
        </pc:spChg>
      </pc:sldChg>
      <pc:sldChg chg="del">
        <pc:chgData name="Gudla, Natraj" userId="1b097815-ad51-435d-a557-eb69be7a0b69" providerId="ADAL" clId="{1DF7ABD8-CBD0-453D-B3CC-75B1810B709F}" dt="2024-08-01T09:53:06.559" v="0" actId="47"/>
        <pc:sldMkLst>
          <pc:docMk/>
          <pc:sldMk cId="3349562457" sldId="2147475826"/>
        </pc:sldMkLst>
      </pc:sldChg>
      <pc:sldChg chg="add ord">
        <pc:chgData name="Gudla, Natraj" userId="1b097815-ad51-435d-a557-eb69be7a0b69" providerId="ADAL" clId="{1DF7ABD8-CBD0-453D-B3CC-75B1810B709F}" dt="2024-08-05T09:42:47.327" v="41"/>
        <pc:sldMkLst>
          <pc:docMk/>
          <pc:sldMk cId="807573306" sldId="2147475829"/>
        </pc:sldMkLst>
      </pc:sldChg>
    </pc:docChg>
  </pc:docChgLst>
  <pc:docChgLst>
    <pc:chgData name="Sivaramakrishnan, Narayanan" userId="S::narayanan.sivaramakrishnan@capgemini.com::341b1ffd-5577-42b1-9704-45069781f0b3" providerId="AD" clId="Web-{522806B7-844E-D3B1-B498-FE6E8A104557}"/>
    <pc:docChg chg="addSld delSld modSld">
      <pc:chgData name="Sivaramakrishnan, Narayanan" userId="S::narayanan.sivaramakrishnan@capgemini.com::341b1ffd-5577-42b1-9704-45069781f0b3" providerId="AD" clId="Web-{522806B7-844E-D3B1-B498-FE6E8A104557}" dt="2024-05-28T14:55:30.433" v="1225"/>
      <pc:docMkLst>
        <pc:docMk/>
      </pc:docMkLst>
      <pc:sldChg chg="modSp">
        <pc:chgData name="Sivaramakrishnan, Narayanan" userId="S::narayanan.sivaramakrishnan@capgemini.com::341b1ffd-5577-42b1-9704-45069781f0b3" providerId="AD" clId="Web-{522806B7-844E-D3B1-B498-FE6E8A104557}" dt="2024-05-28T13:07:21.100" v="779" actId="20577"/>
        <pc:sldMkLst>
          <pc:docMk/>
          <pc:sldMk cId="4240461515" sldId="2076137833"/>
        </pc:sldMkLst>
        <pc:spChg chg="mod">
          <ac:chgData name="Sivaramakrishnan, Narayanan" userId="S::narayanan.sivaramakrishnan@capgemini.com::341b1ffd-5577-42b1-9704-45069781f0b3" providerId="AD" clId="Web-{522806B7-844E-D3B1-B498-FE6E8A104557}" dt="2024-05-28T13:04:00.520" v="659" actId="20577"/>
          <ac:spMkLst>
            <pc:docMk/>
            <pc:sldMk cId="4240461515" sldId="2076137833"/>
            <ac:spMk id="3" creationId="{FC49C433-38DC-42A4-AEF1-D936F52843D7}"/>
          </ac:spMkLst>
        </pc:spChg>
        <pc:spChg chg="mod">
          <ac:chgData name="Sivaramakrishnan, Narayanan" userId="S::narayanan.sivaramakrishnan@capgemini.com::341b1ffd-5577-42b1-9704-45069781f0b3" providerId="AD" clId="Web-{522806B7-844E-D3B1-B498-FE6E8A104557}" dt="2024-05-28T13:07:21.100" v="779" actId="20577"/>
          <ac:spMkLst>
            <pc:docMk/>
            <pc:sldMk cId="4240461515" sldId="2076137833"/>
            <ac:spMk id="4" creationId="{6A9D0897-80A0-45C9-B608-935DC2E7176D}"/>
          </ac:spMkLst>
        </pc:spChg>
      </pc:sldChg>
      <pc:sldChg chg="modSp">
        <pc:chgData name="Sivaramakrishnan, Narayanan" userId="S::narayanan.sivaramakrishnan@capgemini.com::341b1ffd-5577-42b1-9704-45069781f0b3" providerId="AD" clId="Web-{522806B7-844E-D3B1-B498-FE6E8A104557}" dt="2024-05-28T13:11:53.696" v="791" actId="20577"/>
        <pc:sldMkLst>
          <pc:docMk/>
          <pc:sldMk cId="1531364721" sldId="2141412306"/>
        </pc:sldMkLst>
        <pc:spChg chg="mod">
          <ac:chgData name="Sivaramakrishnan, Narayanan" userId="S::narayanan.sivaramakrishnan@capgemini.com::341b1ffd-5577-42b1-9704-45069781f0b3" providerId="AD" clId="Web-{522806B7-844E-D3B1-B498-FE6E8A104557}" dt="2024-05-28T13:11:53.696" v="791" actId="20577"/>
          <ac:spMkLst>
            <pc:docMk/>
            <pc:sldMk cId="1531364721" sldId="2141412306"/>
            <ac:spMk id="84" creationId="{7E849F72-4B00-4D0C-8076-45641129C83C}"/>
          </ac:spMkLst>
        </pc:spChg>
      </pc:sldChg>
      <pc:sldChg chg="delSp modSp">
        <pc:chgData name="Sivaramakrishnan, Narayanan" userId="S::narayanan.sivaramakrishnan@capgemini.com::341b1ffd-5577-42b1-9704-45069781f0b3" providerId="AD" clId="Web-{522806B7-844E-D3B1-B498-FE6E8A104557}" dt="2024-05-28T14:55:30.433" v="1225"/>
        <pc:sldMkLst>
          <pc:docMk/>
          <pc:sldMk cId="3314845531" sldId="2147474195"/>
        </pc:sldMkLst>
        <pc:spChg chg="del mod">
          <ac:chgData name="Sivaramakrishnan, Narayanan" userId="S::narayanan.sivaramakrishnan@capgemini.com::341b1ffd-5577-42b1-9704-45069781f0b3" providerId="AD" clId="Web-{522806B7-844E-D3B1-B498-FE6E8A104557}" dt="2024-05-28T14:55:30.433" v="1225"/>
          <ac:spMkLst>
            <pc:docMk/>
            <pc:sldMk cId="3314845531" sldId="2147474195"/>
            <ac:spMk id="5" creationId="{FC8BEA36-6BD4-0508-E5E5-6A836E131945}"/>
          </ac:spMkLst>
        </pc:spChg>
        <pc:spChg chg="mod">
          <ac:chgData name="Sivaramakrishnan, Narayanan" userId="S::narayanan.sivaramakrishnan@capgemini.com::341b1ffd-5577-42b1-9704-45069781f0b3" providerId="AD" clId="Web-{522806B7-844E-D3B1-B498-FE6E8A104557}" dt="2024-05-28T13:11:26.212" v="787" actId="20577"/>
          <ac:spMkLst>
            <pc:docMk/>
            <pc:sldMk cId="3314845531" sldId="2147474195"/>
            <ac:spMk id="6" creationId="{F85BE96A-2894-E228-F1BC-6348BE49A5AD}"/>
          </ac:spMkLst>
        </pc:spChg>
        <pc:spChg chg="mod">
          <ac:chgData name="Sivaramakrishnan, Narayanan" userId="S::narayanan.sivaramakrishnan@capgemini.com::341b1ffd-5577-42b1-9704-45069781f0b3" providerId="AD" clId="Web-{522806B7-844E-D3B1-B498-FE6E8A104557}" dt="2024-05-28T12:39:17.348" v="5" actId="1076"/>
          <ac:spMkLst>
            <pc:docMk/>
            <pc:sldMk cId="3314845531" sldId="2147474195"/>
            <ac:spMk id="9" creationId="{F7A7562B-2E8D-3BA1-3209-CE1C8776C84D}"/>
          </ac:spMkLst>
        </pc:spChg>
      </pc:sldChg>
      <pc:sldChg chg="modSp">
        <pc:chgData name="Sivaramakrishnan, Narayanan" userId="S::narayanan.sivaramakrishnan@capgemini.com::341b1ffd-5577-42b1-9704-45069781f0b3" providerId="AD" clId="Web-{522806B7-844E-D3B1-B498-FE6E8A104557}" dt="2024-05-28T13:11:48.837" v="790" actId="20577"/>
        <pc:sldMkLst>
          <pc:docMk/>
          <pc:sldMk cId="2759881903" sldId="2147474196"/>
        </pc:sldMkLst>
        <pc:spChg chg="mod">
          <ac:chgData name="Sivaramakrishnan, Narayanan" userId="S::narayanan.sivaramakrishnan@capgemini.com::341b1ffd-5577-42b1-9704-45069781f0b3" providerId="AD" clId="Web-{522806B7-844E-D3B1-B498-FE6E8A104557}" dt="2024-05-28T13:11:48.837" v="790" actId="20577"/>
          <ac:spMkLst>
            <pc:docMk/>
            <pc:sldMk cId="2759881903" sldId="2147474196"/>
            <ac:spMk id="11" creationId="{49782297-8701-32AA-E181-1F11F0B26B41}"/>
          </ac:spMkLst>
        </pc:spChg>
        <pc:spChg chg="mod">
          <ac:chgData name="Sivaramakrishnan, Narayanan" userId="S::narayanan.sivaramakrishnan@capgemini.com::341b1ffd-5577-42b1-9704-45069781f0b3" providerId="AD" clId="Web-{522806B7-844E-D3B1-B498-FE6E8A104557}" dt="2024-05-28T12:45:22.633" v="65" actId="1076"/>
          <ac:spMkLst>
            <pc:docMk/>
            <pc:sldMk cId="2759881903" sldId="2147474196"/>
            <ac:spMk id="19" creationId="{77B7CEB3-302A-C888-7A78-769E8DD0A408}"/>
          </ac:spMkLst>
        </pc:spChg>
      </pc:sldChg>
      <pc:sldChg chg="addSp delSp modSp">
        <pc:chgData name="Sivaramakrishnan, Narayanan" userId="S::narayanan.sivaramakrishnan@capgemini.com::341b1ffd-5577-42b1-9704-45069781f0b3" providerId="AD" clId="Web-{522806B7-844E-D3B1-B498-FE6E8A104557}" dt="2024-05-28T14:55:03.933" v="1222"/>
        <pc:sldMkLst>
          <pc:docMk/>
          <pc:sldMk cId="3319730112" sldId="2147474197"/>
        </pc:sldMkLst>
        <pc:spChg chg="add mod">
          <ac:chgData name="Sivaramakrishnan, Narayanan" userId="S::narayanan.sivaramakrishnan@capgemini.com::341b1ffd-5577-42b1-9704-45069781f0b3" providerId="AD" clId="Web-{522806B7-844E-D3B1-B498-FE6E8A104557}" dt="2024-05-28T12:57:26.453" v="508" actId="20577"/>
          <ac:spMkLst>
            <pc:docMk/>
            <pc:sldMk cId="3319730112" sldId="2147474197"/>
            <ac:spMk id="2" creationId="{95C97BBC-35BF-A3C5-2091-7CDC318E25E7}"/>
          </ac:spMkLst>
        </pc:spChg>
        <pc:spChg chg="del">
          <ac:chgData name="Sivaramakrishnan, Narayanan" userId="S::narayanan.sivaramakrishnan@capgemini.com::341b1ffd-5577-42b1-9704-45069781f0b3" providerId="AD" clId="Web-{522806B7-844E-D3B1-B498-FE6E8A104557}" dt="2024-05-28T14:55:03.933" v="1222"/>
          <ac:spMkLst>
            <pc:docMk/>
            <pc:sldMk cId="3319730112" sldId="2147474197"/>
            <ac:spMk id="5" creationId="{889F3BAB-0570-3BE8-D49E-F1466B78FD2D}"/>
          </ac:spMkLst>
        </pc:spChg>
        <pc:spChg chg="mod">
          <ac:chgData name="Sivaramakrishnan, Narayanan" userId="S::narayanan.sivaramakrishnan@capgemini.com::341b1ffd-5577-42b1-9704-45069781f0b3" providerId="AD" clId="Web-{522806B7-844E-D3B1-B498-FE6E8A104557}" dt="2024-05-28T12:57:35.266" v="513" actId="20577"/>
          <ac:spMkLst>
            <pc:docMk/>
            <pc:sldMk cId="3319730112" sldId="2147474197"/>
            <ac:spMk id="13" creationId="{12616A57-FDCA-0BA4-52A5-7D2973F5DC70}"/>
          </ac:spMkLst>
        </pc:spChg>
        <pc:spChg chg="del mod">
          <ac:chgData name="Sivaramakrishnan, Narayanan" userId="S::narayanan.sivaramakrishnan@capgemini.com::341b1ffd-5577-42b1-9704-45069781f0b3" providerId="AD" clId="Web-{522806B7-844E-D3B1-B498-FE6E8A104557}" dt="2024-05-28T12:55:42.999" v="424"/>
          <ac:spMkLst>
            <pc:docMk/>
            <pc:sldMk cId="3319730112" sldId="2147474197"/>
            <ac:spMk id="14" creationId="{4D2D0BB0-C615-9068-CD50-1B1DB5699201}"/>
          </ac:spMkLst>
        </pc:spChg>
        <pc:graphicFrameChg chg="mod modGraphic">
          <ac:chgData name="Sivaramakrishnan, Narayanan" userId="S::narayanan.sivaramakrishnan@capgemini.com::341b1ffd-5577-42b1-9704-45069781f0b3" providerId="AD" clId="Web-{522806B7-844E-D3B1-B498-FE6E8A104557}" dt="2024-05-28T12:55:27.686" v="422"/>
          <ac:graphicFrameMkLst>
            <pc:docMk/>
            <pc:sldMk cId="3319730112" sldId="2147474197"/>
            <ac:graphicFrameMk id="15" creationId="{DC388D56-E830-41BE-7B25-DF1AA6918424}"/>
          </ac:graphicFrameMkLst>
        </pc:graphicFrameChg>
      </pc:sldChg>
      <pc:sldChg chg="addSp delSp modSp">
        <pc:chgData name="Sivaramakrishnan, Narayanan" userId="S::narayanan.sivaramakrishnan@capgemini.com::341b1ffd-5577-42b1-9704-45069781f0b3" providerId="AD" clId="Web-{522806B7-844E-D3B1-B498-FE6E8A104557}" dt="2024-05-28T12:59:12.032" v="537" actId="20577"/>
        <pc:sldMkLst>
          <pc:docMk/>
          <pc:sldMk cId="1906058678" sldId="2147474198"/>
        </pc:sldMkLst>
        <pc:spChg chg="del mod">
          <ac:chgData name="Sivaramakrishnan, Narayanan" userId="S::narayanan.sivaramakrishnan@capgemini.com::341b1ffd-5577-42b1-9704-45069781f0b3" providerId="AD" clId="Web-{522806B7-844E-D3B1-B498-FE6E8A104557}" dt="2024-05-28T12:57:55.813" v="518"/>
          <ac:spMkLst>
            <pc:docMk/>
            <pc:sldMk cId="1906058678" sldId="2147474198"/>
            <ac:spMk id="2" creationId="{9E16EB8E-379A-4122-B722-8C3426E79584}"/>
          </ac:spMkLst>
        </pc:spChg>
        <pc:spChg chg="mod">
          <ac:chgData name="Sivaramakrishnan, Narayanan" userId="S::narayanan.sivaramakrishnan@capgemini.com::341b1ffd-5577-42b1-9704-45069781f0b3" providerId="AD" clId="Web-{522806B7-844E-D3B1-B498-FE6E8A104557}" dt="2024-05-28T12:57:47.969" v="516" actId="20577"/>
          <ac:spMkLst>
            <pc:docMk/>
            <pc:sldMk cId="1906058678" sldId="2147474198"/>
            <ac:spMk id="3" creationId="{F67AA2E0-006E-6193-2A48-EC7F83B9A40A}"/>
          </ac:spMkLst>
        </pc:spChg>
        <pc:spChg chg="add mod">
          <ac:chgData name="Sivaramakrishnan, Narayanan" userId="S::narayanan.sivaramakrishnan@capgemini.com::341b1ffd-5577-42b1-9704-45069781f0b3" providerId="AD" clId="Web-{522806B7-844E-D3B1-B498-FE6E8A104557}" dt="2024-05-28T12:59:12.032" v="537" actId="20577"/>
          <ac:spMkLst>
            <pc:docMk/>
            <pc:sldMk cId="1906058678" sldId="2147474198"/>
            <ac:spMk id="7" creationId="{22DAD999-1CE4-8496-D3EC-84DE3C010352}"/>
          </ac:spMkLst>
        </pc:spChg>
        <pc:graphicFrameChg chg="mod modGraphic">
          <ac:chgData name="Sivaramakrishnan, Narayanan" userId="S::narayanan.sivaramakrishnan@capgemini.com::341b1ffd-5577-42b1-9704-45069781f0b3" providerId="AD" clId="Web-{522806B7-844E-D3B1-B498-FE6E8A104557}" dt="2024-05-28T12:58:03.219" v="522"/>
          <ac:graphicFrameMkLst>
            <pc:docMk/>
            <pc:sldMk cId="1906058678" sldId="2147474198"/>
            <ac:graphicFrameMk id="5" creationId="{5E658667-5B80-7E8D-0F4B-BC96CC1C1609}"/>
          </ac:graphicFrameMkLst>
        </pc:graphicFrameChg>
      </pc:sldChg>
      <pc:sldChg chg="modSp">
        <pc:chgData name="Sivaramakrishnan, Narayanan" userId="S::narayanan.sivaramakrishnan@capgemini.com::341b1ffd-5577-42b1-9704-45069781f0b3" providerId="AD" clId="Web-{522806B7-844E-D3B1-B498-FE6E8A104557}" dt="2024-05-28T13:12:15.056" v="793" actId="20577"/>
        <pc:sldMkLst>
          <pc:docMk/>
          <pc:sldMk cId="3214550514" sldId="2147474201"/>
        </pc:sldMkLst>
        <pc:spChg chg="mod">
          <ac:chgData name="Sivaramakrishnan, Narayanan" userId="S::narayanan.sivaramakrishnan@capgemini.com::341b1ffd-5577-42b1-9704-45069781f0b3" providerId="AD" clId="Web-{522806B7-844E-D3B1-B498-FE6E8A104557}" dt="2024-05-28T13:12:15.056" v="793" actId="20577"/>
          <ac:spMkLst>
            <pc:docMk/>
            <pc:sldMk cId="3214550514" sldId="2147474201"/>
            <ac:spMk id="3" creationId="{F349C067-5934-2AD7-82DE-0965B330E931}"/>
          </ac:spMkLst>
        </pc:spChg>
        <pc:graphicFrameChg chg="mod modGraphic">
          <ac:chgData name="Sivaramakrishnan, Narayanan" userId="S::narayanan.sivaramakrishnan@capgemini.com::341b1ffd-5577-42b1-9704-45069781f0b3" providerId="AD" clId="Web-{522806B7-844E-D3B1-B498-FE6E8A104557}" dt="2024-05-28T12:54:39.358" v="414"/>
          <ac:graphicFrameMkLst>
            <pc:docMk/>
            <pc:sldMk cId="3214550514" sldId="2147474201"/>
            <ac:graphicFrameMk id="5" creationId="{0FF2AB5B-189E-0A66-27A2-3A85CBF0E408}"/>
          </ac:graphicFrameMkLst>
        </pc:graphicFrameChg>
      </pc:sldChg>
      <pc:sldChg chg="addSp delSp modSp">
        <pc:chgData name="Sivaramakrishnan, Narayanan" userId="S::narayanan.sivaramakrishnan@capgemini.com::341b1ffd-5577-42b1-9704-45069781f0b3" providerId="AD" clId="Web-{522806B7-844E-D3B1-B498-FE6E8A104557}" dt="2024-05-28T13:12:01.540" v="792" actId="1076"/>
        <pc:sldMkLst>
          <pc:docMk/>
          <pc:sldMk cId="35875273" sldId="2147475793"/>
        </pc:sldMkLst>
        <pc:spChg chg="del mod">
          <ac:chgData name="Sivaramakrishnan, Narayanan" userId="S::narayanan.sivaramakrishnan@capgemini.com::341b1ffd-5577-42b1-9704-45069781f0b3" providerId="AD" clId="Web-{522806B7-844E-D3B1-B498-FE6E8A104557}" dt="2024-05-28T12:47:02.447" v="87"/>
          <ac:spMkLst>
            <pc:docMk/>
            <pc:sldMk cId="35875273" sldId="2147475793"/>
            <ac:spMk id="2" creationId="{4340DD7A-81D3-4D78-A7DB-61C167029D4C}"/>
          </ac:spMkLst>
        </pc:spChg>
        <pc:spChg chg="del">
          <ac:chgData name="Sivaramakrishnan, Narayanan" userId="S::narayanan.sivaramakrishnan@capgemini.com::341b1ffd-5577-42b1-9704-45069781f0b3" providerId="AD" clId="Web-{522806B7-844E-D3B1-B498-FE6E8A104557}" dt="2024-05-28T12:44:13.930" v="53"/>
          <ac:spMkLst>
            <pc:docMk/>
            <pc:sldMk cId="35875273" sldId="2147475793"/>
            <ac:spMk id="3" creationId="{1578F57F-433F-40CF-9899-10F07B39ADED}"/>
          </ac:spMkLst>
        </pc:spChg>
        <pc:spChg chg="mod">
          <ac:chgData name="Sivaramakrishnan, Narayanan" userId="S::narayanan.sivaramakrishnan@capgemini.com::341b1ffd-5577-42b1-9704-45069781f0b3" providerId="AD" clId="Web-{522806B7-844E-D3B1-B498-FE6E8A104557}" dt="2024-05-28T13:10:02.305" v="780" actId="1076"/>
          <ac:spMkLst>
            <pc:docMk/>
            <pc:sldMk cId="35875273" sldId="2147475793"/>
            <ac:spMk id="4" creationId="{B07CCD17-A394-49F2-802C-5AAC7972B809}"/>
          </ac:spMkLst>
        </pc:spChg>
        <pc:spChg chg="del mod">
          <ac:chgData name="Sivaramakrishnan, Narayanan" userId="S::narayanan.sivaramakrishnan@capgemini.com::341b1ffd-5577-42b1-9704-45069781f0b3" providerId="AD" clId="Web-{522806B7-844E-D3B1-B498-FE6E8A104557}" dt="2024-05-28T12:44:08.008" v="52"/>
          <ac:spMkLst>
            <pc:docMk/>
            <pc:sldMk cId="35875273" sldId="2147475793"/>
            <ac:spMk id="5" creationId="{B22970E3-C81E-47FC-B12D-47D1E31656D3}"/>
          </ac:spMkLst>
        </pc:spChg>
        <pc:spChg chg="mod">
          <ac:chgData name="Sivaramakrishnan, Narayanan" userId="S::narayanan.sivaramakrishnan@capgemini.com::341b1ffd-5577-42b1-9704-45069781f0b3" providerId="AD" clId="Web-{522806B7-844E-D3B1-B498-FE6E8A104557}" dt="2024-05-28T13:10:36.102" v="786" actId="20577"/>
          <ac:spMkLst>
            <pc:docMk/>
            <pc:sldMk cId="35875273" sldId="2147475793"/>
            <ac:spMk id="6" creationId="{DBF12C14-EF12-4ED5-9B62-8D1F4F53C626}"/>
          </ac:spMkLst>
        </pc:spChg>
        <pc:spChg chg="add del mod">
          <ac:chgData name="Sivaramakrishnan, Narayanan" userId="S::narayanan.sivaramakrishnan@capgemini.com::341b1ffd-5577-42b1-9704-45069781f0b3" providerId="AD" clId="Web-{522806B7-844E-D3B1-B498-FE6E8A104557}" dt="2024-05-28T12:44:48.227" v="59"/>
          <ac:spMkLst>
            <pc:docMk/>
            <pc:sldMk cId="35875273" sldId="2147475793"/>
            <ac:spMk id="7" creationId="{D502BB5D-A432-DA62-FA3F-ACD53C55B77A}"/>
          </ac:spMkLst>
        </pc:spChg>
        <pc:spChg chg="del mod">
          <ac:chgData name="Sivaramakrishnan, Narayanan" userId="S::narayanan.sivaramakrishnan@capgemini.com::341b1ffd-5577-42b1-9704-45069781f0b3" providerId="AD" clId="Web-{522806B7-844E-D3B1-B498-FE6E8A104557}" dt="2024-05-28T12:42:22.944" v="27"/>
          <ac:spMkLst>
            <pc:docMk/>
            <pc:sldMk cId="35875273" sldId="2147475793"/>
            <ac:spMk id="9" creationId="{D502BB5D-A432-DA62-FA3F-ACD53C55B77A}"/>
          </ac:spMkLst>
        </pc:spChg>
        <pc:spChg chg="mod">
          <ac:chgData name="Sivaramakrishnan, Narayanan" userId="S::narayanan.sivaramakrishnan@capgemini.com::341b1ffd-5577-42b1-9704-45069781f0b3" providerId="AD" clId="Web-{522806B7-844E-D3B1-B498-FE6E8A104557}" dt="2024-05-28T13:12:01.540" v="792" actId="1076"/>
          <ac:spMkLst>
            <pc:docMk/>
            <pc:sldMk cId="35875273" sldId="2147475793"/>
            <ac:spMk id="12" creationId="{892DC568-0E49-46A8-8851-40D687752CA1}"/>
          </ac:spMkLst>
        </pc:spChg>
      </pc:sldChg>
      <pc:sldChg chg="addSp delSp modSp new">
        <pc:chgData name="Sivaramakrishnan, Narayanan" userId="S::narayanan.sivaramakrishnan@capgemini.com::341b1ffd-5577-42b1-9704-45069781f0b3" providerId="AD" clId="Web-{522806B7-844E-D3B1-B498-FE6E8A104557}" dt="2024-05-28T13:30:39.130" v="1221"/>
        <pc:sldMkLst>
          <pc:docMk/>
          <pc:sldMk cId="2145220705" sldId="2147475794"/>
        </pc:sldMkLst>
        <pc:spChg chg="del mod">
          <ac:chgData name="Sivaramakrishnan, Narayanan" userId="S::narayanan.sivaramakrishnan@capgemini.com::341b1ffd-5577-42b1-9704-45069781f0b3" providerId="AD" clId="Web-{522806B7-844E-D3B1-B498-FE6E8A104557}" dt="2024-05-28T13:23:34.563" v="840"/>
          <ac:spMkLst>
            <pc:docMk/>
            <pc:sldMk cId="2145220705" sldId="2147475794"/>
            <ac:spMk id="2" creationId="{212847AE-2EB6-49D2-841E-D60C9839ADF8}"/>
          </ac:spMkLst>
        </pc:spChg>
        <pc:spChg chg="mod">
          <ac:chgData name="Sivaramakrishnan, Narayanan" userId="S::narayanan.sivaramakrishnan@capgemini.com::341b1ffd-5577-42b1-9704-45069781f0b3" providerId="AD" clId="Web-{522806B7-844E-D3B1-B498-FE6E8A104557}" dt="2024-05-28T13:17:20.465" v="836" actId="20577"/>
          <ac:spMkLst>
            <pc:docMk/>
            <pc:sldMk cId="2145220705" sldId="2147475794"/>
            <ac:spMk id="3" creationId="{607EB63D-A643-0259-B9CE-5D2050E3FD49}"/>
          </ac:spMkLst>
        </pc:spChg>
        <pc:spChg chg="add del mod">
          <ac:chgData name="Sivaramakrishnan, Narayanan" userId="S::narayanan.sivaramakrishnan@capgemini.com::341b1ffd-5577-42b1-9704-45069781f0b3" providerId="AD" clId="Web-{522806B7-844E-D3B1-B498-FE6E8A104557}" dt="2024-05-28T13:23:52.235" v="842"/>
          <ac:spMkLst>
            <pc:docMk/>
            <pc:sldMk cId="2145220705" sldId="2147475794"/>
            <ac:spMk id="5" creationId="{64AE7DF5-D920-9413-B2A2-5BB98A4A52BC}"/>
          </ac:spMkLst>
        </pc:spChg>
        <pc:spChg chg="add mod">
          <ac:chgData name="Sivaramakrishnan, Narayanan" userId="S::narayanan.sivaramakrishnan@capgemini.com::341b1ffd-5577-42b1-9704-45069781f0b3" providerId="AD" clId="Web-{522806B7-844E-D3B1-B498-FE6E8A104557}" dt="2024-05-28T13:29:39.020" v="1173" actId="20577"/>
          <ac:spMkLst>
            <pc:docMk/>
            <pc:sldMk cId="2145220705" sldId="2147475794"/>
            <ac:spMk id="15" creationId="{D8C53EC2-7C6E-7B1D-367F-E703133ED801}"/>
          </ac:spMkLst>
        </pc:spChg>
        <pc:graphicFrameChg chg="add del mod modGraphic">
          <ac:chgData name="Sivaramakrishnan, Narayanan" userId="S::narayanan.sivaramakrishnan@capgemini.com::341b1ffd-5577-42b1-9704-45069781f0b3" providerId="AD" clId="Web-{522806B7-844E-D3B1-B498-FE6E8A104557}" dt="2024-05-28T13:25:49.424" v="901"/>
          <ac:graphicFrameMkLst>
            <pc:docMk/>
            <pc:sldMk cId="2145220705" sldId="2147475794"/>
            <ac:graphicFrameMk id="6" creationId="{49D825A7-3C24-C6F8-2822-49F443AC4ABD}"/>
          </ac:graphicFrameMkLst>
        </pc:graphicFrameChg>
        <pc:graphicFrameChg chg="add mod modGraphic">
          <ac:chgData name="Sivaramakrishnan, Narayanan" userId="S::narayanan.sivaramakrishnan@capgemini.com::341b1ffd-5577-42b1-9704-45069781f0b3" providerId="AD" clId="Web-{522806B7-844E-D3B1-B498-FE6E8A104557}" dt="2024-05-28T13:30:39.130" v="1221"/>
          <ac:graphicFrameMkLst>
            <pc:docMk/>
            <pc:sldMk cId="2145220705" sldId="2147475794"/>
            <ac:graphicFrameMk id="8" creationId="{84F68552-B897-7EF6-ECBF-8F0EDF077AA8}"/>
          </ac:graphicFrameMkLst>
        </pc:graphicFrameChg>
        <pc:graphicFrameChg chg="add del mod">
          <ac:chgData name="Sivaramakrishnan, Narayanan" userId="S::narayanan.sivaramakrishnan@capgemini.com::341b1ffd-5577-42b1-9704-45069781f0b3" providerId="AD" clId="Web-{522806B7-844E-D3B1-B498-FE6E8A104557}" dt="2024-05-28T13:24:39.720" v="888"/>
          <ac:graphicFrameMkLst>
            <pc:docMk/>
            <pc:sldMk cId="2145220705" sldId="2147475794"/>
            <ac:graphicFrameMk id="10" creationId="{2D2E430D-0451-6E02-AC49-8B62D76193FD}"/>
          </ac:graphicFrameMkLst>
        </pc:graphicFrameChg>
        <pc:graphicFrameChg chg="add del mod">
          <ac:chgData name="Sivaramakrishnan, Narayanan" userId="S::narayanan.sivaramakrishnan@capgemini.com::341b1ffd-5577-42b1-9704-45069781f0b3" providerId="AD" clId="Web-{522806B7-844E-D3B1-B498-FE6E8A104557}" dt="2024-05-28T13:25:15.627" v="890"/>
          <ac:graphicFrameMkLst>
            <pc:docMk/>
            <pc:sldMk cId="2145220705" sldId="2147475794"/>
            <ac:graphicFrameMk id="12" creationId="{5E0F9C96-93F6-4EF7-7F7D-3F4119A2B95F}"/>
          </ac:graphicFrameMkLst>
        </pc:graphicFrameChg>
        <pc:graphicFrameChg chg="add del mod">
          <ac:chgData name="Sivaramakrishnan, Narayanan" userId="S::narayanan.sivaramakrishnan@capgemini.com::341b1ffd-5577-42b1-9704-45069781f0b3" providerId="AD" clId="Web-{522806B7-844E-D3B1-B498-FE6E8A104557}" dt="2024-05-28T13:25:26.361" v="892"/>
          <ac:graphicFrameMkLst>
            <pc:docMk/>
            <pc:sldMk cId="2145220705" sldId="2147475794"/>
            <ac:graphicFrameMk id="14" creationId="{B7EA6FFF-010E-59F5-5E81-D7B2D8E42071}"/>
          </ac:graphicFrameMkLst>
        </pc:graphicFrameChg>
      </pc:sldChg>
      <pc:sldChg chg="modSp add del replId">
        <pc:chgData name="Sivaramakrishnan, Narayanan" userId="S::narayanan.sivaramakrishnan@capgemini.com::341b1ffd-5577-42b1-9704-45069781f0b3" providerId="AD" clId="Web-{522806B7-844E-D3B1-B498-FE6E8A104557}" dt="2024-05-28T13:17:05.778" v="824"/>
        <pc:sldMkLst>
          <pc:docMk/>
          <pc:sldMk cId="2781604816" sldId="2147475794"/>
        </pc:sldMkLst>
        <pc:spChg chg="mod">
          <ac:chgData name="Sivaramakrishnan, Narayanan" userId="S::narayanan.sivaramakrishnan@capgemini.com::341b1ffd-5577-42b1-9704-45069781f0b3" providerId="AD" clId="Web-{522806B7-844E-D3B1-B498-FE6E8A104557}" dt="2024-05-28T13:16:30.621" v="812" actId="20577"/>
          <ac:spMkLst>
            <pc:docMk/>
            <pc:sldMk cId="2781604816" sldId="2147475794"/>
            <ac:spMk id="3" creationId="{F67AA2E0-006E-6193-2A48-EC7F83B9A40A}"/>
          </ac:spMkLst>
        </pc:spChg>
        <pc:graphicFrameChg chg="mod ord modGraphic">
          <ac:chgData name="Sivaramakrishnan, Narayanan" userId="S::narayanan.sivaramakrishnan@capgemini.com::341b1ffd-5577-42b1-9704-45069781f0b3" providerId="AD" clId="Web-{522806B7-844E-D3B1-B498-FE6E8A104557}" dt="2024-05-28T13:16:53.293" v="823"/>
          <ac:graphicFrameMkLst>
            <pc:docMk/>
            <pc:sldMk cId="2781604816" sldId="2147475794"/>
            <ac:graphicFrameMk id="4" creationId="{5A98F1A9-E976-7196-9F52-25A6610526EA}"/>
          </ac:graphicFrameMkLst>
        </pc:graphicFrameChg>
      </pc:sldChg>
    </pc:docChg>
  </pc:docChgLst>
  <pc:docChgLst>
    <pc:chgData name="Akula, Kiran" userId="4edd7db3-3f5e-4d95-b6aa-837b0f56c970" providerId="ADAL" clId="{4EDDCA73-8BED-4423-AED4-7B25287A544B}"/>
    <pc:docChg chg="modSld sldOrd">
      <pc:chgData name="Akula, Kiran" userId="4edd7db3-3f5e-4d95-b6aa-837b0f56c970" providerId="ADAL" clId="{4EDDCA73-8BED-4423-AED4-7B25287A544B}" dt="2024-07-15T10:28:01.119" v="1"/>
      <pc:docMkLst>
        <pc:docMk/>
      </pc:docMkLst>
      <pc:sldChg chg="ord">
        <pc:chgData name="Akula, Kiran" userId="4edd7db3-3f5e-4d95-b6aa-837b0f56c970" providerId="ADAL" clId="{4EDDCA73-8BED-4423-AED4-7B25287A544B}" dt="2024-07-15T10:28:01.119" v="1"/>
        <pc:sldMkLst>
          <pc:docMk/>
          <pc:sldMk cId="2145220705" sldId="2147475794"/>
        </pc:sldMkLst>
      </pc:sldChg>
    </pc:docChg>
  </pc:docChgLst>
  <pc:docChgLst>
    <pc:chgData name="Akula, Kiran" userId="4edd7db3-3f5e-4d95-b6aa-837b0f56c970" providerId="ADAL" clId="{74D9B0F1-A397-490B-9FF6-E22C373F145C}"/>
    <pc:docChg chg="undo custSel addSld delSld modSld sldOrd">
      <pc:chgData name="Akula, Kiran" userId="4edd7db3-3f5e-4d95-b6aa-837b0f56c970" providerId="ADAL" clId="{74D9B0F1-A397-490B-9FF6-E22C373F145C}" dt="2024-06-26T07:31:13.546" v="1113" actId="20577"/>
      <pc:docMkLst>
        <pc:docMk/>
      </pc:docMkLst>
      <pc:sldChg chg="modSp mod ord">
        <pc:chgData name="Akula, Kiran" userId="4edd7db3-3f5e-4d95-b6aa-837b0f56c970" providerId="ADAL" clId="{74D9B0F1-A397-490B-9FF6-E22C373F145C}" dt="2024-06-14T09:19:01.082" v="5" actId="1035"/>
        <pc:sldMkLst>
          <pc:docMk/>
          <pc:sldMk cId="3571720637" sldId="2147474170"/>
        </pc:sldMkLst>
        <pc:graphicFrameChg chg="mod">
          <ac:chgData name="Akula, Kiran" userId="4edd7db3-3f5e-4d95-b6aa-837b0f56c970" providerId="ADAL" clId="{74D9B0F1-A397-490B-9FF6-E22C373F145C}" dt="2024-06-13T11:26:24.472" v="1"/>
          <ac:graphicFrameMkLst>
            <pc:docMk/>
            <pc:sldMk cId="3571720637" sldId="2147474170"/>
            <ac:graphicFrameMk id="4" creationId="{92C95F7B-5896-B5F4-6F5B-44982AD2CE73}"/>
          </ac:graphicFrameMkLst>
        </pc:graphicFrameChg>
        <pc:picChg chg="mod">
          <ac:chgData name="Akula, Kiran" userId="4edd7db3-3f5e-4d95-b6aa-837b0f56c970" providerId="ADAL" clId="{74D9B0F1-A397-490B-9FF6-E22C373F145C}" dt="2024-06-14T09:19:01.082" v="5" actId="1035"/>
          <ac:picMkLst>
            <pc:docMk/>
            <pc:sldMk cId="3571720637" sldId="2147474170"/>
            <ac:picMk id="2" creationId="{7A03885E-38C4-04C5-4260-E0F5AB7A489E}"/>
          </ac:picMkLst>
        </pc:picChg>
      </pc:sldChg>
      <pc:sldChg chg="modSp mod">
        <pc:chgData name="Akula, Kiran" userId="4edd7db3-3f5e-4d95-b6aa-837b0f56c970" providerId="ADAL" clId="{74D9B0F1-A397-490B-9FF6-E22C373F145C}" dt="2024-06-21T07:41:31.604" v="647" actId="6549"/>
        <pc:sldMkLst>
          <pc:docMk/>
          <pc:sldMk cId="3314845531" sldId="2147474195"/>
        </pc:sldMkLst>
        <pc:spChg chg="mod">
          <ac:chgData name="Akula, Kiran" userId="4edd7db3-3f5e-4d95-b6aa-837b0f56c970" providerId="ADAL" clId="{74D9B0F1-A397-490B-9FF6-E22C373F145C}" dt="2024-06-21T07:41:31.604" v="647" actId="6549"/>
          <ac:spMkLst>
            <pc:docMk/>
            <pc:sldMk cId="3314845531" sldId="2147474195"/>
            <ac:spMk id="7" creationId="{DB6F70B5-642E-E428-E2B9-E4ADAE527FBE}"/>
          </ac:spMkLst>
        </pc:spChg>
        <pc:spChg chg="mod">
          <ac:chgData name="Akula, Kiran" userId="4edd7db3-3f5e-4d95-b6aa-837b0f56c970" providerId="ADAL" clId="{74D9B0F1-A397-490B-9FF6-E22C373F145C}" dt="2024-06-17T08:24:19.475" v="67" actId="6549"/>
          <ac:spMkLst>
            <pc:docMk/>
            <pc:sldMk cId="3314845531" sldId="2147474195"/>
            <ac:spMk id="10" creationId="{2D2AF330-23A5-254C-D45F-71CCE51D3C15}"/>
          </ac:spMkLst>
        </pc:spChg>
      </pc:sldChg>
      <pc:sldChg chg="addSp delSp modSp mod">
        <pc:chgData name="Akula, Kiran" userId="4edd7db3-3f5e-4d95-b6aa-837b0f56c970" providerId="ADAL" clId="{74D9B0F1-A397-490B-9FF6-E22C373F145C}" dt="2024-06-21T14:46:29.867" v="1056" actId="20577"/>
        <pc:sldMkLst>
          <pc:docMk/>
          <pc:sldMk cId="2759881903" sldId="2147474196"/>
        </pc:sldMkLst>
        <pc:spChg chg="mod">
          <ac:chgData name="Akula, Kiran" userId="4edd7db3-3f5e-4d95-b6aa-837b0f56c970" providerId="ADAL" clId="{74D9B0F1-A397-490B-9FF6-E22C373F145C}" dt="2024-06-17T08:34:56.262" v="160" actId="1076"/>
          <ac:spMkLst>
            <pc:docMk/>
            <pc:sldMk cId="2759881903" sldId="2147474196"/>
            <ac:spMk id="11" creationId="{49782297-8701-32AA-E181-1F11F0B26B41}"/>
          </ac:spMkLst>
        </pc:spChg>
        <pc:spChg chg="mod">
          <ac:chgData name="Akula, Kiran" userId="4edd7db3-3f5e-4d95-b6aa-837b0f56c970" providerId="ADAL" clId="{74D9B0F1-A397-490B-9FF6-E22C373F145C}" dt="2024-06-21T04:41:16.529" v="615" actId="20577"/>
          <ac:spMkLst>
            <pc:docMk/>
            <pc:sldMk cId="2759881903" sldId="2147474196"/>
            <ac:spMk id="17" creationId="{27DF19F2-A2C9-2AB4-4779-2CC5BFD977EE}"/>
          </ac:spMkLst>
        </pc:spChg>
        <pc:spChg chg="mod">
          <ac:chgData name="Akula, Kiran" userId="4edd7db3-3f5e-4d95-b6aa-837b0f56c970" providerId="ADAL" clId="{74D9B0F1-A397-490B-9FF6-E22C373F145C}" dt="2024-06-21T04:41:38.533" v="627" actId="5793"/>
          <ac:spMkLst>
            <pc:docMk/>
            <pc:sldMk cId="2759881903" sldId="2147474196"/>
            <ac:spMk id="23" creationId="{F41F6C11-121F-FB9F-CA43-AE1640376333}"/>
          </ac:spMkLst>
        </pc:spChg>
        <pc:spChg chg="mod">
          <ac:chgData name="Akula, Kiran" userId="4edd7db3-3f5e-4d95-b6aa-837b0f56c970" providerId="ADAL" clId="{74D9B0F1-A397-490B-9FF6-E22C373F145C}" dt="2024-06-21T14:46:29.867" v="1056" actId="20577"/>
          <ac:spMkLst>
            <pc:docMk/>
            <pc:sldMk cId="2759881903" sldId="2147474196"/>
            <ac:spMk id="62" creationId="{8A9A5BC5-9701-3144-35CC-08AA4D5AB0AB}"/>
          </ac:spMkLst>
        </pc:spChg>
        <pc:picChg chg="add del">
          <ac:chgData name="Akula, Kiran" userId="4edd7db3-3f5e-4d95-b6aa-837b0f56c970" providerId="ADAL" clId="{74D9B0F1-A397-490B-9FF6-E22C373F145C}" dt="2024-06-17T08:36:50.551" v="189"/>
          <ac:picMkLst>
            <pc:docMk/>
            <pc:sldMk cId="2759881903" sldId="2147474196"/>
            <ac:picMk id="1026" creationId="{E86545B8-345A-7F15-729A-0032397988A0}"/>
          </ac:picMkLst>
        </pc:picChg>
      </pc:sldChg>
      <pc:sldChg chg="modSp mod">
        <pc:chgData name="Akula, Kiran" userId="4edd7db3-3f5e-4d95-b6aa-837b0f56c970" providerId="ADAL" clId="{74D9B0F1-A397-490B-9FF6-E22C373F145C}" dt="2024-06-21T14:54:02.039" v="1087" actId="20577"/>
        <pc:sldMkLst>
          <pc:docMk/>
          <pc:sldMk cId="3319730112" sldId="2147474197"/>
        </pc:sldMkLst>
        <pc:graphicFrameChg chg="modGraphic">
          <ac:chgData name="Akula, Kiran" userId="4edd7db3-3f5e-4d95-b6aa-837b0f56c970" providerId="ADAL" clId="{74D9B0F1-A397-490B-9FF6-E22C373F145C}" dt="2024-06-21T14:54:02.039" v="1087" actId="20577"/>
          <ac:graphicFrameMkLst>
            <pc:docMk/>
            <pc:sldMk cId="3319730112" sldId="2147474197"/>
            <ac:graphicFrameMk id="15" creationId="{DC388D56-E830-41BE-7B25-DF1AA6918424}"/>
          </ac:graphicFrameMkLst>
        </pc:graphicFrameChg>
      </pc:sldChg>
      <pc:sldChg chg="modSp mod">
        <pc:chgData name="Akula, Kiran" userId="4edd7db3-3f5e-4d95-b6aa-837b0f56c970" providerId="ADAL" clId="{74D9B0F1-A397-490B-9FF6-E22C373F145C}" dt="2024-06-21T14:55:08.978" v="1104" actId="20577"/>
        <pc:sldMkLst>
          <pc:docMk/>
          <pc:sldMk cId="1906058678" sldId="2147474198"/>
        </pc:sldMkLst>
        <pc:graphicFrameChg chg="mod modGraphic">
          <ac:chgData name="Akula, Kiran" userId="4edd7db3-3f5e-4d95-b6aa-837b0f56c970" providerId="ADAL" clId="{74D9B0F1-A397-490B-9FF6-E22C373F145C}" dt="2024-06-21T14:55:08.978" v="1104" actId="20577"/>
          <ac:graphicFrameMkLst>
            <pc:docMk/>
            <pc:sldMk cId="1906058678" sldId="2147474198"/>
            <ac:graphicFrameMk id="4" creationId="{5A98F1A9-E976-7196-9F52-25A6610526EA}"/>
          </ac:graphicFrameMkLst>
        </pc:graphicFrameChg>
        <pc:graphicFrameChg chg="mod modGraphic">
          <ac:chgData name="Akula, Kiran" userId="4edd7db3-3f5e-4d95-b6aa-837b0f56c970" providerId="ADAL" clId="{74D9B0F1-A397-490B-9FF6-E22C373F145C}" dt="2024-06-20T17:14:18.125" v="457" actId="1076"/>
          <ac:graphicFrameMkLst>
            <pc:docMk/>
            <pc:sldMk cId="1906058678" sldId="2147474198"/>
            <ac:graphicFrameMk id="5" creationId="{5E658667-5B80-7E8D-0F4B-BC96CC1C1609}"/>
          </ac:graphicFrameMkLst>
        </pc:graphicFrameChg>
      </pc:sldChg>
      <pc:sldChg chg="modSp mod">
        <pc:chgData name="Akula, Kiran" userId="4edd7db3-3f5e-4d95-b6aa-837b0f56c970" providerId="ADAL" clId="{74D9B0F1-A397-490B-9FF6-E22C373F145C}" dt="2024-06-21T14:50:15.248" v="1077" actId="20577"/>
        <pc:sldMkLst>
          <pc:docMk/>
          <pc:sldMk cId="3214550514" sldId="2147474201"/>
        </pc:sldMkLst>
        <pc:graphicFrameChg chg="mod modGraphic">
          <ac:chgData name="Akula, Kiran" userId="4edd7db3-3f5e-4d95-b6aa-837b0f56c970" providerId="ADAL" clId="{74D9B0F1-A397-490B-9FF6-E22C373F145C}" dt="2024-06-21T14:50:15.248" v="1077" actId="20577"/>
          <ac:graphicFrameMkLst>
            <pc:docMk/>
            <pc:sldMk cId="3214550514" sldId="2147474201"/>
            <ac:graphicFrameMk id="5" creationId="{0FF2AB5B-189E-0A66-27A2-3A85CBF0E408}"/>
          </ac:graphicFrameMkLst>
        </pc:graphicFrameChg>
      </pc:sldChg>
      <pc:sldChg chg="modSp mod">
        <pc:chgData name="Akula, Kiran" userId="4edd7db3-3f5e-4d95-b6aa-837b0f56c970" providerId="ADAL" clId="{74D9B0F1-A397-490B-9FF6-E22C373F145C}" dt="2024-06-26T07:31:13.546" v="1113" actId="20577"/>
        <pc:sldMkLst>
          <pc:docMk/>
          <pc:sldMk cId="35875273" sldId="2147475793"/>
        </pc:sldMkLst>
        <pc:spChg chg="mod">
          <ac:chgData name="Akula, Kiran" userId="4edd7db3-3f5e-4d95-b6aa-837b0f56c970" providerId="ADAL" clId="{74D9B0F1-A397-490B-9FF6-E22C373F145C}" dt="2024-06-26T07:31:13.546" v="1113" actId="20577"/>
          <ac:spMkLst>
            <pc:docMk/>
            <pc:sldMk cId="35875273" sldId="2147475793"/>
            <ac:spMk id="6" creationId="{DBF12C14-EF12-4ED5-9B62-8D1F4F53C626}"/>
          </ac:spMkLst>
        </pc:spChg>
      </pc:sldChg>
      <pc:sldChg chg="modSp mod">
        <pc:chgData name="Akula, Kiran" userId="4edd7db3-3f5e-4d95-b6aa-837b0f56c970" providerId="ADAL" clId="{74D9B0F1-A397-490B-9FF6-E22C373F145C}" dt="2024-06-21T09:08:23.693" v="1051" actId="313"/>
        <pc:sldMkLst>
          <pc:docMk/>
          <pc:sldMk cId="2145220705" sldId="2147475794"/>
        </pc:sldMkLst>
        <pc:graphicFrameChg chg="mod modGraphic">
          <ac:chgData name="Akula, Kiran" userId="4edd7db3-3f5e-4d95-b6aa-837b0f56c970" providerId="ADAL" clId="{74D9B0F1-A397-490B-9FF6-E22C373F145C}" dt="2024-06-21T09:08:23.693" v="1051" actId="313"/>
          <ac:graphicFrameMkLst>
            <pc:docMk/>
            <pc:sldMk cId="2145220705" sldId="2147475794"/>
            <ac:graphicFrameMk id="8" creationId="{84F68552-B897-7EF6-ECBF-8F0EDF077AA8}"/>
          </ac:graphicFrameMkLst>
        </pc:graphicFrameChg>
      </pc:sldChg>
      <pc:sldChg chg="addSp delSp modSp mod addCm modCm">
        <pc:chgData name="Akula, Kiran" userId="4edd7db3-3f5e-4d95-b6aa-837b0f56c970" providerId="ADAL" clId="{74D9B0F1-A397-490B-9FF6-E22C373F145C}" dt="2024-06-21T08:59:04.244" v="824" actId="20577"/>
        <pc:sldMkLst>
          <pc:docMk/>
          <pc:sldMk cId="1001885555" sldId="2147475796"/>
        </pc:sldMkLst>
        <pc:spChg chg="add del mod">
          <ac:chgData name="Akula, Kiran" userId="4edd7db3-3f5e-4d95-b6aa-837b0f56c970" providerId="ADAL" clId="{74D9B0F1-A397-490B-9FF6-E22C373F145C}" dt="2024-06-17T08:41:28.410" v="216"/>
          <ac:spMkLst>
            <pc:docMk/>
            <pc:sldMk cId="1001885555" sldId="2147475796"/>
            <ac:spMk id="2" creationId="{6F1A7989-5CDE-84F2-9101-35551CCCF4E7}"/>
          </ac:spMkLst>
        </pc:spChg>
        <pc:spChg chg="add mod">
          <ac:chgData name="Akula, Kiran" userId="4edd7db3-3f5e-4d95-b6aa-837b0f56c970" providerId="ADAL" clId="{74D9B0F1-A397-490B-9FF6-E22C373F145C}" dt="2024-06-17T08:40:42.568" v="213" actId="122"/>
          <ac:spMkLst>
            <pc:docMk/>
            <pc:sldMk cId="1001885555" sldId="2147475796"/>
            <ac:spMk id="6" creationId="{9A4829DD-7F10-A038-9B52-C8D0A49E2B8F}"/>
          </ac:spMkLst>
        </pc:spChg>
        <pc:spChg chg="add del mod">
          <ac:chgData name="Akula, Kiran" userId="4edd7db3-3f5e-4d95-b6aa-837b0f56c970" providerId="ADAL" clId="{74D9B0F1-A397-490B-9FF6-E22C373F145C}" dt="2024-06-21T07:46:33.277" v="655" actId="478"/>
          <ac:spMkLst>
            <pc:docMk/>
            <pc:sldMk cId="1001885555" sldId="2147475796"/>
            <ac:spMk id="7" creationId="{671831C3-55A7-8198-3A44-09068AA44ADE}"/>
          </ac:spMkLst>
        </pc:spChg>
        <pc:spChg chg="mod">
          <ac:chgData name="Akula, Kiran" userId="4edd7db3-3f5e-4d95-b6aa-837b0f56c970" providerId="ADAL" clId="{74D9B0F1-A397-490B-9FF6-E22C373F145C}" dt="2024-06-21T07:45:00.483" v="651" actId="20577"/>
          <ac:spMkLst>
            <pc:docMk/>
            <pc:sldMk cId="1001885555" sldId="2147475796"/>
            <ac:spMk id="11" creationId="{49782297-8701-32AA-E181-1F11F0B26B41}"/>
          </ac:spMkLst>
        </pc:spChg>
        <pc:spChg chg="mod">
          <ac:chgData name="Akula, Kiran" userId="4edd7db3-3f5e-4d95-b6aa-837b0f56c970" providerId="ADAL" clId="{74D9B0F1-A397-490B-9FF6-E22C373F145C}" dt="2024-06-21T08:59:04.244" v="824" actId="20577"/>
          <ac:spMkLst>
            <pc:docMk/>
            <pc:sldMk cId="1001885555" sldId="2147475796"/>
            <ac:spMk id="23" creationId="{F41F6C11-121F-FB9F-CA43-AE1640376333}"/>
          </ac:spMkLst>
        </pc:spChg>
        <pc:extLst>
          <p:ext xmlns:p="http://schemas.openxmlformats.org/presentationml/2006/main" uri="{D6D511B9-2390-475A-947B-AFAB55BFBCF1}">
            <pc226:cmChg xmlns:pc226="http://schemas.microsoft.com/office/powerpoint/2022/06/main/command" chg="add mod">
              <pc226:chgData name="Akula, Kiran" userId="4edd7db3-3f5e-4d95-b6aa-837b0f56c970" providerId="ADAL" clId="{74D9B0F1-A397-490B-9FF6-E22C373F145C}" dt="2024-06-21T05:18:24.717" v="645" actId="2056"/>
              <pc2:cmMkLst xmlns:pc2="http://schemas.microsoft.com/office/powerpoint/2019/9/main/command">
                <pc:docMk/>
                <pc:sldMk cId="1001885555" sldId="2147475796"/>
                <pc2:cmMk id="{6187E47D-BBEA-4C72-87DA-B268F556C1BE}"/>
              </pc2:cmMkLst>
            </pc226:cmChg>
          </p:ext>
        </pc:extLst>
      </pc:sldChg>
      <pc:sldChg chg="modSp mod">
        <pc:chgData name="Akula, Kiran" userId="4edd7db3-3f5e-4d95-b6aa-837b0f56c970" providerId="ADAL" clId="{74D9B0F1-A397-490B-9FF6-E22C373F145C}" dt="2024-06-20T18:02:47.460" v="483" actId="1036"/>
        <pc:sldMkLst>
          <pc:docMk/>
          <pc:sldMk cId="2720965184" sldId="2147475802"/>
        </pc:sldMkLst>
        <pc:picChg chg="mod">
          <ac:chgData name="Akula, Kiran" userId="4edd7db3-3f5e-4d95-b6aa-837b0f56c970" providerId="ADAL" clId="{74D9B0F1-A397-490B-9FF6-E22C373F145C}" dt="2024-06-20T18:02:47.460" v="483" actId="1036"/>
          <ac:picMkLst>
            <pc:docMk/>
            <pc:sldMk cId="2720965184" sldId="2147475802"/>
            <ac:picMk id="163" creationId="{1AA2A080-5914-D332-6965-057C31C40E98}"/>
          </ac:picMkLst>
        </pc:picChg>
      </pc:sldChg>
      <pc:sldChg chg="modSp new del mod">
        <pc:chgData name="Akula, Kiran" userId="4edd7db3-3f5e-4d95-b6aa-837b0f56c970" providerId="ADAL" clId="{74D9B0F1-A397-490B-9FF6-E22C373F145C}" dt="2024-06-17T08:38:22.769" v="203" actId="2696"/>
        <pc:sldMkLst>
          <pc:docMk/>
          <pc:sldMk cId="3831812213" sldId="2147475811"/>
        </pc:sldMkLst>
        <pc:spChg chg="mod">
          <ac:chgData name="Akula, Kiran" userId="4edd7db3-3f5e-4d95-b6aa-837b0f56c970" providerId="ADAL" clId="{74D9B0F1-A397-490B-9FF6-E22C373F145C}" dt="2024-06-17T08:35:40.303" v="180" actId="20577"/>
          <ac:spMkLst>
            <pc:docMk/>
            <pc:sldMk cId="3831812213" sldId="2147475811"/>
            <ac:spMk id="6" creationId="{A343E9AB-4195-8EFF-1A2C-3EA889DE724F}"/>
          </ac:spMkLst>
        </pc:spChg>
      </pc:sldChg>
      <pc:sldChg chg="delSp add del mod">
        <pc:chgData name="Akula, Kiran" userId="4edd7db3-3f5e-4d95-b6aa-837b0f56c970" providerId="ADAL" clId="{74D9B0F1-A397-490B-9FF6-E22C373F145C}" dt="2024-06-21T10:41:38.688" v="1052" actId="2696"/>
        <pc:sldMkLst>
          <pc:docMk/>
          <pc:sldMk cId="2488638451" sldId="2147475820"/>
        </pc:sldMkLst>
        <pc:graphicFrameChg chg="del">
          <ac:chgData name="Akula, Kiran" userId="4edd7db3-3f5e-4d95-b6aa-837b0f56c970" providerId="ADAL" clId="{74D9B0F1-A397-490B-9FF6-E22C373F145C}" dt="2024-06-21T08:00:52.982" v="778" actId="478"/>
          <ac:graphicFrameMkLst>
            <pc:docMk/>
            <pc:sldMk cId="2488638451" sldId="2147475820"/>
            <ac:graphicFrameMk id="8" creationId="{84F68552-B897-7EF6-ECBF-8F0EDF077AA8}"/>
          </ac:graphicFrameMkLst>
        </pc:graphicFrameChg>
      </pc:sldChg>
      <pc:sldChg chg="addSp delSp modSp add del mod">
        <pc:chgData name="Akula, Kiran" userId="4edd7db3-3f5e-4d95-b6aa-837b0f56c970" providerId="ADAL" clId="{74D9B0F1-A397-490B-9FF6-E22C373F145C}" dt="2024-06-21T10:41:41.711" v="1053" actId="2696"/>
        <pc:sldMkLst>
          <pc:docMk/>
          <pc:sldMk cId="3476328695" sldId="2147475821"/>
        </pc:sldMkLst>
        <pc:spChg chg="add mod">
          <ac:chgData name="Akula, Kiran" userId="4edd7db3-3f5e-4d95-b6aa-837b0f56c970" providerId="ADAL" clId="{74D9B0F1-A397-490B-9FF6-E22C373F145C}" dt="2024-06-21T08:01:29.222" v="783" actId="1076"/>
          <ac:spMkLst>
            <pc:docMk/>
            <pc:sldMk cId="3476328695" sldId="2147475821"/>
            <ac:spMk id="5" creationId="{4DFE0DD6-617B-1906-A245-124FCE597258}"/>
          </ac:spMkLst>
        </pc:spChg>
        <pc:graphicFrameChg chg="del modGraphic">
          <ac:chgData name="Akula, Kiran" userId="4edd7db3-3f5e-4d95-b6aa-837b0f56c970" providerId="ADAL" clId="{74D9B0F1-A397-490B-9FF6-E22C373F145C}" dt="2024-06-21T08:01:21.241" v="781" actId="478"/>
          <ac:graphicFrameMkLst>
            <pc:docMk/>
            <pc:sldMk cId="3476328695" sldId="2147475821"/>
            <ac:graphicFrameMk id="8" creationId="{84F68552-B897-7EF6-ECBF-8F0EDF077AA8}"/>
          </ac:graphicFrameMkLst>
        </pc:graphicFrameChg>
      </pc:sldChg>
    </pc:docChg>
  </pc:docChgLst>
  <pc:docChgLst>
    <pc:chgData name="Sivaramakrishnan, Narayanan" userId="S::narayanan.sivaramakrishnan@capgemini.com::341b1ffd-5577-42b1-9704-45069781f0b3" providerId="AD" clId="Web-{F58DB6CF-EEC2-287D-8978-E8FE7FEA3E6F}"/>
    <pc:docChg chg="modSld sldOrd">
      <pc:chgData name="Sivaramakrishnan, Narayanan" userId="S::narayanan.sivaramakrishnan@capgemini.com::341b1ffd-5577-42b1-9704-45069781f0b3" providerId="AD" clId="Web-{F58DB6CF-EEC2-287D-8978-E8FE7FEA3E6F}" dt="2024-06-04T17:08:16.088" v="899" actId="14100"/>
      <pc:docMkLst>
        <pc:docMk/>
      </pc:docMkLst>
      <pc:sldChg chg="modSp">
        <pc:chgData name="Sivaramakrishnan, Narayanan" userId="S::narayanan.sivaramakrishnan@capgemini.com::341b1ffd-5577-42b1-9704-45069781f0b3" providerId="AD" clId="Web-{F58DB6CF-EEC2-287D-8978-E8FE7FEA3E6F}" dt="2024-06-04T17:05:53.943" v="871" actId="20577"/>
        <pc:sldMkLst>
          <pc:docMk/>
          <pc:sldMk cId="3314845531" sldId="2147474195"/>
        </pc:sldMkLst>
        <pc:spChg chg="mod">
          <ac:chgData name="Sivaramakrishnan, Narayanan" userId="S::narayanan.sivaramakrishnan@capgemini.com::341b1ffd-5577-42b1-9704-45069781f0b3" providerId="AD" clId="Web-{F58DB6CF-EEC2-287D-8978-E8FE7FEA3E6F}" dt="2024-06-04T17:05:53.943" v="871" actId="20577"/>
          <ac:spMkLst>
            <pc:docMk/>
            <pc:sldMk cId="3314845531" sldId="2147474195"/>
            <ac:spMk id="7" creationId="{DB6F70B5-642E-E428-E2B9-E4ADAE527FBE}"/>
          </ac:spMkLst>
        </pc:spChg>
        <pc:spChg chg="mod">
          <ac:chgData name="Sivaramakrishnan, Narayanan" userId="S::narayanan.sivaramakrishnan@capgemini.com::341b1ffd-5577-42b1-9704-45069781f0b3" providerId="AD" clId="Web-{F58DB6CF-EEC2-287D-8978-E8FE7FEA3E6F}" dt="2024-06-03T11:41:25.481" v="90" actId="20577"/>
          <ac:spMkLst>
            <pc:docMk/>
            <pc:sldMk cId="3314845531" sldId="2147474195"/>
            <ac:spMk id="10" creationId="{2D2AF330-23A5-254C-D45F-71CCE51D3C15}"/>
          </ac:spMkLst>
        </pc:spChg>
      </pc:sldChg>
      <pc:sldChg chg="addSp delSp modSp">
        <pc:chgData name="Sivaramakrishnan, Narayanan" userId="S::narayanan.sivaramakrishnan@capgemini.com::341b1ffd-5577-42b1-9704-45069781f0b3" providerId="AD" clId="Web-{F58DB6CF-EEC2-287D-8978-E8FE7FEA3E6F}" dt="2024-06-04T17:08:16.088" v="899" actId="14100"/>
        <pc:sldMkLst>
          <pc:docMk/>
          <pc:sldMk cId="2759881903" sldId="2147474196"/>
        </pc:sldMkLst>
        <pc:spChg chg="add del mod">
          <ac:chgData name="Sivaramakrishnan, Narayanan" userId="S::narayanan.sivaramakrishnan@capgemini.com::341b1ffd-5577-42b1-9704-45069781f0b3" providerId="AD" clId="Web-{F58DB6CF-EEC2-287D-8978-E8FE7FEA3E6F}" dt="2024-06-03T14:36:15.861" v="182"/>
          <ac:spMkLst>
            <pc:docMk/>
            <pc:sldMk cId="2759881903" sldId="2147474196"/>
            <ac:spMk id="6" creationId="{46B8DD0A-CCAF-6F65-806A-FB3AA16CBF82}"/>
          </ac:spMkLst>
        </pc:spChg>
        <pc:spChg chg="add del">
          <ac:chgData name="Sivaramakrishnan, Narayanan" userId="S::narayanan.sivaramakrishnan@capgemini.com::341b1ffd-5577-42b1-9704-45069781f0b3" providerId="AD" clId="Web-{F58DB6CF-EEC2-287D-8978-E8FE7FEA3E6F}" dt="2024-06-03T14:38:13.021" v="224"/>
          <ac:spMkLst>
            <pc:docMk/>
            <pc:sldMk cId="2759881903" sldId="2147474196"/>
            <ac:spMk id="10" creationId="{6C98A969-2AC7-CC6B-5B13-041025AA85F7}"/>
          </ac:spMkLst>
        </pc:spChg>
        <pc:spChg chg="add del">
          <ac:chgData name="Sivaramakrishnan, Narayanan" userId="S::narayanan.sivaramakrishnan@capgemini.com::341b1ffd-5577-42b1-9704-45069781f0b3" providerId="AD" clId="Web-{F58DB6CF-EEC2-287D-8978-E8FE7FEA3E6F}" dt="2024-06-03T14:38:13.021" v="223"/>
          <ac:spMkLst>
            <pc:docMk/>
            <pc:sldMk cId="2759881903" sldId="2147474196"/>
            <ac:spMk id="13" creationId="{D5D23567-5EC0-8477-480B-928E53DA9DFA}"/>
          </ac:spMkLst>
        </pc:spChg>
        <pc:spChg chg="add del mod">
          <ac:chgData name="Sivaramakrishnan, Narayanan" userId="S::narayanan.sivaramakrishnan@capgemini.com::341b1ffd-5577-42b1-9704-45069781f0b3" providerId="AD" clId="Web-{F58DB6CF-EEC2-287D-8978-E8FE7FEA3E6F}" dt="2024-06-04T17:08:16.088" v="899" actId="14100"/>
          <ac:spMkLst>
            <pc:docMk/>
            <pc:sldMk cId="2759881903" sldId="2147474196"/>
            <ac:spMk id="17" creationId="{27DF19F2-A2C9-2AB4-4779-2CC5BFD977EE}"/>
          </ac:spMkLst>
        </pc:spChg>
        <pc:spChg chg="add del">
          <ac:chgData name="Sivaramakrishnan, Narayanan" userId="S::narayanan.sivaramakrishnan@capgemini.com::341b1ffd-5577-42b1-9704-45069781f0b3" providerId="AD" clId="Web-{F58DB6CF-EEC2-287D-8978-E8FE7FEA3E6F}" dt="2024-06-03T14:38:13.021" v="221"/>
          <ac:spMkLst>
            <pc:docMk/>
            <pc:sldMk cId="2759881903" sldId="2147474196"/>
            <ac:spMk id="18" creationId="{95C29C9C-BB47-F4EF-04A7-503BC2CDDF11}"/>
          </ac:spMkLst>
        </pc:spChg>
        <pc:spChg chg="mod">
          <ac:chgData name="Sivaramakrishnan, Narayanan" userId="S::narayanan.sivaramakrishnan@capgemini.com::341b1ffd-5577-42b1-9704-45069781f0b3" providerId="AD" clId="Web-{F58DB6CF-EEC2-287D-8978-E8FE7FEA3E6F}" dt="2024-06-03T14:39:48.993" v="246" actId="1076"/>
          <ac:spMkLst>
            <pc:docMk/>
            <pc:sldMk cId="2759881903" sldId="2147474196"/>
            <ac:spMk id="19" creationId="{77B7CEB3-302A-C888-7A78-769E8DD0A408}"/>
          </ac:spMkLst>
        </pc:spChg>
        <pc:spChg chg="add del">
          <ac:chgData name="Sivaramakrishnan, Narayanan" userId="S::narayanan.sivaramakrishnan@capgemini.com::341b1ffd-5577-42b1-9704-45069781f0b3" providerId="AD" clId="Web-{F58DB6CF-EEC2-287D-8978-E8FE7FEA3E6F}" dt="2024-06-03T14:38:13.021" v="220"/>
          <ac:spMkLst>
            <pc:docMk/>
            <pc:sldMk cId="2759881903" sldId="2147474196"/>
            <ac:spMk id="21" creationId="{01639017-23A2-25FD-4C0C-C7FB52170161}"/>
          </ac:spMkLst>
        </pc:spChg>
        <pc:spChg chg="mod">
          <ac:chgData name="Sivaramakrishnan, Narayanan" userId="S::narayanan.sivaramakrishnan@capgemini.com::341b1ffd-5577-42b1-9704-45069781f0b3" providerId="AD" clId="Web-{F58DB6CF-EEC2-287D-8978-E8FE7FEA3E6F}" dt="2024-06-04T17:08:05.822" v="897" actId="1076"/>
          <ac:spMkLst>
            <pc:docMk/>
            <pc:sldMk cId="2759881903" sldId="2147474196"/>
            <ac:spMk id="23" creationId="{F41F6C11-121F-FB9F-CA43-AE1640376333}"/>
          </ac:spMkLst>
        </pc:spChg>
        <pc:spChg chg="add del">
          <ac:chgData name="Sivaramakrishnan, Narayanan" userId="S::narayanan.sivaramakrishnan@capgemini.com::341b1ffd-5577-42b1-9704-45069781f0b3" providerId="AD" clId="Web-{F58DB6CF-EEC2-287D-8978-E8FE7FEA3E6F}" dt="2024-06-03T14:38:13.021" v="219"/>
          <ac:spMkLst>
            <pc:docMk/>
            <pc:sldMk cId="2759881903" sldId="2147474196"/>
            <ac:spMk id="24" creationId="{69D872D3-F020-557E-B31C-9113926ED96E}"/>
          </ac:spMkLst>
        </pc:spChg>
        <pc:spChg chg="add del">
          <ac:chgData name="Sivaramakrishnan, Narayanan" userId="S::narayanan.sivaramakrishnan@capgemini.com::341b1ffd-5577-42b1-9704-45069781f0b3" providerId="AD" clId="Web-{F58DB6CF-EEC2-287D-8978-E8FE7FEA3E6F}" dt="2024-06-03T14:38:13.021" v="218"/>
          <ac:spMkLst>
            <pc:docMk/>
            <pc:sldMk cId="2759881903" sldId="2147474196"/>
            <ac:spMk id="26" creationId="{0A4E5E63-D007-4053-FFD4-EE92756C94FF}"/>
          </ac:spMkLst>
        </pc:spChg>
        <pc:spChg chg="add del">
          <ac:chgData name="Sivaramakrishnan, Narayanan" userId="S::narayanan.sivaramakrishnan@capgemini.com::341b1ffd-5577-42b1-9704-45069781f0b3" providerId="AD" clId="Web-{F58DB6CF-EEC2-287D-8978-E8FE7FEA3E6F}" dt="2024-06-03T14:38:13.021" v="217"/>
          <ac:spMkLst>
            <pc:docMk/>
            <pc:sldMk cId="2759881903" sldId="2147474196"/>
            <ac:spMk id="28" creationId="{66EF6C7E-214A-CD86-BD9A-A6E299A20CC1}"/>
          </ac:spMkLst>
        </pc:spChg>
        <pc:spChg chg="add del">
          <ac:chgData name="Sivaramakrishnan, Narayanan" userId="S::narayanan.sivaramakrishnan@capgemini.com::341b1ffd-5577-42b1-9704-45069781f0b3" providerId="AD" clId="Web-{F58DB6CF-EEC2-287D-8978-E8FE7FEA3E6F}" dt="2024-06-03T14:38:13.021" v="216"/>
          <ac:spMkLst>
            <pc:docMk/>
            <pc:sldMk cId="2759881903" sldId="2147474196"/>
            <ac:spMk id="30" creationId="{C4701E39-BAB1-06CD-BCEB-1605C9455D29}"/>
          </ac:spMkLst>
        </pc:spChg>
        <pc:spChg chg="add del">
          <ac:chgData name="Sivaramakrishnan, Narayanan" userId="S::narayanan.sivaramakrishnan@capgemini.com::341b1ffd-5577-42b1-9704-45069781f0b3" providerId="AD" clId="Web-{F58DB6CF-EEC2-287D-8978-E8FE7FEA3E6F}" dt="2024-06-03T14:38:13.021" v="215"/>
          <ac:spMkLst>
            <pc:docMk/>
            <pc:sldMk cId="2759881903" sldId="2147474196"/>
            <ac:spMk id="32" creationId="{EA432F98-F259-7AA8-958A-050498C0D681}"/>
          </ac:spMkLst>
        </pc:spChg>
        <pc:spChg chg="add del">
          <ac:chgData name="Sivaramakrishnan, Narayanan" userId="S::narayanan.sivaramakrishnan@capgemini.com::341b1ffd-5577-42b1-9704-45069781f0b3" providerId="AD" clId="Web-{F58DB6CF-EEC2-287D-8978-E8FE7FEA3E6F}" dt="2024-06-03T14:38:13.021" v="214"/>
          <ac:spMkLst>
            <pc:docMk/>
            <pc:sldMk cId="2759881903" sldId="2147474196"/>
            <ac:spMk id="34" creationId="{AF9950CC-5F77-D4FD-053E-56CBE739A43A}"/>
          </ac:spMkLst>
        </pc:spChg>
        <pc:spChg chg="add del">
          <ac:chgData name="Sivaramakrishnan, Narayanan" userId="S::narayanan.sivaramakrishnan@capgemini.com::341b1ffd-5577-42b1-9704-45069781f0b3" providerId="AD" clId="Web-{F58DB6CF-EEC2-287D-8978-E8FE7FEA3E6F}" dt="2024-06-03T14:38:13.021" v="213"/>
          <ac:spMkLst>
            <pc:docMk/>
            <pc:sldMk cId="2759881903" sldId="2147474196"/>
            <ac:spMk id="36" creationId="{2D663966-B4D1-2EBE-C24B-52CB3AE38ACA}"/>
          </ac:spMkLst>
        </pc:spChg>
        <pc:spChg chg="add del mod">
          <ac:chgData name="Sivaramakrishnan, Narayanan" userId="S::narayanan.sivaramakrishnan@capgemini.com::341b1ffd-5577-42b1-9704-45069781f0b3" providerId="AD" clId="Web-{F58DB6CF-EEC2-287D-8978-E8FE7FEA3E6F}" dt="2024-06-03T14:39:59.571" v="250"/>
          <ac:spMkLst>
            <pc:docMk/>
            <pc:sldMk cId="2759881903" sldId="2147474196"/>
            <ac:spMk id="37" creationId="{765304C0-D2BE-8C85-9593-6273BCC5F00D}"/>
          </ac:spMkLst>
        </pc:spChg>
        <pc:spChg chg="add del mod">
          <ac:chgData name="Sivaramakrishnan, Narayanan" userId="S::narayanan.sivaramakrishnan@capgemini.com::341b1ffd-5577-42b1-9704-45069781f0b3" providerId="AD" clId="Web-{F58DB6CF-EEC2-287D-8978-E8FE7FEA3E6F}" dt="2024-06-03T14:40:08.040" v="253"/>
          <ac:spMkLst>
            <pc:docMk/>
            <pc:sldMk cId="2759881903" sldId="2147474196"/>
            <ac:spMk id="38" creationId="{798AE2CD-AB19-B86C-6C27-AF308EECDB9E}"/>
          </ac:spMkLst>
        </pc:spChg>
        <pc:spChg chg="add del mod">
          <ac:chgData name="Sivaramakrishnan, Narayanan" userId="S::narayanan.sivaramakrishnan@capgemini.com::341b1ffd-5577-42b1-9704-45069781f0b3" providerId="AD" clId="Web-{F58DB6CF-EEC2-287D-8978-E8FE7FEA3E6F}" dt="2024-06-03T15:09:04.004" v="509"/>
          <ac:spMkLst>
            <pc:docMk/>
            <pc:sldMk cId="2759881903" sldId="2147474196"/>
            <ac:spMk id="42" creationId="{BC756779-61C3-023F-5129-694B4A43E7A4}"/>
          </ac:spMkLst>
        </pc:spChg>
        <pc:spChg chg="add mod">
          <ac:chgData name="Sivaramakrishnan, Narayanan" userId="S::narayanan.sivaramakrishnan@capgemini.com::341b1ffd-5577-42b1-9704-45069781f0b3" providerId="AD" clId="Web-{F58DB6CF-EEC2-287D-8978-E8FE7FEA3E6F}" dt="2024-06-03T15:09:50.552" v="524" actId="1076"/>
          <ac:spMkLst>
            <pc:docMk/>
            <pc:sldMk cId="2759881903" sldId="2147474196"/>
            <ac:spMk id="44" creationId="{1F928BFC-5132-3A53-0B80-5D1ADE750FF7}"/>
          </ac:spMkLst>
        </pc:spChg>
        <pc:spChg chg="add mod">
          <ac:chgData name="Sivaramakrishnan, Narayanan" userId="S::narayanan.sivaramakrishnan@capgemini.com::341b1ffd-5577-42b1-9704-45069781f0b3" providerId="AD" clId="Web-{F58DB6CF-EEC2-287D-8978-E8FE7FEA3E6F}" dt="2024-06-03T15:09:50.615" v="525" actId="1076"/>
          <ac:spMkLst>
            <pc:docMk/>
            <pc:sldMk cId="2759881903" sldId="2147474196"/>
            <ac:spMk id="48" creationId="{6E09E182-F970-FBCF-A1A4-2A80A457E6BE}"/>
          </ac:spMkLst>
        </pc:spChg>
        <pc:spChg chg="add mod">
          <ac:chgData name="Sivaramakrishnan, Narayanan" userId="S::narayanan.sivaramakrishnan@capgemini.com::341b1ffd-5577-42b1-9704-45069781f0b3" providerId="AD" clId="Web-{F58DB6CF-EEC2-287D-8978-E8FE7FEA3E6F}" dt="2024-06-03T15:09:50.693" v="526" actId="1076"/>
          <ac:spMkLst>
            <pc:docMk/>
            <pc:sldMk cId="2759881903" sldId="2147474196"/>
            <ac:spMk id="50" creationId="{A9439EB5-8BD3-61A1-328E-19F2AFEE55B2}"/>
          </ac:spMkLst>
        </pc:spChg>
        <pc:spChg chg="add mod">
          <ac:chgData name="Sivaramakrishnan, Narayanan" userId="S::narayanan.sivaramakrishnan@capgemini.com::341b1ffd-5577-42b1-9704-45069781f0b3" providerId="AD" clId="Web-{F58DB6CF-EEC2-287D-8978-E8FE7FEA3E6F}" dt="2024-06-03T15:09:50.755" v="527" actId="1076"/>
          <ac:spMkLst>
            <pc:docMk/>
            <pc:sldMk cId="2759881903" sldId="2147474196"/>
            <ac:spMk id="52" creationId="{B22B7EC9-98E5-E034-FD07-DE81E9FA0681}"/>
          </ac:spMkLst>
        </pc:spChg>
        <pc:spChg chg="add mod">
          <ac:chgData name="Sivaramakrishnan, Narayanan" userId="S::narayanan.sivaramakrishnan@capgemini.com::341b1ffd-5577-42b1-9704-45069781f0b3" providerId="AD" clId="Web-{F58DB6CF-EEC2-287D-8978-E8FE7FEA3E6F}" dt="2024-06-03T15:10:23.303" v="541" actId="14100"/>
          <ac:spMkLst>
            <pc:docMk/>
            <pc:sldMk cId="2759881903" sldId="2147474196"/>
            <ac:spMk id="54" creationId="{A2D9E38B-28BB-C06D-9D5B-924105E27D1F}"/>
          </ac:spMkLst>
        </pc:spChg>
        <pc:spChg chg="add mod">
          <ac:chgData name="Sivaramakrishnan, Narayanan" userId="S::narayanan.sivaramakrishnan@capgemini.com::341b1ffd-5577-42b1-9704-45069781f0b3" providerId="AD" clId="Web-{F58DB6CF-EEC2-287D-8978-E8FE7FEA3E6F}" dt="2024-06-03T15:09:50.880" v="529" actId="1076"/>
          <ac:spMkLst>
            <pc:docMk/>
            <pc:sldMk cId="2759881903" sldId="2147474196"/>
            <ac:spMk id="56" creationId="{EE5A0B43-ACB2-1938-D560-060C6BD81723}"/>
          </ac:spMkLst>
        </pc:spChg>
        <pc:spChg chg="add mod">
          <ac:chgData name="Sivaramakrishnan, Narayanan" userId="S::narayanan.sivaramakrishnan@capgemini.com::341b1ffd-5577-42b1-9704-45069781f0b3" providerId="AD" clId="Web-{F58DB6CF-EEC2-287D-8978-E8FE7FEA3E6F}" dt="2024-06-03T15:10:13.990" v="538" actId="1076"/>
          <ac:spMkLst>
            <pc:docMk/>
            <pc:sldMk cId="2759881903" sldId="2147474196"/>
            <ac:spMk id="58" creationId="{F1C4B105-F37A-4901-BE40-E63D233C4918}"/>
          </ac:spMkLst>
        </pc:spChg>
        <pc:spChg chg="add mod">
          <ac:chgData name="Sivaramakrishnan, Narayanan" userId="S::narayanan.sivaramakrishnan@capgemini.com::341b1ffd-5577-42b1-9704-45069781f0b3" providerId="AD" clId="Web-{F58DB6CF-EEC2-287D-8978-E8FE7FEA3E6F}" dt="2024-06-03T15:09:51.005" v="531" actId="1076"/>
          <ac:spMkLst>
            <pc:docMk/>
            <pc:sldMk cId="2759881903" sldId="2147474196"/>
            <ac:spMk id="60" creationId="{D5C8B4B6-3170-2EF5-91FA-06094867284B}"/>
          </ac:spMkLst>
        </pc:spChg>
        <pc:spChg chg="add mod">
          <ac:chgData name="Sivaramakrishnan, Narayanan" userId="S::narayanan.sivaramakrishnan@capgemini.com::341b1ffd-5577-42b1-9704-45069781f0b3" providerId="AD" clId="Web-{F58DB6CF-EEC2-287D-8978-E8FE7FEA3E6F}" dt="2024-06-04T16:28:18.817" v="639" actId="20577"/>
          <ac:spMkLst>
            <pc:docMk/>
            <pc:sldMk cId="2759881903" sldId="2147474196"/>
            <ac:spMk id="62" creationId="{8A9A5BC5-9701-3144-35CC-08AA4D5AB0AB}"/>
          </ac:spMkLst>
        </pc:spChg>
        <pc:spChg chg="add mod">
          <ac:chgData name="Sivaramakrishnan, Narayanan" userId="S::narayanan.sivaramakrishnan@capgemini.com::341b1ffd-5577-42b1-9704-45069781f0b3" providerId="AD" clId="Web-{F58DB6CF-EEC2-287D-8978-E8FE7FEA3E6F}" dt="2024-06-03T15:09:51.130" v="533" actId="1076"/>
          <ac:spMkLst>
            <pc:docMk/>
            <pc:sldMk cId="2759881903" sldId="2147474196"/>
            <ac:spMk id="64" creationId="{93DF4904-2C0C-CFB5-3162-74C6ADB2EDBA}"/>
          </ac:spMkLst>
        </pc:spChg>
        <pc:spChg chg="add mod">
          <ac:chgData name="Sivaramakrishnan, Narayanan" userId="S::narayanan.sivaramakrishnan@capgemini.com::341b1ffd-5577-42b1-9704-45069781f0b3" providerId="AD" clId="Web-{F58DB6CF-EEC2-287D-8978-E8FE7FEA3E6F}" dt="2024-06-03T15:09:51.255" v="535" actId="1076"/>
          <ac:spMkLst>
            <pc:docMk/>
            <pc:sldMk cId="2759881903" sldId="2147474196"/>
            <ac:spMk id="65" creationId="{A1227A7F-1C23-89B8-819D-F1ECAF207FBA}"/>
          </ac:spMkLst>
        </pc:spChg>
        <pc:graphicFrameChg chg="add del mod">
          <ac:chgData name="Sivaramakrishnan, Narayanan" userId="S::narayanan.sivaramakrishnan@capgemini.com::341b1ffd-5577-42b1-9704-45069781f0b3" providerId="AD" clId="Web-{F58DB6CF-EEC2-287D-8978-E8FE7FEA3E6F}" dt="2024-06-03T14:38:13.021" v="225"/>
          <ac:graphicFrameMkLst>
            <pc:docMk/>
            <pc:sldMk cId="2759881903" sldId="2147474196"/>
            <ac:graphicFrameMk id="8" creationId="{8C2DD976-E74F-799D-F71D-4BB6F2E362B7}"/>
          </ac:graphicFrameMkLst>
        </pc:graphicFrameChg>
        <pc:graphicFrameChg chg="add mod modGraphic">
          <ac:chgData name="Sivaramakrishnan, Narayanan" userId="S::narayanan.sivaramakrishnan@capgemini.com::341b1ffd-5577-42b1-9704-45069781f0b3" providerId="AD" clId="Web-{F58DB6CF-EEC2-287D-8978-E8FE7FEA3E6F}" dt="2024-06-03T15:09:51.193" v="534" actId="1076"/>
          <ac:graphicFrameMkLst>
            <pc:docMk/>
            <pc:sldMk cId="2759881903" sldId="2147474196"/>
            <ac:graphicFrameMk id="40" creationId="{8C76BFE0-7E0C-2BEA-EA90-34B10D67DC01}"/>
          </ac:graphicFrameMkLst>
        </pc:graphicFrameChg>
        <pc:cxnChg chg="add del">
          <ac:chgData name="Sivaramakrishnan, Narayanan" userId="S::narayanan.sivaramakrishnan@capgemini.com::341b1ffd-5577-42b1-9704-45069781f0b3" providerId="AD" clId="Web-{F58DB6CF-EEC2-287D-8978-E8FE7FEA3E6F}" dt="2024-06-03T14:38:13.021" v="222"/>
          <ac:cxnSpMkLst>
            <pc:docMk/>
            <pc:sldMk cId="2759881903" sldId="2147474196"/>
            <ac:cxnSpMk id="15" creationId="{F06B5690-F859-6C6B-C4A8-118B027BBE53}"/>
          </ac:cxnSpMkLst>
        </pc:cxnChg>
        <pc:cxnChg chg="add del mod">
          <ac:chgData name="Sivaramakrishnan, Narayanan" userId="S::narayanan.sivaramakrishnan@capgemini.com::341b1ffd-5577-42b1-9704-45069781f0b3" providerId="AD" clId="Web-{F58DB6CF-EEC2-287D-8978-E8FE7FEA3E6F}" dt="2024-06-03T15:06:20.014" v="489"/>
          <ac:cxnSpMkLst>
            <pc:docMk/>
            <pc:sldMk cId="2759881903" sldId="2147474196"/>
            <ac:cxnSpMk id="46" creationId="{F8BB1F9B-0D95-4086-386C-5757C7F2A22F}"/>
          </ac:cxnSpMkLst>
        </pc:cxnChg>
      </pc:sldChg>
      <pc:sldChg chg="modSp">
        <pc:chgData name="Sivaramakrishnan, Narayanan" userId="S::narayanan.sivaramakrishnan@capgemini.com::341b1ffd-5577-42b1-9704-45069781f0b3" providerId="AD" clId="Web-{F58DB6CF-EEC2-287D-8978-E8FE7FEA3E6F}" dt="2024-06-04T16:41:29.548" v="660"/>
        <pc:sldMkLst>
          <pc:docMk/>
          <pc:sldMk cId="1906058678" sldId="2147474198"/>
        </pc:sldMkLst>
        <pc:spChg chg="mod">
          <ac:chgData name="Sivaramakrishnan, Narayanan" userId="S::narayanan.sivaramakrishnan@capgemini.com::341b1ffd-5577-42b1-9704-45069781f0b3" providerId="AD" clId="Web-{F58DB6CF-EEC2-287D-8978-E8FE7FEA3E6F}" dt="2024-06-03T15:19:50.697" v="623" actId="20577"/>
          <ac:spMkLst>
            <pc:docMk/>
            <pc:sldMk cId="1906058678" sldId="2147474198"/>
            <ac:spMk id="7" creationId="{22DAD999-1CE4-8496-D3EC-84DE3C010352}"/>
          </ac:spMkLst>
        </pc:spChg>
        <pc:graphicFrameChg chg="mod modGraphic">
          <ac:chgData name="Sivaramakrishnan, Narayanan" userId="S::narayanan.sivaramakrishnan@capgemini.com::341b1ffd-5577-42b1-9704-45069781f0b3" providerId="AD" clId="Web-{F58DB6CF-EEC2-287D-8978-E8FE7FEA3E6F}" dt="2024-06-04T16:41:29.548" v="660"/>
          <ac:graphicFrameMkLst>
            <pc:docMk/>
            <pc:sldMk cId="1906058678" sldId="2147474198"/>
            <ac:graphicFrameMk id="5" creationId="{5E658667-5B80-7E8D-0F4B-BC96CC1C1609}"/>
          </ac:graphicFrameMkLst>
        </pc:graphicFrameChg>
      </pc:sldChg>
      <pc:sldChg chg="modSp">
        <pc:chgData name="Sivaramakrishnan, Narayanan" userId="S::narayanan.sivaramakrishnan@capgemini.com::341b1ffd-5577-42b1-9704-45069781f0b3" providerId="AD" clId="Web-{F58DB6CF-EEC2-287D-8978-E8FE7FEA3E6F}" dt="2024-06-03T15:18:38.663" v="603" actId="20577"/>
        <pc:sldMkLst>
          <pc:docMk/>
          <pc:sldMk cId="35875273" sldId="2147475793"/>
        </pc:sldMkLst>
        <pc:spChg chg="mod">
          <ac:chgData name="Sivaramakrishnan, Narayanan" userId="S::narayanan.sivaramakrishnan@capgemini.com::341b1ffd-5577-42b1-9704-45069781f0b3" providerId="AD" clId="Web-{F58DB6CF-EEC2-287D-8978-E8FE7FEA3E6F}" dt="2024-06-03T15:18:38.663" v="603" actId="20577"/>
          <ac:spMkLst>
            <pc:docMk/>
            <pc:sldMk cId="35875273" sldId="2147475793"/>
            <ac:spMk id="6" creationId="{DBF12C14-EF12-4ED5-9B62-8D1F4F53C626}"/>
          </ac:spMkLst>
        </pc:spChg>
      </pc:sldChg>
      <pc:sldChg chg="modSp">
        <pc:chgData name="Sivaramakrishnan, Narayanan" userId="S::narayanan.sivaramakrishnan@capgemini.com::341b1ffd-5577-42b1-9704-45069781f0b3" providerId="AD" clId="Web-{F58DB6CF-EEC2-287D-8978-E8FE7FEA3E6F}" dt="2024-06-04T16:37:54.556" v="644" actId="20577"/>
        <pc:sldMkLst>
          <pc:docMk/>
          <pc:sldMk cId="1001885555" sldId="2147475796"/>
        </pc:sldMkLst>
        <pc:spChg chg="mod">
          <ac:chgData name="Sivaramakrishnan, Narayanan" userId="S::narayanan.sivaramakrishnan@capgemini.com::341b1ffd-5577-42b1-9704-45069781f0b3" providerId="AD" clId="Web-{F58DB6CF-EEC2-287D-8978-E8FE7FEA3E6F}" dt="2024-06-04T16:37:54.556" v="644" actId="20577"/>
          <ac:spMkLst>
            <pc:docMk/>
            <pc:sldMk cId="1001885555" sldId="2147475796"/>
            <ac:spMk id="23" creationId="{F41F6C11-121F-FB9F-CA43-AE1640376333}"/>
          </ac:spMkLst>
        </pc:spChg>
      </pc:sldChg>
      <pc:sldChg chg="mod ord modShow">
        <pc:chgData name="Sivaramakrishnan, Narayanan" userId="S::narayanan.sivaramakrishnan@capgemini.com::341b1ffd-5577-42b1-9704-45069781f0b3" providerId="AD" clId="Web-{F58DB6CF-EEC2-287D-8978-E8FE7FEA3E6F}" dt="2024-06-03T16:24:26.758" v="626"/>
        <pc:sldMkLst>
          <pc:docMk/>
          <pc:sldMk cId="1639103724" sldId="2147475798"/>
        </pc:sldMkLst>
      </pc:sldChg>
      <pc:sldChg chg="modSp mod ord modShow">
        <pc:chgData name="Sivaramakrishnan, Narayanan" userId="S::narayanan.sivaramakrishnan@capgemini.com::341b1ffd-5577-42b1-9704-45069781f0b3" providerId="AD" clId="Web-{F58DB6CF-EEC2-287D-8978-E8FE7FEA3E6F}" dt="2024-06-03T16:24:56.180" v="627"/>
        <pc:sldMkLst>
          <pc:docMk/>
          <pc:sldMk cId="1723140974" sldId="2147475799"/>
        </pc:sldMkLst>
        <pc:graphicFrameChg chg="modGraphic">
          <ac:chgData name="Sivaramakrishnan, Narayanan" userId="S::narayanan.sivaramakrishnan@capgemini.com::341b1ffd-5577-42b1-9704-45069781f0b3" providerId="AD" clId="Web-{F58DB6CF-EEC2-287D-8978-E8FE7FEA3E6F}" dt="2024-06-03T12:52:20.014" v="180"/>
          <ac:graphicFrameMkLst>
            <pc:docMk/>
            <pc:sldMk cId="1723140974" sldId="2147475799"/>
            <ac:graphicFrameMk id="22" creationId="{913B0855-5AC1-4259-556E-3EAAD696C284}"/>
          </ac:graphicFrameMkLst>
        </pc:graphicFrameChg>
      </pc:sldChg>
    </pc:docChg>
  </pc:docChgLst>
  <pc:docChgLst>
    <pc:chgData name="Gudla, Natraj" userId="1b097815-ad51-435d-a557-eb69be7a0b69" providerId="ADAL" clId="{8D5589CB-43D0-4C79-AE70-BEB7489FDE7D}"/>
    <pc:docChg chg="undo redo custSel addSld delSld modSld sldOrd">
      <pc:chgData name="Gudla, Natraj" userId="1b097815-ad51-435d-a557-eb69be7a0b69" providerId="ADAL" clId="{8D5589CB-43D0-4C79-AE70-BEB7489FDE7D}" dt="2024-06-26T08:29:28.936" v="6750" actId="20577"/>
      <pc:docMkLst>
        <pc:docMk/>
      </pc:docMkLst>
      <pc:sldChg chg="del">
        <pc:chgData name="Gudla, Natraj" userId="1b097815-ad51-435d-a557-eb69be7a0b69" providerId="ADAL" clId="{8D5589CB-43D0-4C79-AE70-BEB7489FDE7D}" dt="2024-06-20T03:36:05.231" v="1736" actId="47"/>
        <pc:sldMkLst>
          <pc:docMk/>
          <pc:sldMk cId="1580444266" sldId="2076137829"/>
        </pc:sldMkLst>
      </pc:sldChg>
      <pc:sldChg chg="modSp mod">
        <pc:chgData name="Gudla, Natraj" userId="1b097815-ad51-435d-a557-eb69be7a0b69" providerId="ADAL" clId="{8D5589CB-43D0-4C79-AE70-BEB7489FDE7D}" dt="2024-06-20T06:07:28.394" v="3908" actId="6549"/>
        <pc:sldMkLst>
          <pc:docMk/>
          <pc:sldMk cId="2815566877" sldId="2076137832"/>
        </pc:sldMkLst>
        <pc:spChg chg="mod">
          <ac:chgData name="Gudla, Natraj" userId="1b097815-ad51-435d-a557-eb69be7a0b69" providerId="ADAL" clId="{8D5589CB-43D0-4C79-AE70-BEB7489FDE7D}" dt="2024-06-20T06:07:28.394" v="3908" actId="6549"/>
          <ac:spMkLst>
            <pc:docMk/>
            <pc:sldMk cId="2815566877" sldId="2076137832"/>
            <ac:spMk id="3" creationId="{155FCA84-4387-498D-8202-97BC1B4142D0}"/>
          </ac:spMkLst>
        </pc:spChg>
      </pc:sldChg>
      <pc:sldChg chg="modSp mod">
        <pc:chgData name="Gudla, Natraj" userId="1b097815-ad51-435d-a557-eb69be7a0b69" providerId="ADAL" clId="{8D5589CB-43D0-4C79-AE70-BEB7489FDE7D}" dt="2024-06-25T03:44:47.342" v="4284" actId="20577"/>
        <pc:sldMkLst>
          <pc:docMk/>
          <pc:sldMk cId="4240461515" sldId="2076137833"/>
        </pc:sldMkLst>
        <pc:spChg chg="mod">
          <ac:chgData name="Gudla, Natraj" userId="1b097815-ad51-435d-a557-eb69be7a0b69" providerId="ADAL" clId="{8D5589CB-43D0-4C79-AE70-BEB7489FDE7D}" dt="2024-06-25T03:44:47.342" v="4284" actId="20577"/>
          <ac:spMkLst>
            <pc:docMk/>
            <pc:sldMk cId="4240461515" sldId="2076137833"/>
            <ac:spMk id="3" creationId="{FC49C433-38DC-42A4-AEF1-D936F52843D7}"/>
          </ac:spMkLst>
        </pc:spChg>
      </pc:sldChg>
      <pc:sldChg chg="modSp del mod">
        <pc:chgData name="Gudla, Natraj" userId="1b097815-ad51-435d-a557-eb69be7a0b69" providerId="ADAL" clId="{8D5589CB-43D0-4C79-AE70-BEB7489FDE7D}" dt="2024-06-14T05:16:46.613" v="363" actId="47"/>
        <pc:sldMkLst>
          <pc:docMk/>
          <pc:sldMk cId="2411987227" sldId="2147474112"/>
        </pc:sldMkLst>
        <pc:spChg chg="mod">
          <ac:chgData name="Gudla, Natraj" userId="1b097815-ad51-435d-a557-eb69be7a0b69" providerId="ADAL" clId="{8D5589CB-43D0-4C79-AE70-BEB7489FDE7D}" dt="2024-06-12T04:43:58.467" v="61" actId="20577"/>
          <ac:spMkLst>
            <pc:docMk/>
            <pc:sldMk cId="2411987227" sldId="2147474112"/>
            <ac:spMk id="206" creationId="{2FD49DFE-19EC-66FC-5C41-D1CFFA9C6481}"/>
          </ac:spMkLst>
        </pc:spChg>
      </pc:sldChg>
      <pc:sldChg chg="modSp del mod">
        <pc:chgData name="Gudla, Natraj" userId="1b097815-ad51-435d-a557-eb69be7a0b69" providerId="ADAL" clId="{8D5589CB-43D0-4C79-AE70-BEB7489FDE7D}" dt="2024-06-26T07:54:17.791" v="6245" actId="47"/>
        <pc:sldMkLst>
          <pc:docMk/>
          <pc:sldMk cId="2479366280" sldId="2147474117"/>
        </pc:sldMkLst>
        <pc:spChg chg="mod">
          <ac:chgData name="Gudla, Natraj" userId="1b097815-ad51-435d-a557-eb69be7a0b69" providerId="ADAL" clId="{8D5589CB-43D0-4C79-AE70-BEB7489FDE7D}" dt="2024-06-18T03:54:12.662" v="614" actId="20577"/>
          <ac:spMkLst>
            <pc:docMk/>
            <pc:sldMk cId="2479366280" sldId="2147474117"/>
            <ac:spMk id="194" creationId="{7CF7844C-39B9-4E6B-EB09-046B05ACC964}"/>
          </ac:spMkLst>
        </pc:spChg>
      </pc:sldChg>
      <pc:sldChg chg="modSp mod">
        <pc:chgData name="Gudla, Natraj" userId="1b097815-ad51-435d-a557-eb69be7a0b69" providerId="ADAL" clId="{8D5589CB-43D0-4C79-AE70-BEB7489FDE7D}" dt="2024-06-12T07:53:22.392" v="91" actId="20577"/>
        <pc:sldMkLst>
          <pc:docMk/>
          <pc:sldMk cId="2001861423" sldId="2147474153"/>
        </pc:sldMkLst>
        <pc:graphicFrameChg chg="modGraphic">
          <ac:chgData name="Gudla, Natraj" userId="1b097815-ad51-435d-a557-eb69be7a0b69" providerId="ADAL" clId="{8D5589CB-43D0-4C79-AE70-BEB7489FDE7D}" dt="2024-06-12T07:53:22.392" v="91" actId="20577"/>
          <ac:graphicFrameMkLst>
            <pc:docMk/>
            <pc:sldMk cId="2001861423" sldId="2147474153"/>
            <ac:graphicFrameMk id="8" creationId="{0449F75F-2706-876C-71DE-D728F38E233D}"/>
          </ac:graphicFrameMkLst>
        </pc:graphicFrameChg>
      </pc:sldChg>
      <pc:sldChg chg="addSp modSp mod">
        <pc:chgData name="Gudla, Natraj" userId="1b097815-ad51-435d-a557-eb69be7a0b69" providerId="ADAL" clId="{8D5589CB-43D0-4C79-AE70-BEB7489FDE7D}" dt="2024-06-21T03:38:09.780" v="4088" actId="20577"/>
        <pc:sldMkLst>
          <pc:docMk/>
          <pc:sldMk cId="2251188276" sldId="2147474154"/>
        </pc:sldMkLst>
        <pc:spChg chg="add mod">
          <ac:chgData name="Gudla, Natraj" userId="1b097815-ad51-435d-a557-eb69be7a0b69" providerId="ADAL" clId="{8D5589CB-43D0-4C79-AE70-BEB7489FDE7D}" dt="2024-06-19T12:18:17.359" v="1556" actId="20577"/>
          <ac:spMkLst>
            <pc:docMk/>
            <pc:sldMk cId="2251188276" sldId="2147474154"/>
            <ac:spMk id="4" creationId="{79ECF27B-342F-3721-BD32-737F7146DDFA}"/>
          </ac:spMkLst>
        </pc:spChg>
        <pc:graphicFrameChg chg="mod modGraphic">
          <ac:chgData name="Gudla, Natraj" userId="1b097815-ad51-435d-a557-eb69be7a0b69" providerId="ADAL" clId="{8D5589CB-43D0-4C79-AE70-BEB7489FDE7D}" dt="2024-06-19T12:20:16.473" v="1609" actId="2062"/>
          <ac:graphicFrameMkLst>
            <pc:docMk/>
            <pc:sldMk cId="2251188276" sldId="2147474154"/>
            <ac:graphicFrameMk id="2" creationId="{F1AF107A-F151-DF54-AA2A-F9C5CDF5B288}"/>
          </ac:graphicFrameMkLst>
        </pc:graphicFrameChg>
        <pc:graphicFrameChg chg="add mod modGraphic">
          <ac:chgData name="Gudla, Natraj" userId="1b097815-ad51-435d-a557-eb69be7a0b69" providerId="ADAL" clId="{8D5589CB-43D0-4C79-AE70-BEB7489FDE7D}" dt="2024-06-21T03:38:09.780" v="4088" actId="20577"/>
          <ac:graphicFrameMkLst>
            <pc:docMk/>
            <pc:sldMk cId="2251188276" sldId="2147474154"/>
            <ac:graphicFrameMk id="5" creationId="{BF963F44-2AF5-0D18-B298-EC70E47829C5}"/>
          </ac:graphicFrameMkLst>
        </pc:graphicFrameChg>
      </pc:sldChg>
      <pc:sldChg chg="del">
        <pc:chgData name="Gudla, Natraj" userId="1b097815-ad51-435d-a557-eb69be7a0b69" providerId="ADAL" clId="{8D5589CB-43D0-4C79-AE70-BEB7489FDE7D}" dt="2024-06-26T07:54:16.864" v="6243" actId="47"/>
        <pc:sldMkLst>
          <pc:docMk/>
          <pc:sldMk cId="2318877968" sldId="2147474163"/>
        </pc:sldMkLst>
      </pc:sldChg>
      <pc:sldChg chg="addSp delSp modSp mod">
        <pc:chgData name="Gudla, Natraj" userId="1b097815-ad51-435d-a557-eb69be7a0b69" providerId="ADAL" clId="{8D5589CB-43D0-4C79-AE70-BEB7489FDE7D}" dt="2024-06-26T08:01:36.732" v="6258" actId="1076"/>
        <pc:sldMkLst>
          <pc:docMk/>
          <pc:sldMk cId="3571720637" sldId="2147474170"/>
        </pc:sldMkLst>
        <pc:spChg chg="mod">
          <ac:chgData name="Gudla, Natraj" userId="1b097815-ad51-435d-a557-eb69be7a0b69" providerId="ADAL" clId="{8D5589CB-43D0-4C79-AE70-BEB7489FDE7D}" dt="2024-06-24T12:26:56.899" v="4097" actId="1076"/>
          <ac:spMkLst>
            <pc:docMk/>
            <pc:sldMk cId="3571720637" sldId="2147474170"/>
            <ac:spMk id="12" creationId="{4D9DB406-FA3E-B835-D389-2A10E6D8909A}"/>
          </ac:spMkLst>
        </pc:spChg>
        <pc:graphicFrameChg chg="del">
          <ac:chgData name="Gudla, Natraj" userId="1b097815-ad51-435d-a557-eb69be7a0b69" providerId="ADAL" clId="{8D5589CB-43D0-4C79-AE70-BEB7489FDE7D}" dt="2024-06-24T12:26:58.688" v="4098" actId="478"/>
          <ac:graphicFrameMkLst>
            <pc:docMk/>
            <pc:sldMk cId="3571720637" sldId="2147474170"/>
            <ac:graphicFrameMk id="4" creationId="{92C95F7B-5896-B5F4-6F5B-44982AD2CE73}"/>
          </ac:graphicFrameMkLst>
        </pc:graphicFrameChg>
        <pc:graphicFrameChg chg="add mod">
          <ac:chgData name="Gudla, Natraj" userId="1b097815-ad51-435d-a557-eb69be7a0b69" providerId="ADAL" clId="{8D5589CB-43D0-4C79-AE70-BEB7489FDE7D}" dt="2024-06-26T08:01:36.732" v="6258" actId="1076"/>
          <ac:graphicFrameMkLst>
            <pc:docMk/>
            <pc:sldMk cId="3571720637" sldId="2147474170"/>
            <ac:graphicFrameMk id="5" creationId="{1C9E509A-046D-B36A-F951-A7D28A00A329}"/>
          </ac:graphicFrameMkLst>
        </pc:graphicFrameChg>
        <pc:graphicFrameChg chg="del mod modGraphic">
          <ac:chgData name="Gudla, Natraj" userId="1b097815-ad51-435d-a557-eb69be7a0b69" providerId="ADAL" clId="{8D5589CB-43D0-4C79-AE70-BEB7489FDE7D}" dt="2024-06-26T08:01:30.741" v="6256" actId="478"/>
          <ac:graphicFrameMkLst>
            <pc:docMk/>
            <pc:sldMk cId="3571720637" sldId="2147474170"/>
            <ac:graphicFrameMk id="6" creationId="{640CD144-1BC9-FD87-CD60-5B1E4D3675A6}"/>
          </ac:graphicFrameMkLst>
        </pc:graphicFrameChg>
        <pc:picChg chg="mod">
          <ac:chgData name="Gudla, Natraj" userId="1b097815-ad51-435d-a557-eb69be7a0b69" providerId="ADAL" clId="{8D5589CB-43D0-4C79-AE70-BEB7489FDE7D}" dt="2024-06-26T07:46:38.774" v="6234" actId="14100"/>
          <ac:picMkLst>
            <pc:docMk/>
            <pc:sldMk cId="3571720637" sldId="2147474170"/>
            <ac:picMk id="2" creationId="{7A03885E-38C4-04C5-4260-E0F5AB7A489E}"/>
          </ac:picMkLst>
        </pc:picChg>
        <pc:picChg chg="mod">
          <ac:chgData name="Gudla, Natraj" userId="1b097815-ad51-435d-a557-eb69be7a0b69" providerId="ADAL" clId="{8D5589CB-43D0-4C79-AE70-BEB7489FDE7D}" dt="2024-06-26T07:46:42.705" v="6236" actId="14100"/>
          <ac:picMkLst>
            <pc:docMk/>
            <pc:sldMk cId="3571720637" sldId="2147474170"/>
            <ac:picMk id="4" creationId="{719DE240-1717-C468-818F-58900D0DE420}"/>
          </ac:picMkLst>
        </pc:picChg>
        <pc:picChg chg="del">
          <ac:chgData name="Gudla, Natraj" userId="1b097815-ad51-435d-a557-eb69be7a0b69" providerId="ADAL" clId="{8D5589CB-43D0-4C79-AE70-BEB7489FDE7D}" dt="2024-06-24T12:26:26.313" v="4090" actId="478"/>
          <ac:picMkLst>
            <pc:docMk/>
            <pc:sldMk cId="3571720637" sldId="2147474170"/>
            <ac:picMk id="5" creationId="{13AB448D-9EA6-3508-6E8D-1CA6A0CBB945}"/>
          </ac:picMkLst>
        </pc:picChg>
        <pc:picChg chg="del mod">
          <ac:chgData name="Gudla, Natraj" userId="1b097815-ad51-435d-a557-eb69be7a0b69" providerId="ADAL" clId="{8D5589CB-43D0-4C79-AE70-BEB7489FDE7D}" dt="2024-06-26T07:44:54.497" v="6226" actId="478"/>
          <ac:picMkLst>
            <pc:docMk/>
            <pc:sldMk cId="3571720637" sldId="2147474170"/>
            <ac:picMk id="7" creationId="{599DDAA1-F6F2-9BB6-E701-61E4F9B155ED}"/>
          </ac:picMkLst>
        </pc:picChg>
      </pc:sldChg>
      <pc:sldChg chg="delSp modSp mod">
        <pc:chgData name="Gudla, Natraj" userId="1b097815-ad51-435d-a557-eb69be7a0b69" providerId="ADAL" clId="{8D5589CB-43D0-4C79-AE70-BEB7489FDE7D}" dt="2024-06-26T08:01:14.665" v="6255" actId="1076"/>
        <pc:sldMkLst>
          <pc:docMk/>
          <pc:sldMk cId="3429204321" sldId="2147474174"/>
        </pc:sldMkLst>
        <pc:graphicFrameChg chg="mod modGraphic">
          <ac:chgData name="Gudla, Natraj" userId="1b097815-ad51-435d-a557-eb69be7a0b69" providerId="ADAL" clId="{8D5589CB-43D0-4C79-AE70-BEB7489FDE7D}" dt="2024-06-26T08:01:14.665" v="6255" actId="1076"/>
          <ac:graphicFrameMkLst>
            <pc:docMk/>
            <pc:sldMk cId="3429204321" sldId="2147474174"/>
            <ac:graphicFrameMk id="6" creationId="{640CD144-1BC9-FD87-CD60-5B1E4D3675A6}"/>
          </ac:graphicFrameMkLst>
        </pc:graphicFrameChg>
        <pc:picChg chg="del mod">
          <ac:chgData name="Gudla, Natraj" userId="1b097815-ad51-435d-a557-eb69be7a0b69" providerId="ADAL" clId="{8D5589CB-43D0-4C79-AE70-BEB7489FDE7D}" dt="2024-06-26T07:47:27.101" v="6237" actId="478"/>
          <ac:picMkLst>
            <pc:docMk/>
            <pc:sldMk cId="3429204321" sldId="2147474174"/>
            <ac:picMk id="2" creationId="{A0F952FC-F6C8-96F8-6C0F-992C8228055B}"/>
          </ac:picMkLst>
        </pc:picChg>
        <pc:picChg chg="mod">
          <ac:chgData name="Gudla, Natraj" userId="1b097815-ad51-435d-a557-eb69be7a0b69" providerId="ADAL" clId="{8D5589CB-43D0-4C79-AE70-BEB7489FDE7D}" dt="2024-06-26T08:00:58.195" v="6251" actId="14100"/>
          <ac:picMkLst>
            <pc:docMk/>
            <pc:sldMk cId="3429204321" sldId="2147474174"/>
            <ac:picMk id="4" creationId="{EBB91477-4389-C7F2-2D17-EA25C187EB59}"/>
          </ac:picMkLst>
        </pc:picChg>
        <pc:picChg chg="mod">
          <ac:chgData name="Gudla, Natraj" userId="1b097815-ad51-435d-a557-eb69be7a0b69" providerId="ADAL" clId="{8D5589CB-43D0-4C79-AE70-BEB7489FDE7D}" dt="2024-06-26T08:00:51.775" v="6249" actId="1076"/>
          <ac:picMkLst>
            <pc:docMk/>
            <pc:sldMk cId="3429204321" sldId="2147474174"/>
            <ac:picMk id="5" creationId="{A1FE8378-75C0-3D18-902D-A7AF66FA4CA0}"/>
          </ac:picMkLst>
        </pc:picChg>
        <pc:picChg chg="del">
          <ac:chgData name="Gudla, Natraj" userId="1b097815-ad51-435d-a557-eb69be7a0b69" providerId="ADAL" clId="{8D5589CB-43D0-4C79-AE70-BEB7489FDE7D}" dt="2024-06-24T12:28:42.179" v="4120" actId="478"/>
          <ac:picMkLst>
            <pc:docMk/>
            <pc:sldMk cId="3429204321" sldId="2147474174"/>
            <ac:picMk id="11" creationId="{D54DFB0D-4450-9624-403D-43E2A6DBAFA1}"/>
          </ac:picMkLst>
        </pc:picChg>
        <pc:picChg chg="del">
          <ac:chgData name="Gudla, Natraj" userId="1b097815-ad51-435d-a557-eb69be7a0b69" providerId="ADAL" clId="{8D5589CB-43D0-4C79-AE70-BEB7489FDE7D}" dt="2024-06-26T08:00:27.571" v="6246" actId="478"/>
          <ac:picMkLst>
            <pc:docMk/>
            <pc:sldMk cId="3429204321" sldId="2147474174"/>
            <ac:picMk id="12" creationId="{CBC98863-6110-6729-257D-7DABA3139C08}"/>
          </ac:picMkLst>
        </pc:picChg>
      </pc:sldChg>
      <pc:sldChg chg="modSp mod">
        <pc:chgData name="Gudla, Natraj" userId="1b097815-ad51-435d-a557-eb69be7a0b69" providerId="ADAL" clId="{8D5589CB-43D0-4C79-AE70-BEB7489FDE7D}" dt="2024-06-19T04:05:36.634" v="936" actId="6549"/>
        <pc:sldMkLst>
          <pc:docMk/>
          <pc:sldMk cId="2644422550" sldId="2147474183"/>
        </pc:sldMkLst>
        <pc:graphicFrameChg chg="modGraphic">
          <ac:chgData name="Gudla, Natraj" userId="1b097815-ad51-435d-a557-eb69be7a0b69" providerId="ADAL" clId="{8D5589CB-43D0-4C79-AE70-BEB7489FDE7D}" dt="2024-06-19T04:05:36.634" v="936" actId="6549"/>
          <ac:graphicFrameMkLst>
            <pc:docMk/>
            <pc:sldMk cId="2644422550" sldId="2147474183"/>
            <ac:graphicFrameMk id="4" creationId="{F708C304-FE42-4ADD-AC50-77DE33B73378}"/>
          </ac:graphicFrameMkLst>
        </pc:graphicFrameChg>
      </pc:sldChg>
      <pc:sldChg chg="modSp mod">
        <pc:chgData name="Gudla, Natraj" userId="1b097815-ad51-435d-a557-eb69be7a0b69" providerId="ADAL" clId="{8D5589CB-43D0-4C79-AE70-BEB7489FDE7D}" dt="2024-06-20T03:46:36.128" v="1937" actId="20577"/>
        <pc:sldMkLst>
          <pc:docMk/>
          <pc:sldMk cId="3450465591" sldId="2147474193"/>
        </pc:sldMkLst>
        <pc:spChg chg="mod">
          <ac:chgData name="Gudla, Natraj" userId="1b097815-ad51-435d-a557-eb69be7a0b69" providerId="ADAL" clId="{8D5589CB-43D0-4C79-AE70-BEB7489FDE7D}" dt="2024-06-20T03:46:36.128" v="1937" actId="20577"/>
          <ac:spMkLst>
            <pc:docMk/>
            <pc:sldMk cId="3450465591" sldId="2147474193"/>
            <ac:spMk id="24" creationId="{DE9F6699-A4EB-E190-A87C-48F569402D5E}"/>
          </ac:spMkLst>
        </pc:spChg>
      </pc:sldChg>
      <pc:sldChg chg="modSp mod">
        <pc:chgData name="Gudla, Natraj" userId="1b097815-ad51-435d-a557-eb69be7a0b69" providerId="ADAL" clId="{8D5589CB-43D0-4C79-AE70-BEB7489FDE7D}" dt="2024-06-20T03:59:08.702" v="2246" actId="6549"/>
        <pc:sldMkLst>
          <pc:docMk/>
          <pc:sldMk cId="374347881" sldId="2147474194"/>
        </pc:sldMkLst>
        <pc:spChg chg="mod">
          <ac:chgData name="Gudla, Natraj" userId="1b097815-ad51-435d-a557-eb69be7a0b69" providerId="ADAL" clId="{8D5589CB-43D0-4C79-AE70-BEB7489FDE7D}" dt="2024-06-20T03:54:44.114" v="1951" actId="1076"/>
          <ac:spMkLst>
            <pc:docMk/>
            <pc:sldMk cId="374347881" sldId="2147474194"/>
            <ac:spMk id="2" creationId="{DB52411C-42EE-C25D-BB6B-78BD55883BCA}"/>
          </ac:spMkLst>
        </pc:spChg>
        <pc:spChg chg="mod">
          <ac:chgData name="Gudla, Natraj" userId="1b097815-ad51-435d-a557-eb69be7a0b69" providerId="ADAL" clId="{8D5589CB-43D0-4C79-AE70-BEB7489FDE7D}" dt="2024-06-20T03:59:08.702" v="2246" actId="6549"/>
          <ac:spMkLst>
            <pc:docMk/>
            <pc:sldMk cId="374347881" sldId="2147474194"/>
            <ac:spMk id="3" creationId="{C90AE33C-F0E6-6FFA-149D-E6FE71B03496}"/>
          </ac:spMkLst>
        </pc:spChg>
        <pc:spChg chg="mod">
          <ac:chgData name="Gudla, Natraj" userId="1b097815-ad51-435d-a557-eb69be7a0b69" providerId="ADAL" clId="{8D5589CB-43D0-4C79-AE70-BEB7489FDE7D}" dt="2024-06-20T03:55:26.436" v="1962" actId="1076"/>
          <ac:spMkLst>
            <pc:docMk/>
            <pc:sldMk cId="374347881" sldId="2147474194"/>
            <ac:spMk id="7" creationId="{0C13EC37-873E-1479-817C-0F603A4A4FDA}"/>
          </ac:spMkLst>
        </pc:spChg>
        <pc:spChg chg="mod">
          <ac:chgData name="Gudla, Natraj" userId="1b097815-ad51-435d-a557-eb69be7a0b69" providerId="ADAL" clId="{8D5589CB-43D0-4C79-AE70-BEB7489FDE7D}" dt="2024-06-20T03:54:40.068" v="1950" actId="1076"/>
          <ac:spMkLst>
            <pc:docMk/>
            <pc:sldMk cId="374347881" sldId="2147474194"/>
            <ac:spMk id="8" creationId="{88C93696-1864-0DC7-4D77-1E8EDFF33956}"/>
          </ac:spMkLst>
        </pc:spChg>
        <pc:spChg chg="mod">
          <ac:chgData name="Gudla, Natraj" userId="1b097815-ad51-435d-a557-eb69be7a0b69" providerId="ADAL" clId="{8D5589CB-43D0-4C79-AE70-BEB7489FDE7D}" dt="2024-06-20T03:58:46.039" v="2242" actId="1076"/>
          <ac:spMkLst>
            <pc:docMk/>
            <pc:sldMk cId="374347881" sldId="2147474194"/>
            <ac:spMk id="19" creationId="{4CB474D8-15F0-D82A-9E0E-DDC6776C875F}"/>
          </ac:spMkLst>
        </pc:spChg>
      </pc:sldChg>
      <pc:sldChg chg="modSp mod">
        <pc:chgData name="Gudla, Natraj" userId="1b097815-ad51-435d-a557-eb69be7a0b69" providerId="ADAL" clId="{8D5589CB-43D0-4C79-AE70-BEB7489FDE7D}" dt="2024-06-12T03:47:05.421" v="27" actId="20577"/>
        <pc:sldMkLst>
          <pc:docMk/>
          <pc:sldMk cId="3191873016" sldId="2147475791"/>
        </pc:sldMkLst>
        <pc:spChg chg="mod">
          <ac:chgData name="Gudla, Natraj" userId="1b097815-ad51-435d-a557-eb69be7a0b69" providerId="ADAL" clId="{8D5589CB-43D0-4C79-AE70-BEB7489FDE7D}" dt="2024-06-12T03:47:05.421" v="27" actId="20577"/>
          <ac:spMkLst>
            <pc:docMk/>
            <pc:sldMk cId="3191873016" sldId="2147475791"/>
            <ac:spMk id="11" creationId="{CD875C97-F7A6-5DD8-CB0C-A8AF4541D2B1}"/>
          </ac:spMkLst>
        </pc:spChg>
      </pc:sldChg>
      <pc:sldChg chg="modSp mod">
        <pc:chgData name="Gudla, Natraj" userId="1b097815-ad51-435d-a557-eb69be7a0b69" providerId="ADAL" clId="{8D5589CB-43D0-4C79-AE70-BEB7489FDE7D}" dt="2024-06-20T04:38:15.098" v="3502" actId="20577"/>
        <pc:sldMkLst>
          <pc:docMk/>
          <pc:sldMk cId="415626969" sldId="2147475792"/>
        </pc:sldMkLst>
        <pc:spChg chg="mod">
          <ac:chgData name="Gudla, Natraj" userId="1b097815-ad51-435d-a557-eb69be7a0b69" providerId="ADAL" clId="{8D5589CB-43D0-4C79-AE70-BEB7489FDE7D}" dt="2024-06-20T04:38:15.098" v="3502" actId="20577"/>
          <ac:spMkLst>
            <pc:docMk/>
            <pc:sldMk cId="415626969" sldId="2147475792"/>
            <ac:spMk id="7" creationId="{08103C3B-ECF5-47A9-E814-20A28BD040C1}"/>
          </ac:spMkLst>
        </pc:spChg>
      </pc:sldChg>
      <pc:sldChg chg="modCm">
        <pc:chgData name="Gudla, Natraj" userId="1b097815-ad51-435d-a557-eb69be7a0b69" providerId="ADAL" clId="{8D5589CB-43D0-4C79-AE70-BEB7489FDE7D}" dt="2024-06-21T05:26:51.789" v="4089" actId="2056"/>
        <pc:sldMkLst>
          <pc:docMk/>
          <pc:sldMk cId="1001885555" sldId="2147475796"/>
        </pc:sldMkLst>
        <pc:extLst>
          <p:ext xmlns:p="http://schemas.openxmlformats.org/presentationml/2006/main" uri="{D6D511B9-2390-475A-947B-AFAB55BFBCF1}">
            <pc226:cmChg xmlns:pc226="http://schemas.microsoft.com/office/powerpoint/2022/06/main/command" chg="mod">
              <pc226:chgData name="Gudla, Natraj" userId="1b097815-ad51-435d-a557-eb69be7a0b69" providerId="ADAL" clId="{8D5589CB-43D0-4C79-AE70-BEB7489FDE7D}" dt="2024-06-21T05:26:51.789" v="4089" actId="2056"/>
              <pc2:cmMkLst xmlns:pc2="http://schemas.microsoft.com/office/powerpoint/2019/9/main/command">
                <pc:docMk/>
                <pc:sldMk cId="1001885555" sldId="2147475796"/>
                <pc2:cmMk id="{6187E47D-BBEA-4C72-87DA-B268F556C1BE}"/>
              </pc2:cmMkLst>
            </pc226:cmChg>
          </p:ext>
        </pc:extLst>
      </pc:sldChg>
      <pc:sldChg chg="modSp mod">
        <pc:chgData name="Gudla, Natraj" userId="1b097815-ad51-435d-a557-eb69be7a0b69" providerId="ADAL" clId="{8D5589CB-43D0-4C79-AE70-BEB7489FDE7D}" dt="2024-06-20T04:26:26.710" v="3408" actId="20577"/>
        <pc:sldMkLst>
          <pc:docMk/>
          <pc:sldMk cId="2957828277" sldId="2147475800"/>
        </pc:sldMkLst>
        <pc:spChg chg="mod">
          <ac:chgData name="Gudla, Natraj" userId="1b097815-ad51-435d-a557-eb69be7a0b69" providerId="ADAL" clId="{8D5589CB-43D0-4C79-AE70-BEB7489FDE7D}" dt="2024-06-20T04:26:26.710" v="3408" actId="20577"/>
          <ac:spMkLst>
            <pc:docMk/>
            <pc:sldMk cId="2957828277" sldId="2147475800"/>
            <ac:spMk id="74" creationId="{B8F35326-3745-BD15-0F99-2EFB277E8EF9}"/>
          </ac:spMkLst>
        </pc:spChg>
      </pc:sldChg>
      <pc:sldChg chg="modSp mod">
        <pc:chgData name="Gudla, Natraj" userId="1b097815-ad51-435d-a557-eb69be7a0b69" providerId="ADAL" clId="{8D5589CB-43D0-4C79-AE70-BEB7489FDE7D}" dt="2024-06-20T03:39:03.551" v="1914" actId="20577"/>
        <pc:sldMkLst>
          <pc:docMk/>
          <pc:sldMk cId="35362297" sldId="2147475803"/>
        </pc:sldMkLst>
        <pc:graphicFrameChg chg="mod modGraphic">
          <ac:chgData name="Gudla, Natraj" userId="1b097815-ad51-435d-a557-eb69be7a0b69" providerId="ADAL" clId="{8D5589CB-43D0-4C79-AE70-BEB7489FDE7D}" dt="2024-06-20T03:39:03.551" v="1914" actId="20577"/>
          <ac:graphicFrameMkLst>
            <pc:docMk/>
            <pc:sldMk cId="35362297" sldId="2147475803"/>
            <ac:graphicFrameMk id="3" creationId="{FD56C828-1453-6F9B-E693-F4560ABB5040}"/>
          </ac:graphicFrameMkLst>
        </pc:graphicFrameChg>
      </pc:sldChg>
      <pc:sldChg chg="modSp">
        <pc:chgData name="Gudla, Natraj" userId="1b097815-ad51-435d-a557-eb69be7a0b69" providerId="ADAL" clId="{8D5589CB-43D0-4C79-AE70-BEB7489FDE7D}" dt="2024-06-14T05:14:50.803" v="222"/>
        <pc:sldMkLst>
          <pc:docMk/>
          <pc:sldMk cId="1422036111" sldId="2147475804"/>
        </pc:sldMkLst>
        <pc:graphicFrameChg chg="mod">
          <ac:chgData name="Gudla, Natraj" userId="1b097815-ad51-435d-a557-eb69be7a0b69" providerId="ADAL" clId="{8D5589CB-43D0-4C79-AE70-BEB7489FDE7D}" dt="2024-06-14T05:14:50.803" v="222"/>
          <ac:graphicFrameMkLst>
            <pc:docMk/>
            <pc:sldMk cId="1422036111" sldId="2147475804"/>
            <ac:graphicFrameMk id="5" creationId="{CF6892CF-D00C-EE57-C7AC-17CD8F880C65}"/>
          </ac:graphicFrameMkLst>
        </pc:graphicFrameChg>
      </pc:sldChg>
      <pc:sldChg chg="modSp mod">
        <pc:chgData name="Gudla, Natraj" userId="1b097815-ad51-435d-a557-eb69be7a0b69" providerId="ADAL" clId="{8D5589CB-43D0-4C79-AE70-BEB7489FDE7D}" dt="2024-06-14T05:16:42.933" v="362" actId="20577"/>
        <pc:sldMkLst>
          <pc:docMk/>
          <pc:sldMk cId="4067783145" sldId="2147475808"/>
        </pc:sldMkLst>
        <pc:spChg chg="mod">
          <ac:chgData name="Gudla, Natraj" userId="1b097815-ad51-435d-a557-eb69be7a0b69" providerId="ADAL" clId="{8D5589CB-43D0-4C79-AE70-BEB7489FDE7D}" dt="2024-06-14T05:16:42.933" v="362" actId="20577"/>
          <ac:spMkLst>
            <pc:docMk/>
            <pc:sldMk cId="4067783145" sldId="2147475808"/>
            <ac:spMk id="8" creationId="{0BE1088E-E037-E9AD-698C-A427F2872F5A}"/>
          </ac:spMkLst>
        </pc:spChg>
      </pc:sldChg>
      <pc:sldChg chg="modSp mod">
        <pc:chgData name="Gudla, Natraj" userId="1b097815-ad51-435d-a557-eb69be7a0b69" providerId="ADAL" clId="{8D5589CB-43D0-4C79-AE70-BEB7489FDE7D}" dt="2024-06-17T07:37:25.627" v="556" actId="207"/>
        <pc:sldMkLst>
          <pc:docMk/>
          <pc:sldMk cId="3869446577" sldId="2147475809"/>
        </pc:sldMkLst>
        <pc:spChg chg="mod">
          <ac:chgData name="Gudla, Natraj" userId="1b097815-ad51-435d-a557-eb69be7a0b69" providerId="ADAL" clId="{8D5589CB-43D0-4C79-AE70-BEB7489FDE7D}" dt="2024-06-17T07:37:19.492" v="555" actId="2085"/>
          <ac:spMkLst>
            <pc:docMk/>
            <pc:sldMk cId="3869446577" sldId="2147475809"/>
            <ac:spMk id="40" creationId="{BAD8929A-9F3C-5F5C-EEFB-27089C7A8ED7}"/>
          </ac:spMkLst>
        </pc:spChg>
        <pc:spChg chg="mod">
          <ac:chgData name="Gudla, Natraj" userId="1b097815-ad51-435d-a557-eb69be7a0b69" providerId="ADAL" clId="{8D5589CB-43D0-4C79-AE70-BEB7489FDE7D}" dt="2024-06-17T07:37:25.627" v="556" actId="207"/>
          <ac:spMkLst>
            <pc:docMk/>
            <pc:sldMk cId="3869446577" sldId="2147475809"/>
            <ac:spMk id="48" creationId="{E0424E79-A878-01CF-D1E7-A010098F26AC}"/>
          </ac:spMkLst>
        </pc:spChg>
      </pc:sldChg>
      <pc:sldChg chg="addSp delSp modSp mod">
        <pc:chgData name="Gudla, Natraj" userId="1b097815-ad51-435d-a557-eb69be7a0b69" providerId="ADAL" clId="{8D5589CB-43D0-4C79-AE70-BEB7489FDE7D}" dt="2024-06-19T04:04:52.653" v="932" actId="6549"/>
        <pc:sldMkLst>
          <pc:docMk/>
          <pc:sldMk cId="3252446741" sldId="2147475810"/>
        </pc:sldMkLst>
        <pc:spChg chg="mod">
          <ac:chgData name="Gudla, Natraj" userId="1b097815-ad51-435d-a557-eb69be7a0b69" providerId="ADAL" clId="{8D5589CB-43D0-4C79-AE70-BEB7489FDE7D}" dt="2024-06-17T07:29:24.840" v="365" actId="1076"/>
          <ac:spMkLst>
            <pc:docMk/>
            <pc:sldMk cId="3252446741" sldId="2147475810"/>
            <ac:spMk id="19" creationId="{1A56E2EE-86C7-28B2-65BC-2632803F3ED5}"/>
          </ac:spMkLst>
        </pc:spChg>
        <pc:spChg chg="mod">
          <ac:chgData name="Gudla, Natraj" userId="1b097815-ad51-435d-a557-eb69be7a0b69" providerId="ADAL" clId="{8D5589CB-43D0-4C79-AE70-BEB7489FDE7D}" dt="2024-06-17T13:06:36.627" v="601" actId="20577"/>
          <ac:spMkLst>
            <pc:docMk/>
            <pc:sldMk cId="3252446741" sldId="2147475810"/>
            <ac:spMk id="25" creationId="{21F60C92-9760-4A25-F4DD-7DF64E123E58}"/>
          </ac:spMkLst>
        </pc:spChg>
        <pc:spChg chg="add del mod">
          <ac:chgData name="Gudla, Natraj" userId="1b097815-ad51-435d-a557-eb69be7a0b69" providerId="ADAL" clId="{8D5589CB-43D0-4C79-AE70-BEB7489FDE7D}" dt="2024-06-18T06:52:36.810" v="616" actId="478"/>
          <ac:spMkLst>
            <pc:docMk/>
            <pc:sldMk cId="3252446741" sldId="2147475810"/>
            <ac:spMk id="27" creationId="{6FF8AD68-DDF2-1966-1D06-177808245BE8}"/>
          </ac:spMkLst>
        </pc:spChg>
        <pc:spChg chg="mod">
          <ac:chgData name="Gudla, Natraj" userId="1b097815-ad51-435d-a557-eb69be7a0b69" providerId="ADAL" clId="{8D5589CB-43D0-4C79-AE70-BEB7489FDE7D}" dt="2024-06-19T04:04:44.909" v="930" actId="6549"/>
          <ac:spMkLst>
            <pc:docMk/>
            <pc:sldMk cId="3252446741" sldId="2147475810"/>
            <ac:spMk id="27" creationId="{7BC6F64A-FEEE-7EA3-B2C7-BC461C52C5F0}"/>
          </ac:spMkLst>
        </pc:spChg>
        <pc:spChg chg="add mod">
          <ac:chgData name="Gudla, Natraj" userId="1b097815-ad51-435d-a557-eb69be7a0b69" providerId="ADAL" clId="{8D5589CB-43D0-4C79-AE70-BEB7489FDE7D}" dt="2024-06-18T06:54:48.378" v="928" actId="20577"/>
          <ac:spMkLst>
            <pc:docMk/>
            <pc:sldMk cId="3252446741" sldId="2147475810"/>
            <ac:spMk id="28" creationId="{E089AEA1-D7F9-BB7B-856E-86ED7EC317F6}"/>
          </ac:spMkLst>
        </pc:spChg>
        <pc:spChg chg="mod">
          <ac:chgData name="Gudla, Natraj" userId="1b097815-ad51-435d-a557-eb69be7a0b69" providerId="ADAL" clId="{8D5589CB-43D0-4C79-AE70-BEB7489FDE7D}" dt="2024-06-19T04:04:52.653" v="932" actId="6549"/>
          <ac:spMkLst>
            <pc:docMk/>
            <pc:sldMk cId="3252446741" sldId="2147475810"/>
            <ac:spMk id="33" creationId="{42DFD77E-92B0-8936-16CE-25EA2B12B677}"/>
          </ac:spMkLst>
        </pc:spChg>
        <pc:spChg chg="mod">
          <ac:chgData name="Gudla, Natraj" userId="1b097815-ad51-435d-a557-eb69be7a0b69" providerId="ADAL" clId="{8D5589CB-43D0-4C79-AE70-BEB7489FDE7D}" dt="2024-06-17T07:30:02.550" v="366" actId="14100"/>
          <ac:spMkLst>
            <pc:docMk/>
            <pc:sldMk cId="3252446741" sldId="2147475810"/>
            <ac:spMk id="35" creationId="{E9A46DFF-37AF-1D9A-A94C-1EDAA7435D52}"/>
          </ac:spMkLst>
        </pc:spChg>
      </pc:sldChg>
      <pc:sldChg chg="del">
        <pc:chgData name="Gudla, Natraj" userId="1b097815-ad51-435d-a557-eb69be7a0b69" providerId="ADAL" clId="{8D5589CB-43D0-4C79-AE70-BEB7489FDE7D}" dt="2024-06-26T07:54:17.342" v="6244" actId="47"/>
        <pc:sldMkLst>
          <pc:docMk/>
          <pc:sldMk cId="2908625166" sldId="2147475812"/>
        </pc:sldMkLst>
      </pc:sldChg>
      <pc:sldChg chg="addSp delSp modSp new mod ord">
        <pc:chgData name="Gudla, Natraj" userId="1b097815-ad51-435d-a557-eb69be7a0b69" providerId="ADAL" clId="{8D5589CB-43D0-4C79-AE70-BEB7489FDE7D}" dt="2024-06-20T04:18:52.320" v="3234"/>
        <pc:sldMkLst>
          <pc:docMk/>
          <pc:sldMk cId="2981211752" sldId="2147475813"/>
        </pc:sldMkLst>
        <pc:spChg chg="mod">
          <ac:chgData name="Gudla, Natraj" userId="1b097815-ad51-435d-a557-eb69be7a0b69" providerId="ADAL" clId="{8D5589CB-43D0-4C79-AE70-BEB7489FDE7D}" dt="2024-06-20T04:11:39.461" v="3106" actId="313"/>
          <ac:spMkLst>
            <pc:docMk/>
            <pc:sldMk cId="2981211752" sldId="2147475813"/>
            <ac:spMk id="2" creationId="{03404987-4304-7291-2982-56C2D4C4B7A7}"/>
          </ac:spMkLst>
        </pc:spChg>
        <pc:spChg chg="add mod">
          <ac:chgData name="Gudla, Natraj" userId="1b097815-ad51-435d-a557-eb69be7a0b69" providerId="ADAL" clId="{8D5589CB-43D0-4C79-AE70-BEB7489FDE7D}" dt="2024-06-20T04:13:41.186" v="3232" actId="1076"/>
          <ac:spMkLst>
            <pc:docMk/>
            <pc:sldMk cId="2981211752" sldId="2147475813"/>
            <ac:spMk id="7" creationId="{6EC4EEA7-4420-7104-02B7-4DEC8A3C9FC5}"/>
          </ac:spMkLst>
        </pc:spChg>
        <pc:picChg chg="add del mod">
          <ac:chgData name="Gudla, Natraj" userId="1b097815-ad51-435d-a557-eb69be7a0b69" providerId="ADAL" clId="{8D5589CB-43D0-4C79-AE70-BEB7489FDE7D}" dt="2024-06-20T03:30:10.840" v="1619" actId="478"/>
          <ac:picMkLst>
            <pc:docMk/>
            <pc:sldMk cId="2981211752" sldId="2147475813"/>
            <ac:picMk id="4" creationId="{2BD833ED-3C4A-36BF-8A87-CEBF02242290}"/>
          </ac:picMkLst>
        </pc:picChg>
        <pc:picChg chg="add mod">
          <ac:chgData name="Gudla, Natraj" userId="1b097815-ad51-435d-a557-eb69be7a0b69" providerId="ADAL" clId="{8D5589CB-43D0-4C79-AE70-BEB7489FDE7D}" dt="2024-06-20T03:30:38.689" v="1647" actId="1076"/>
          <ac:picMkLst>
            <pc:docMk/>
            <pc:sldMk cId="2981211752" sldId="2147475813"/>
            <ac:picMk id="6" creationId="{7474EA9D-7102-4E4C-D915-24620E06CB00}"/>
          </ac:picMkLst>
        </pc:picChg>
      </pc:sldChg>
      <pc:sldChg chg="add del">
        <pc:chgData name="Gudla, Natraj" userId="1b097815-ad51-435d-a557-eb69be7a0b69" providerId="ADAL" clId="{8D5589CB-43D0-4C79-AE70-BEB7489FDE7D}" dt="2024-06-20T03:29:25.679" v="1614" actId="47"/>
        <pc:sldMkLst>
          <pc:docMk/>
          <pc:sldMk cId="3575759547" sldId="2147475813"/>
        </pc:sldMkLst>
      </pc:sldChg>
      <pc:sldChg chg="addSp delSp modSp new mod">
        <pc:chgData name="Gudla, Natraj" userId="1b097815-ad51-435d-a557-eb69be7a0b69" providerId="ADAL" clId="{8D5589CB-43D0-4C79-AE70-BEB7489FDE7D}" dt="2024-06-26T08:29:28.936" v="6750" actId="20577"/>
        <pc:sldMkLst>
          <pc:docMk/>
          <pc:sldMk cId="2047081097" sldId="2147475820"/>
        </pc:sldMkLst>
        <pc:spChg chg="mod">
          <ac:chgData name="Gudla, Natraj" userId="1b097815-ad51-435d-a557-eb69be7a0b69" providerId="ADAL" clId="{8D5589CB-43D0-4C79-AE70-BEB7489FDE7D}" dt="2024-06-26T00:15:43.344" v="6222" actId="20577"/>
          <ac:spMkLst>
            <pc:docMk/>
            <pc:sldMk cId="2047081097" sldId="2147475820"/>
            <ac:spMk id="2" creationId="{D185D6F0-BD6E-C6A0-DF40-88329FFE4005}"/>
          </ac:spMkLst>
        </pc:spChg>
        <pc:spChg chg="add mod">
          <ac:chgData name="Gudla, Natraj" userId="1b097815-ad51-435d-a557-eb69be7a0b69" providerId="ADAL" clId="{8D5589CB-43D0-4C79-AE70-BEB7489FDE7D}" dt="2024-06-26T08:29:28.936" v="6750" actId="20577"/>
          <ac:spMkLst>
            <pc:docMk/>
            <pc:sldMk cId="2047081097" sldId="2147475820"/>
            <ac:spMk id="6" creationId="{C3FA89D9-6B2B-2E99-4D46-0B8BADB3E95A}"/>
          </ac:spMkLst>
        </pc:spChg>
        <pc:spChg chg="add del mod">
          <ac:chgData name="Gudla, Natraj" userId="1b097815-ad51-435d-a557-eb69be7a0b69" providerId="ADAL" clId="{8D5589CB-43D0-4C79-AE70-BEB7489FDE7D}" dt="2024-06-25T16:42:48.287" v="5729" actId="478"/>
          <ac:spMkLst>
            <pc:docMk/>
            <pc:sldMk cId="2047081097" sldId="2147475820"/>
            <ac:spMk id="8" creationId="{E073EE4D-918E-FBCB-C06E-3759285485DD}"/>
          </ac:spMkLst>
        </pc:spChg>
        <pc:spChg chg="add mod">
          <ac:chgData name="Gudla, Natraj" userId="1b097815-ad51-435d-a557-eb69be7a0b69" providerId="ADAL" clId="{8D5589CB-43D0-4C79-AE70-BEB7489FDE7D}" dt="2024-06-25T16:43:09.928" v="5734" actId="1076"/>
          <ac:spMkLst>
            <pc:docMk/>
            <pc:sldMk cId="2047081097" sldId="2147475820"/>
            <ac:spMk id="9" creationId="{8EAE1C5E-2848-04B0-B245-270B7F78B942}"/>
          </ac:spMkLst>
        </pc:spChg>
        <pc:spChg chg="add mod">
          <ac:chgData name="Gudla, Natraj" userId="1b097815-ad51-435d-a557-eb69be7a0b69" providerId="ADAL" clId="{8D5589CB-43D0-4C79-AE70-BEB7489FDE7D}" dt="2024-06-26T00:08:10.135" v="5994" actId="1035"/>
          <ac:spMkLst>
            <pc:docMk/>
            <pc:sldMk cId="2047081097" sldId="2147475820"/>
            <ac:spMk id="10" creationId="{F88E1010-514F-997C-4033-AB7CC8EBCB38}"/>
          </ac:spMkLst>
        </pc:spChg>
        <pc:spChg chg="add mod">
          <ac:chgData name="Gudla, Natraj" userId="1b097815-ad51-435d-a557-eb69be7a0b69" providerId="ADAL" clId="{8D5589CB-43D0-4C79-AE70-BEB7489FDE7D}" dt="2024-06-26T00:12:05.708" v="6165" actId="20577"/>
          <ac:spMkLst>
            <pc:docMk/>
            <pc:sldMk cId="2047081097" sldId="2147475820"/>
            <ac:spMk id="11" creationId="{4D6CF719-EFFE-73A1-A683-2514BC931479}"/>
          </ac:spMkLst>
        </pc:spChg>
        <pc:spChg chg="add mod">
          <ac:chgData name="Gudla, Natraj" userId="1b097815-ad51-435d-a557-eb69be7a0b69" providerId="ADAL" clId="{8D5589CB-43D0-4C79-AE70-BEB7489FDE7D}" dt="2024-06-26T00:12:17.784" v="6190" actId="20577"/>
          <ac:spMkLst>
            <pc:docMk/>
            <pc:sldMk cId="2047081097" sldId="2147475820"/>
            <ac:spMk id="12" creationId="{DFCAA548-6752-2C2E-803C-4EFC9B0A501B}"/>
          </ac:spMkLst>
        </pc:spChg>
        <pc:spChg chg="add mod">
          <ac:chgData name="Gudla, Natraj" userId="1b097815-ad51-435d-a557-eb69be7a0b69" providerId="ADAL" clId="{8D5589CB-43D0-4C79-AE70-BEB7489FDE7D}" dt="2024-06-26T00:16:10.894" v="6225" actId="20577"/>
          <ac:spMkLst>
            <pc:docMk/>
            <pc:sldMk cId="2047081097" sldId="2147475820"/>
            <ac:spMk id="13" creationId="{95D14826-D73B-07AB-3902-F91831C3CD51}"/>
          </ac:spMkLst>
        </pc:spChg>
        <pc:picChg chg="add del mod">
          <ac:chgData name="Gudla, Natraj" userId="1b097815-ad51-435d-a557-eb69be7a0b69" providerId="ADAL" clId="{8D5589CB-43D0-4C79-AE70-BEB7489FDE7D}" dt="2024-06-26T08:26:03.836" v="6546" actId="478"/>
          <ac:picMkLst>
            <pc:docMk/>
            <pc:sldMk cId="2047081097" sldId="2147475820"/>
            <ac:picMk id="7" creationId="{0A3FDBFA-BC97-1FB4-9ED7-C9417AC9A96E}"/>
          </ac:picMkLst>
        </pc:picChg>
      </pc:sldChg>
    </pc:docChg>
  </pc:docChgLst>
  <pc:docChgLst>
    <pc:chgData name="Jerome, Stuart" userId="S::stuart.jerome@capgemini.com::b6579a3a-37ec-4df8-ad05-a2b24de420fb" providerId="AD" clId="Web-{D0AC7AD5-4879-DA01-EE0F-68FDDE5416FC}"/>
    <pc:docChg chg="addSld">
      <pc:chgData name="Jerome, Stuart" userId="S::stuart.jerome@capgemini.com::b6579a3a-37ec-4df8-ad05-a2b24de420fb" providerId="AD" clId="Web-{D0AC7AD5-4879-DA01-EE0F-68FDDE5416FC}" dt="2024-08-01T12:00:11.533" v="2"/>
      <pc:docMkLst>
        <pc:docMk/>
      </pc:docMkLst>
      <pc:sldChg chg="add">
        <pc:chgData name="Jerome, Stuart" userId="S::stuart.jerome@capgemini.com::b6579a3a-37ec-4df8-ad05-a2b24de420fb" providerId="AD" clId="Web-{D0AC7AD5-4879-DA01-EE0F-68FDDE5416FC}" dt="2024-08-01T11:59:04.780" v="0"/>
        <pc:sldMkLst>
          <pc:docMk/>
          <pc:sldMk cId="791306307" sldId="2147475792"/>
        </pc:sldMkLst>
      </pc:sldChg>
      <pc:sldChg chg="add">
        <pc:chgData name="Jerome, Stuart" userId="S::stuart.jerome@capgemini.com::b6579a3a-37ec-4df8-ad05-a2b24de420fb" providerId="AD" clId="Web-{D0AC7AD5-4879-DA01-EE0F-68FDDE5416FC}" dt="2024-08-01T11:59:15.031" v="1"/>
        <pc:sldMkLst>
          <pc:docMk/>
          <pc:sldMk cId="2095000841" sldId="2147475793"/>
        </pc:sldMkLst>
      </pc:sldChg>
      <pc:sldChg chg="add">
        <pc:chgData name="Jerome, Stuart" userId="S::stuart.jerome@capgemini.com::b6579a3a-37ec-4df8-ad05-a2b24de420fb" providerId="AD" clId="Web-{D0AC7AD5-4879-DA01-EE0F-68FDDE5416FC}" dt="2024-08-01T12:00:11.533" v="2"/>
        <pc:sldMkLst>
          <pc:docMk/>
          <pc:sldMk cId="4068172266" sldId="2147475794"/>
        </pc:sldMkLst>
      </pc:sldChg>
    </pc:docChg>
  </pc:docChgLst>
  <pc:docChgLst>
    <pc:chgData name="Sivaramakrishnan, Narayanan" userId="S::narayanan.sivaramakrishnan@capgemini.com::341b1ffd-5577-42b1-9704-45069781f0b3" providerId="AD" clId="Web-{0220755A-82B9-802B-01EC-B7D4A1E37542}"/>
    <pc:docChg chg="addSld delSld modSld">
      <pc:chgData name="Sivaramakrishnan, Narayanan" userId="S::narayanan.sivaramakrishnan@capgemini.com::341b1ffd-5577-42b1-9704-45069781f0b3" providerId="AD" clId="Web-{0220755A-82B9-802B-01EC-B7D4A1E37542}" dt="2024-06-02T21:29:43.608" v="982" actId="20577"/>
      <pc:docMkLst>
        <pc:docMk/>
      </pc:docMkLst>
      <pc:sldChg chg="modSp">
        <pc:chgData name="Sivaramakrishnan, Narayanan" userId="S::narayanan.sivaramakrishnan@capgemini.com::341b1ffd-5577-42b1-9704-45069781f0b3" providerId="AD" clId="Web-{0220755A-82B9-802B-01EC-B7D4A1E37542}" dt="2024-06-02T21:21:18.167" v="946" actId="20577"/>
        <pc:sldMkLst>
          <pc:docMk/>
          <pc:sldMk cId="4240461515" sldId="2076137833"/>
        </pc:sldMkLst>
        <pc:spChg chg="mod">
          <ac:chgData name="Sivaramakrishnan, Narayanan" userId="S::narayanan.sivaramakrishnan@capgemini.com::341b1ffd-5577-42b1-9704-45069781f0b3" providerId="AD" clId="Web-{0220755A-82B9-802B-01EC-B7D4A1E37542}" dt="2024-06-02T21:21:18.167" v="946" actId="20577"/>
          <ac:spMkLst>
            <pc:docMk/>
            <pc:sldMk cId="4240461515" sldId="2076137833"/>
            <ac:spMk id="4" creationId="{6A9D0897-80A0-45C9-B608-935DC2E7176D}"/>
          </ac:spMkLst>
        </pc:spChg>
      </pc:sldChg>
      <pc:sldChg chg="modSp">
        <pc:chgData name="Sivaramakrishnan, Narayanan" userId="S::narayanan.sivaramakrishnan@capgemini.com::341b1ffd-5577-42b1-9704-45069781f0b3" providerId="AD" clId="Web-{0220755A-82B9-802B-01EC-B7D4A1E37542}" dt="2024-06-02T18:46:45.655" v="191"/>
        <pc:sldMkLst>
          <pc:docMk/>
          <pc:sldMk cId="3319730112" sldId="2147474197"/>
        </pc:sldMkLst>
        <pc:graphicFrameChg chg="mod modGraphic">
          <ac:chgData name="Sivaramakrishnan, Narayanan" userId="S::narayanan.sivaramakrishnan@capgemini.com::341b1ffd-5577-42b1-9704-45069781f0b3" providerId="AD" clId="Web-{0220755A-82B9-802B-01EC-B7D4A1E37542}" dt="2024-06-02T18:46:45.655" v="191"/>
          <ac:graphicFrameMkLst>
            <pc:docMk/>
            <pc:sldMk cId="3319730112" sldId="2147474197"/>
            <ac:graphicFrameMk id="15" creationId="{DC388D56-E830-41BE-7B25-DF1AA6918424}"/>
          </ac:graphicFrameMkLst>
        </pc:graphicFrameChg>
      </pc:sldChg>
      <pc:sldChg chg="modSp">
        <pc:chgData name="Sivaramakrishnan, Narayanan" userId="S::narayanan.sivaramakrishnan@capgemini.com::341b1ffd-5577-42b1-9704-45069781f0b3" providerId="AD" clId="Web-{0220755A-82B9-802B-01EC-B7D4A1E37542}" dt="2024-06-02T17:55:31.227" v="4" actId="20577"/>
        <pc:sldMkLst>
          <pc:docMk/>
          <pc:sldMk cId="1635902401" sldId="2147475690"/>
        </pc:sldMkLst>
        <pc:spChg chg="mod">
          <ac:chgData name="Sivaramakrishnan, Narayanan" userId="S::narayanan.sivaramakrishnan@capgemini.com::341b1ffd-5577-42b1-9704-45069781f0b3" providerId="AD" clId="Web-{0220755A-82B9-802B-01EC-B7D4A1E37542}" dt="2024-06-02T17:55:31.227" v="4" actId="20577"/>
          <ac:spMkLst>
            <pc:docMk/>
            <pc:sldMk cId="1635902401" sldId="2147475690"/>
            <ac:spMk id="18" creationId="{0AF17B4F-1505-8663-5D5D-8C565D17D8CA}"/>
          </ac:spMkLst>
        </pc:spChg>
      </pc:sldChg>
      <pc:sldChg chg="addSp modSp">
        <pc:chgData name="Sivaramakrishnan, Narayanan" userId="S::narayanan.sivaramakrishnan@capgemini.com::341b1ffd-5577-42b1-9704-45069781f0b3" providerId="AD" clId="Web-{0220755A-82B9-802B-01EC-B7D4A1E37542}" dt="2024-06-02T18:06:27.076" v="187" actId="1076"/>
        <pc:sldMkLst>
          <pc:docMk/>
          <pc:sldMk cId="752373959" sldId="2147475731"/>
        </pc:sldMkLst>
        <pc:spChg chg="add mod">
          <ac:chgData name="Sivaramakrishnan, Narayanan" userId="S::narayanan.sivaramakrishnan@capgemini.com::341b1ffd-5577-42b1-9704-45069781f0b3" providerId="AD" clId="Web-{0220755A-82B9-802B-01EC-B7D4A1E37542}" dt="2024-06-02T17:58:01.841" v="49" actId="20577"/>
          <ac:spMkLst>
            <pc:docMk/>
            <pc:sldMk cId="752373959" sldId="2147475731"/>
            <ac:spMk id="11" creationId="{7C260DFB-FD1B-645B-F0DB-6AC19B7D88C4}"/>
          </ac:spMkLst>
        </pc:spChg>
        <pc:spChg chg="add mod">
          <ac:chgData name="Sivaramakrishnan, Narayanan" userId="S::narayanan.sivaramakrishnan@capgemini.com::341b1ffd-5577-42b1-9704-45069781f0b3" providerId="AD" clId="Web-{0220755A-82B9-802B-01EC-B7D4A1E37542}" dt="2024-06-02T17:57:06.636" v="11" actId="14100"/>
          <ac:spMkLst>
            <pc:docMk/>
            <pc:sldMk cId="752373959" sldId="2147475731"/>
            <ac:spMk id="12" creationId="{5B724A04-733C-5314-DFBE-143783341498}"/>
          </ac:spMkLst>
        </pc:spChg>
        <pc:spChg chg="add mod">
          <ac:chgData name="Sivaramakrishnan, Narayanan" userId="S::narayanan.sivaramakrishnan@capgemini.com::341b1ffd-5577-42b1-9704-45069781f0b3" providerId="AD" clId="Web-{0220755A-82B9-802B-01EC-B7D4A1E37542}" dt="2024-06-02T17:59:01.468" v="74" actId="20577"/>
          <ac:spMkLst>
            <pc:docMk/>
            <pc:sldMk cId="752373959" sldId="2147475731"/>
            <ac:spMk id="13" creationId="{46178112-2AF7-66AC-08D9-7B989FE13AC0}"/>
          </ac:spMkLst>
        </pc:spChg>
        <pc:spChg chg="add mod">
          <ac:chgData name="Sivaramakrishnan, Narayanan" userId="S::narayanan.sivaramakrishnan@capgemini.com::341b1ffd-5577-42b1-9704-45069781f0b3" providerId="AD" clId="Web-{0220755A-82B9-802B-01EC-B7D4A1E37542}" dt="2024-06-02T18:03:57.805" v="135" actId="1076"/>
          <ac:spMkLst>
            <pc:docMk/>
            <pc:sldMk cId="752373959" sldId="2147475731"/>
            <ac:spMk id="14" creationId="{981CFB56-21F8-B7E4-0135-7F07079E9D11}"/>
          </ac:spMkLst>
        </pc:spChg>
        <pc:spChg chg="add mod">
          <ac:chgData name="Sivaramakrishnan, Narayanan" userId="S::narayanan.sivaramakrishnan@capgemini.com::341b1ffd-5577-42b1-9704-45069781f0b3" providerId="AD" clId="Web-{0220755A-82B9-802B-01EC-B7D4A1E37542}" dt="2024-06-02T18:05:40.558" v="176" actId="1076"/>
          <ac:spMkLst>
            <pc:docMk/>
            <pc:sldMk cId="752373959" sldId="2147475731"/>
            <ac:spMk id="21" creationId="{5942E402-2D0F-D308-8A68-161B1D940ED7}"/>
          </ac:spMkLst>
        </pc:spChg>
        <pc:spChg chg="add mod">
          <ac:chgData name="Sivaramakrishnan, Narayanan" userId="S::narayanan.sivaramakrishnan@capgemini.com::341b1ffd-5577-42b1-9704-45069781f0b3" providerId="AD" clId="Web-{0220755A-82B9-802B-01EC-B7D4A1E37542}" dt="2024-06-02T18:00:41.127" v="87" actId="1076"/>
          <ac:spMkLst>
            <pc:docMk/>
            <pc:sldMk cId="752373959" sldId="2147475731"/>
            <ac:spMk id="22" creationId="{0F528021-9B47-CB73-5532-70F3F7FC1445}"/>
          </ac:spMkLst>
        </pc:spChg>
        <pc:spChg chg="add mod">
          <ac:chgData name="Sivaramakrishnan, Narayanan" userId="S::narayanan.sivaramakrishnan@capgemini.com::341b1ffd-5577-42b1-9704-45069781f0b3" providerId="AD" clId="Web-{0220755A-82B9-802B-01EC-B7D4A1E37542}" dt="2024-06-02T18:06:27.076" v="187" actId="1076"/>
          <ac:spMkLst>
            <pc:docMk/>
            <pc:sldMk cId="752373959" sldId="2147475731"/>
            <ac:spMk id="28" creationId="{FA0C9BBA-759F-42DE-CA13-1E12AD1789E9}"/>
          </ac:spMkLst>
        </pc:spChg>
        <pc:spChg chg="add mod">
          <ac:chgData name="Sivaramakrishnan, Narayanan" userId="S::narayanan.sivaramakrishnan@capgemini.com::341b1ffd-5577-42b1-9704-45069781f0b3" providerId="AD" clId="Web-{0220755A-82B9-802B-01EC-B7D4A1E37542}" dt="2024-06-02T18:03:24.992" v="133" actId="1076"/>
          <ac:spMkLst>
            <pc:docMk/>
            <pc:sldMk cId="752373959" sldId="2147475731"/>
            <ac:spMk id="29" creationId="{A62F9747-5B0B-2B6A-062F-4EFAC990AA10}"/>
          </ac:spMkLst>
        </pc:spChg>
        <pc:spChg chg="mod">
          <ac:chgData name="Sivaramakrishnan, Narayanan" userId="S::narayanan.sivaramakrishnan@capgemini.com::341b1ffd-5577-42b1-9704-45069781f0b3" providerId="AD" clId="Web-{0220755A-82B9-802B-01EC-B7D4A1E37542}" dt="2024-06-02T18:05:08.682" v="173" actId="20577"/>
          <ac:spMkLst>
            <pc:docMk/>
            <pc:sldMk cId="752373959" sldId="2147475731"/>
            <ac:spMk id="45" creationId="{F8A5AFA3-0A5A-5F88-7F8F-EE973027226F}"/>
          </ac:spMkLst>
        </pc:spChg>
      </pc:sldChg>
      <pc:sldChg chg="new del">
        <pc:chgData name="Sivaramakrishnan, Narayanan" userId="S::narayanan.sivaramakrishnan@capgemini.com::341b1ffd-5577-42b1-9704-45069781f0b3" providerId="AD" clId="Web-{0220755A-82B9-802B-01EC-B7D4A1E37542}" dt="2024-06-02T19:09:20.306" v="193"/>
        <pc:sldMkLst>
          <pc:docMk/>
          <pc:sldMk cId="1586994670" sldId="2147475798"/>
        </pc:sldMkLst>
      </pc:sldChg>
      <pc:sldChg chg="addSp delSp modSp add replId">
        <pc:chgData name="Sivaramakrishnan, Narayanan" userId="S::narayanan.sivaramakrishnan@capgemini.com::341b1ffd-5577-42b1-9704-45069781f0b3" providerId="AD" clId="Web-{0220755A-82B9-802B-01EC-B7D4A1E37542}" dt="2024-06-02T21:29:43.608" v="982" actId="20577"/>
        <pc:sldMkLst>
          <pc:docMk/>
          <pc:sldMk cId="1639103724" sldId="2147475798"/>
        </pc:sldMkLst>
        <pc:spChg chg="add mod">
          <ac:chgData name="Sivaramakrishnan, Narayanan" userId="S::narayanan.sivaramakrishnan@capgemini.com::341b1ffd-5577-42b1-9704-45069781f0b3" providerId="AD" clId="Web-{0220755A-82B9-802B-01EC-B7D4A1E37542}" dt="2024-06-02T21:29:43.608" v="982" actId="20577"/>
          <ac:spMkLst>
            <pc:docMk/>
            <pc:sldMk cId="1639103724" sldId="2147475798"/>
            <ac:spMk id="2" creationId="{832182B6-49EA-BCC5-4FC4-BF87DC41056E}"/>
          </ac:spMkLst>
        </pc:spChg>
        <pc:spChg chg="add mod">
          <ac:chgData name="Sivaramakrishnan, Narayanan" userId="S::narayanan.sivaramakrishnan@capgemini.com::341b1ffd-5577-42b1-9704-45069781f0b3" providerId="AD" clId="Web-{0220755A-82B9-802B-01EC-B7D4A1E37542}" dt="2024-06-02T19:34:00.122" v="384" actId="1076"/>
          <ac:spMkLst>
            <pc:docMk/>
            <pc:sldMk cId="1639103724" sldId="2147475798"/>
            <ac:spMk id="3" creationId="{5FD26669-C75C-7E85-1B0D-AED541F494C9}"/>
          </ac:spMkLst>
        </pc:spChg>
        <pc:spChg chg="del">
          <ac:chgData name="Sivaramakrishnan, Narayanan" userId="S::narayanan.sivaramakrishnan@capgemini.com::341b1ffd-5577-42b1-9704-45069781f0b3" providerId="AD" clId="Web-{0220755A-82B9-802B-01EC-B7D4A1E37542}" dt="2024-06-02T19:39:30.605" v="400"/>
          <ac:spMkLst>
            <pc:docMk/>
            <pc:sldMk cId="1639103724" sldId="2147475798"/>
            <ac:spMk id="4" creationId="{B07CCD17-A394-49F2-802C-5AAC7972B809}"/>
          </ac:spMkLst>
        </pc:spChg>
        <pc:spChg chg="add mod">
          <ac:chgData name="Sivaramakrishnan, Narayanan" userId="S::narayanan.sivaramakrishnan@capgemini.com::341b1ffd-5577-42b1-9704-45069781f0b3" providerId="AD" clId="Web-{0220755A-82B9-802B-01EC-B7D4A1E37542}" dt="2024-06-02T19:29:10.953" v="338" actId="1076"/>
          <ac:spMkLst>
            <pc:docMk/>
            <pc:sldMk cId="1639103724" sldId="2147475798"/>
            <ac:spMk id="5" creationId="{1FE1E5FE-1DB2-72BB-8DFE-6CE204B46960}"/>
          </ac:spMkLst>
        </pc:spChg>
        <pc:spChg chg="del">
          <ac:chgData name="Sivaramakrishnan, Narayanan" userId="S::narayanan.sivaramakrishnan@capgemini.com::341b1ffd-5577-42b1-9704-45069781f0b3" providerId="AD" clId="Web-{0220755A-82B9-802B-01EC-B7D4A1E37542}" dt="2024-06-02T19:09:32.666" v="195"/>
          <ac:spMkLst>
            <pc:docMk/>
            <pc:sldMk cId="1639103724" sldId="2147475798"/>
            <ac:spMk id="6" creationId="{DBF12C14-EF12-4ED5-9B62-8D1F4F53C626}"/>
          </ac:spMkLst>
        </pc:spChg>
        <pc:spChg chg="add mod">
          <ac:chgData name="Sivaramakrishnan, Narayanan" userId="S::narayanan.sivaramakrishnan@capgemini.com::341b1ffd-5577-42b1-9704-45069781f0b3" providerId="AD" clId="Web-{0220755A-82B9-802B-01EC-B7D4A1E37542}" dt="2024-06-02T19:40:54.452" v="412" actId="1076"/>
          <ac:spMkLst>
            <pc:docMk/>
            <pc:sldMk cId="1639103724" sldId="2147475798"/>
            <ac:spMk id="7" creationId="{626B9F29-2ADB-4D19-D8CD-22F819C023C8}"/>
          </ac:spMkLst>
        </pc:spChg>
        <pc:spChg chg="add mod">
          <ac:chgData name="Sivaramakrishnan, Narayanan" userId="S::narayanan.sivaramakrishnan@capgemini.com::341b1ffd-5577-42b1-9704-45069781f0b3" providerId="AD" clId="Web-{0220755A-82B9-802B-01EC-B7D4A1E37542}" dt="2024-06-02T19:40:38.858" v="409" actId="1076"/>
          <ac:spMkLst>
            <pc:docMk/>
            <pc:sldMk cId="1639103724" sldId="2147475798"/>
            <ac:spMk id="8" creationId="{85AA2D8B-C980-11F5-C05E-C6BB94239C2A}"/>
          </ac:spMkLst>
        </pc:spChg>
        <pc:spChg chg="add mod">
          <ac:chgData name="Sivaramakrishnan, Narayanan" userId="S::narayanan.sivaramakrishnan@capgemini.com::341b1ffd-5577-42b1-9704-45069781f0b3" providerId="AD" clId="Web-{0220755A-82B9-802B-01EC-B7D4A1E37542}" dt="2024-06-02T19:51:43.222" v="497" actId="1076"/>
          <ac:spMkLst>
            <pc:docMk/>
            <pc:sldMk cId="1639103724" sldId="2147475798"/>
            <ac:spMk id="9" creationId="{C32CBD99-3E10-4910-5ED1-574275FCE5B6}"/>
          </ac:spMkLst>
        </pc:spChg>
        <pc:spChg chg="add mod">
          <ac:chgData name="Sivaramakrishnan, Narayanan" userId="S::narayanan.sivaramakrishnan@capgemini.com::341b1ffd-5577-42b1-9704-45069781f0b3" providerId="AD" clId="Web-{0220755A-82B9-802B-01EC-B7D4A1E37542}" dt="2024-06-02T19:41:43.564" v="421" actId="1076"/>
          <ac:spMkLst>
            <pc:docMk/>
            <pc:sldMk cId="1639103724" sldId="2147475798"/>
            <ac:spMk id="10" creationId="{3020BD57-A64E-CF19-A622-34129E81507A}"/>
          </ac:spMkLst>
        </pc:spChg>
        <pc:spChg chg="add mod">
          <ac:chgData name="Sivaramakrishnan, Narayanan" userId="S::narayanan.sivaramakrishnan@capgemini.com::341b1ffd-5577-42b1-9704-45069781f0b3" providerId="AD" clId="Web-{0220755A-82B9-802B-01EC-B7D4A1E37542}" dt="2024-06-02T19:29:11.141" v="343" actId="1076"/>
          <ac:spMkLst>
            <pc:docMk/>
            <pc:sldMk cId="1639103724" sldId="2147475798"/>
            <ac:spMk id="11" creationId="{B1887AA4-D4ED-23EF-BBAD-750B07A93C24}"/>
          </ac:spMkLst>
        </pc:spChg>
        <pc:spChg chg="mod">
          <ac:chgData name="Sivaramakrishnan, Narayanan" userId="S::narayanan.sivaramakrishnan@capgemini.com::341b1ffd-5577-42b1-9704-45069781f0b3" providerId="AD" clId="Web-{0220755A-82B9-802B-01EC-B7D4A1E37542}" dt="2024-06-02T19:09:39.229" v="205" actId="20577"/>
          <ac:spMkLst>
            <pc:docMk/>
            <pc:sldMk cId="1639103724" sldId="2147475798"/>
            <ac:spMk id="12" creationId="{892DC568-0E49-46A8-8851-40D687752CA1}"/>
          </ac:spMkLst>
        </pc:spChg>
        <pc:spChg chg="add mod">
          <ac:chgData name="Sivaramakrishnan, Narayanan" userId="S::narayanan.sivaramakrishnan@capgemini.com::341b1ffd-5577-42b1-9704-45069781f0b3" providerId="AD" clId="Web-{0220755A-82B9-802B-01EC-B7D4A1E37542}" dt="2024-06-02T19:29:11.266" v="346" actId="1076"/>
          <ac:spMkLst>
            <pc:docMk/>
            <pc:sldMk cId="1639103724" sldId="2147475798"/>
            <ac:spMk id="13" creationId="{29F96852-7A48-3D21-24A3-DEC05FC9F41E}"/>
          </ac:spMkLst>
        </pc:spChg>
        <pc:spChg chg="add mod">
          <ac:chgData name="Sivaramakrishnan, Narayanan" userId="S::narayanan.sivaramakrishnan@capgemini.com::341b1ffd-5577-42b1-9704-45069781f0b3" providerId="AD" clId="Web-{0220755A-82B9-802B-01EC-B7D4A1E37542}" dt="2024-06-02T19:29:11.188" v="344" actId="1076"/>
          <ac:spMkLst>
            <pc:docMk/>
            <pc:sldMk cId="1639103724" sldId="2147475798"/>
            <ac:spMk id="14" creationId="{CCFD27D2-2BB4-EFEE-6F5A-42396D8F37EF}"/>
          </ac:spMkLst>
        </pc:spChg>
        <pc:spChg chg="add mod">
          <ac:chgData name="Sivaramakrishnan, Narayanan" userId="S::narayanan.sivaramakrishnan@capgemini.com::341b1ffd-5577-42b1-9704-45069781f0b3" providerId="AD" clId="Web-{0220755A-82B9-802B-01EC-B7D4A1E37542}" dt="2024-06-02T19:29:11.219" v="345" actId="1076"/>
          <ac:spMkLst>
            <pc:docMk/>
            <pc:sldMk cId="1639103724" sldId="2147475798"/>
            <ac:spMk id="15" creationId="{05EB5209-077D-FE8B-261E-03229EB8B25F}"/>
          </ac:spMkLst>
        </pc:spChg>
        <pc:spChg chg="add mod">
          <ac:chgData name="Sivaramakrishnan, Narayanan" userId="S::narayanan.sivaramakrishnan@capgemini.com::341b1ffd-5577-42b1-9704-45069781f0b3" providerId="AD" clId="Web-{0220755A-82B9-802B-01EC-B7D4A1E37542}" dt="2024-06-02T19:29:36.954" v="349" actId="20577"/>
          <ac:spMkLst>
            <pc:docMk/>
            <pc:sldMk cId="1639103724" sldId="2147475798"/>
            <ac:spMk id="16" creationId="{FD3148AC-0618-DDC3-894B-EC5B3A9C1942}"/>
          </ac:spMkLst>
        </pc:spChg>
        <pc:spChg chg="add mod">
          <ac:chgData name="Sivaramakrishnan, Narayanan" userId="S::narayanan.sivaramakrishnan@capgemini.com::341b1ffd-5577-42b1-9704-45069781f0b3" providerId="AD" clId="Web-{0220755A-82B9-802B-01EC-B7D4A1E37542}" dt="2024-06-02T21:14:20.670" v="787" actId="1076"/>
          <ac:spMkLst>
            <pc:docMk/>
            <pc:sldMk cId="1639103724" sldId="2147475798"/>
            <ac:spMk id="48" creationId="{852B75C6-942E-B341-554E-FADBEBB9C8C2}"/>
          </ac:spMkLst>
        </pc:spChg>
        <pc:grpChg chg="add mod">
          <ac:chgData name="Sivaramakrishnan, Narayanan" userId="S::narayanan.sivaramakrishnan@capgemini.com::341b1ffd-5577-42b1-9704-45069781f0b3" providerId="AD" clId="Web-{0220755A-82B9-802B-01EC-B7D4A1E37542}" dt="2024-06-02T21:13:54.746" v="783" actId="1076"/>
          <ac:grpSpMkLst>
            <pc:docMk/>
            <pc:sldMk cId="1639103724" sldId="2147475798"/>
            <ac:grpSpMk id="47" creationId="{09AEADBC-D2C8-7E04-A943-0EB39511CD43}"/>
          </ac:grpSpMkLst>
        </pc:grpChg>
        <pc:cxnChg chg="add mod">
          <ac:chgData name="Sivaramakrishnan, Narayanan" userId="S::narayanan.sivaramakrishnan@capgemini.com::341b1ffd-5577-42b1-9704-45069781f0b3" providerId="AD" clId="Web-{0220755A-82B9-802B-01EC-B7D4A1E37542}" dt="2024-06-02T19:39:12.385" v="399" actId="14100"/>
          <ac:cxnSpMkLst>
            <pc:docMk/>
            <pc:sldMk cId="1639103724" sldId="2147475798"/>
            <ac:cxnSpMk id="17" creationId="{3E0DC1CF-148E-835B-19C8-6383AB3D7623}"/>
          </ac:cxnSpMkLst>
        </pc:cxnChg>
        <pc:cxnChg chg="add del mod">
          <ac:chgData name="Sivaramakrishnan, Narayanan" userId="S::narayanan.sivaramakrishnan@capgemini.com::341b1ffd-5577-42b1-9704-45069781f0b3" providerId="AD" clId="Web-{0220755A-82B9-802B-01EC-B7D4A1E37542}" dt="2024-06-02T19:39:52.590" v="401"/>
          <ac:cxnSpMkLst>
            <pc:docMk/>
            <pc:sldMk cId="1639103724" sldId="2147475798"/>
            <ac:cxnSpMk id="18" creationId="{0BB9E528-633B-34F7-F8D5-4134B5E430F8}"/>
          </ac:cxnSpMkLst>
        </pc:cxnChg>
        <pc:cxnChg chg="add del mod">
          <ac:chgData name="Sivaramakrishnan, Narayanan" userId="S::narayanan.sivaramakrishnan@capgemini.com::341b1ffd-5577-42b1-9704-45069781f0b3" providerId="AD" clId="Web-{0220755A-82B9-802B-01EC-B7D4A1E37542}" dt="2024-06-02T19:39:55.840" v="402"/>
          <ac:cxnSpMkLst>
            <pc:docMk/>
            <pc:sldMk cId="1639103724" sldId="2147475798"/>
            <ac:cxnSpMk id="19" creationId="{43F6356B-5977-8C9C-6CD8-E67B5D61A0FB}"/>
          </ac:cxnSpMkLst>
        </pc:cxnChg>
        <pc:cxnChg chg="add del mod">
          <ac:chgData name="Sivaramakrishnan, Narayanan" userId="S::narayanan.sivaramakrishnan@capgemini.com::341b1ffd-5577-42b1-9704-45069781f0b3" providerId="AD" clId="Web-{0220755A-82B9-802B-01EC-B7D4A1E37542}" dt="2024-06-02T19:39:58.606" v="403"/>
          <ac:cxnSpMkLst>
            <pc:docMk/>
            <pc:sldMk cId="1639103724" sldId="2147475798"/>
            <ac:cxnSpMk id="20" creationId="{1EFCAC1B-7E4D-798C-8BA7-70FA13879CB2}"/>
          </ac:cxnSpMkLst>
        </pc:cxnChg>
        <pc:cxnChg chg="add del mod">
          <ac:chgData name="Sivaramakrishnan, Narayanan" userId="S::narayanan.sivaramakrishnan@capgemini.com::341b1ffd-5577-42b1-9704-45069781f0b3" providerId="AD" clId="Web-{0220755A-82B9-802B-01EC-B7D4A1E37542}" dt="2024-06-02T19:40:01.059" v="404"/>
          <ac:cxnSpMkLst>
            <pc:docMk/>
            <pc:sldMk cId="1639103724" sldId="2147475798"/>
            <ac:cxnSpMk id="21" creationId="{E88B92F1-D465-FBCF-FFD5-AC1A14E39C37}"/>
          </ac:cxnSpMkLst>
        </pc:cxnChg>
        <pc:cxnChg chg="add del mod">
          <ac:chgData name="Sivaramakrishnan, Narayanan" userId="S::narayanan.sivaramakrishnan@capgemini.com::341b1ffd-5577-42b1-9704-45069781f0b3" providerId="AD" clId="Web-{0220755A-82B9-802B-01EC-B7D4A1E37542}" dt="2024-06-02T19:41:58.736" v="424"/>
          <ac:cxnSpMkLst>
            <pc:docMk/>
            <pc:sldMk cId="1639103724" sldId="2147475798"/>
            <ac:cxnSpMk id="22" creationId="{0182F3C1-CDB3-D14D-A872-0BC19D933378}"/>
          </ac:cxnSpMkLst>
        </pc:cxnChg>
        <pc:cxnChg chg="add del mod">
          <ac:chgData name="Sivaramakrishnan, Narayanan" userId="S::narayanan.sivaramakrishnan@capgemini.com::341b1ffd-5577-42b1-9704-45069781f0b3" providerId="AD" clId="Web-{0220755A-82B9-802B-01EC-B7D4A1E37542}" dt="2024-06-02T19:41:55.721" v="423"/>
          <ac:cxnSpMkLst>
            <pc:docMk/>
            <pc:sldMk cId="1639103724" sldId="2147475798"/>
            <ac:cxnSpMk id="23" creationId="{5F212B91-09CF-B950-29AE-072D239E4DBD}"/>
          </ac:cxnSpMkLst>
        </pc:cxnChg>
        <pc:cxnChg chg="add del mod">
          <ac:chgData name="Sivaramakrishnan, Narayanan" userId="S::narayanan.sivaramakrishnan@capgemini.com::341b1ffd-5577-42b1-9704-45069781f0b3" providerId="AD" clId="Web-{0220755A-82B9-802B-01EC-B7D4A1E37542}" dt="2024-06-02T19:41:52.892" v="422"/>
          <ac:cxnSpMkLst>
            <pc:docMk/>
            <pc:sldMk cId="1639103724" sldId="2147475798"/>
            <ac:cxnSpMk id="24" creationId="{5DB8296F-2438-EC1E-16E3-C1A5654FBC52}"/>
          </ac:cxnSpMkLst>
        </pc:cxnChg>
        <pc:cxnChg chg="add mod">
          <ac:chgData name="Sivaramakrishnan, Narayanan" userId="S::narayanan.sivaramakrishnan@capgemini.com::341b1ffd-5577-42b1-9704-45069781f0b3" providerId="AD" clId="Web-{0220755A-82B9-802B-01EC-B7D4A1E37542}" dt="2024-06-02T19:40:24.060" v="407" actId="1076"/>
          <ac:cxnSpMkLst>
            <pc:docMk/>
            <pc:sldMk cId="1639103724" sldId="2147475798"/>
            <ac:cxnSpMk id="25" creationId="{61D5BE52-D79E-ECC3-3CA4-83AF6FF2CF74}"/>
          </ac:cxnSpMkLst>
        </pc:cxnChg>
        <pc:cxnChg chg="add mod">
          <ac:chgData name="Sivaramakrishnan, Narayanan" userId="S::narayanan.sivaramakrishnan@capgemini.com::341b1ffd-5577-42b1-9704-45069781f0b3" providerId="AD" clId="Web-{0220755A-82B9-802B-01EC-B7D4A1E37542}" dt="2024-06-02T19:40:57.890" v="413" actId="1076"/>
          <ac:cxnSpMkLst>
            <pc:docMk/>
            <pc:sldMk cId="1639103724" sldId="2147475798"/>
            <ac:cxnSpMk id="26" creationId="{D759126D-EB4C-4557-EF1E-8B3D6A9B973C}"/>
          </ac:cxnSpMkLst>
        </pc:cxnChg>
        <pc:cxnChg chg="add mod">
          <ac:chgData name="Sivaramakrishnan, Narayanan" userId="S::narayanan.sivaramakrishnan@capgemini.com::341b1ffd-5577-42b1-9704-45069781f0b3" providerId="AD" clId="Web-{0220755A-82B9-802B-01EC-B7D4A1E37542}" dt="2024-06-02T19:41:26.938" v="418" actId="1076"/>
          <ac:cxnSpMkLst>
            <pc:docMk/>
            <pc:sldMk cId="1639103724" sldId="2147475798"/>
            <ac:cxnSpMk id="27" creationId="{CC7F6953-2583-50D4-8A98-928361B32096}"/>
          </ac:cxnSpMkLst>
        </pc:cxnChg>
        <pc:cxnChg chg="add mod">
          <ac:chgData name="Sivaramakrishnan, Narayanan" userId="S::narayanan.sivaramakrishnan@capgemini.com::341b1ffd-5577-42b1-9704-45069781f0b3" providerId="AD" clId="Web-{0220755A-82B9-802B-01EC-B7D4A1E37542}" dt="2024-06-02T19:41:39.017" v="420" actId="1076"/>
          <ac:cxnSpMkLst>
            <pc:docMk/>
            <pc:sldMk cId="1639103724" sldId="2147475798"/>
            <ac:cxnSpMk id="28" creationId="{D72D56F7-EBFF-273F-5F32-64AC1F4B913D}"/>
          </ac:cxnSpMkLst>
        </pc:cxnChg>
        <pc:cxnChg chg="add mod">
          <ac:chgData name="Sivaramakrishnan, Narayanan" userId="S::narayanan.sivaramakrishnan@capgemini.com::341b1ffd-5577-42b1-9704-45069781f0b3" providerId="AD" clId="Web-{0220755A-82B9-802B-01EC-B7D4A1E37542}" dt="2024-06-02T19:45:54.246" v="458" actId="14100"/>
          <ac:cxnSpMkLst>
            <pc:docMk/>
            <pc:sldMk cId="1639103724" sldId="2147475798"/>
            <ac:cxnSpMk id="29" creationId="{F80C1B58-E5C9-BBB6-A36B-0A13E06E65F1}"/>
          </ac:cxnSpMkLst>
        </pc:cxnChg>
        <pc:cxnChg chg="add mod">
          <ac:chgData name="Sivaramakrishnan, Narayanan" userId="S::narayanan.sivaramakrishnan@capgemini.com::341b1ffd-5577-42b1-9704-45069781f0b3" providerId="AD" clId="Web-{0220755A-82B9-802B-01EC-B7D4A1E37542}" dt="2024-06-02T19:46:09.982" v="460" actId="14100"/>
          <ac:cxnSpMkLst>
            <pc:docMk/>
            <pc:sldMk cId="1639103724" sldId="2147475798"/>
            <ac:cxnSpMk id="30" creationId="{9E1A6E8B-E70B-D5C8-7CD6-6BC0AB3EE866}"/>
          </ac:cxnSpMkLst>
        </pc:cxnChg>
        <pc:cxnChg chg="add mod">
          <ac:chgData name="Sivaramakrishnan, Narayanan" userId="S::narayanan.sivaramakrishnan@capgemini.com::341b1ffd-5577-42b1-9704-45069781f0b3" providerId="AD" clId="Web-{0220755A-82B9-802B-01EC-B7D4A1E37542}" dt="2024-06-02T19:47:22.813" v="466" actId="14100"/>
          <ac:cxnSpMkLst>
            <pc:docMk/>
            <pc:sldMk cId="1639103724" sldId="2147475798"/>
            <ac:cxnSpMk id="31" creationId="{F962CEB0-4A6D-A9F1-C058-AE2895DBC773}"/>
          </ac:cxnSpMkLst>
        </pc:cxnChg>
        <pc:cxnChg chg="add mod">
          <ac:chgData name="Sivaramakrishnan, Narayanan" userId="S::narayanan.sivaramakrishnan@capgemini.com::341b1ffd-5577-42b1-9704-45069781f0b3" providerId="AD" clId="Web-{0220755A-82B9-802B-01EC-B7D4A1E37542}" dt="2024-06-02T19:47:39.782" v="469" actId="14100"/>
          <ac:cxnSpMkLst>
            <pc:docMk/>
            <pc:sldMk cId="1639103724" sldId="2147475798"/>
            <ac:cxnSpMk id="32" creationId="{085BBD55-A6CF-8EBB-1E6A-8DB6F7D09B32}"/>
          </ac:cxnSpMkLst>
        </pc:cxnChg>
        <pc:cxnChg chg="add del mod">
          <ac:chgData name="Sivaramakrishnan, Narayanan" userId="S::narayanan.sivaramakrishnan@capgemini.com::341b1ffd-5577-42b1-9704-45069781f0b3" providerId="AD" clId="Web-{0220755A-82B9-802B-01EC-B7D4A1E37542}" dt="2024-06-02T19:49:03.323" v="475"/>
          <ac:cxnSpMkLst>
            <pc:docMk/>
            <pc:sldMk cId="1639103724" sldId="2147475798"/>
            <ac:cxnSpMk id="33" creationId="{00BBE94E-AE0E-0D74-6482-D9A9381A63CF}"/>
          </ac:cxnSpMkLst>
        </pc:cxnChg>
        <pc:cxnChg chg="add del mod">
          <ac:chgData name="Sivaramakrishnan, Narayanan" userId="S::narayanan.sivaramakrishnan@capgemini.com::341b1ffd-5577-42b1-9704-45069781f0b3" providerId="AD" clId="Web-{0220755A-82B9-802B-01EC-B7D4A1E37542}" dt="2024-06-02T19:54:59.965" v="525"/>
          <ac:cxnSpMkLst>
            <pc:docMk/>
            <pc:sldMk cId="1639103724" sldId="2147475798"/>
            <ac:cxnSpMk id="34" creationId="{50BDBD1C-DD2D-DB87-0A53-0D26014DEF09}"/>
          </ac:cxnSpMkLst>
        </pc:cxnChg>
        <pc:cxnChg chg="add del mod">
          <ac:chgData name="Sivaramakrishnan, Narayanan" userId="S::narayanan.sivaramakrishnan@capgemini.com::341b1ffd-5577-42b1-9704-45069781f0b3" providerId="AD" clId="Web-{0220755A-82B9-802B-01EC-B7D4A1E37542}" dt="2024-06-02T19:54:14.697" v="513"/>
          <ac:cxnSpMkLst>
            <pc:docMk/>
            <pc:sldMk cId="1639103724" sldId="2147475798"/>
            <ac:cxnSpMk id="35" creationId="{A7F14341-8ED4-2436-9BB4-7DDD744443EE}"/>
          </ac:cxnSpMkLst>
        </pc:cxnChg>
        <pc:cxnChg chg="add del mod">
          <ac:chgData name="Sivaramakrishnan, Narayanan" userId="S::narayanan.sivaramakrishnan@capgemini.com::341b1ffd-5577-42b1-9704-45069781f0b3" providerId="AD" clId="Web-{0220755A-82B9-802B-01EC-B7D4A1E37542}" dt="2024-06-02T19:52:21.098" v="498"/>
          <ac:cxnSpMkLst>
            <pc:docMk/>
            <pc:sldMk cId="1639103724" sldId="2147475798"/>
            <ac:cxnSpMk id="36" creationId="{8058607F-A036-00FF-C64B-EE516357C4D9}"/>
          </ac:cxnSpMkLst>
        </pc:cxnChg>
        <pc:cxnChg chg="add mod">
          <ac:chgData name="Sivaramakrishnan, Narayanan" userId="S::narayanan.sivaramakrishnan@capgemini.com::341b1ffd-5577-42b1-9704-45069781f0b3" providerId="AD" clId="Web-{0220755A-82B9-802B-01EC-B7D4A1E37542}" dt="2024-06-02T19:59:06.928" v="565" actId="14100"/>
          <ac:cxnSpMkLst>
            <pc:docMk/>
            <pc:sldMk cId="1639103724" sldId="2147475798"/>
            <ac:cxnSpMk id="37" creationId="{9D5F0FEC-BC7C-CA59-08C9-8861434E2B54}"/>
          </ac:cxnSpMkLst>
        </pc:cxnChg>
        <pc:cxnChg chg="add mod">
          <ac:chgData name="Sivaramakrishnan, Narayanan" userId="S::narayanan.sivaramakrishnan@capgemini.com::341b1ffd-5577-42b1-9704-45069781f0b3" providerId="AD" clId="Web-{0220755A-82B9-802B-01EC-B7D4A1E37542}" dt="2024-06-02T19:58:08.895" v="559" actId="1076"/>
          <ac:cxnSpMkLst>
            <pc:docMk/>
            <pc:sldMk cId="1639103724" sldId="2147475798"/>
            <ac:cxnSpMk id="38" creationId="{736B0094-CE0B-5E93-AACD-07BBEADC09FB}"/>
          </ac:cxnSpMkLst>
        </pc:cxnChg>
        <pc:cxnChg chg="add mod">
          <ac:chgData name="Sivaramakrishnan, Narayanan" userId="S::narayanan.sivaramakrishnan@capgemini.com::341b1ffd-5577-42b1-9704-45069781f0b3" providerId="AD" clId="Web-{0220755A-82B9-802B-01EC-B7D4A1E37542}" dt="2024-06-02T19:59:11.929" v="566" actId="1076"/>
          <ac:cxnSpMkLst>
            <pc:docMk/>
            <pc:sldMk cId="1639103724" sldId="2147475798"/>
            <ac:cxnSpMk id="39" creationId="{BD7BA84F-F869-DEE5-5785-BACBDDEBB88E}"/>
          </ac:cxnSpMkLst>
        </pc:cxnChg>
        <pc:cxnChg chg="add mod">
          <ac:chgData name="Sivaramakrishnan, Narayanan" userId="S::narayanan.sivaramakrishnan@capgemini.com::341b1ffd-5577-42b1-9704-45069781f0b3" providerId="AD" clId="Web-{0220755A-82B9-802B-01EC-B7D4A1E37542}" dt="2024-06-02T20:00:04.353" v="574" actId="14100"/>
          <ac:cxnSpMkLst>
            <pc:docMk/>
            <pc:sldMk cId="1639103724" sldId="2147475798"/>
            <ac:cxnSpMk id="40" creationId="{49CEB7C5-70C2-BCE8-8766-5547380CFD42}"/>
          </ac:cxnSpMkLst>
        </pc:cxnChg>
        <pc:cxnChg chg="add mod">
          <ac:chgData name="Sivaramakrishnan, Narayanan" userId="S::narayanan.sivaramakrishnan@capgemini.com::341b1ffd-5577-42b1-9704-45069781f0b3" providerId="AD" clId="Web-{0220755A-82B9-802B-01EC-B7D4A1E37542}" dt="2024-06-02T19:57:38.425" v="554" actId="14100"/>
          <ac:cxnSpMkLst>
            <pc:docMk/>
            <pc:sldMk cId="1639103724" sldId="2147475798"/>
            <ac:cxnSpMk id="41" creationId="{49752402-628E-ADC3-586B-1FEBDB96DFC8}"/>
          </ac:cxnSpMkLst>
        </pc:cxnChg>
        <pc:cxnChg chg="add mod">
          <ac:chgData name="Sivaramakrishnan, Narayanan" userId="S::narayanan.sivaramakrishnan@capgemini.com::341b1ffd-5577-42b1-9704-45069781f0b3" providerId="AD" clId="Web-{0220755A-82B9-802B-01EC-B7D4A1E37542}" dt="2024-06-02T19:58:30.943" v="563" actId="14100"/>
          <ac:cxnSpMkLst>
            <pc:docMk/>
            <pc:sldMk cId="1639103724" sldId="2147475798"/>
            <ac:cxnSpMk id="42" creationId="{2C7DA3E1-83B1-1F6A-36FE-51BCE610EEA2}"/>
          </ac:cxnSpMkLst>
        </pc:cxnChg>
        <pc:cxnChg chg="add mod">
          <ac:chgData name="Sivaramakrishnan, Narayanan" userId="S::narayanan.sivaramakrishnan@capgemini.com::341b1ffd-5577-42b1-9704-45069781f0b3" providerId="AD" clId="Web-{0220755A-82B9-802B-01EC-B7D4A1E37542}" dt="2024-06-02T19:57:18.346" v="552" actId="1076"/>
          <ac:cxnSpMkLst>
            <pc:docMk/>
            <pc:sldMk cId="1639103724" sldId="2147475798"/>
            <ac:cxnSpMk id="43" creationId="{F809CAE0-2F6A-6011-F40A-3DC78309432B}"/>
          </ac:cxnSpMkLst>
        </pc:cxnChg>
        <pc:cxnChg chg="add del mod">
          <ac:chgData name="Sivaramakrishnan, Narayanan" userId="S::narayanan.sivaramakrishnan@capgemini.com::341b1ffd-5577-42b1-9704-45069781f0b3" providerId="AD" clId="Web-{0220755A-82B9-802B-01EC-B7D4A1E37542}" dt="2024-06-02T20:01:22.559" v="580"/>
          <ac:cxnSpMkLst>
            <pc:docMk/>
            <pc:sldMk cId="1639103724" sldId="2147475798"/>
            <ac:cxnSpMk id="44" creationId="{DDD3D682-3966-25DE-4B6D-D385C78DCD24}"/>
          </ac:cxnSpMkLst>
        </pc:cxnChg>
        <pc:cxnChg chg="add mod">
          <ac:chgData name="Sivaramakrishnan, Narayanan" userId="S::narayanan.sivaramakrishnan@capgemini.com::341b1ffd-5577-42b1-9704-45069781f0b3" providerId="AD" clId="Web-{0220755A-82B9-802B-01EC-B7D4A1E37542}" dt="2024-06-02T20:03:18.424" v="600" actId="1076"/>
          <ac:cxnSpMkLst>
            <pc:docMk/>
            <pc:sldMk cId="1639103724" sldId="2147475798"/>
            <ac:cxnSpMk id="45" creationId="{153F96CC-2D03-DDB7-4A3D-2713FECF50CA}"/>
          </ac:cxnSpMkLst>
        </pc:cxnChg>
        <pc:cxnChg chg="add mod">
          <ac:chgData name="Sivaramakrishnan, Narayanan" userId="S::narayanan.sivaramakrishnan@capgemini.com::341b1ffd-5577-42b1-9704-45069781f0b3" providerId="AD" clId="Web-{0220755A-82B9-802B-01EC-B7D4A1E37542}" dt="2024-06-02T20:03:04.564" v="598" actId="14100"/>
          <ac:cxnSpMkLst>
            <pc:docMk/>
            <pc:sldMk cId="1639103724" sldId="2147475798"/>
            <ac:cxnSpMk id="46" creationId="{A6CCB27E-9159-F3A5-8981-3B0808DDF57B}"/>
          </ac:cxnSpMkLst>
        </pc:cxnChg>
      </pc:sldChg>
      <pc:sldChg chg="addSp delSp modSp add replId">
        <pc:chgData name="Sivaramakrishnan, Narayanan" userId="S::narayanan.sivaramakrishnan@capgemini.com::341b1ffd-5577-42b1-9704-45069781f0b3" providerId="AD" clId="Web-{0220755A-82B9-802B-01EC-B7D4A1E37542}" dt="2024-06-02T21:13:27.165" v="782"/>
        <pc:sldMkLst>
          <pc:docMk/>
          <pc:sldMk cId="1723140974" sldId="2147475799"/>
        </pc:sldMkLst>
        <pc:spChg chg="add del mod">
          <ac:chgData name="Sivaramakrishnan, Narayanan" userId="S::narayanan.sivaramakrishnan@capgemini.com::341b1ffd-5577-42b1-9704-45069781f0b3" providerId="AD" clId="Web-{0220755A-82B9-802B-01EC-B7D4A1E37542}" dt="2024-06-02T21:09:08.254" v="701"/>
          <ac:spMkLst>
            <pc:docMk/>
            <pc:sldMk cId="1723140974" sldId="2147475799"/>
            <ac:spMk id="2" creationId="{515933E1-601E-D390-4CC0-339D82BA764E}"/>
          </ac:spMkLst>
        </pc:spChg>
        <pc:spChg chg="del">
          <ac:chgData name="Sivaramakrishnan, Narayanan" userId="S::narayanan.sivaramakrishnan@capgemini.com::341b1ffd-5577-42b1-9704-45069781f0b3" providerId="AD" clId="Web-{0220755A-82B9-802B-01EC-B7D4A1E37542}" dt="2024-06-02T20:09:55.816" v="625"/>
          <ac:spMkLst>
            <pc:docMk/>
            <pc:sldMk cId="1723140974" sldId="2147475799"/>
            <ac:spMk id="2" creationId="{832182B6-49EA-BCC5-4FC4-BF87DC41056E}"/>
          </ac:spMkLst>
        </pc:spChg>
        <pc:spChg chg="add mod">
          <ac:chgData name="Sivaramakrishnan, Narayanan" userId="S::narayanan.sivaramakrishnan@capgemini.com::341b1ffd-5577-42b1-9704-45069781f0b3" providerId="AD" clId="Web-{0220755A-82B9-802B-01EC-B7D4A1E37542}" dt="2024-06-02T21:12:23.567" v="766" actId="20577"/>
          <ac:spMkLst>
            <pc:docMk/>
            <pc:sldMk cId="1723140974" sldId="2147475799"/>
            <ac:spMk id="6" creationId="{832B5827-7222-B62C-393B-360D30CC643F}"/>
          </ac:spMkLst>
        </pc:spChg>
        <pc:spChg chg="add mod">
          <ac:chgData name="Sivaramakrishnan, Narayanan" userId="S::narayanan.sivaramakrishnan@capgemini.com::341b1ffd-5577-42b1-9704-45069781f0b3" providerId="AD" clId="Web-{0220755A-82B9-802B-01EC-B7D4A1E37542}" dt="2024-06-02T21:12:29.927" v="773" actId="20577"/>
          <ac:spMkLst>
            <pc:docMk/>
            <pc:sldMk cId="1723140974" sldId="2147475799"/>
            <ac:spMk id="8" creationId="{41FABFC9-442D-3CB6-F7A4-8AB997366D60}"/>
          </ac:spMkLst>
        </pc:spChg>
        <pc:spChg chg="del">
          <ac:chgData name="Sivaramakrishnan, Narayanan" userId="S::narayanan.sivaramakrishnan@capgemini.com::341b1ffd-5577-42b1-9704-45069781f0b3" providerId="AD" clId="Web-{0220755A-82B9-802B-01EC-B7D4A1E37542}" dt="2024-06-02T20:09:52.066" v="624"/>
          <ac:spMkLst>
            <pc:docMk/>
            <pc:sldMk cId="1723140974" sldId="2147475799"/>
            <ac:spMk id="48" creationId="{852B75C6-942E-B341-554E-FADBEBB9C8C2}"/>
          </ac:spMkLst>
        </pc:spChg>
        <pc:grpChg chg="del">
          <ac:chgData name="Sivaramakrishnan, Narayanan" userId="S::narayanan.sivaramakrishnan@capgemini.com::341b1ffd-5577-42b1-9704-45069781f0b3" providerId="AD" clId="Web-{0220755A-82B9-802B-01EC-B7D4A1E37542}" dt="2024-06-02T20:09:45.409" v="623"/>
          <ac:grpSpMkLst>
            <pc:docMk/>
            <pc:sldMk cId="1723140974" sldId="2147475799"/>
            <ac:grpSpMk id="47" creationId="{09AEADBC-D2C8-7E04-A943-0EB39511CD43}"/>
          </ac:grpSpMkLst>
        </pc:grpChg>
        <pc:graphicFrameChg chg="add del mod modGraphic">
          <ac:chgData name="Sivaramakrishnan, Narayanan" userId="S::narayanan.sivaramakrishnan@capgemini.com::341b1ffd-5577-42b1-9704-45069781f0b3" providerId="AD" clId="Web-{0220755A-82B9-802B-01EC-B7D4A1E37542}" dt="2024-06-02T20:11:10.069" v="640"/>
          <ac:graphicFrameMkLst>
            <pc:docMk/>
            <pc:sldMk cId="1723140974" sldId="2147475799"/>
            <ac:graphicFrameMk id="4" creationId="{3786BAA5-3457-E7DD-7769-C0F35E3AF3B7}"/>
          </ac:graphicFrameMkLst>
        </pc:graphicFrameChg>
        <pc:graphicFrameChg chg="add mod modGraphic">
          <ac:chgData name="Sivaramakrishnan, Narayanan" userId="S::narayanan.sivaramakrishnan@capgemini.com::341b1ffd-5577-42b1-9704-45069781f0b3" providerId="AD" clId="Web-{0220755A-82B9-802B-01EC-B7D4A1E37542}" dt="2024-06-02T21:11:36.892" v="739"/>
          <ac:graphicFrameMkLst>
            <pc:docMk/>
            <pc:sldMk cId="1723140974" sldId="2147475799"/>
            <ac:graphicFrameMk id="4" creationId="{4DE29D2F-E89C-CB3C-6FE8-22E25D34008E}"/>
          </ac:graphicFrameMkLst>
        </pc:graphicFrameChg>
        <pc:graphicFrameChg chg="add del mod">
          <ac:chgData name="Sivaramakrishnan, Narayanan" userId="S::narayanan.sivaramakrishnan@capgemini.com::341b1ffd-5577-42b1-9704-45069781f0b3" providerId="AD" clId="Web-{0220755A-82B9-802B-01EC-B7D4A1E37542}" dt="2024-06-02T20:10:34.427" v="629"/>
          <ac:graphicFrameMkLst>
            <pc:docMk/>
            <pc:sldMk cId="1723140974" sldId="2147475799"/>
            <ac:graphicFrameMk id="18" creationId="{761C0225-C9D5-EBBA-E0C8-4F53496EF058}"/>
          </ac:graphicFrameMkLst>
        </pc:graphicFrameChg>
        <pc:graphicFrameChg chg="add del mod">
          <ac:chgData name="Sivaramakrishnan, Narayanan" userId="S::narayanan.sivaramakrishnan@capgemini.com::341b1ffd-5577-42b1-9704-45069781f0b3" providerId="AD" clId="Web-{0220755A-82B9-802B-01EC-B7D4A1E37542}" dt="2024-06-02T20:10:50.521" v="631"/>
          <ac:graphicFrameMkLst>
            <pc:docMk/>
            <pc:sldMk cId="1723140974" sldId="2147475799"/>
            <ac:graphicFrameMk id="20" creationId="{A6F2ACC9-A8EE-98AC-9F90-C4840F5E3722}"/>
          </ac:graphicFrameMkLst>
        </pc:graphicFrameChg>
        <pc:graphicFrameChg chg="add mod modGraphic">
          <ac:chgData name="Sivaramakrishnan, Narayanan" userId="S::narayanan.sivaramakrishnan@capgemini.com::341b1ffd-5577-42b1-9704-45069781f0b3" providerId="AD" clId="Web-{0220755A-82B9-802B-01EC-B7D4A1E37542}" dt="2024-06-02T21:13:27.165" v="782"/>
          <ac:graphicFrameMkLst>
            <pc:docMk/>
            <pc:sldMk cId="1723140974" sldId="2147475799"/>
            <ac:graphicFrameMk id="22" creationId="{913B0855-5AC1-4259-556E-3EAAD696C284}"/>
          </ac:graphicFrameMkLst>
        </pc:graphicFrameChg>
      </pc:sldChg>
    </pc:docChg>
  </pc:docChgLst>
  <pc:docChgLst>
    <pc:chgData name="Solanki, Jigar" userId="3f4ee6f3-26ac-4cf7-b06f-bbc51af815a3" providerId="ADAL" clId="{86E04653-D8A2-4125-982E-B8D94B03A233}"/>
    <pc:docChg chg="custSel addSld modSld">
      <pc:chgData name="Solanki, Jigar" userId="3f4ee6f3-26ac-4cf7-b06f-bbc51af815a3" providerId="ADAL" clId="{86E04653-D8A2-4125-982E-B8D94B03A233}" dt="2024-06-21T16:24:55.287" v="64" actId="20577"/>
      <pc:docMkLst>
        <pc:docMk/>
      </pc:docMkLst>
      <pc:sldChg chg="modCm">
        <pc:chgData name="Solanki, Jigar" userId="3f4ee6f3-26ac-4cf7-b06f-bbc51af815a3" providerId="ADAL" clId="{86E04653-D8A2-4125-982E-B8D94B03A233}" dt="2024-06-21T10:39:30.003" v="58" actId="2056"/>
        <pc:sldMkLst>
          <pc:docMk/>
          <pc:sldMk cId="1001885555" sldId="2147475796"/>
        </pc:sldMkLst>
        <pc:extLst>
          <p:ext xmlns:p="http://schemas.openxmlformats.org/presentationml/2006/main" uri="{D6D511B9-2390-475A-947B-AFAB55BFBCF1}">
            <pc226:cmChg xmlns:pc226="http://schemas.microsoft.com/office/powerpoint/2022/06/main/command" chg="mod">
              <pc226:chgData name="Solanki, Jigar" userId="3f4ee6f3-26ac-4cf7-b06f-bbc51af815a3" providerId="ADAL" clId="{86E04653-D8A2-4125-982E-B8D94B03A233}" dt="2024-06-21T10:39:30.003" v="58" actId="2056"/>
              <pc2:cmMkLst xmlns:pc2="http://schemas.microsoft.com/office/powerpoint/2019/9/main/command">
                <pc:docMk/>
                <pc:sldMk cId="1001885555" sldId="2147475796"/>
                <pc2:cmMk id="{6187E47D-BBEA-4C72-87DA-B268F556C1BE}"/>
              </pc2:cmMkLst>
            </pc226:cmChg>
          </p:ext>
        </pc:extLst>
      </pc:sldChg>
      <pc:sldChg chg="delSp modSp add mod">
        <pc:chgData name="Solanki, Jigar" userId="3f4ee6f3-26ac-4cf7-b06f-bbc51af815a3" providerId="ADAL" clId="{86E04653-D8A2-4125-982E-B8D94B03A233}" dt="2024-06-21T16:24:49.414" v="63" actId="20577"/>
        <pc:sldMkLst>
          <pc:docMk/>
          <pc:sldMk cId="3468048512" sldId="2147475818"/>
        </pc:sldMkLst>
        <pc:spChg chg="mod">
          <ac:chgData name="Solanki, Jigar" userId="3f4ee6f3-26ac-4cf7-b06f-bbc51af815a3" providerId="ADAL" clId="{86E04653-D8A2-4125-982E-B8D94B03A233}" dt="2024-06-20T12:56:09.233" v="40" actId="2711"/>
          <ac:spMkLst>
            <pc:docMk/>
            <pc:sldMk cId="3468048512" sldId="2147475818"/>
            <ac:spMk id="3" creationId="{155FCA84-4387-498D-8202-97BC1B4142D0}"/>
          </ac:spMkLst>
        </pc:spChg>
        <pc:spChg chg="mod">
          <ac:chgData name="Solanki, Jigar" userId="3f4ee6f3-26ac-4cf7-b06f-bbc51af815a3" providerId="ADAL" clId="{86E04653-D8A2-4125-982E-B8D94B03A233}" dt="2024-06-21T16:24:49.414" v="63" actId="20577"/>
          <ac:spMkLst>
            <pc:docMk/>
            <pc:sldMk cId="3468048512" sldId="2147475818"/>
            <ac:spMk id="4" creationId="{9DEA6A68-7127-43C5-B571-DE7EA006AD85}"/>
          </ac:spMkLst>
        </pc:spChg>
        <pc:spChg chg="mod">
          <ac:chgData name="Solanki, Jigar" userId="3f4ee6f3-26ac-4cf7-b06f-bbc51af815a3" providerId="ADAL" clId="{86E04653-D8A2-4125-982E-B8D94B03A233}" dt="2024-06-20T12:55:03.362" v="28" actId="20577"/>
          <ac:spMkLst>
            <pc:docMk/>
            <pc:sldMk cId="3468048512" sldId="2147475818"/>
            <ac:spMk id="5" creationId="{A2ABEFE9-D709-461D-BAE6-85FD4C734135}"/>
          </ac:spMkLst>
        </pc:spChg>
        <pc:spChg chg="mod">
          <ac:chgData name="Solanki, Jigar" userId="3f4ee6f3-26ac-4cf7-b06f-bbc51af815a3" providerId="ADAL" clId="{86E04653-D8A2-4125-982E-B8D94B03A233}" dt="2024-06-20T12:55:08.917" v="37" actId="20577"/>
          <ac:spMkLst>
            <pc:docMk/>
            <pc:sldMk cId="3468048512" sldId="2147475818"/>
            <ac:spMk id="6" creationId="{236E91A5-D2D4-4A11-B92A-8D1E8F1F38E0}"/>
          </ac:spMkLst>
        </pc:spChg>
        <pc:spChg chg="del">
          <ac:chgData name="Solanki, Jigar" userId="3f4ee6f3-26ac-4cf7-b06f-bbc51af815a3" providerId="ADAL" clId="{86E04653-D8A2-4125-982E-B8D94B03A233}" dt="2024-06-20T12:55:15.515" v="38" actId="478"/>
          <ac:spMkLst>
            <pc:docMk/>
            <pc:sldMk cId="3468048512" sldId="2147475818"/>
            <ac:spMk id="8" creationId="{20E5B043-E319-4C82-8422-81E7B7A9AAFD}"/>
          </ac:spMkLst>
        </pc:spChg>
        <pc:spChg chg="mod">
          <ac:chgData name="Solanki, Jigar" userId="3f4ee6f3-26ac-4cf7-b06f-bbc51af815a3" providerId="ADAL" clId="{86E04653-D8A2-4125-982E-B8D94B03A233}" dt="2024-06-20T12:54:55.472" v="25" actId="20577"/>
          <ac:spMkLst>
            <pc:docMk/>
            <pc:sldMk cId="3468048512" sldId="2147475818"/>
            <ac:spMk id="10" creationId="{D725078B-CAAE-427C-A710-816929E536C7}"/>
          </ac:spMkLst>
        </pc:spChg>
      </pc:sldChg>
      <pc:sldChg chg="modSp add mod">
        <pc:chgData name="Solanki, Jigar" userId="3f4ee6f3-26ac-4cf7-b06f-bbc51af815a3" providerId="ADAL" clId="{86E04653-D8A2-4125-982E-B8D94B03A233}" dt="2024-06-21T16:24:55.287" v="64" actId="20577"/>
        <pc:sldMkLst>
          <pc:docMk/>
          <pc:sldMk cId="3204792641" sldId="2147475819"/>
        </pc:sldMkLst>
        <pc:spChg chg="mod">
          <ac:chgData name="Solanki, Jigar" userId="3f4ee6f3-26ac-4cf7-b06f-bbc51af815a3" providerId="ADAL" clId="{86E04653-D8A2-4125-982E-B8D94B03A233}" dt="2024-06-20T12:59:21.346" v="54" actId="2711"/>
          <ac:spMkLst>
            <pc:docMk/>
            <pc:sldMk cId="3204792641" sldId="2147475819"/>
            <ac:spMk id="3" creationId="{155FCA84-4387-498D-8202-97BC1B4142D0}"/>
          </ac:spMkLst>
        </pc:spChg>
        <pc:spChg chg="mod">
          <ac:chgData name="Solanki, Jigar" userId="3f4ee6f3-26ac-4cf7-b06f-bbc51af815a3" providerId="ADAL" clId="{86E04653-D8A2-4125-982E-B8D94B03A233}" dt="2024-06-21T16:24:55.287" v="64" actId="20577"/>
          <ac:spMkLst>
            <pc:docMk/>
            <pc:sldMk cId="3204792641" sldId="2147475819"/>
            <ac:spMk id="4" creationId="{9DEA6A68-7127-43C5-B571-DE7EA006AD85}"/>
          </ac:spMkLst>
        </pc:spChg>
        <pc:spChg chg="mod">
          <ac:chgData name="Solanki, Jigar" userId="3f4ee6f3-26ac-4cf7-b06f-bbc51af815a3" providerId="ADAL" clId="{86E04653-D8A2-4125-982E-B8D94B03A233}" dt="2024-06-20T12:58:52.960" v="50" actId="20577"/>
          <ac:spMkLst>
            <pc:docMk/>
            <pc:sldMk cId="3204792641" sldId="2147475819"/>
            <ac:spMk id="5" creationId="{A2ABEFE9-D709-461D-BAE6-85FD4C734135}"/>
          </ac:spMkLst>
        </pc:spChg>
        <pc:spChg chg="mod">
          <ac:chgData name="Solanki, Jigar" userId="3f4ee6f3-26ac-4cf7-b06f-bbc51af815a3" providerId="ADAL" clId="{86E04653-D8A2-4125-982E-B8D94B03A233}" dt="2024-06-20T12:58:56.153" v="52" actId="20577"/>
          <ac:spMkLst>
            <pc:docMk/>
            <pc:sldMk cId="3204792641" sldId="2147475819"/>
            <ac:spMk id="6" creationId="{236E91A5-D2D4-4A11-B92A-8D1E8F1F38E0}"/>
          </ac:spMkLst>
        </pc:spChg>
        <pc:spChg chg="mod">
          <ac:chgData name="Solanki, Jigar" userId="3f4ee6f3-26ac-4cf7-b06f-bbc51af815a3" providerId="ADAL" clId="{86E04653-D8A2-4125-982E-B8D94B03A233}" dt="2024-06-20T12:58:49.188" v="48" actId="20577"/>
          <ac:spMkLst>
            <pc:docMk/>
            <pc:sldMk cId="3204792641" sldId="2147475819"/>
            <ac:spMk id="10" creationId="{D725078B-CAAE-427C-A710-816929E536C7}"/>
          </ac:spMkLst>
        </pc:spChg>
      </pc:sldChg>
    </pc:docChg>
  </pc:docChgLst>
  <pc:docChgLst>
    <pc:chgData name="Kanduru, Raghava" userId="cf8c09de-c40c-47a2-971b-c612c06e0906" providerId="ADAL" clId="{5E3DAF92-3AF4-4FBB-A40F-A08CEB694985}"/>
    <pc:docChg chg="undo custSel addSld delSld modSld sldOrd">
      <pc:chgData name="Kanduru, Raghava" userId="cf8c09de-c40c-47a2-971b-c612c06e0906" providerId="ADAL" clId="{5E3DAF92-3AF4-4FBB-A40F-A08CEB694985}" dt="2024-06-25T06:32:58.123" v="1958"/>
      <pc:docMkLst>
        <pc:docMk/>
      </pc:docMkLst>
      <pc:sldChg chg="addSp delSp modSp mod">
        <pc:chgData name="Kanduru, Raghava" userId="cf8c09de-c40c-47a2-971b-c612c06e0906" providerId="ADAL" clId="{5E3DAF92-3AF4-4FBB-A40F-A08CEB694985}" dt="2024-06-21T05:19:35.028" v="1817" actId="1076"/>
        <pc:sldMkLst>
          <pc:docMk/>
          <pc:sldMk cId="1531364721" sldId="2141412306"/>
        </pc:sldMkLst>
        <pc:spChg chg="del">
          <ac:chgData name="Kanduru, Raghava" userId="cf8c09de-c40c-47a2-971b-c612c06e0906" providerId="ADAL" clId="{5E3DAF92-3AF4-4FBB-A40F-A08CEB694985}" dt="2024-06-21T05:19:31.397" v="1815" actId="478"/>
          <ac:spMkLst>
            <pc:docMk/>
            <pc:sldMk cId="1531364721" sldId="2141412306"/>
            <ac:spMk id="2" creationId="{7F6124A2-17CC-3AE9-42DA-2584BD303CCF}"/>
          </ac:spMkLst>
        </pc:spChg>
        <pc:spChg chg="add mod">
          <ac:chgData name="Kanduru, Raghava" userId="cf8c09de-c40c-47a2-971b-c612c06e0906" providerId="ADAL" clId="{5E3DAF92-3AF4-4FBB-A40F-A08CEB694985}" dt="2024-06-21T05:19:35.028" v="1817" actId="1076"/>
          <ac:spMkLst>
            <pc:docMk/>
            <pc:sldMk cId="1531364721" sldId="2141412306"/>
            <ac:spMk id="3" creationId="{7816CACF-E788-440C-41EC-EC55279EF592}"/>
          </ac:spMkLst>
        </pc:spChg>
      </pc:sldChg>
      <pc:sldChg chg="modSp mod">
        <pc:chgData name="Kanduru, Raghava" userId="cf8c09de-c40c-47a2-971b-c612c06e0906" providerId="ADAL" clId="{5E3DAF92-3AF4-4FBB-A40F-A08CEB694985}" dt="2024-06-12T04:55:22.688" v="48" actId="1076"/>
        <pc:sldMkLst>
          <pc:docMk/>
          <pc:sldMk cId="1754236133" sldId="2141412320"/>
        </pc:sldMkLst>
        <pc:spChg chg="mod">
          <ac:chgData name="Kanduru, Raghava" userId="cf8c09de-c40c-47a2-971b-c612c06e0906" providerId="ADAL" clId="{5E3DAF92-3AF4-4FBB-A40F-A08CEB694985}" dt="2024-06-12T04:55:22.688" v="48" actId="1076"/>
          <ac:spMkLst>
            <pc:docMk/>
            <pc:sldMk cId="1754236133" sldId="2141412320"/>
            <ac:spMk id="42" creationId="{2C73AB5A-1D7B-48E8-8925-50E92522ED50}"/>
          </ac:spMkLst>
        </pc:spChg>
      </pc:sldChg>
      <pc:sldChg chg="mod modShow">
        <pc:chgData name="Kanduru, Raghava" userId="cf8c09de-c40c-47a2-971b-c612c06e0906" providerId="ADAL" clId="{5E3DAF92-3AF4-4FBB-A40F-A08CEB694985}" dt="2024-06-13T10:55:22.808" v="62" actId="729"/>
        <pc:sldMkLst>
          <pc:docMk/>
          <pc:sldMk cId="2411987227" sldId="2147474112"/>
        </pc:sldMkLst>
      </pc:sldChg>
      <pc:sldChg chg="mod ord modShow">
        <pc:chgData name="Kanduru, Raghava" userId="cf8c09de-c40c-47a2-971b-c612c06e0906" providerId="ADAL" clId="{5E3DAF92-3AF4-4FBB-A40F-A08CEB694985}" dt="2024-06-20T09:06:56.797" v="1611"/>
        <pc:sldMkLst>
          <pc:docMk/>
          <pc:sldMk cId="2479366280" sldId="2147474117"/>
        </pc:sldMkLst>
      </pc:sldChg>
      <pc:sldChg chg="modSp mod">
        <pc:chgData name="Kanduru, Raghava" userId="cf8c09de-c40c-47a2-971b-c612c06e0906" providerId="ADAL" clId="{5E3DAF92-3AF4-4FBB-A40F-A08CEB694985}" dt="2024-06-20T08:45:52.944" v="1566"/>
        <pc:sldMkLst>
          <pc:docMk/>
          <pc:sldMk cId="1411463970" sldId="2147474152"/>
        </pc:sldMkLst>
        <pc:graphicFrameChg chg="mod modGraphic">
          <ac:chgData name="Kanduru, Raghava" userId="cf8c09de-c40c-47a2-971b-c612c06e0906" providerId="ADAL" clId="{5E3DAF92-3AF4-4FBB-A40F-A08CEB694985}" dt="2024-06-20T08:45:52.944" v="1566"/>
          <ac:graphicFrameMkLst>
            <pc:docMk/>
            <pc:sldMk cId="1411463970" sldId="2147474152"/>
            <ac:graphicFrameMk id="8" creationId="{0449F75F-2706-876C-71DE-D728F38E233D}"/>
          </ac:graphicFrameMkLst>
        </pc:graphicFrameChg>
      </pc:sldChg>
      <pc:sldChg chg="modSp mod">
        <pc:chgData name="Kanduru, Raghava" userId="cf8c09de-c40c-47a2-971b-c612c06e0906" providerId="ADAL" clId="{5E3DAF92-3AF4-4FBB-A40F-A08CEB694985}" dt="2024-06-20T08:53:13.117" v="1582"/>
        <pc:sldMkLst>
          <pc:docMk/>
          <pc:sldMk cId="2001861423" sldId="2147474153"/>
        </pc:sldMkLst>
        <pc:graphicFrameChg chg="mod modGraphic">
          <ac:chgData name="Kanduru, Raghava" userId="cf8c09de-c40c-47a2-971b-c612c06e0906" providerId="ADAL" clId="{5E3DAF92-3AF4-4FBB-A40F-A08CEB694985}" dt="2024-06-20T08:53:13.117" v="1582"/>
          <ac:graphicFrameMkLst>
            <pc:docMk/>
            <pc:sldMk cId="2001861423" sldId="2147474153"/>
            <ac:graphicFrameMk id="8" creationId="{0449F75F-2706-876C-71DE-D728F38E233D}"/>
          </ac:graphicFrameMkLst>
        </pc:graphicFrameChg>
      </pc:sldChg>
      <pc:sldChg chg="modSp">
        <pc:chgData name="Kanduru, Raghava" userId="cf8c09de-c40c-47a2-971b-c612c06e0906" providerId="ADAL" clId="{5E3DAF92-3AF4-4FBB-A40F-A08CEB694985}" dt="2024-06-21T04:58:05.377" v="1666"/>
        <pc:sldMkLst>
          <pc:docMk/>
          <pc:sldMk cId="2251188276" sldId="2147474154"/>
        </pc:sldMkLst>
        <pc:graphicFrameChg chg="mod">
          <ac:chgData name="Kanduru, Raghava" userId="cf8c09de-c40c-47a2-971b-c612c06e0906" providerId="ADAL" clId="{5E3DAF92-3AF4-4FBB-A40F-A08CEB694985}" dt="2024-06-21T04:58:05.377" v="1666"/>
          <ac:graphicFrameMkLst>
            <pc:docMk/>
            <pc:sldMk cId="2251188276" sldId="2147474154"/>
            <ac:graphicFrameMk id="5" creationId="{BF963F44-2AF5-0D18-B298-EC70E47829C5}"/>
          </ac:graphicFrameMkLst>
        </pc:graphicFrameChg>
      </pc:sldChg>
      <pc:sldChg chg="mod ord modShow">
        <pc:chgData name="Kanduru, Raghava" userId="cf8c09de-c40c-47a2-971b-c612c06e0906" providerId="ADAL" clId="{5E3DAF92-3AF4-4FBB-A40F-A08CEB694985}" dt="2024-06-19T03:57:30.883" v="1345"/>
        <pc:sldMkLst>
          <pc:docMk/>
          <pc:sldMk cId="2318877968" sldId="2147474163"/>
        </pc:sldMkLst>
      </pc:sldChg>
      <pc:sldChg chg="del mod modShow">
        <pc:chgData name="Kanduru, Raghava" userId="cf8c09de-c40c-47a2-971b-c612c06e0906" providerId="ADAL" clId="{5E3DAF92-3AF4-4FBB-A40F-A08CEB694985}" dt="2024-06-17T05:47:11.965" v="102" actId="47"/>
        <pc:sldMkLst>
          <pc:docMk/>
          <pc:sldMk cId="1600209829" sldId="2147474180"/>
        </pc:sldMkLst>
      </pc:sldChg>
      <pc:sldChg chg="addSp delSp modSp mod">
        <pc:chgData name="Kanduru, Raghava" userId="cf8c09de-c40c-47a2-971b-c612c06e0906" providerId="ADAL" clId="{5E3DAF92-3AF4-4FBB-A40F-A08CEB694985}" dt="2024-06-19T03:55:08.722" v="1343" actId="5793"/>
        <pc:sldMkLst>
          <pc:docMk/>
          <pc:sldMk cId="2644422550" sldId="2147474183"/>
        </pc:sldMkLst>
        <pc:spChg chg="add del">
          <ac:chgData name="Kanduru, Raghava" userId="cf8c09de-c40c-47a2-971b-c612c06e0906" providerId="ADAL" clId="{5E3DAF92-3AF4-4FBB-A40F-A08CEB694985}" dt="2024-06-18T13:25:06.330" v="478" actId="478"/>
          <ac:spMkLst>
            <pc:docMk/>
            <pc:sldMk cId="2644422550" sldId="2147474183"/>
            <ac:spMk id="2" creationId="{613AF41D-A39B-6096-C124-6BC28241A9A4}"/>
          </ac:spMkLst>
        </pc:spChg>
        <pc:graphicFrameChg chg="mod modGraphic">
          <ac:chgData name="Kanduru, Raghava" userId="cf8c09de-c40c-47a2-971b-c612c06e0906" providerId="ADAL" clId="{5E3DAF92-3AF4-4FBB-A40F-A08CEB694985}" dt="2024-06-19T03:55:08.722" v="1343" actId="5793"/>
          <ac:graphicFrameMkLst>
            <pc:docMk/>
            <pc:sldMk cId="2644422550" sldId="2147474183"/>
            <ac:graphicFrameMk id="4" creationId="{F708C304-FE42-4ADD-AC50-77DE33B73378}"/>
          </ac:graphicFrameMkLst>
        </pc:graphicFrameChg>
        <pc:picChg chg="add del mod">
          <ac:chgData name="Kanduru, Raghava" userId="cf8c09de-c40c-47a2-971b-c612c06e0906" providerId="ADAL" clId="{5E3DAF92-3AF4-4FBB-A40F-A08CEB694985}" dt="2024-06-18T13:26:51.041" v="493" actId="478"/>
          <ac:picMkLst>
            <pc:docMk/>
            <pc:sldMk cId="2644422550" sldId="2147474183"/>
            <ac:picMk id="5" creationId="{B84A24EC-CB34-5145-8813-29848642BFAD}"/>
          </ac:picMkLst>
        </pc:picChg>
        <pc:picChg chg="add mod">
          <ac:chgData name="Kanduru, Raghava" userId="cf8c09de-c40c-47a2-971b-c612c06e0906" providerId="ADAL" clId="{5E3DAF92-3AF4-4FBB-A40F-A08CEB694985}" dt="2024-06-19T03:49:54.589" v="1148" actId="1037"/>
          <ac:picMkLst>
            <pc:docMk/>
            <pc:sldMk cId="2644422550" sldId="2147474183"/>
            <ac:picMk id="7" creationId="{5E470F88-2734-39D2-C54A-822FDC994388}"/>
          </ac:picMkLst>
        </pc:picChg>
        <pc:picChg chg="add mod">
          <ac:chgData name="Kanduru, Raghava" userId="cf8c09de-c40c-47a2-971b-c612c06e0906" providerId="ADAL" clId="{5E3DAF92-3AF4-4FBB-A40F-A08CEB694985}" dt="2024-06-19T03:50:25.516" v="1197" actId="1037"/>
          <ac:picMkLst>
            <pc:docMk/>
            <pc:sldMk cId="2644422550" sldId="2147474183"/>
            <ac:picMk id="8" creationId="{05DAE736-C0D2-AF9A-F3C0-0BD3BDC3EBAC}"/>
          </ac:picMkLst>
        </pc:picChg>
        <pc:picChg chg="add mod">
          <ac:chgData name="Kanduru, Raghava" userId="cf8c09de-c40c-47a2-971b-c612c06e0906" providerId="ADAL" clId="{5E3DAF92-3AF4-4FBB-A40F-A08CEB694985}" dt="2024-06-19T03:50:29.956" v="1208" actId="1037"/>
          <ac:picMkLst>
            <pc:docMk/>
            <pc:sldMk cId="2644422550" sldId="2147474183"/>
            <ac:picMk id="9" creationId="{E987B812-1815-DF28-A351-6A2A33A6EEBD}"/>
          </ac:picMkLst>
        </pc:picChg>
        <pc:picChg chg="add mod">
          <ac:chgData name="Kanduru, Raghava" userId="cf8c09de-c40c-47a2-971b-c612c06e0906" providerId="ADAL" clId="{5E3DAF92-3AF4-4FBB-A40F-A08CEB694985}" dt="2024-06-19T03:50:38.647" v="1209" actId="1076"/>
          <ac:picMkLst>
            <pc:docMk/>
            <pc:sldMk cId="2644422550" sldId="2147474183"/>
            <ac:picMk id="10" creationId="{3064C823-CF75-78E7-A965-BFA03D16486A}"/>
          </ac:picMkLst>
        </pc:picChg>
        <pc:picChg chg="add mod">
          <ac:chgData name="Kanduru, Raghava" userId="cf8c09de-c40c-47a2-971b-c612c06e0906" providerId="ADAL" clId="{5E3DAF92-3AF4-4FBB-A40F-A08CEB694985}" dt="2024-06-19T03:50:43.542" v="1215" actId="1037"/>
          <ac:picMkLst>
            <pc:docMk/>
            <pc:sldMk cId="2644422550" sldId="2147474183"/>
            <ac:picMk id="11" creationId="{41895E8B-61AD-DE05-33FE-17DC41B47901}"/>
          </ac:picMkLst>
        </pc:picChg>
        <pc:picChg chg="add mod">
          <ac:chgData name="Kanduru, Raghava" userId="cf8c09de-c40c-47a2-971b-c612c06e0906" providerId="ADAL" clId="{5E3DAF92-3AF4-4FBB-A40F-A08CEB694985}" dt="2024-06-19T03:50:10.783" v="1164" actId="1037"/>
          <ac:picMkLst>
            <pc:docMk/>
            <pc:sldMk cId="2644422550" sldId="2147474183"/>
            <ac:picMk id="12" creationId="{F23E7A85-D4B2-DEB2-D84D-E9FE455B53C8}"/>
          </ac:picMkLst>
        </pc:picChg>
        <pc:picChg chg="add mod">
          <ac:chgData name="Kanduru, Raghava" userId="cf8c09de-c40c-47a2-971b-c612c06e0906" providerId="ADAL" clId="{5E3DAF92-3AF4-4FBB-A40F-A08CEB694985}" dt="2024-06-19T03:50:49.391" v="1224" actId="1037"/>
          <ac:picMkLst>
            <pc:docMk/>
            <pc:sldMk cId="2644422550" sldId="2147474183"/>
            <ac:picMk id="13" creationId="{8EDF8F02-F0CE-D703-0BF4-895DC463AC72}"/>
          </ac:picMkLst>
        </pc:picChg>
        <pc:picChg chg="add mod">
          <ac:chgData name="Kanduru, Raghava" userId="cf8c09de-c40c-47a2-971b-c612c06e0906" providerId="ADAL" clId="{5E3DAF92-3AF4-4FBB-A40F-A08CEB694985}" dt="2024-06-19T03:50:56.694" v="1243" actId="1038"/>
          <ac:picMkLst>
            <pc:docMk/>
            <pc:sldMk cId="2644422550" sldId="2147474183"/>
            <ac:picMk id="14" creationId="{B561EAA1-D154-110E-3353-E3EBFD72DF43}"/>
          </ac:picMkLst>
        </pc:picChg>
        <pc:picChg chg="add mod">
          <ac:chgData name="Kanduru, Raghava" userId="cf8c09de-c40c-47a2-971b-c612c06e0906" providerId="ADAL" clId="{5E3DAF92-3AF4-4FBB-A40F-A08CEB694985}" dt="2024-06-19T03:51:01.407" v="1263" actId="1038"/>
          <ac:picMkLst>
            <pc:docMk/>
            <pc:sldMk cId="2644422550" sldId="2147474183"/>
            <ac:picMk id="15" creationId="{960729E7-F12A-9513-EA97-DA0F04EB4A88}"/>
          </ac:picMkLst>
        </pc:picChg>
        <pc:picChg chg="add mod">
          <ac:chgData name="Kanduru, Raghava" userId="cf8c09de-c40c-47a2-971b-c612c06e0906" providerId="ADAL" clId="{5E3DAF92-3AF4-4FBB-A40F-A08CEB694985}" dt="2024-06-19T03:54:00.297" v="1336" actId="1038"/>
          <ac:picMkLst>
            <pc:docMk/>
            <pc:sldMk cId="2644422550" sldId="2147474183"/>
            <ac:picMk id="16" creationId="{A64C92DA-6ED0-5C71-712F-CBA62D0FC95E}"/>
          </ac:picMkLst>
        </pc:picChg>
        <pc:picChg chg="add mod">
          <ac:chgData name="Kanduru, Raghava" userId="cf8c09de-c40c-47a2-971b-c612c06e0906" providerId="ADAL" clId="{5E3DAF92-3AF4-4FBB-A40F-A08CEB694985}" dt="2024-06-19T03:51:36.168" v="1323" actId="1038"/>
          <ac:picMkLst>
            <pc:docMk/>
            <pc:sldMk cId="2644422550" sldId="2147474183"/>
            <ac:picMk id="17" creationId="{BD32EBE4-E5E8-71AB-5086-FB1FFAAAD28C}"/>
          </ac:picMkLst>
        </pc:picChg>
        <pc:picChg chg="add del mod">
          <ac:chgData name="Kanduru, Raghava" userId="cf8c09de-c40c-47a2-971b-c612c06e0906" providerId="ADAL" clId="{5E3DAF92-3AF4-4FBB-A40F-A08CEB694985}" dt="2024-06-19T03:46:57.748" v="1089" actId="478"/>
          <ac:picMkLst>
            <pc:docMk/>
            <pc:sldMk cId="2644422550" sldId="2147474183"/>
            <ac:picMk id="18" creationId="{67FA6B17-CFC6-9A3D-9DDE-6532B30A77C6}"/>
          </ac:picMkLst>
        </pc:picChg>
        <pc:picChg chg="add mod">
          <ac:chgData name="Kanduru, Raghava" userId="cf8c09de-c40c-47a2-971b-c612c06e0906" providerId="ADAL" clId="{5E3DAF92-3AF4-4FBB-A40F-A08CEB694985}" dt="2024-06-19T03:50:17.451" v="1178" actId="1037"/>
          <ac:picMkLst>
            <pc:docMk/>
            <pc:sldMk cId="2644422550" sldId="2147474183"/>
            <ac:picMk id="19" creationId="{53A9E8A5-3E21-BFB8-1647-A9EF7EBE8A69}"/>
          </ac:picMkLst>
        </pc:picChg>
      </pc:sldChg>
      <pc:sldChg chg="addSp delSp modSp mod">
        <pc:chgData name="Kanduru, Raghava" userId="cf8c09de-c40c-47a2-971b-c612c06e0906" providerId="ADAL" clId="{5E3DAF92-3AF4-4FBB-A40F-A08CEB694985}" dt="2024-06-17T13:21:56.401" v="476" actId="1036"/>
        <pc:sldMkLst>
          <pc:docMk/>
          <pc:sldMk cId="3125609614" sldId="2147474189"/>
        </pc:sldMkLst>
        <pc:spChg chg="del">
          <ac:chgData name="Kanduru, Raghava" userId="cf8c09de-c40c-47a2-971b-c612c06e0906" providerId="ADAL" clId="{5E3DAF92-3AF4-4FBB-A40F-A08CEB694985}" dt="2024-06-17T13:21:16.583" v="469" actId="21"/>
          <ac:spMkLst>
            <pc:docMk/>
            <pc:sldMk cId="3125609614" sldId="2147474189"/>
            <ac:spMk id="2" creationId="{D61B3F72-95AC-5CD8-0D78-CB33918135B2}"/>
          </ac:spMkLst>
        </pc:spChg>
        <pc:spChg chg="add del mod">
          <ac:chgData name="Kanduru, Raghava" userId="cf8c09de-c40c-47a2-971b-c612c06e0906" providerId="ADAL" clId="{5E3DAF92-3AF4-4FBB-A40F-A08CEB694985}" dt="2024-06-17T13:21:23.509" v="471"/>
          <ac:spMkLst>
            <pc:docMk/>
            <pc:sldMk cId="3125609614" sldId="2147474189"/>
            <ac:spMk id="7" creationId="{F74F86C5-8AC3-1DB1-6396-E33AB112E620}"/>
          </ac:spMkLst>
        </pc:spChg>
        <pc:spChg chg="add del mod">
          <ac:chgData name="Kanduru, Raghava" userId="cf8c09de-c40c-47a2-971b-c612c06e0906" providerId="ADAL" clId="{5E3DAF92-3AF4-4FBB-A40F-A08CEB694985}" dt="2024-06-17T13:21:23.509" v="471"/>
          <ac:spMkLst>
            <pc:docMk/>
            <pc:sldMk cId="3125609614" sldId="2147474189"/>
            <ac:spMk id="8" creationId="{BDABC74A-ED2C-A933-AD5F-55DB945024A0}"/>
          </ac:spMkLst>
        </pc:spChg>
        <pc:spChg chg="add del mod">
          <ac:chgData name="Kanduru, Raghava" userId="cf8c09de-c40c-47a2-971b-c612c06e0906" providerId="ADAL" clId="{5E3DAF92-3AF4-4FBB-A40F-A08CEB694985}" dt="2024-06-17T13:21:23.509" v="471"/>
          <ac:spMkLst>
            <pc:docMk/>
            <pc:sldMk cId="3125609614" sldId="2147474189"/>
            <ac:spMk id="9" creationId="{940E972E-7211-3963-EC52-F341DA410009}"/>
          </ac:spMkLst>
        </pc:spChg>
        <pc:spChg chg="add del mod">
          <ac:chgData name="Kanduru, Raghava" userId="cf8c09de-c40c-47a2-971b-c612c06e0906" providerId="ADAL" clId="{5E3DAF92-3AF4-4FBB-A40F-A08CEB694985}" dt="2024-06-17T13:21:23.509" v="471"/>
          <ac:spMkLst>
            <pc:docMk/>
            <pc:sldMk cId="3125609614" sldId="2147474189"/>
            <ac:spMk id="10" creationId="{E7C95DE3-02CB-C0C7-400E-9F75A6FF2081}"/>
          </ac:spMkLst>
        </pc:spChg>
        <pc:spChg chg="add del mod">
          <ac:chgData name="Kanduru, Raghava" userId="cf8c09de-c40c-47a2-971b-c612c06e0906" providerId="ADAL" clId="{5E3DAF92-3AF4-4FBB-A40F-A08CEB694985}" dt="2024-06-17T13:21:23.509" v="471"/>
          <ac:spMkLst>
            <pc:docMk/>
            <pc:sldMk cId="3125609614" sldId="2147474189"/>
            <ac:spMk id="11" creationId="{1E9C5816-B17E-3754-174F-CB7A0E387D44}"/>
          </ac:spMkLst>
        </pc:spChg>
        <pc:spChg chg="add del mod">
          <ac:chgData name="Kanduru, Raghava" userId="cf8c09de-c40c-47a2-971b-c612c06e0906" providerId="ADAL" clId="{5E3DAF92-3AF4-4FBB-A40F-A08CEB694985}" dt="2024-06-17T13:21:23.509" v="471"/>
          <ac:spMkLst>
            <pc:docMk/>
            <pc:sldMk cId="3125609614" sldId="2147474189"/>
            <ac:spMk id="12" creationId="{D78BB66F-0360-1FDB-70D6-B4C830BED928}"/>
          </ac:spMkLst>
        </pc:spChg>
        <pc:spChg chg="add del mod">
          <ac:chgData name="Kanduru, Raghava" userId="cf8c09de-c40c-47a2-971b-c612c06e0906" providerId="ADAL" clId="{5E3DAF92-3AF4-4FBB-A40F-A08CEB694985}" dt="2024-06-17T13:21:23.509" v="471"/>
          <ac:spMkLst>
            <pc:docMk/>
            <pc:sldMk cId="3125609614" sldId="2147474189"/>
            <ac:spMk id="13" creationId="{06CFA9CE-85AB-C440-BDDC-D3DCB71ADE69}"/>
          </ac:spMkLst>
        </pc:spChg>
        <pc:spChg chg="del">
          <ac:chgData name="Kanduru, Raghava" userId="cf8c09de-c40c-47a2-971b-c612c06e0906" providerId="ADAL" clId="{5E3DAF92-3AF4-4FBB-A40F-A08CEB694985}" dt="2024-06-17T13:21:16.583" v="469" actId="21"/>
          <ac:spMkLst>
            <pc:docMk/>
            <pc:sldMk cId="3125609614" sldId="2147474189"/>
            <ac:spMk id="14" creationId="{B8AAB77A-CAF9-3367-695F-5D35B6578E11}"/>
          </ac:spMkLst>
        </pc:spChg>
        <pc:spChg chg="add del mod">
          <ac:chgData name="Kanduru, Raghava" userId="cf8c09de-c40c-47a2-971b-c612c06e0906" providerId="ADAL" clId="{5E3DAF92-3AF4-4FBB-A40F-A08CEB694985}" dt="2024-06-17T13:21:23.509" v="471"/>
          <ac:spMkLst>
            <pc:docMk/>
            <pc:sldMk cId="3125609614" sldId="2147474189"/>
            <ac:spMk id="15" creationId="{ABBCC15A-3B89-13D5-FDC3-E3EBE93FDCBE}"/>
          </ac:spMkLst>
        </pc:spChg>
        <pc:spChg chg="del">
          <ac:chgData name="Kanduru, Raghava" userId="cf8c09de-c40c-47a2-971b-c612c06e0906" providerId="ADAL" clId="{5E3DAF92-3AF4-4FBB-A40F-A08CEB694985}" dt="2024-06-17T13:21:16.583" v="469" actId="21"/>
          <ac:spMkLst>
            <pc:docMk/>
            <pc:sldMk cId="3125609614" sldId="2147474189"/>
            <ac:spMk id="16" creationId="{4313714D-ED57-5640-60F4-BEDAC7741DC8}"/>
          </ac:spMkLst>
        </pc:spChg>
        <pc:spChg chg="del">
          <ac:chgData name="Kanduru, Raghava" userId="cf8c09de-c40c-47a2-971b-c612c06e0906" providerId="ADAL" clId="{5E3DAF92-3AF4-4FBB-A40F-A08CEB694985}" dt="2024-06-17T13:21:16.583" v="469" actId="21"/>
          <ac:spMkLst>
            <pc:docMk/>
            <pc:sldMk cId="3125609614" sldId="2147474189"/>
            <ac:spMk id="17" creationId="{D598F693-C3BD-E222-3BF9-443E6CDFF267}"/>
          </ac:spMkLst>
        </pc:spChg>
        <pc:spChg chg="add del mod">
          <ac:chgData name="Kanduru, Raghava" userId="cf8c09de-c40c-47a2-971b-c612c06e0906" providerId="ADAL" clId="{5E3DAF92-3AF4-4FBB-A40F-A08CEB694985}" dt="2024-06-17T13:21:23.509" v="471"/>
          <ac:spMkLst>
            <pc:docMk/>
            <pc:sldMk cId="3125609614" sldId="2147474189"/>
            <ac:spMk id="18" creationId="{26A05ED7-5F2F-5A86-BE52-70A789CEF407}"/>
          </ac:spMkLst>
        </pc:spChg>
        <pc:spChg chg="add del mod">
          <ac:chgData name="Kanduru, Raghava" userId="cf8c09de-c40c-47a2-971b-c612c06e0906" providerId="ADAL" clId="{5E3DAF92-3AF4-4FBB-A40F-A08CEB694985}" dt="2024-06-17T13:21:23.509" v="471"/>
          <ac:spMkLst>
            <pc:docMk/>
            <pc:sldMk cId="3125609614" sldId="2147474189"/>
            <ac:spMk id="19" creationId="{065E8E1D-B133-CE23-3316-3EAA698C9AE6}"/>
          </ac:spMkLst>
        </pc:spChg>
        <pc:spChg chg="add del mod">
          <ac:chgData name="Kanduru, Raghava" userId="cf8c09de-c40c-47a2-971b-c612c06e0906" providerId="ADAL" clId="{5E3DAF92-3AF4-4FBB-A40F-A08CEB694985}" dt="2024-06-17T13:21:23.509" v="471"/>
          <ac:spMkLst>
            <pc:docMk/>
            <pc:sldMk cId="3125609614" sldId="2147474189"/>
            <ac:spMk id="20" creationId="{ED792046-0B5C-17E7-7243-DFB2DD2C2D39}"/>
          </ac:spMkLst>
        </pc:spChg>
        <pc:spChg chg="add del mod">
          <ac:chgData name="Kanduru, Raghava" userId="cf8c09de-c40c-47a2-971b-c612c06e0906" providerId="ADAL" clId="{5E3DAF92-3AF4-4FBB-A40F-A08CEB694985}" dt="2024-06-17T13:21:23.509" v="471"/>
          <ac:spMkLst>
            <pc:docMk/>
            <pc:sldMk cId="3125609614" sldId="2147474189"/>
            <ac:spMk id="21" creationId="{315055B8-71F6-FF2F-B6DC-2A8E0A2CA017}"/>
          </ac:spMkLst>
        </pc:spChg>
        <pc:spChg chg="add del mod">
          <ac:chgData name="Kanduru, Raghava" userId="cf8c09de-c40c-47a2-971b-c612c06e0906" providerId="ADAL" clId="{5E3DAF92-3AF4-4FBB-A40F-A08CEB694985}" dt="2024-06-17T13:21:23.509" v="471"/>
          <ac:spMkLst>
            <pc:docMk/>
            <pc:sldMk cId="3125609614" sldId="2147474189"/>
            <ac:spMk id="22" creationId="{FD2D5293-F483-1B38-6A6F-425CF56AAA59}"/>
          </ac:spMkLst>
        </pc:spChg>
        <pc:spChg chg="del">
          <ac:chgData name="Kanduru, Raghava" userId="cf8c09de-c40c-47a2-971b-c612c06e0906" providerId="ADAL" clId="{5E3DAF92-3AF4-4FBB-A40F-A08CEB694985}" dt="2024-06-17T13:21:16.583" v="469" actId="21"/>
          <ac:spMkLst>
            <pc:docMk/>
            <pc:sldMk cId="3125609614" sldId="2147474189"/>
            <ac:spMk id="23" creationId="{2DD1599B-ED66-2CAA-0038-541B871904DE}"/>
          </ac:spMkLst>
        </pc:spChg>
        <pc:spChg chg="del">
          <ac:chgData name="Kanduru, Raghava" userId="cf8c09de-c40c-47a2-971b-c612c06e0906" providerId="ADAL" clId="{5E3DAF92-3AF4-4FBB-A40F-A08CEB694985}" dt="2024-06-17T13:21:16.583" v="469" actId="21"/>
          <ac:spMkLst>
            <pc:docMk/>
            <pc:sldMk cId="3125609614" sldId="2147474189"/>
            <ac:spMk id="24" creationId="{A4A62038-A37A-9E9C-1B63-1C4A6CA58E46}"/>
          </ac:spMkLst>
        </pc:spChg>
        <pc:spChg chg="del">
          <ac:chgData name="Kanduru, Raghava" userId="cf8c09de-c40c-47a2-971b-c612c06e0906" providerId="ADAL" clId="{5E3DAF92-3AF4-4FBB-A40F-A08CEB694985}" dt="2024-06-17T13:21:16.583" v="469" actId="21"/>
          <ac:spMkLst>
            <pc:docMk/>
            <pc:sldMk cId="3125609614" sldId="2147474189"/>
            <ac:spMk id="25" creationId="{B83017E7-A357-8CDC-F395-14F04C5126A4}"/>
          </ac:spMkLst>
        </pc:spChg>
        <pc:spChg chg="add del mod">
          <ac:chgData name="Kanduru, Raghava" userId="cf8c09de-c40c-47a2-971b-c612c06e0906" providerId="ADAL" clId="{5E3DAF92-3AF4-4FBB-A40F-A08CEB694985}" dt="2024-06-17T13:21:23.509" v="471"/>
          <ac:spMkLst>
            <pc:docMk/>
            <pc:sldMk cId="3125609614" sldId="2147474189"/>
            <ac:spMk id="26" creationId="{F26D04F2-B27F-111E-6AF6-68535EF9A0BC}"/>
          </ac:spMkLst>
        </pc:spChg>
        <pc:spChg chg="add del mod">
          <ac:chgData name="Kanduru, Raghava" userId="cf8c09de-c40c-47a2-971b-c612c06e0906" providerId="ADAL" clId="{5E3DAF92-3AF4-4FBB-A40F-A08CEB694985}" dt="2024-06-17T13:21:23.509" v="471"/>
          <ac:spMkLst>
            <pc:docMk/>
            <pc:sldMk cId="3125609614" sldId="2147474189"/>
            <ac:spMk id="27" creationId="{F560FF68-0B44-6A00-6C49-5DA61C6CBC8B}"/>
          </ac:spMkLst>
        </pc:spChg>
        <pc:spChg chg="add del mod">
          <ac:chgData name="Kanduru, Raghava" userId="cf8c09de-c40c-47a2-971b-c612c06e0906" providerId="ADAL" clId="{5E3DAF92-3AF4-4FBB-A40F-A08CEB694985}" dt="2024-06-17T13:21:23.509" v="471"/>
          <ac:spMkLst>
            <pc:docMk/>
            <pc:sldMk cId="3125609614" sldId="2147474189"/>
            <ac:spMk id="28" creationId="{5388E392-BECE-4519-6591-2321F25B9510}"/>
          </ac:spMkLst>
        </pc:spChg>
        <pc:spChg chg="del">
          <ac:chgData name="Kanduru, Raghava" userId="cf8c09de-c40c-47a2-971b-c612c06e0906" providerId="ADAL" clId="{5E3DAF92-3AF4-4FBB-A40F-A08CEB694985}" dt="2024-06-17T13:21:16.583" v="469" actId="21"/>
          <ac:spMkLst>
            <pc:docMk/>
            <pc:sldMk cId="3125609614" sldId="2147474189"/>
            <ac:spMk id="898" creationId="{FE62040E-7769-BBA6-1771-6D4C924222E8}"/>
          </ac:spMkLst>
        </pc:spChg>
        <pc:spChg chg="del">
          <ac:chgData name="Kanduru, Raghava" userId="cf8c09de-c40c-47a2-971b-c612c06e0906" providerId="ADAL" clId="{5E3DAF92-3AF4-4FBB-A40F-A08CEB694985}" dt="2024-06-17T13:21:16.583" v="469" actId="21"/>
          <ac:spMkLst>
            <pc:docMk/>
            <pc:sldMk cId="3125609614" sldId="2147474189"/>
            <ac:spMk id="900" creationId="{67EAD384-CCD4-507A-9296-1697E55DA838}"/>
          </ac:spMkLst>
        </pc:spChg>
        <pc:spChg chg="del">
          <ac:chgData name="Kanduru, Raghava" userId="cf8c09de-c40c-47a2-971b-c612c06e0906" providerId="ADAL" clId="{5E3DAF92-3AF4-4FBB-A40F-A08CEB694985}" dt="2024-06-17T13:21:16.583" v="469" actId="21"/>
          <ac:spMkLst>
            <pc:docMk/>
            <pc:sldMk cId="3125609614" sldId="2147474189"/>
            <ac:spMk id="901" creationId="{F875705C-3C87-4B51-4604-B1E73F23BC07}"/>
          </ac:spMkLst>
        </pc:spChg>
        <pc:spChg chg="del">
          <ac:chgData name="Kanduru, Raghava" userId="cf8c09de-c40c-47a2-971b-c612c06e0906" providerId="ADAL" clId="{5E3DAF92-3AF4-4FBB-A40F-A08CEB694985}" dt="2024-06-17T13:21:16.583" v="469" actId="21"/>
          <ac:spMkLst>
            <pc:docMk/>
            <pc:sldMk cId="3125609614" sldId="2147474189"/>
            <ac:spMk id="902" creationId="{A6D0AB9A-B436-0C7E-189C-DE9EBF536836}"/>
          </ac:spMkLst>
        </pc:spChg>
        <pc:spChg chg="del">
          <ac:chgData name="Kanduru, Raghava" userId="cf8c09de-c40c-47a2-971b-c612c06e0906" providerId="ADAL" clId="{5E3DAF92-3AF4-4FBB-A40F-A08CEB694985}" dt="2024-06-17T13:21:16.583" v="469" actId="21"/>
          <ac:spMkLst>
            <pc:docMk/>
            <pc:sldMk cId="3125609614" sldId="2147474189"/>
            <ac:spMk id="903" creationId="{7A9B95AC-8DEF-C0E5-304C-1C1120A0F3EA}"/>
          </ac:spMkLst>
        </pc:spChg>
        <pc:spChg chg="del">
          <ac:chgData name="Kanduru, Raghava" userId="cf8c09de-c40c-47a2-971b-c612c06e0906" providerId="ADAL" clId="{5E3DAF92-3AF4-4FBB-A40F-A08CEB694985}" dt="2024-06-17T13:21:16.583" v="469" actId="21"/>
          <ac:spMkLst>
            <pc:docMk/>
            <pc:sldMk cId="3125609614" sldId="2147474189"/>
            <ac:spMk id="906" creationId="{5ECBF880-0EE1-A68A-05CE-582466C6582B}"/>
          </ac:spMkLst>
        </pc:spChg>
        <pc:spChg chg="del">
          <ac:chgData name="Kanduru, Raghava" userId="cf8c09de-c40c-47a2-971b-c612c06e0906" providerId="ADAL" clId="{5E3DAF92-3AF4-4FBB-A40F-A08CEB694985}" dt="2024-06-17T13:21:16.583" v="469" actId="21"/>
          <ac:spMkLst>
            <pc:docMk/>
            <pc:sldMk cId="3125609614" sldId="2147474189"/>
            <ac:spMk id="926" creationId="{00000000-0000-0000-0000-000000000000}"/>
          </ac:spMkLst>
        </pc:spChg>
        <pc:spChg chg="del">
          <ac:chgData name="Kanduru, Raghava" userId="cf8c09de-c40c-47a2-971b-c612c06e0906" providerId="ADAL" clId="{5E3DAF92-3AF4-4FBB-A40F-A08CEB694985}" dt="2024-06-17T13:21:16.583" v="469" actId="21"/>
          <ac:spMkLst>
            <pc:docMk/>
            <pc:sldMk cId="3125609614" sldId="2147474189"/>
            <ac:spMk id="927" creationId="{00000000-0000-0000-0000-000000000000}"/>
          </ac:spMkLst>
        </pc:spChg>
        <pc:spChg chg="del">
          <ac:chgData name="Kanduru, Raghava" userId="cf8c09de-c40c-47a2-971b-c612c06e0906" providerId="ADAL" clId="{5E3DAF92-3AF4-4FBB-A40F-A08CEB694985}" dt="2024-06-17T13:21:16.583" v="469" actId="21"/>
          <ac:spMkLst>
            <pc:docMk/>
            <pc:sldMk cId="3125609614" sldId="2147474189"/>
            <ac:spMk id="928" creationId="{00000000-0000-0000-0000-000000000000}"/>
          </ac:spMkLst>
        </pc:spChg>
        <pc:picChg chg="del">
          <ac:chgData name="Kanduru, Raghava" userId="cf8c09de-c40c-47a2-971b-c612c06e0906" providerId="ADAL" clId="{5E3DAF92-3AF4-4FBB-A40F-A08CEB694985}" dt="2024-06-17T13:21:16.583" v="469" actId="21"/>
          <ac:picMkLst>
            <pc:docMk/>
            <pc:sldMk cId="3125609614" sldId="2147474189"/>
            <ac:picMk id="4" creationId="{B3804598-0467-B660-27EF-D2B743B1C391}"/>
          </ac:picMkLst>
        </pc:picChg>
        <pc:picChg chg="add del mod">
          <ac:chgData name="Kanduru, Raghava" userId="cf8c09de-c40c-47a2-971b-c612c06e0906" providerId="ADAL" clId="{5E3DAF92-3AF4-4FBB-A40F-A08CEB694985}" dt="2024-06-17T13:21:16.583" v="469" actId="21"/>
          <ac:picMkLst>
            <pc:docMk/>
            <pc:sldMk cId="3125609614" sldId="2147474189"/>
            <ac:picMk id="5" creationId="{B5A34D11-A202-2B3F-EE98-0278F16CF06B}"/>
          </ac:picMkLst>
        </pc:picChg>
        <pc:picChg chg="add del mod">
          <ac:chgData name="Kanduru, Raghava" userId="cf8c09de-c40c-47a2-971b-c612c06e0906" providerId="ADAL" clId="{5E3DAF92-3AF4-4FBB-A40F-A08CEB694985}" dt="2024-06-17T13:21:16.583" v="469" actId="21"/>
          <ac:picMkLst>
            <pc:docMk/>
            <pc:sldMk cId="3125609614" sldId="2147474189"/>
            <ac:picMk id="6" creationId="{39961362-B900-1EED-5244-10460FD37A36}"/>
          </ac:picMkLst>
        </pc:picChg>
        <pc:picChg chg="add del mod">
          <ac:chgData name="Kanduru, Raghava" userId="cf8c09de-c40c-47a2-971b-c612c06e0906" providerId="ADAL" clId="{5E3DAF92-3AF4-4FBB-A40F-A08CEB694985}" dt="2024-06-17T13:21:23.509" v="471"/>
          <ac:picMkLst>
            <pc:docMk/>
            <pc:sldMk cId="3125609614" sldId="2147474189"/>
            <ac:picMk id="29" creationId="{FEB8A055-A153-AF1F-BA14-7932CA927B1D}"/>
          </ac:picMkLst>
        </pc:picChg>
        <pc:picChg chg="add del mod">
          <ac:chgData name="Kanduru, Raghava" userId="cf8c09de-c40c-47a2-971b-c612c06e0906" providerId="ADAL" clId="{5E3DAF92-3AF4-4FBB-A40F-A08CEB694985}" dt="2024-06-17T13:21:23.509" v="471"/>
          <ac:picMkLst>
            <pc:docMk/>
            <pc:sldMk cId="3125609614" sldId="2147474189"/>
            <ac:picMk id="30" creationId="{42EEC35F-6BC4-7AFF-A69C-293996D874F0}"/>
          </ac:picMkLst>
        </pc:picChg>
        <pc:picChg chg="add del mod">
          <ac:chgData name="Kanduru, Raghava" userId="cf8c09de-c40c-47a2-971b-c612c06e0906" providerId="ADAL" clId="{5E3DAF92-3AF4-4FBB-A40F-A08CEB694985}" dt="2024-06-17T13:21:23.509" v="471"/>
          <ac:picMkLst>
            <pc:docMk/>
            <pc:sldMk cId="3125609614" sldId="2147474189"/>
            <ac:picMk id="31" creationId="{31868AC8-CFCA-1EB5-BA4C-F612C875B674}"/>
          </ac:picMkLst>
        </pc:picChg>
        <pc:picChg chg="add mod">
          <ac:chgData name="Kanduru, Raghava" userId="cf8c09de-c40c-47a2-971b-c612c06e0906" providerId="ADAL" clId="{5E3DAF92-3AF4-4FBB-A40F-A08CEB694985}" dt="2024-06-17T13:21:56.401" v="476" actId="1036"/>
          <ac:picMkLst>
            <pc:docMk/>
            <pc:sldMk cId="3125609614" sldId="2147474189"/>
            <ac:picMk id="896" creationId="{89FCED60-CDDC-DADC-9C9F-EAFC4A2FC2A3}"/>
          </ac:picMkLst>
        </pc:picChg>
      </pc:sldChg>
      <pc:sldChg chg="ord">
        <pc:chgData name="Kanduru, Raghava" userId="cf8c09de-c40c-47a2-971b-c612c06e0906" providerId="ADAL" clId="{5E3DAF92-3AF4-4FBB-A40F-A08CEB694985}" dt="2024-06-25T06:32:58.123" v="1958"/>
        <pc:sldMkLst>
          <pc:docMk/>
          <pc:sldMk cId="2042885715" sldId="2147474192"/>
        </pc:sldMkLst>
      </pc:sldChg>
      <pc:sldChg chg="addSp modSp mod">
        <pc:chgData name="Kanduru, Raghava" userId="cf8c09de-c40c-47a2-971b-c612c06e0906" providerId="ADAL" clId="{5E3DAF92-3AF4-4FBB-A40F-A08CEB694985}" dt="2024-06-21T05:30:40.401" v="1869" actId="1076"/>
        <pc:sldMkLst>
          <pc:docMk/>
          <pc:sldMk cId="3314845531" sldId="2147474195"/>
        </pc:sldMkLst>
        <pc:spChg chg="add mod">
          <ac:chgData name="Kanduru, Raghava" userId="cf8c09de-c40c-47a2-971b-c612c06e0906" providerId="ADAL" clId="{5E3DAF92-3AF4-4FBB-A40F-A08CEB694985}" dt="2024-06-21T05:21:53.753" v="1841" actId="1076"/>
          <ac:spMkLst>
            <pc:docMk/>
            <pc:sldMk cId="3314845531" sldId="2147474195"/>
            <ac:spMk id="2" creationId="{021791E4-2D4B-E471-7209-2FBAC46FC3EC}"/>
          </ac:spMkLst>
        </pc:spChg>
        <pc:spChg chg="mod">
          <ac:chgData name="Kanduru, Raghava" userId="cf8c09de-c40c-47a2-971b-c612c06e0906" providerId="ADAL" clId="{5E3DAF92-3AF4-4FBB-A40F-A08CEB694985}" dt="2024-06-21T05:21:38.291" v="1839" actId="20577"/>
          <ac:spMkLst>
            <pc:docMk/>
            <pc:sldMk cId="3314845531" sldId="2147474195"/>
            <ac:spMk id="4" creationId="{6445FD7E-7BDD-5A21-99FF-AA600C2F0539}"/>
          </ac:spMkLst>
        </pc:spChg>
        <pc:spChg chg="mod">
          <ac:chgData name="Kanduru, Raghava" userId="cf8c09de-c40c-47a2-971b-c612c06e0906" providerId="ADAL" clId="{5E3DAF92-3AF4-4FBB-A40F-A08CEB694985}" dt="2024-06-21T05:21:51.667" v="1840" actId="1076"/>
          <ac:spMkLst>
            <pc:docMk/>
            <pc:sldMk cId="3314845531" sldId="2147474195"/>
            <ac:spMk id="6" creationId="{F85BE96A-2894-E228-F1BC-6348BE49A5AD}"/>
          </ac:spMkLst>
        </pc:spChg>
        <pc:spChg chg="mod">
          <ac:chgData name="Kanduru, Raghava" userId="cf8c09de-c40c-47a2-971b-c612c06e0906" providerId="ADAL" clId="{5E3DAF92-3AF4-4FBB-A40F-A08CEB694985}" dt="2024-06-21T05:29:58.830" v="1867" actId="2711"/>
          <ac:spMkLst>
            <pc:docMk/>
            <pc:sldMk cId="3314845531" sldId="2147474195"/>
            <ac:spMk id="7" creationId="{DB6F70B5-642E-E428-E2B9-E4ADAE527FBE}"/>
          </ac:spMkLst>
        </pc:spChg>
        <pc:spChg chg="mod">
          <ac:chgData name="Kanduru, Raghava" userId="cf8c09de-c40c-47a2-971b-c612c06e0906" providerId="ADAL" clId="{5E3DAF92-3AF4-4FBB-A40F-A08CEB694985}" dt="2024-06-21T05:30:40.401" v="1869" actId="1076"/>
          <ac:spMkLst>
            <pc:docMk/>
            <pc:sldMk cId="3314845531" sldId="2147474195"/>
            <ac:spMk id="8" creationId="{AC2AC599-5A5D-A025-F194-35BD1008D772}"/>
          </ac:spMkLst>
        </pc:spChg>
        <pc:spChg chg="mod">
          <ac:chgData name="Kanduru, Raghava" userId="cf8c09de-c40c-47a2-971b-c612c06e0906" providerId="ADAL" clId="{5E3DAF92-3AF4-4FBB-A40F-A08CEB694985}" dt="2024-06-21T05:16:46.485" v="1753" actId="1076"/>
          <ac:spMkLst>
            <pc:docMk/>
            <pc:sldMk cId="3314845531" sldId="2147474195"/>
            <ac:spMk id="9" creationId="{F7A7562B-2E8D-3BA1-3209-CE1C8776C84D}"/>
          </ac:spMkLst>
        </pc:spChg>
        <pc:spChg chg="mod">
          <ac:chgData name="Kanduru, Raghava" userId="cf8c09de-c40c-47a2-971b-c612c06e0906" providerId="ADAL" clId="{5E3DAF92-3AF4-4FBB-A40F-A08CEB694985}" dt="2024-06-21T05:21:31.610" v="1835" actId="1076"/>
          <ac:spMkLst>
            <pc:docMk/>
            <pc:sldMk cId="3314845531" sldId="2147474195"/>
            <ac:spMk id="10" creationId="{2D2AF330-23A5-254C-D45F-71CCE51D3C15}"/>
          </ac:spMkLst>
        </pc:spChg>
      </pc:sldChg>
      <pc:sldChg chg="addSp modSp mod">
        <pc:chgData name="Kanduru, Raghava" userId="cf8c09de-c40c-47a2-971b-c612c06e0906" providerId="ADAL" clId="{5E3DAF92-3AF4-4FBB-A40F-A08CEB694985}" dt="2024-06-21T05:31:11.053" v="1870" actId="2711"/>
        <pc:sldMkLst>
          <pc:docMk/>
          <pc:sldMk cId="2759881903" sldId="2147474196"/>
        </pc:sldMkLst>
        <pc:spChg chg="add mod">
          <ac:chgData name="Kanduru, Raghava" userId="cf8c09de-c40c-47a2-971b-c612c06e0906" providerId="ADAL" clId="{5E3DAF92-3AF4-4FBB-A40F-A08CEB694985}" dt="2024-06-21T05:17:15.230" v="1756" actId="1076"/>
          <ac:spMkLst>
            <pc:docMk/>
            <pc:sldMk cId="2759881903" sldId="2147474196"/>
            <ac:spMk id="2" creationId="{323748F5-5454-7667-04EF-20C707AC828B}"/>
          </ac:spMkLst>
        </pc:spChg>
        <pc:spChg chg="mod">
          <ac:chgData name="Kanduru, Raghava" userId="cf8c09de-c40c-47a2-971b-c612c06e0906" providerId="ADAL" clId="{5E3DAF92-3AF4-4FBB-A40F-A08CEB694985}" dt="2024-06-21T05:31:11.053" v="1870" actId="2711"/>
          <ac:spMkLst>
            <pc:docMk/>
            <pc:sldMk cId="2759881903" sldId="2147474196"/>
            <ac:spMk id="17" creationId="{27DF19F2-A2C9-2AB4-4779-2CC5BFD977EE}"/>
          </ac:spMkLst>
        </pc:spChg>
        <pc:spChg chg="mod">
          <ac:chgData name="Kanduru, Raghava" userId="cf8c09de-c40c-47a2-971b-c612c06e0906" providerId="ADAL" clId="{5E3DAF92-3AF4-4FBB-A40F-A08CEB694985}" dt="2024-06-21T05:17:09.413" v="1754" actId="1076"/>
          <ac:spMkLst>
            <pc:docMk/>
            <pc:sldMk cId="2759881903" sldId="2147474196"/>
            <ac:spMk id="19" creationId="{77B7CEB3-302A-C888-7A78-769E8DD0A408}"/>
          </ac:spMkLst>
        </pc:spChg>
        <pc:spChg chg="mod">
          <ac:chgData name="Kanduru, Raghava" userId="cf8c09de-c40c-47a2-971b-c612c06e0906" providerId="ADAL" clId="{5E3DAF92-3AF4-4FBB-A40F-A08CEB694985}" dt="2024-06-21T05:31:11.053" v="1870" actId="2711"/>
          <ac:spMkLst>
            <pc:docMk/>
            <pc:sldMk cId="2759881903" sldId="2147474196"/>
            <ac:spMk id="23" creationId="{F41F6C11-121F-FB9F-CA43-AE1640376333}"/>
          </ac:spMkLst>
        </pc:spChg>
      </pc:sldChg>
      <pc:sldChg chg="addSp modSp mod">
        <pc:chgData name="Kanduru, Raghava" userId="cf8c09de-c40c-47a2-971b-c612c06e0906" providerId="ADAL" clId="{5E3DAF92-3AF4-4FBB-A40F-A08CEB694985}" dt="2024-06-21T05:32:31.121" v="1877" actId="2711"/>
        <pc:sldMkLst>
          <pc:docMk/>
          <pc:sldMk cId="3319730112" sldId="2147474197"/>
        </pc:sldMkLst>
        <pc:spChg chg="add mod">
          <ac:chgData name="Kanduru, Raghava" userId="cf8c09de-c40c-47a2-971b-c612c06e0906" providerId="ADAL" clId="{5E3DAF92-3AF4-4FBB-A40F-A08CEB694985}" dt="2024-06-21T05:20:28.130" v="1828" actId="1076"/>
          <ac:spMkLst>
            <pc:docMk/>
            <pc:sldMk cId="3319730112" sldId="2147474197"/>
            <ac:spMk id="5" creationId="{CC195EBB-57E1-45C8-4A5E-C133D8D767B9}"/>
          </ac:spMkLst>
        </pc:spChg>
        <pc:spChg chg="mod">
          <ac:chgData name="Kanduru, Raghava" userId="cf8c09de-c40c-47a2-971b-c612c06e0906" providerId="ADAL" clId="{5E3DAF92-3AF4-4FBB-A40F-A08CEB694985}" dt="2024-06-21T05:20:21.600" v="1827" actId="108"/>
          <ac:spMkLst>
            <pc:docMk/>
            <pc:sldMk cId="3319730112" sldId="2147474197"/>
            <ac:spMk id="13" creationId="{12616A57-FDCA-0BA4-52A5-7D2973F5DC70}"/>
          </ac:spMkLst>
        </pc:spChg>
        <pc:graphicFrameChg chg="modGraphic">
          <ac:chgData name="Kanduru, Raghava" userId="cf8c09de-c40c-47a2-971b-c612c06e0906" providerId="ADAL" clId="{5E3DAF92-3AF4-4FBB-A40F-A08CEB694985}" dt="2024-06-21T05:32:31.121" v="1877" actId="2711"/>
          <ac:graphicFrameMkLst>
            <pc:docMk/>
            <pc:sldMk cId="3319730112" sldId="2147474197"/>
            <ac:graphicFrameMk id="15" creationId="{DC388D56-E830-41BE-7B25-DF1AA6918424}"/>
          </ac:graphicFrameMkLst>
        </pc:graphicFrameChg>
      </pc:sldChg>
      <pc:sldChg chg="addSp modSp mod">
        <pc:chgData name="Kanduru, Raghava" userId="cf8c09de-c40c-47a2-971b-c612c06e0906" providerId="ADAL" clId="{5E3DAF92-3AF4-4FBB-A40F-A08CEB694985}" dt="2024-06-21T05:33:53.255" v="1893" actId="14734"/>
        <pc:sldMkLst>
          <pc:docMk/>
          <pc:sldMk cId="1906058678" sldId="2147474198"/>
        </pc:sldMkLst>
        <pc:spChg chg="add mod">
          <ac:chgData name="Kanduru, Raghava" userId="cf8c09de-c40c-47a2-971b-c612c06e0906" providerId="ADAL" clId="{5E3DAF92-3AF4-4FBB-A40F-A08CEB694985}" dt="2024-06-21T05:20:35.286" v="1830" actId="1076"/>
          <ac:spMkLst>
            <pc:docMk/>
            <pc:sldMk cId="1906058678" sldId="2147474198"/>
            <ac:spMk id="2" creationId="{A221F6CB-7665-9672-77E5-A7F4826CACE8}"/>
          </ac:spMkLst>
        </pc:spChg>
        <pc:graphicFrameChg chg="modGraphic">
          <ac:chgData name="Kanduru, Raghava" userId="cf8c09de-c40c-47a2-971b-c612c06e0906" providerId="ADAL" clId="{5E3DAF92-3AF4-4FBB-A40F-A08CEB694985}" dt="2024-06-21T05:33:49.560" v="1892" actId="14734"/>
          <ac:graphicFrameMkLst>
            <pc:docMk/>
            <pc:sldMk cId="1906058678" sldId="2147474198"/>
            <ac:graphicFrameMk id="4" creationId="{5A98F1A9-E976-7196-9F52-25A6610526EA}"/>
          </ac:graphicFrameMkLst>
        </pc:graphicFrameChg>
        <pc:graphicFrameChg chg="modGraphic">
          <ac:chgData name="Kanduru, Raghava" userId="cf8c09de-c40c-47a2-971b-c612c06e0906" providerId="ADAL" clId="{5E3DAF92-3AF4-4FBB-A40F-A08CEB694985}" dt="2024-06-21T05:33:53.255" v="1893" actId="14734"/>
          <ac:graphicFrameMkLst>
            <pc:docMk/>
            <pc:sldMk cId="1906058678" sldId="2147474198"/>
            <ac:graphicFrameMk id="5" creationId="{5E658667-5B80-7E8D-0F4B-BC96CC1C1609}"/>
          </ac:graphicFrameMkLst>
        </pc:graphicFrameChg>
      </pc:sldChg>
      <pc:sldChg chg="addSp modSp mod">
        <pc:chgData name="Kanduru, Raghava" userId="cf8c09de-c40c-47a2-971b-c612c06e0906" providerId="ADAL" clId="{5E3DAF92-3AF4-4FBB-A40F-A08CEB694985}" dt="2024-06-21T05:32:36.719" v="1878" actId="2711"/>
        <pc:sldMkLst>
          <pc:docMk/>
          <pc:sldMk cId="3214550514" sldId="2147474201"/>
        </pc:sldMkLst>
        <pc:spChg chg="add mod">
          <ac:chgData name="Kanduru, Raghava" userId="cf8c09de-c40c-47a2-971b-c612c06e0906" providerId="ADAL" clId="{5E3DAF92-3AF4-4FBB-A40F-A08CEB694985}" dt="2024-06-21T05:20:09.991" v="1824" actId="14100"/>
          <ac:spMkLst>
            <pc:docMk/>
            <pc:sldMk cId="3214550514" sldId="2147474201"/>
            <ac:spMk id="2" creationId="{8108EE3A-DA95-60CD-75A5-D1116DF7F6F6}"/>
          </ac:spMkLst>
        </pc:spChg>
        <pc:graphicFrameChg chg="modGraphic">
          <ac:chgData name="Kanduru, Raghava" userId="cf8c09de-c40c-47a2-971b-c612c06e0906" providerId="ADAL" clId="{5E3DAF92-3AF4-4FBB-A40F-A08CEB694985}" dt="2024-06-21T05:32:36.719" v="1878" actId="2711"/>
          <ac:graphicFrameMkLst>
            <pc:docMk/>
            <pc:sldMk cId="3214550514" sldId="2147474201"/>
            <ac:graphicFrameMk id="5" creationId="{0FF2AB5B-189E-0A66-27A2-3A85CBF0E408}"/>
          </ac:graphicFrameMkLst>
        </pc:graphicFrameChg>
      </pc:sldChg>
      <pc:sldChg chg="addSp modSp mod">
        <pc:chgData name="Kanduru, Raghava" userId="cf8c09de-c40c-47a2-971b-c612c06e0906" providerId="ADAL" clId="{5E3DAF92-3AF4-4FBB-A40F-A08CEB694985}" dt="2024-06-21T05:31:56.236" v="1874" actId="1076"/>
        <pc:sldMkLst>
          <pc:docMk/>
          <pc:sldMk cId="35875273" sldId="2147475793"/>
        </pc:sldMkLst>
        <pc:spChg chg="add mod">
          <ac:chgData name="Kanduru, Raghava" userId="cf8c09de-c40c-47a2-971b-c612c06e0906" providerId="ADAL" clId="{5E3DAF92-3AF4-4FBB-A40F-A08CEB694985}" dt="2024-06-21T05:19:42.481" v="1819" actId="1076"/>
          <ac:spMkLst>
            <pc:docMk/>
            <pc:sldMk cId="35875273" sldId="2147475793"/>
            <ac:spMk id="2" creationId="{A92312B2-839E-3341-FEEA-33205852B8B9}"/>
          </ac:spMkLst>
        </pc:spChg>
        <pc:spChg chg="mod">
          <ac:chgData name="Kanduru, Raghava" userId="cf8c09de-c40c-47a2-971b-c612c06e0906" providerId="ADAL" clId="{5E3DAF92-3AF4-4FBB-A40F-A08CEB694985}" dt="2024-06-21T05:31:56.236" v="1874" actId="1076"/>
          <ac:spMkLst>
            <pc:docMk/>
            <pc:sldMk cId="35875273" sldId="2147475793"/>
            <ac:spMk id="6" creationId="{DBF12C14-EF12-4ED5-9B62-8D1F4F53C626}"/>
          </ac:spMkLst>
        </pc:spChg>
      </pc:sldChg>
      <pc:sldChg chg="addSp modSp mod">
        <pc:chgData name="Kanduru, Raghava" userId="cf8c09de-c40c-47a2-971b-c612c06e0906" providerId="ADAL" clId="{5E3DAF92-3AF4-4FBB-A40F-A08CEB694985}" dt="2024-06-21T05:34:14.663" v="1895" actId="2711"/>
        <pc:sldMkLst>
          <pc:docMk/>
          <pc:sldMk cId="2145220705" sldId="2147475794"/>
        </pc:sldMkLst>
        <pc:spChg chg="add mod">
          <ac:chgData name="Kanduru, Raghava" userId="cf8c09de-c40c-47a2-971b-c612c06e0906" providerId="ADAL" clId="{5E3DAF92-3AF4-4FBB-A40F-A08CEB694985}" dt="2024-06-21T05:20:53.382" v="1834" actId="1076"/>
          <ac:spMkLst>
            <pc:docMk/>
            <pc:sldMk cId="2145220705" sldId="2147475794"/>
            <ac:spMk id="2" creationId="{0584B5A5-E601-A267-2E30-E3EA414B4134}"/>
          </ac:spMkLst>
        </pc:spChg>
        <pc:spChg chg="mod">
          <ac:chgData name="Kanduru, Raghava" userId="cf8c09de-c40c-47a2-971b-c612c06e0906" providerId="ADAL" clId="{5E3DAF92-3AF4-4FBB-A40F-A08CEB694985}" dt="2024-06-21T05:20:49.927" v="1833" actId="108"/>
          <ac:spMkLst>
            <pc:docMk/>
            <pc:sldMk cId="2145220705" sldId="2147475794"/>
            <ac:spMk id="3" creationId="{607EB63D-A643-0259-B9CE-5D2050E3FD49}"/>
          </ac:spMkLst>
        </pc:spChg>
        <pc:spChg chg="mod">
          <ac:chgData name="Kanduru, Raghava" userId="cf8c09de-c40c-47a2-971b-c612c06e0906" providerId="ADAL" clId="{5E3DAF92-3AF4-4FBB-A40F-A08CEB694985}" dt="2024-06-21T05:34:14.663" v="1895" actId="2711"/>
          <ac:spMkLst>
            <pc:docMk/>
            <pc:sldMk cId="2145220705" sldId="2147475794"/>
            <ac:spMk id="15" creationId="{D8C53EC2-7C6E-7B1D-367F-E703133ED801}"/>
          </ac:spMkLst>
        </pc:spChg>
        <pc:graphicFrameChg chg="modGraphic">
          <ac:chgData name="Kanduru, Raghava" userId="cf8c09de-c40c-47a2-971b-c612c06e0906" providerId="ADAL" clId="{5E3DAF92-3AF4-4FBB-A40F-A08CEB694985}" dt="2024-06-21T05:34:05.830" v="1894" actId="2711"/>
          <ac:graphicFrameMkLst>
            <pc:docMk/>
            <pc:sldMk cId="2145220705" sldId="2147475794"/>
            <ac:graphicFrameMk id="8" creationId="{84F68552-B897-7EF6-ECBF-8F0EDF077AA8}"/>
          </ac:graphicFrameMkLst>
        </pc:graphicFrameChg>
      </pc:sldChg>
      <pc:sldChg chg="addSp delSp modSp mod modCm">
        <pc:chgData name="Kanduru, Raghava" userId="cf8c09de-c40c-47a2-971b-c612c06e0906" providerId="ADAL" clId="{5E3DAF92-3AF4-4FBB-A40F-A08CEB694985}" dt="2024-06-21T05:31:29.654" v="1871" actId="2711"/>
        <pc:sldMkLst>
          <pc:docMk/>
          <pc:sldMk cId="1001885555" sldId="2147475796"/>
        </pc:sldMkLst>
        <pc:spChg chg="add mod">
          <ac:chgData name="Kanduru, Raghava" userId="cf8c09de-c40c-47a2-971b-c612c06e0906" providerId="ADAL" clId="{5E3DAF92-3AF4-4FBB-A40F-A08CEB694985}" dt="2024-06-21T05:18:10.291" v="1764" actId="1076"/>
          <ac:spMkLst>
            <pc:docMk/>
            <pc:sldMk cId="1001885555" sldId="2147475796"/>
            <ac:spMk id="2" creationId="{960083A2-56B3-170A-924C-052EBEC303B3}"/>
          </ac:spMkLst>
        </pc:spChg>
        <pc:spChg chg="mod">
          <ac:chgData name="Kanduru, Raghava" userId="cf8c09de-c40c-47a2-971b-c612c06e0906" providerId="ADAL" clId="{5E3DAF92-3AF4-4FBB-A40F-A08CEB694985}" dt="2024-06-21T05:19:15.790" v="1814" actId="20577"/>
          <ac:spMkLst>
            <pc:docMk/>
            <pc:sldMk cId="1001885555" sldId="2147475796"/>
            <ac:spMk id="4" creationId="{5A65C4CF-DD3B-1250-AABC-95144320AE39}"/>
          </ac:spMkLst>
        </pc:spChg>
        <pc:spChg chg="del mod">
          <ac:chgData name="Kanduru, Raghava" userId="cf8c09de-c40c-47a2-971b-c612c06e0906" providerId="ADAL" clId="{5E3DAF92-3AF4-4FBB-A40F-A08CEB694985}" dt="2024-06-21T05:17:59.118" v="1761"/>
          <ac:spMkLst>
            <pc:docMk/>
            <pc:sldMk cId="1001885555" sldId="2147475796"/>
            <ac:spMk id="6" creationId="{9A4829DD-7F10-A038-9B52-C8D0A49E2B8F}"/>
          </ac:spMkLst>
        </pc:spChg>
        <pc:spChg chg="mod">
          <ac:chgData name="Kanduru, Raghava" userId="cf8c09de-c40c-47a2-971b-c612c06e0906" providerId="ADAL" clId="{5E3DAF92-3AF4-4FBB-A40F-A08CEB694985}" dt="2024-06-21T05:31:29.654" v="1871" actId="2711"/>
          <ac:spMkLst>
            <pc:docMk/>
            <pc:sldMk cId="1001885555" sldId="2147475796"/>
            <ac:spMk id="23" creationId="{F41F6C11-121F-FB9F-CA43-AE1640376333}"/>
          </ac:spMkLst>
        </pc:spChg>
        <pc:extLst>
          <p:ext xmlns:p="http://schemas.openxmlformats.org/presentationml/2006/main" uri="{D6D511B9-2390-475A-947B-AFAB55BFBCF1}">
            <pc226:cmChg xmlns:pc226="http://schemas.microsoft.com/office/powerpoint/2022/06/main/command" chg="mod">
              <pc226:chgData name="Kanduru, Raghava" userId="cf8c09de-c40c-47a2-971b-c612c06e0906" providerId="ADAL" clId="{5E3DAF92-3AF4-4FBB-A40F-A08CEB694985}" dt="2024-06-21T05:17:59.215" v="1762" actId="2056"/>
              <pc2:cmMkLst xmlns:pc2="http://schemas.microsoft.com/office/powerpoint/2019/9/main/command">
                <pc:docMk/>
                <pc:sldMk cId="1001885555" sldId="2147475796"/>
                <pc2:cmMk id="{6187E47D-BBEA-4C72-87DA-B268F556C1BE}"/>
              </pc2:cmMkLst>
            </pc226:cmChg>
          </p:ext>
        </pc:extLst>
      </pc:sldChg>
      <pc:sldChg chg="modSp mod">
        <pc:chgData name="Kanduru, Raghava" userId="cf8c09de-c40c-47a2-971b-c612c06e0906" providerId="ADAL" clId="{5E3DAF92-3AF4-4FBB-A40F-A08CEB694985}" dt="2024-06-13T11:59:58.922" v="100" actId="20577"/>
        <pc:sldMkLst>
          <pc:docMk/>
          <pc:sldMk cId="35362297" sldId="2147475803"/>
        </pc:sldMkLst>
        <pc:graphicFrameChg chg="modGraphic">
          <ac:chgData name="Kanduru, Raghava" userId="cf8c09de-c40c-47a2-971b-c612c06e0906" providerId="ADAL" clId="{5E3DAF92-3AF4-4FBB-A40F-A08CEB694985}" dt="2024-06-13T11:59:58.922" v="100" actId="20577"/>
          <ac:graphicFrameMkLst>
            <pc:docMk/>
            <pc:sldMk cId="35362297" sldId="2147475803"/>
            <ac:graphicFrameMk id="3" creationId="{FD56C828-1453-6F9B-E693-F4560ABB5040}"/>
          </ac:graphicFrameMkLst>
        </pc:graphicFrameChg>
      </pc:sldChg>
      <pc:sldChg chg="modSp">
        <pc:chgData name="Kanduru, Raghava" userId="cf8c09de-c40c-47a2-971b-c612c06e0906" providerId="ADAL" clId="{5E3DAF92-3AF4-4FBB-A40F-A08CEB694985}" dt="2024-06-13T12:00:07.410" v="101"/>
        <pc:sldMkLst>
          <pc:docMk/>
          <pc:sldMk cId="1422036111" sldId="2147475804"/>
        </pc:sldMkLst>
        <pc:graphicFrameChg chg="mod">
          <ac:chgData name="Kanduru, Raghava" userId="cf8c09de-c40c-47a2-971b-c612c06e0906" providerId="ADAL" clId="{5E3DAF92-3AF4-4FBB-A40F-A08CEB694985}" dt="2024-06-13T12:00:07.410" v="101"/>
          <ac:graphicFrameMkLst>
            <pc:docMk/>
            <pc:sldMk cId="1422036111" sldId="2147475804"/>
            <ac:graphicFrameMk id="5" creationId="{CF6892CF-D00C-EE57-C7AC-17CD8F880C65}"/>
          </ac:graphicFrameMkLst>
        </pc:graphicFrameChg>
      </pc:sldChg>
      <pc:sldChg chg="modSp del mod">
        <pc:chgData name="Kanduru, Raghava" userId="cf8c09de-c40c-47a2-971b-c612c06e0906" providerId="ADAL" clId="{5E3DAF92-3AF4-4FBB-A40F-A08CEB694985}" dt="2024-06-17T05:47:51.541" v="105" actId="47"/>
        <pc:sldMkLst>
          <pc:docMk/>
          <pc:sldMk cId="1092716136" sldId="2147475805"/>
        </pc:sldMkLst>
        <pc:spChg chg="mod">
          <ac:chgData name="Kanduru, Raghava" userId="cf8c09de-c40c-47a2-971b-c612c06e0906" providerId="ADAL" clId="{5E3DAF92-3AF4-4FBB-A40F-A08CEB694985}" dt="2024-06-10T10:38:20.658" v="31" actId="1036"/>
          <ac:spMkLst>
            <pc:docMk/>
            <pc:sldMk cId="1092716136" sldId="2147475805"/>
            <ac:spMk id="3" creationId="{347D1049-2A47-1D2F-78BF-34E7238AA0A5}"/>
          </ac:spMkLst>
        </pc:spChg>
        <pc:spChg chg="mod">
          <ac:chgData name="Kanduru, Raghava" userId="cf8c09de-c40c-47a2-971b-c612c06e0906" providerId="ADAL" clId="{5E3DAF92-3AF4-4FBB-A40F-A08CEB694985}" dt="2024-06-10T10:39:12.307" v="46" actId="1076"/>
          <ac:spMkLst>
            <pc:docMk/>
            <pc:sldMk cId="1092716136" sldId="2147475805"/>
            <ac:spMk id="13" creationId="{D71D4E5A-B7AF-4B6B-41A4-1BE7597A7790}"/>
          </ac:spMkLst>
        </pc:spChg>
        <pc:spChg chg="mod">
          <ac:chgData name="Kanduru, Raghava" userId="cf8c09de-c40c-47a2-971b-c612c06e0906" providerId="ADAL" clId="{5E3DAF92-3AF4-4FBB-A40F-A08CEB694985}" dt="2024-06-10T10:38:20.658" v="31" actId="1036"/>
          <ac:spMkLst>
            <pc:docMk/>
            <pc:sldMk cId="1092716136" sldId="2147475805"/>
            <ac:spMk id="14" creationId="{9638DDE8-8F49-CFB5-BBF3-687ACF559495}"/>
          </ac:spMkLst>
        </pc:spChg>
        <pc:spChg chg="mod">
          <ac:chgData name="Kanduru, Raghava" userId="cf8c09de-c40c-47a2-971b-c612c06e0906" providerId="ADAL" clId="{5E3DAF92-3AF4-4FBB-A40F-A08CEB694985}" dt="2024-06-10T10:38:20.658" v="31" actId="1036"/>
          <ac:spMkLst>
            <pc:docMk/>
            <pc:sldMk cId="1092716136" sldId="2147475805"/>
            <ac:spMk id="15" creationId="{AC86CC28-982D-25CD-24E1-D0070C23151C}"/>
          </ac:spMkLst>
        </pc:spChg>
        <pc:spChg chg="mod">
          <ac:chgData name="Kanduru, Raghava" userId="cf8c09de-c40c-47a2-971b-c612c06e0906" providerId="ADAL" clId="{5E3DAF92-3AF4-4FBB-A40F-A08CEB694985}" dt="2024-06-10T10:38:20.658" v="31" actId="1036"/>
          <ac:spMkLst>
            <pc:docMk/>
            <pc:sldMk cId="1092716136" sldId="2147475805"/>
            <ac:spMk id="16" creationId="{983EB2A9-1227-7FC3-FE76-CBF5100842D4}"/>
          </ac:spMkLst>
        </pc:spChg>
        <pc:spChg chg="mod">
          <ac:chgData name="Kanduru, Raghava" userId="cf8c09de-c40c-47a2-971b-c612c06e0906" providerId="ADAL" clId="{5E3DAF92-3AF4-4FBB-A40F-A08CEB694985}" dt="2024-06-10T10:38:20.658" v="31" actId="1036"/>
          <ac:spMkLst>
            <pc:docMk/>
            <pc:sldMk cId="1092716136" sldId="2147475805"/>
            <ac:spMk id="19" creationId="{1A56E2EE-86C7-28B2-65BC-2632803F3ED5}"/>
          </ac:spMkLst>
        </pc:spChg>
        <pc:spChg chg="mod">
          <ac:chgData name="Kanduru, Raghava" userId="cf8c09de-c40c-47a2-971b-c612c06e0906" providerId="ADAL" clId="{5E3DAF92-3AF4-4FBB-A40F-A08CEB694985}" dt="2024-06-10T10:39:09.483" v="45" actId="1076"/>
          <ac:spMkLst>
            <pc:docMk/>
            <pc:sldMk cId="1092716136" sldId="2147475805"/>
            <ac:spMk id="22" creationId="{35DABB51-F3E9-C215-96A2-418603063BEB}"/>
          </ac:spMkLst>
        </pc:spChg>
        <pc:spChg chg="mod">
          <ac:chgData name="Kanduru, Raghava" userId="cf8c09de-c40c-47a2-971b-c612c06e0906" providerId="ADAL" clId="{5E3DAF92-3AF4-4FBB-A40F-A08CEB694985}" dt="2024-06-10T10:39:03.900" v="44" actId="1076"/>
          <ac:spMkLst>
            <pc:docMk/>
            <pc:sldMk cId="1092716136" sldId="2147475805"/>
            <ac:spMk id="25" creationId="{BEC6D911-E009-4A3D-8964-02E81C567913}"/>
          </ac:spMkLst>
        </pc:spChg>
        <pc:spChg chg="mod">
          <ac:chgData name="Kanduru, Raghava" userId="cf8c09de-c40c-47a2-971b-c612c06e0906" providerId="ADAL" clId="{5E3DAF92-3AF4-4FBB-A40F-A08CEB694985}" dt="2024-06-10T10:38:55.671" v="43" actId="1076"/>
          <ac:spMkLst>
            <pc:docMk/>
            <pc:sldMk cId="1092716136" sldId="2147475805"/>
            <ac:spMk id="28" creationId="{8BF7F4A1-9DFB-DF28-FC40-019C565E96CC}"/>
          </ac:spMkLst>
        </pc:spChg>
        <pc:spChg chg="mod">
          <ac:chgData name="Kanduru, Raghava" userId="cf8c09de-c40c-47a2-971b-c612c06e0906" providerId="ADAL" clId="{5E3DAF92-3AF4-4FBB-A40F-A08CEB694985}" dt="2024-06-10T10:38:51.552" v="42" actId="1076"/>
          <ac:spMkLst>
            <pc:docMk/>
            <pc:sldMk cId="1092716136" sldId="2147475805"/>
            <ac:spMk id="31" creationId="{8F0EBF5B-88AE-0471-D5B6-148529CF66D1}"/>
          </ac:spMkLst>
        </pc:spChg>
        <pc:spChg chg="mod">
          <ac:chgData name="Kanduru, Raghava" userId="cf8c09de-c40c-47a2-971b-c612c06e0906" providerId="ADAL" clId="{5E3DAF92-3AF4-4FBB-A40F-A08CEB694985}" dt="2024-06-10T10:38:20.658" v="31" actId="1036"/>
          <ac:spMkLst>
            <pc:docMk/>
            <pc:sldMk cId="1092716136" sldId="2147475805"/>
            <ac:spMk id="33" creationId="{42DFD77E-92B0-8936-16CE-25EA2B12B677}"/>
          </ac:spMkLst>
        </pc:spChg>
        <pc:spChg chg="mod">
          <ac:chgData name="Kanduru, Raghava" userId="cf8c09de-c40c-47a2-971b-c612c06e0906" providerId="ADAL" clId="{5E3DAF92-3AF4-4FBB-A40F-A08CEB694985}" dt="2024-06-10T10:38:33.515" v="40" actId="1035"/>
          <ac:spMkLst>
            <pc:docMk/>
            <pc:sldMk cId="1092716136" sldId="2147475805"/>
            <ac:spMk id="34" creationId="{DB8E821D-5B03-5DB9-D85C-C3A734572F84}"/>
          </ac:spMkLst>
        </pc:spChg>
        <pc:spChg chg="mod">
          <ac:chgData name="Kanduru, Raghava" userId="cf8c09de-c40c-47a2-971b-c612c06e0906" providerId="ADAL" clId="{5E3DAF92-3AF4-4FBB-A40F-A08CEB694985}" dt="2024-06-10T10:38:40.109" v="41" actId="1076"/>
          <ac:spMkLst>
            <pc:docMk/>
            <pc:sldMk cId="1092716136" sldId="2147475805"/>
            <ac:spMk id="35" creationId="{E9A46DFF-37AF-1D9A-A94C-1EDAA7435D52}"/>
          </ac:spMkLst>
        </pc:spChg>
        <pc:spChg chg="mod">
          <ac:chgData name="Kanduru, Raghava" userId="cf8c09de-c40c-47a2-971b-c612c06e0906" providerId="ADAL" clId="{5E3DAF92-3AF4-4FBB-A40F-A08CEB694985}" dt="2024-06-10T10:38:20.658" v="31" actId="1036"/>
          <ac:spMkLst>
            <pc:docMk/>
            <pc:sldMk cId="1092716136" sldId="2147475805"/>
            <ac:spMk id="36" creationId="{7E61375C-4A8F-82E9-C6BF-BF54FFB1696B}"/>
          </ac:spMkLst>
        </pc:spChg>
        <pc:graphicFrameChg chg="modGraphic">
          <ac:chgData name="Kanduru, Raghava" userId="cf8c09de-c40c-47a2-971b-c612c06e0906" providerId="ADAL" clId="{5E3DAF92-3AF4-4FBB-A40F-A08CEB694985}" dt="2024-06-13T04:12:08.446" v="60" actId="20577"/>
          <ac:graphicFrameMkLst>
            <pc:docMk/>
            <pc:sldMk cId="1092716136" sldId="2147475805"/>
            <ac:graphicFrameMk id="6" creationId="{90F47839-8A78-F80B-6AB1-950C093ECF8D}"/>
          </ac:graphicFrameMkLst>
        </pc:graphicFrameChg>
      </pc:sldChg>
      <pc:sldChg chg="modSp add del mod ord modShow">
        <pc:chgData name="Kanduru, Raghava" userId="cf8c09de-c40c-47a2-971b-c612c06e0906" providerId="ADAL" clId="{5E3DAF92-3AF4-4FBB-A40F-A08CEB694985}" dt="2024-06-17T05:47:16.058" v="103" actId="47"/>
        <pc:sldMkLst>
          <pc:docMk/>
          <pc:sldMk cId="4028499765" sldId="2147475807"/>
        </pc:sldMkLst>
        <pc:spChg chg="mod">
          <ac:chgData name="Kanduru, Raghava" userId="cf8c09de-c40c-47a2-971b-c612c06e0906" providerId="ADAL" clId="{5E3DAF92-3AF4-4FBB-A40F-A08CEB694985}" dt="2024-06-13T04:10:59.522" v="53" actId="1076"/>
          <ac:spMkLst>
            <pc:docMk/>
            <pc:sldMk cId="4028499765" sldId="2147475807"/>
            <ac:spMk id="29" creationId="{02EB2998-0B90-41C7-529C-C71FBADC76D1}"/>
          </ac:spMkLst>
        </pc:spChg>
      </pc:sldChg>
      <pc:sldChg chg="add">
        <pc:chgData name="Kanduru, Raghava" userId="cf8c09de-c40c-47a2-971b-c612c06e0906" providerId="ADAL" clId="{5E3DAF92-3AF4-4FBB-A40F-A08CEB694985}" dt="2024-06-13T10:55:18.344" v="61"/>
        <pc:sldMkLst>
          <pc:docMk/>
          <pc:sldMk cId="4067783145" sldId="2147475808"/>
        </pc:sldMkLst>
      </pc:sldChg>
      <pc:sldChg chg="modSp add mod">
        <pc:chgData name="Kanduru, Raghava" userId="cf8c09de-c40c-47a2-971b-c612c06e0906" providerId="ADAL" clId="{5E3DAF92-3AF4-4FBB-A40F-A08CEB694985}" dt="2024-06-17T13:06:54.669" v="389" actId="20577"/>
        <pc:sldMkLst>
          <pc:docMk/>
          <pc:sldMk cId="3869446577" sldId="2147475809"/>
        </pc:sldMkLst>
        <pc:spChg chg="mod">
          <ac:chgData name="Kanduru, Raghava" userId="cf8c09de-c40c-47a2-971b-c612c06e0906" providerId="ADAL" clId="{5E3DAF92-3AF4-4FBB-A40F-A08CEB694985}" dt="2024-06-17T13:06:54.669" v="389" actId="20577"/>
          <ac:spMkLst>
            <pc:docMk/>
            <pc:sldMk cId="3869446577" sldId="2147475809"/>
            <ac:spMk id="43" creationId="{82A8419B-4F72-D57C-01E3-87DB297E303D}"/>
          </ac:spMkLst>
        </pc:spChg>
        <pc:graphicFrameChg chg="modGraphic">
          <ac:chgData name="Kanduru, Raghava" userId="cf8c09de-c40c-47a2-971b-c612c06e0906" providerId="ADAL" clId="{5E3DAF92-3AF4-4FBB-A40F-A08CEB694985}" dt="2024-06-17T12:19:18.676" v="111" actId="20577"/>
          <ac:graphicFrameMkLst>
            <pc:docMk/>
            <pc:sldMk cId="3869446577" sldId="2147475809"/>
            <ac:graphicFrameMk id="6" creationId="{90F47839-8A78-F80B-6AB1-950C093ECF8D}"/>
          </ac:graphicFrameMkLst>
        </pc:graphicFrameChg>
      </pc:sldChg>
      <pc:sldChg chg="addSp delSp modSp add mod">
        <pc:chgData name="Kanduru, Raghava" userId="cf8c09de-c40c-47a2-971b-c612c06e0906" providerId="ADAL" clId="{5E3DAF92-3AF4-4FBB-A40F-A08CEB694985}" dt="2024-06-19T03:58:24.363" v="1346" actId="478"/>
        <pc:sldMkLst>
          <pc:docMk/>
          <pc:sldMk cId="3252446741" sldId="2147475810"/>
        </pc:sldMkLst>
        <pc:spChg chg="mod">
          <ac:chgData name="Kanduru, Raghava" userId="cf8c09de-c40c-47a2-971b-c612c06e0906" providerId="ADAL" clId="{5E3DAF92-3AF4-4FBB-A40F-A08CEB694985}" dt="2024-06-17T12:22:48.660" v="166" actId="14100"/>
          <ac:spMkLst>
            <pc:docMk/>
            <pc:sldMk cId="3252446741" sldId="2147475810"/>
            <ac:spMk id="3" creationId="{347D1049-2A47-1D2F-78BF-34E7238AA0A5}"/>
          </ac:spMkLst>
        </pc:spChg>
        <pc:spChg chg="add mod">
          <ac:chgData name="Kanduru, Raghava" userId="cf8c09de-c40c-47a2-971b-c612c06e0906" providerId="ADAL" clId="{5E3DAF92-3AF4-4FBB-A40F-A08CEB694985}" dt="2024-06-17T13:03:01.205" v="265" actId="20577"/>
          <ac:spMkLst>
            <pc:docMk/>
            <pc:sldMk cId="3252446741" sldId="2147475810"/>
            <ac:spMk id="7" creationId="{A7594C23-7AA6-50F3-71B8-C08A1C56B3F2}"/>
          </ac:spMkLst>
        </pc:spChg>
        <pc:spChg chg="add mod">
          <ac:chgData name="Kanduru, Raghava" userId="cf8c09de-c40c-47a2-971b-c612c06e0906" providerId="ADAL" clId="{5E3DAF92-3AF4-4FBB-A40F-A08CEB694985}" dt="2024-06-17T13:03:09.043" v="266"/>
          <ac:spMkLst>
            <pc:docMk/>
            <pc:sldMk cId="3252446741" sldId="2147475810"/>
            <ac:spMk id="13" creationId="{FF738030-538D-7807-C0D4-D181F0CE54C5}"/>
          </ac:spMkLst>
        </pc:spChg>
        <pc:spChg chg="mod">
          <ac:chgData name="Kanduru, Raghava" userId="cf8c09de-c40c-47a2-971b-c612c06e0906" providerId="ADAL" clId="{5E3DAF92-3AF4-4FBB-A40F-A08CEB694985}" dt="2024-06-18T13:45:15.356" v="612" actId="207"/>
          <ac:spMkLst>
            <pc:docMk/>
            <pc:sldMk cId="3252446741" sldId="2147475810"/>
            <ac:spMk id="14" creationId="{9638DDE8-8F49-CFB5-BBF3-687ACF559495}"/>
          </ac:spMkLst>
        </pc:spChg>
        <pc:spChg chg="mod">
          <ac:chgData name="Kanduru, Raghava" userId="cf8c09de-c40c-47a2-971b-c612c06e0906" providerId="ADAL" clId="{5E3DAF92-3AF4-4FBB-A40F-A08CEB694985}" dt="2024-06-18T13:45:15.356" v="612" actId="207"/>
          <ac:spMkLst>
            <pc:docMk/>
            <pc:sldMk cId="3252446741" sldId="2147475810"/>
            <ac:spMk id="15" creationId="{AC86CC28-982D-25CD-24E1-D0070C23151C}"/>
          </ac:spMkLst>
        </pc:spChg>
        <pc:spChg chg="mod">
          <ac:chgData name="Kanduru, Raghava" userId="cf8c09de-c40c-47a2-971b-c612c06e0906" providerId="ADAL" clId="{5E3DAF92-3AF4-4FBB-A40F-A08CEB694985}" dt="2024-06-18T13:45:26.858" v="613" actId="108"/>
          <ac:spMkLst>
            <pc:docMk/>
            <pc:sldMk cId="3252446741" sldId="2147475810"/>
            <ac:spMk id="16" creationId="{983EB2A9-1227-7FC3-FE76-CBF5100842D4}"/>
          </ac:spMkLst>
        </pc:spChg>
        <pc:spChg chg="mod">
          <ac:chgData name="Kanduru, Raghava" userId="cf8c09de-c40c-47a2-971b-c612c06e0906" providerId="ADAL" clId="{5E3DAF92-3AF4-4FBB-A40F-A08CEB694985}" dt="2024-06-18T13:45:15.356" v="612" actId="207"/>
          <ac:spMkLst>
            <pc:docMk/>
            <pc:sldMk cId="3252446741" sldId="2147475810"/>
            <ac:spMk id="19" creationId="{1A56E2EE-86C7-28B2-65BC-2632803F3ED5}"/>
          </ac:spMkLst>
        </pc:spChg>
        <pc:spChg chg="add mod">
          <ac:chgData name="Kanduru, Raghava" userId="cf8c09de-c40c-47a2-971b-c612c06e0906" providerId="ADAL" clId="{5E3DAF92-3AF4-4FBB-A40F-A08CEB694985}" dt="2024-06-17T13:03:11.396" v="267"/>
          <ac:spMkLst>
            <pc:docMk/>
            <pc:sldMk cId="3252446741" sldId="2147475810"/>
            <ac:spMk id="21" creationId="{78EA80FE-F19E-F6A3-ADA9-F2EE5A438A53}"/>
          </ac:spMkLst>
        </pc:spChg>
        <pc:spChg chg="add mod">
          <ac:chgData name="Kanduru, Raghava" userId="cf8c09de-c40c-47a2-971b-c612c06e0906" providerId="ADAL" clId="{5E3DAF92-3AF4-4FBB-A40F-A08CEB694985}" dt="2024-06-17T13:03:13.947" v="268"/>
          <ac:spMkLst>
            <pc:docMk/>
            <pc:sldMk cId="3252446741" sldId="2147475810"/>
            <ac:spMk id="22" creationId="{36BD00B8-EBEF-0C0F-6F4F-293A468C91EA}"/>
          </ac:spMkLst>
        </pc:spChg>
        <pc:spChg chg="add mod">
          <ac:chgData name="Kanduru, Raghava" userId="cf8c09de-c40c-47a2-971b-c612c06e0906" providerId="ADAL" clId="{5E3DAF92-3AF4-4FBB-A40F-A08CEB694985}" dt="2024-06-17T13:03:16.433" v="269"/>
          <ac:spMkLst>
            <pc:docMk/>
            <pc:sldMk cId="3252446741" sldId="2147475810"/>
            <ac:spMk id="24" creationId="{0747832B-85E5-8DBB-3FF1-E242348B7505}"/>
          </ac:spMkLst>
        </pc:spChg>
        <pc:spChg chg="add mod">
          <ac:chgData name="Kanduru, Raghava" userId="cf8c09de-c40c-47a2-971b-c612c06e0906" providerId="ADAL" clId="{5E3DAF92-3AF4-4FBB-A40F-A08CEB694985}" dt="2024-06-17T13:05:04.629" v="375" actId="1076"/>
          <ac:spMkLst>
            <pc:docMk/>
            <pc:sldMk cId="3252446741" sldId="2147475810"/>
            <ac:spMk id="25" creationId="{21F60C92-9760-4A25-F4DD-7DF64E123E58}"/>
          </ac:spMkLst>
        </pc:spChg>
        <pc:spChg chg="add mod">
          <ac:chgData name="Kanduru, Raghava" userId="cf8c09de-c40c-47a2-971b-c612c06e0906" providerId="ADAL" clId="{5E3DAF92-3AF4-4FBB-A40F-A08CEB694985}" dt="2024-06-18T13:42:08.523" v="611" actId="20577"/>
          <ac:spMkLst>
            <pc:docMk/>
            <pc:sldMk cId="3252446741" sldId="2147475810"/>
            <ac:spMk id="27" creationId="{7BC6F64A-FEEE-7EA3-B2C7-BC461C52C5F0}"/>
          </ac:spMkLst>
        </pc:spChg>
        <pc:spChg chg="mod">
          <ac:chgData name="Kanduru, Raghava" userId="cf8c09de-c40c-47a2-971b-c612c06e0906" providerId="ADAL" clId="{5E3DAF92-3AF4-4FBB-A40F-A08CEB694985}" dt="2024-06-17T12:22:37.934" v="164" actId="1076"/>
          <ac:spMkLst>
            <pc:docMk/>
            <pc:sldMk cId="3252446741" sldId="2147475810"/>
            <ac:spMk id="33" creationId="{42DFD77E-92B0-8936-16CE-25EA2B12B677}"/>
          </ac:spMkLst>
        </pc:spChg>
        <pc:spChg chg="del">
          <ac:chgData name="Kanduru, Raghava" userId="cf8c09de-c40c-47a2-971b-c612c06e0906" providerId="ADAL" clId="{5E3DAF92-3AF4-4FBB-A40F-A08CEB694985}" dt="2024-06-19T03:58:24.363" v="1346" actId="478"/>
          <ac:spMkLst>
            <pc:docMk/>
            <pc:sldMk cId="3252446741" sldId="2147475810"/>
            <ac:spMk id="34" creationId="{DB8E821D-5B03-5DB9-D85C-C3A734572F84}"/>
          </ac:spMkLst>
        </pc:spChg>
        <pc:spChg chg="del mod">
          <ac:chgData name="Kanduru, Raghava" userId="cf8c09de-c40c-47a2-971b-c612c06e0906" providerId="ADAL" clId="{5E3DAF92-3AF4-4FBB-A40F-A08CEB694985}" dt="2024-06-17T12:20:27.891" v="117" actId="478"/>
          <ac:spMkLst>
            <pc:docMk/>
            <pc:sldMk cId="3252446741" sldId="2147475810"/>
            <ac:spMk id="35" creationId="{E9A46DFF-37AF-1D9A-A94C-1EDAA7435D52}"/>
          </ac:spMkLst>
        </pc:spChg>
        <pc:spChg chg="mod">
          <ac:chgData name="Kanduru, Raghava" userId="cf8c09de-c40c-47a2-971b-c612c06e0906" providerId="ADAL" clId="{5E3DAF92-3AF4-4FBB-A40F-A08CEB694985}" dt="2024-06-17T12:25:45.465" v="231" actId="1076"/>
          <ac:spMkLst>
            <pc:docMk/>
            <pc:sldMk cId="3252446741" sldId="2147475810"/>
            <ac:spMk id="36" creationId="{7E61375C-4A8F-82E9-C6BF-BF54FFB1696B}"/>
          </ac:spMkLst>
        </pc:spChg>
        <pc:graphicFrameChg chg="mod modGraphic">
          <ac:chgData name="Kanduru, Raghava" userId="cf8c09de-c40c-47a2-971b-c612c06e0906" providerId="ADAL" clId="{5E3DAF92-3AF4-4FBB-A40F-A08CEB694985}" dt="2024-06-17T12:26:43.547" v="232" actId="20577"/>
          <ac:graphicFrameMkLst>
            <pc:docMk/>
            <pc:sldMk cId="3252446741" sldId="2147475810"/>
            <ac:graphicFrameMk id="6" creationId="{90F47839-8A78-F80B-6AB1-950C093ECF8D}"/>
          </ac:graphicFrameMkLst>
        </pc:graphicFrameChg>
      </pc:sldChg>
      <pc:sldChg chg="addSp delSp modSp add mod modShow">
        <pc:chgData name="Kanduru, Raghava" userId="cf8c09de-c40c-47a2-971b-c612c06e0906" providerId="ADAL" clId="{5E3DAF92-3AF4-4FBB-A40F-A08CEB694985}" dt="2024-06-19T03:40:50.027" v="1075" actId="1036"/>
        <pc:sldMkLst>
          <pc:docMk/>
          <pc:sldMk cId="3408105490" sldId="2147475811"/>
        </pc:sldMkLst>
        <pc:spChg chg="mod">
          <ac:chgData name="Kanduru, Raghava" userId="cf8c09de-c40c-47a2-971b-c612c06e0906" providerId="ADAL" clId="{5E3DAF92-3AF4-4FBB-A40F-A08CEB694985}" dt="2024-06-19T03:31:37.212" v="827" actId="1076"/>
          <ac:spMkLst>
            <pc:docMk/>
            <pc:sldMk cId="3408105490" sldId="2147475811"/>
            <ac:spMk id="5" creationId="{AC7B2EB2-2211-2FD0-16CC-072B7D154625}"/>
          </ac:spMkLst>
        </pc:spChg>
        <pc:spChg chg="mod">
          <ac:chgData name="Kanduru, Raghava" userId="cf8c09de-c40c-47a2-971b-c612c06e0906" providerId="ADAL" clId="{5E3DAF92-3AF4-4FBB-A40F-A08CEB694985}" dt="2024-06-19T03:36:16.305" v="1045" actId="1076"/>
          <ac:spMkLst>
            <pc:docMk/>
            <pc:sldMk cId="3408105490" sldId="2147475811"/>
            <ac:spMk id="6" creationId="{BCD3ECD2-8C2E-B16C-F5FD-2CCB12EAA2D1}"/>
          </ac:spMkLst>
        </pc:spChg>
        <pc:spChg chg="mod">
          <ac:chgData name="Kanduru, Raghava" userId="cf8c09de-c40c-47a2-971b-c612c06e0906" providerId="ADAL" clId="{5E3DAF92-3AF4-4FBB-A40F-A08CEB694985}" dt="2024-06-19T03:29:59.414" v="813" actId="1076"/>
          <ac:spMkLst>
            <pc:docMk/>
            <pc:sldMk cId="3408105490" sldId="2147475811"/>
            <ac:spMk id="8" creationId="{40588A26-1292-75E2-932D-729CAD6A6B77}"/>
          </ac:spMkLst>
        </pc:spChg>
        <pc:spChg chg="mod">
          <ac:chgData name="Kanduru, Raghava" userId="cf8c09de-c40c-47a2-971b-c612c06e0906" providerId="ADAL" clId="{5E3DAF92-3AF4-4FBB-A40F-A08CEB694985}" dt="2024-06-19T03:30:33.113" v="817" actId="14100"/>
          <ac:spMkLst>
            <pc:docMk/>
            <pc:sldMk cId="3408105490" sldId="2147475811"/>
            <ac:spMk id="9" creationId="{09891D90-93D5-D31D-AED6-36E11D9E9FA9}"/>
          </ac:spMkLst>
        </pc:spChg>
        <pc:spChg chg="mod">
          <ac:chgData name="Kanduru, Raghava" userId="cf8c09de-c40c-47a2-971b-c612c06e0906" providerId="ADAL" clId="{5E3DAF92-3AF4-4FBB-A40F-A08CEB694985}" dt="2024-06-19T03:36:49.513" v="1048" actId="1076"/>
          <ac:spMkLst>
            <pc:docMk/>
            <pc:sldMk cId="3408105490" sldId="2147475811"/>
            <ac:spMk id="14" creationId="{2D098589-0D81-6D04-CCCD-01CEC592A327}"/>
          </ac:spMkLst>
        </pc:spChg>
        <pc:spChg chg="mod">
          <ac:chgData name="Kanduru, Raghava" userId="cf8c09de-c40c-47a2-971b-c612c06e0906" providerId="ADAL" clId="{5E3DAF92-3AF4-4FBB-A40F-A08CEB694985}" dt="2024-06-19T03:36:38.144" v="1047" actId="1076"/>
          <ac:spMkLst>
            <pc:docMk/>
            <pc:sldMk cId="3408105490" sldId="2147475811"/>
            <ac:spMk id="15" creationId="{63CAC485-2128-A839-BB8D-A694C5A783E1}"/>
          </ac:spMkLst>
        </pc:spChg>
        <pc:spChg chg="mod">
          <ac:chgData name="Kanduru, Raghava" userId="cf8c09de-c40c-47a2-971b-c612c06e0906" providerId="ADAL" clId="{5E3DAF92-3AF4-4FBB-A40F-A08CEB694985}" dt="2024-06-19T03:31:03.809" v="822" actId="14100"/>
          <ac:spMkLst>
            <pc:docMk/>
            <pc:sldMk cId="3408105490" sldId="2147475811"/>
            <ac:spMk id="16" creationId="{C4A40917-4AAB-1E46-69C0-002C65571A8D}"/>
          </ac:spMkLst>
        </pc:spChg>
        <pc:spChg chg="mod">
          <ac:chgData name="Kanduru, Raghava" userId="cf8c09de-c40c-47a2-971b-c612c06e0906" providerId="ADAL" clId="{5E3DAF92-3AF4-4FBB-A40F-A08CEB694985}" dt="2024-06-19T03:32:30.811" v="831" actId="1076"/>
          <ac:spMkLst>
            <pc:docMk/>
            <pc:sldMk cId="3408105490" sldId="2147475811"/>
            <ac:spMk id="19" creationId="{74BF8699-E291-2FF4-1A6D-81713EB8426F}"/>
          </ac:spMkLst>
        </pc:spChg>
        <pc:spChg chg="mod">
          <ac:chgData name="Kanduru, Raghava" userId="cf8c09de-c40c-47a2-971b-c612c06e0906" providerId="ADAL" clId="{5E3DAF92-3AF4-4FBB-A40F-A08CEB694985}" dt="2024-06-19T03:33:47.898" v="917" actId="6549"/>
          <ac:spMkLst>
            <pc:docMk/>
            <pc:sldMk cId="3408105490" sldId="2147475811"/>
            <ac:spMk id="22" creationId="{32F33D33-3B71-D6F2-87FF-38BCD08830B6}"/>
          </ac:spMkLst>
        </pc:spChg>
        <pc:spChg chg="mod">
          <ac:chgData name="Kanduru, Raghava" userId="cf8c09de-c40c-47a2-971b-c612c06e0906" providerId="ADAL" clId="{5E3DAF92-3AF4-4FBB-A40F-A08CEB694985}" dt="2024-06-19T03:34:33.968" v="1012" actId="1035"/>
          <ac:spMkLst>
            <pc:docMk/>
            <pc:sldMk cId="3408105490" sldId="2147475811"/>
            <ac:spMk id="23" creationId="{2F9ECD8C-EBC2-82B4-F88C-27771F3B4E39}"/>
          </ac:spMkLst>
        </pc:spChg>
        <pc:spChg chg="mod">
          <ac:chgData name="Kanduru, Raghava" userId="cf8c09de-c40c-47a2-971b-c612c06e0906" providerId="ADAL" clId="{5E3DAF92-3AF4-4FBB-A40F-A08CEB694985}" dt="2024-06-19T03:40:50.027" v="1075" actId="1036"/>
          <ac:spMkLst>
            <pc:docMk/>
            <pc:sldMk cId="3408105490" sldId="2147475811"/>
            <ac:spMk id="24" creationId="{E6751B55-0BCE-41F2-0052-4EA9918D9EF0}"/>
          </ac:spMkLst>
        </pc:spChg>
        <pc:spChg chg="del">
          <ac:chgData name="Kanduru, Raghava" userId="cf8c09de-c40c-47a2-971b-c612c06e0906" providerId="ADAL" clId="{5E3DAF92-3AF4-4FBB-A40F-A08CEB694985}" dt="2024-06-19T03:32:59.736" v="886" actId="478"/>
          <ac:spMkLst>
            <pc:docMk/>
            <pc:sldMk cId="3408105490" sldId="2147475811"/>
            <ac:spMk id="25" creationId="{8BD94D11-69C7-92DF-E698-C65C65FD8706}"/>
          </ac:spMkLst>
        </pc:spChg>
        <pc:spChg chg="mod">
          <ac:chgData name="Kanduru, Raghava" userId="cf8c09de-c40c-47a2-971b-c612c06e0906" providerId="ADAL" clId="{5E3DAF92-3AF4-4FBB-A40F-A08CEB694985}" dt="2024-06-19T03:33:09.851" v="907" actId="1036"/>
          <ac:spMkLst>
            <pc:docMk/>
            <pc:sldMk cId="3408105490" sldId="2147475811"/>
            <ac:spMk id="26" creationId="{303C2924-2252-5A40-E2D8-C4C3EA903FD1}"/>
          </ac:spMkLst>
        </pc:spChg>
        <pc:spChg chg="del">
          <ac:chgData name="Kanduru, Raghava" userId="cf8c09de-c40c-47a2-971b-c612c06e0906" providerId="ADAL" clId="{5E3DAF92-3AF4-4FBB-A40F-A08CEB694985}" dt="2024-06-19T03:32:59.736" v="886" actId="478"/>
          <ac:spMkLst>
            <pc:docMk/>
            <pc:sldMk cId="3408105490" sldId="2147475811"/>
            <ac:spMk id="27" creationId="{A9C7F449-282B-B975-5597-EC520CB3980B}"/>
          </ac:spMkLst>
        </pc:spChg>
        <pc:spChg chg="mod">
          <ac:chgData name="Kanduru, Raghava" userId="cf8c09de-c40c-47a2-971b-c612c06e0906" providerId="ADAL" clId="{5E3DAF92-3AF4-4FBB-A40F-A08CEB694985}" dt="2024-06-19T03:33:23.978" v="914" actId="1037"/>
          <ac:spMkLst>
            <pc:docMk/>
            <pc:sldMk cId="3408105490" sldId="2147475811"/>
            <ac:spMk id="28" creationId="{22FBD93E-C8E0-C047-0679-C585C5540EEB}"/>
          </ac:spMkLst>
        </pc:spChg>
        <pc:spChg chg="mod">
          <ac:chgData name="Kanduru, Raghava" userId="cf8c09de-c40c-47a2-971b-c612c06e0906" providerId="ADAL" clId="{5E3DAF92-3AF4-4FBB-A40F-A08CEB694985}" dt="2024-06-19T03:38:19.254" v="1053" actId="1076"/>
          <ac:spMkLst>
            <pc:docMk/>
            <pc:sldMk cId="3408105490" sldId="2147475811"/>
            <ac:spMk id="65" creationId="{489EA980-524E-04BD-60C5-F2ECDCB77B22}"/>
          </ac:spMkLst>
        </pc:spChg>
        <pc:spChg chg="mod">
          <ac:chgData name="Kanduru, Raghava" userId="cf8c09de-c40c-47a2-971b-c612c06e0906" providerId="ADAL" clId="{5E3DAF92-3AF4-4FBB-A40F-A08CEB694985}" dt="2024-06-19T03:37:16.447" v="1051" actId="1076"/>
          <ac:spMkLst>
            <pc:docMk/>
            <pc:sldMk cId="3408105490" sldId="2147475811"/>
            <ac:spMk id="66" creationId="{C51E25C6-5C5A-B185-4A54-21394942F53F}"/>
          </ac:spMkLst>
        </pc:spChg>
        <pc:spChg chg="mod">
          <ac:chgData name="Kanduru, Raghava" userId="cf8c09de-c40c-47a2-971b-c612c06e0906" providerId="ADAL" clId="{5E3DAF92-3AF4-4FBB-A40F-A08CEB694985}" dt="2024-06-19T03:37:19.938" v="1052" actId="6549"/>
          <ac:spMkLst>
            <pc:docMk/>
            <pc:sldMk cId="3408105490" sldId="2147475811"/>
            <ac:spMk id="67" creationId="{5141090A-F480-EF7C-AB71-F388F98EA23E}"/>
          </ac:spMkLst>
        </pc:spChg>
        <pc:spChg chg="del">
          <ac:chgData name="Kanduru, Raghava" userId="cf8c09de-c40c-47a2-971b-c612c06e0906" providerId="ADAL" clId="{5E3DAF92-3AF4-4FBB-A40F-A08CEB694985}" dt="2024-06-19T03:37:07.863" v="1050" actId="478"/>
          <ac:spMkLst>
            <pc:docMk/>
            <pc:sldMk cId="3408105490" sldId="2147475811"/>
            <ac:spMk id="68" creationId="{BE662BE7-CF85-18C7-7AE6-6DE25EFEF5C7}"/>
          </ac:spMkLst>
        </pc:spChg>
        <pc:spChg chg="del mod">
          <ac:chgData name="Kanduru, Raghava" userId="cf8c09de-c40c-47a2-971b-c612c06e0906" providerId="ADAL" clId="{5E3DAF92-3AF4-4FBB-A40F-A08CEB694985}" dt="2024-06-19T03:39:01.984" v="1056" actId="478"/>
          <ac:spMkLst>
            <pc:docMk/>
            <pc:sldMk cId="3408105490" sldId="2147475811"/>
            <ac:spMk id="69" creationId="{DFB62DB8-782F-EA2B-F8CE-EB8601893B28}"/>
          </ac:spMkLst>
        </pc:spChg>
        <pc:spChg chg="mod">
          <ac:chgData name="Kanduru, Raghava" userId="cf8c09de-c40c-47a2-971b-c612c06e0906" providerId="ADAL" clId="{5E3DAF92-3AF4-4FBB-A40F-A08CEB694985}" dt="2024-06-19T03:36:30.474" v="1046" actId="1076"/>
          <ac:spMkLst>
            <pc:docMk/>
            <pc:sldMk cId="3408105490" sldId="2147475811"/>
            <ac:spMk id="70" creationId="{113E0F0A-DCED-DF3E-661E-5DE5AE0D8980}"/>
          </ac:spMkLst>
        </pc:spChg>
        <pc:spChg chg="add mod">
          <ac:chgData name="Kanduru, Raghava" userId="cf8c09de-c40c-47a2-971b-c612c06e0906" providerId="ADAL" clId="{5E3DAF92-3AF4-4FBB-A40F-A08CEB694985}" dt="2024-06-19T03:36:04.659" v="1044" actId="1076"/>
          <ac:spMkLst>
            <pc:docMk/>
            <pc:sldMk cId="3408105490" sldId="2147475811"/>
            <ac:spMk id="71" creationId="{B5ACEF82-EE39-E5A0-1D6C-97A8C0DE3BEB}"/>
          </ac:spMkLst>
        </pc:spChg>
        <pc:grpChg chg="del">
          <ac:chgData name="Kanduru, Raghava" userId="cf8c09de-c40c-47a2-971b-c612c06e0906" providerId="ADAL" clId="{5E3DAF92-3AF4-4FBB-A40F-A08CEB694985}" dt="2024-06-19T03:33:52.474" v="918" actId="478"/>
          <ac:grpSpMkLst>
            <pc:docMk/>
            <pc:sldMk cId="3408105490" sldId="2147475811"/>
            <ac:grpSpMk id="20" creationId="{B14E38CE-DA1A-05AA-F9E2-D0FEAF3F3FC2}"/>
          </ac:grpSpMkLst>
        </pc:grpChg>
        <pc:cxnChg chg="mod">
          <ac:chgData name="Kanduru, Raghava" userId="cf8c09de-c40c-47a2-971b-c612c06e0906" providerId="ADAL" clId="{5E3DAF92-3AF4-4FBB-A40F-A08CEB694985}" dt="2024-06-19T03:40:14.078" v="1061" actId="14100"/>
          <ac:cxnSpMkLst>
            <pc:docMk/>
            <pc:sldMk cId="3408105490" sldId="2147475811"/>
            <ac:cxnSpMk id="7" creationId="{F54A4E13-17C9-6659-9FA7-9105C57A35F1}"/>
          </ac:cxnSpMkLst>
        </pc:cxnChg>
        <pc:cxnChg chg="del">
          <ac:chgData name="Kanduru, Raghava" userId="cf8c09de-c40c-47a2-971b-c612c06e0906" providerId="ADAL" clId="{5E3DAF92-3AF4-4FBB-A40F-A08CEB694985}" dt="2024-06-19T03:33:37.585" v="915" actId="478"/>
          <ac:cxnSpMkLst>
            <pc:docMk/>
            <pc:sldMk cId="3408105490" sldId="2147475811"/>
            <ac:cxnSpMk id="10" creationId="{0B3CA05F-DABA-A334-4AAD-5D548C91D99E}"/>
          </ac:cxnSpMkLst>
        </pc:cxnChg>
        <pc:cxnChg chg="del">
          <ac:chgData name="Kanduru, Raghava" userId="cf8c09de-c40c-47a2-971b-c612c06e0906" providerId="ADAL" clId="{5E3DAF92-3AF4-4FBB-A40F-A08CEB694985}" dt="2024-06-19T03:32:59.736" v="886" actId="478"/>
          <ac:cxnSpMkLst>
            <pc:docMk/>
            <pc:sldMk cId="3408105490" sldId="2147475811"/>
            <ac:cxnSpMk id="11" creationId="{C637C575-84C4-6E7E-27B9-5E660D69088E}"/>
          </ac:cxnSpMkLst>
        </pc:cxnChg>
        <pc:cxnChg chg="add del">
          <ac:chgData name="Kanduru, Raghava" userId="cf8c09de-c40c-47a2-971b-c612c06e0906" providerId="ADAL" clId="{5E3DAF92-3AF4-4FBB-A40F-A08CEB694985}" dt="2024-06-19T03:37:02.345" v="1049" actId="478"/>
          <ac:cxnSpMkLst>
            <pc:docMk/>
            <pc:sldMk cId="3408105490" sldId="2147475811"/>
            <ac:cxnSpMk id="12" creationId="{492FFC53-DEBC-AAB6-C4BF-C1D47F687D30}"/>
          </ac:cxnSpMkLst>
        </pc:cxnChg>
        <pc:cxnChg chg="mod">
          <ac:chgData name="Kanduru, Raghava" userId="cf8c09de-c40c-47a2-971b-c612c06e0906" providerId="ADAL" clId="{5E3DAF92-3AF4-4FBB-A40F-A08CEB694985}" dt="2024-06-19T03:40:20.180" v="1062" actId="14100"/>
          <ac:cxnSpMkLst>
            <pc:docMk/>
            <pc:sldMk cId="3408105490" sldId="2147475811"/>
            <ac:cxnSpMk id="13" creationId="{55585004-C969-B46F-5274-12CF6020F2B2}"/>
          </ac:cxnSpMkLst>
        </pc:cxnChg>
        <pc:cxnChg chg="mod">
          <ac:chgData name="Kanduru, Raghava" userId="cf8c09de-c40c-47a2-971b-c612c06e0906" providerId="ADAL" clId="{5E3DAF92-3AF4-4FBB-A40F-A08CEB694985}" dt="2024-06-19T03:39:57.771" v="1059" actId="14100"/>
          <ac:cxnSpMkLst>
            <pc:docMk/>
            <pc:sldMk cId="3408105490" sldId="2147475811"/>
            <ac:cxnSpMk id="30" creationId="{95FDF548-067A-B9C0-8861-1DD7822842C9}"/>
          </ac:cxnSpMkLst>
        </pc:cxnChg>
      </pc:sldChg>
      <pc:sldChg chg="add mod ord modShow">
        <pc:chgData name="Kanduru, Raghava" userId="cf8c09de-c40c-47a2-971b-c612c06e0906" providerId="ADAL" clId="{5E3DAF92-3AF4-4FBB-A40F-A08CEB694985}" dt="2024-06-19T03:42:16.106" v="1079"/>
        <pc:sldMkLst>
          <pc:docMk/>
          <pc:sldMk cId="2908625166" sldId="2147475812"/>
        </pc:sldMkLst>
      </pc:sldChg>
      <pc:sldChg chg="modSp add mod">
        <pc:chgData name="Kanduru, Raghava" userId="cf8c09de-c40c-47a2-971b-c612c06e0906" providerId="ADAL" clId="{5E3DAF92-3AF4-4FBB-A40F-A08CEB694985}" dt="2024-06-20T08:48:58.769" v="1578" actId="20577"/>
        <pc:sldMkLst>
          <pc:docMk/>
          <pc:sldMk cId="215030971" sldId="2147475814"/>
        </pc:sldMkLst>
        <pc:graphicFrameChg chg="mod modGraphic">
          <ac:chgData name="Kanduru, Raghava" userId="cf8c09de-c40c-47a2-971b-c612c06e0906" providerId="ADAL" clId="{5E3DAF92-3AF4-4FBB-A40F-A08CEB694985}" dt="2024-06-20T08:48:58.769" v="1578" actId="20577"/>
          <ac:graphicFrameMkLst>
            <pc:docMk/>
            <pc:sldMk cId="215030971" sldId="2147475814"/>
            <ac:graphicFrameMk id="8" creationId="{0449F75F-2706-876C-71DE-D728F38E233D}"/>
          </ac:graphicFrameMkLst>
        </pc:graphicFrameChg>
      </pc:sldChg>
      <pc:sldChg chg="modSp add mod">
        <pc:chgData name="Kanduru, Raghava" userId="cf8c09de-c40c-47a2-971b-c612c06e0906" providerId="ADAL" clId="{5E3DAF92-3AF4-4FBB-A40F-A08CEB694985}" dt="2024-06-20T08:45:49.940" v="1565" actId="21"/>
        <pc:sldMkLst>
          <pc:docMk/>
          <pc:sldMk cId="3332527972" sldId="2147475815"/>
        </pc:sldMkLst>
        <pc:graphicFrameChg chg="mod modGraphic">
          <ac:chgData name="Kanduru, Raghava" userId="cf8c09de-c40c-47a2-971b-c612c06e0906" providerId="ADAL" clId="{5E3DAF92-3AF4-4FBB-A40F-A08CEB694985}" dt="2024-06-20T08:45:49.940" v="1565" actId="21"/>
          <ac:graphicFrameMkLst>
            <pc:docMk/>
            <pc:sldMk cId="3332527972" sldId="2147475815"/>
            <ac:graphicFrameMk id="8" creationId="{0449F75F-2706-876C-71DE-D728F38E233D}"/>
          </ac:graphicFrameMkLst>
        </pc:graphicFrameChg>
      </pc:sldChg>
      <pc:sldChg chg="addSp delSp modSp add mod">
        <pc:chgData name="Kanduru, Raghava" userId="cf8c09de-c40c-47a2-971b-c612c06e0906" providerId="ADAL" clId="{5E3DAF92-3AF4-4FBB-A40F-A08CEB694985}" dt="2024-06-20T09:04:11.490" v="1601" actId="1076"/>
        <pc:sldMkLst>
          <pc:docMk/>
          <pc:sldMk cId="834678745" sldId="2147475816"/>
        </pc:sldMkLst>
        <pc:spChg chg="del">
          <ac:chgData name="Kanduru, Raghava" userId="cf8c09de-c40c-47a2-971b-c612c06e0906" providerId="ADAL" clId="{5E3DAF92-3AF4-4FBB-A40F-A08CEB694985}" dt="2024-06-20T09:02:08.903" v="1585" actId="478"/>
          <ac:spMkLst>
            <pc:docMk/>
            <pc:sldMk cId="834678745" sldId="2147475816"/>
            <ac:spMk id="2" creationId="{BEC31744-CE7A-05D4-89AF-C16B200F5199}"/>
          </ac:spMkLst>
        </pc:spChg>
        <pc:spChg chg="del">
          <ac:chgData name="Kanduru, Raghava" userId="cf8c09de-c40c-47a2-971b-c612c06e0906" providerId="ADAL" clId="{5E3DAF92-3AF4-4FBB-A40F-A08CEB694985}" dt="2024-06-20T09:02:08.903" v="1585" actId="478"/>
          <ac:spMkLst>
            <pc:docMk/>
            <pc:sldMk cId="834678745" sldId="2147475816"/>
            <ac:spMk id="4" creationId="{98D300A8-7745-BEBA-D7F2-7A7116E36062}"/>
          </ac:spMkLst>
        </pc:spChg>
        <pc:spChg chg="add del mod">
          <ac:chgData name="Kanduru, Raghava" userId="cf8c09de-c40c-47a2-971b-c612c06e0906" providerId="ADAL" clId="{5E3DAF92-3AF4-4FBB-A40F-A08CEB694985}" dt="2024-06-20T09:03:13.874" v="1589"/>
          <ac:spMkLst>
            <pc:docMk/>
            <pc:sldMk cId="834678745" sldId="2147475816"/>
            <ac:spMk id="6" creationId="{C45CA0CD-FB34-0170-E7E7-F097826D19F8}"/>
          </ac:spMkLst>
        </pc:spChg>
        <pc:spChg chg="add del mod">
          <ac:chgData name="Kanduru, Raghava" userId="cf8c09de-c40c-47a2-971b-c612c06e0906" providerId="ADAL" clId="{5E3DAF92-3AF4-4FBB-A40F-A08CEB694985}" dt="2024-06-20T09:03:13.874" v="1589"/>
          <ac:spMkLst>
            <pc:docMk/>
            <pc:sldMk cId="834678745" sldId="2147475816"/>
            <ac:spMk id="7" creationId="{0C1C7737-2222-274F-6F07-BA8ABEC62A6A}"/>
          </ac:spMkLst>
        </pc:spChg>
        <pc:spChg chg="add del mod">
          <ac:chgData name="Kanduru, Raghava" userId="cf8c09de-c40c-47a2-971b-c612c06e0906" providerId="ADAL" clId="{5E3DAF92-3AF4-4FBB-A40F-A08CEB694985}" dt="2024-06-20T09:03:13.874" v="1589"/>
          <ac:spMkLst>
            <pc:docMk/>
            <pc:sldMk cId="834678745" sldId="2147475816"/>
            <ac:spMk id="8" creationId="{05AF2AA9-681D-DBF0-376D-CF713E5DD61F}"/>
          </ac:spMkLst>
        </pc:spChg>
        <pc:spChg chg="add del mod">
          <ac:chgData name="Kanduru, Raghava" userId="cf8c09de-c40c-47a2-971b-c612c06e0906" providerId="ADAL" clId="{5E3DAF92-3AF4-4FBB-A40F-A08CEB694985}" dt="2024-06-20T09:03:13.874" v="1589"/>
          <ac:spMkLst>
            <pc:docMk/>
            <pc:sldMk cId="834678745" sldId="2147475816"/>
            <ac:spMk id="9" creationId="{6AF7F14D-F2B9-5EDD-AC65-EAA8B4172A3F}"/>
          </ac:spMkLst>
        </pc:spChg>
        <pc:spChg chg="add del mod">
          <ac:chgData name="Kanduru, Raghava" userId="cf8c09de-c40c-47a2-971b-c612c06e0906" providerId="ADAL" clId="{5E3DAF92-3AF4-4FBB-A40F-A08CEB694985}" dt="2024-06-20T09:03:13.874" v="1589"/>
          <ac:spMkLst>
            <pc:docMk/>
            <pc:sldMk cId="834678745" sldId="2147475816"/>
            <ac:spMk id="10" creationId="{4A44C4A0-4ED0-65EB-4BD9-68FFC64DF67C}"/>
          </ac:spMkLst>
        </pc:spChg>
        <pc:spChg chg="add del mod">
          <ac:chgData name="Kanduru, Raghava" userId="cf8c09de-c40c-47a2-971b-c612c06e0906" providerId="ADAL" clId="{5E3DAF92-3AF4-4FBB-A40F-A08CEB694985}" dt="2024-06-20T09:03:13.874" v="1589"/>
          <ac:spMkLst>
            <pc:docMk/>
            <pc:sldMk cId="834678745" sldId="2147475816"/>
            <ac:spMk id="11" creationId="{9884F2A1-F266-C786-59F2-CF9BBD4F09FE}"/>
          </ac:spMkLst>
        </pc:spChg>
        <pc:spChg chg="add del mod">
          <ac:chgData name="Kanduru, Raghava" userId="cf8c09de-c40c-47a2-971b-c612c06e0906" providerId="ADAL" clId="{5E3DAF92-3AF4-4FBB-A40F-A08CEB694985}" dt="2024-06-20T09:03:13.874" v="1589"/>
          <ac:spMkLst>
            <pc:docMk/>
            <pc:sldMk cId="834678745" sldId="2147475816"/>
            <ac:spMk id="12" creationId="{71D86250-E149-86EA-85B1-01800C21678D}"/>
          </ac:spMkLst>
        </pc:spChg>
        <pc:spChg chg="add del mod">
          <ac:chgData name="Kanduru, Raghava" userId="cf8c09de-c40c-47a2-971b-c612c06e0906" providerId="ADAL" clId="{5E3DAF92-3AF4-4FBB-A40F-A08CEB694985}" dt="2024-06-20T09:03:13.874" v="1589"/>
          <ac:spMkLst>
            <pc:docMk/>
            <pc:sldMk cId="834678745" sldId="2147475816"/>
            <ac:spMk id="13" creationId="{464A0A40-FF14-4104-774B-D5A62EF50834}"/>
          </ac:spMkLst>
        </pc:spChg>
        <pc:spChg chg="add del mod">
          <ac:chgData name="Kanduru, Raghava" userId="cf8c09de-c40c-47a2-971b-c612c06e0906" providerId="ADAL" clId="{5E3DAF92-3AF4-4FBB-A40F-A08CEB694985}" dt="2024-06-20T09:03:13.874" v="1589"/>
          <ac:spMkLst>
            <pc:docMk/>
            <pc:sldMk cId="834678745" sldId="2147475816"/>
            <ac:spMk id="14" creationId="{26E01DC9-8222-9064-6286-546EC4C0D17B}"/>
          </ac:spMkLst>
        </pc:spChg>
        <pc:spChg chg="add del mod">
          <ac:chgData name="Kanduru, Raghava" userId="cf8c09de-c40c-47a2-971b-c612c06e0906" providerId="ADAL" clId="{5E3DAF92-3AF4-4FBB-A40F-A08CEB694985}" dt="2024-06-20T09:03:13.874" v="1589"/>
          <ac:spMkLst>
            <pc:docMk/>
            <pc:sldMk cId="834678745" sldId="2147475816"/>
            <ac:spMk id="15" creationId="{7A866373-935A-E0F6-3625-8F9F6A2FAA65}"/>
          </ac:spMkLst>
        </pc:spChg>
        <pc:spChg chg="add del mod">
          <ac:chgData name="Kanduru, Raghava" userId="cf8c09de-c40c-47a2-971b-c612c06e0906" providerId="ADAL" clId="{5E3DAF92-3AF4-4FBB-A40F-A08CEB694985}" dt="2024-06-20T09:03:13.874" v="1589"/>
          <ac:spMkLst>
            <pc:docMk/>
            <pc:sldMk cId="834678745" sldId="2147475816"/>
            <ac:spMk id="16" creationId="{02BB8B29-473B-7C5C-6AB7-E4CCD91E7F14}"/>
          </ac:spMkLst>
        </pc:spChg>
        <pc:spChg chg="add del mod">
          <ac:chgData name="Kanduru, Raghava" userId="cf8c09de-c40c-47a2-971b-c612c06e0906" providerId="ADAL" clId="{5E3DAF92-3AF4-4FBB-A40F-A08CEB694985}" dt="2024-06-20T09:03:13.874" v="1589"/>
          <ac:spMkLst>
            <pc:docMk/>
            <pc:sldMk cId="834678745" sldId="2147475816"/>
            <ac:spMk id="17" creationId="{1B562DFF-AE14-307A-2B73-427C42296452}"/>
          </ac:spMkLst>
        </pc:spChg>
        <pc:spChg chg="add del mod">
          <ac:chgData name="Kanduru, Raghava" userId="cf8c09de-c40c-47a2-971b-c612c06e0906" providerId="ADAL" clId="{5E3DAF92-3AF4-4FBB-A40F-A08CEB694985}" dt="2024-06-20T09:03:13.874" v="1589"/>
          <ac:spMkLst>
            <pc:docMk/>
            <pc:sldMk cId="834678745" sldId="2147475816"/>
            <ac:spMk id="18" creationId="{B41E227F-1408-370D-EA8B-1DDA91174D5A}"/>
          </ac:spMkLst>
        </pc:spChg>
        <pc:spChg chg="add del mod">
          <ac:chgData name="Kanduru, Raghava" userId="cf8c09de-c40c-47a2-971b-c612c06e0906" providerId="ADAL" clId="{5E3DAF92-3AF4-4FBB-A40F-A08CEB694985}" dt="2024-06-20T09:03:13.874" v="1589"/>
          <ac:spMkLst>
            <pc:docMk/>
            <pc:sldMk cId="834678745" sldId="2147475816"/>
            <ac:spMk id="19" creationId="{581435AC-6017-2150-D499-1F139F7819E4}"/>
          </ac:spMkLst>
        </pc:spChg>
        <pc:spChg chg="add del mod">
          <ac:chgData name="Kanduru, Raghava" userId="cf8c09de-c40c-47a2-971b-c612c06e0906" providerId="ADAL" clId="{5E3DAF92-3AF4-4FBB-A40F-A08CEB694985}" dt="2024-06-20T09:03:13.874" v="1589"/>
          <ac:spMkLst>
            <pc:docMk/>
            <pc:sldMk cId="834678745" sldId="2147475816"/>
            <ac:spMk id="20" creationId="{20120CC0-DEE6-3DAD-B4F8-15F01BF138DC}"/>
          </ac:spMkLst>
        </pc:spChg>
        <pc:spChg chg="add del mod">
          <ac:chgData name="Kanduru, Raghava" userId="cf8c09de-c40c-47a2-971b-c612c06e0906" providerId="ADAL" clId="{5E3DAF92-3AF4-4FBB-A40F-A08CEB694985}" dt="2024-06-20T09:03:13.874" v="1589"/>
          <ac:spMkLst>
            <pc:docMk/>
            <pc:sldMk cId="834678745" sldId="2147475816"/>
            <ac:spMk id="21" creationId="{A8FDB460-F611-BBF2-4DAB-FE74A9EC4EB5}"/>
          </ac:spMkLst>
        </pc:spChg>
        <pc:spChg chg="add del mod">
          <ac:chgData name="Kanduru, Raghava" userId="cf8c09de-c40c-47a2-971b-c612c06e0906" providerId="ADAL" clId="{5E3DAF92-3AF4-4FBB-A40F-A08CEB694985}" dt="2024-06-20T09:03:13.874" v="1589"/>
          <ac:spMkLst>
            <pc:docMk/>
            <pc:sldMk cId="834678745" sldId="2147475816"/>
            <ac:spMk id="22" creationId="{A700871C-8EDF-EB70-AA6C-F36FE23D4B25}"/>
          </ac:spMkLst>
        </pc:spChg>
        <pc:spChg chg="add del mod">
          <ac:chgData name="Kanduru, Raghava" userId="cf8c09de-c40c-47a2-971b-c612c06e0906" providerId="ADAL" clId="{5E3DAF92-3AF4-4FBB-A40F-A08CEB694985}" dt="2024-06-20T09:03:13.874" v="1589"/>
          <ac:spMkLst>
            <pc:docMk/>
            <pc:sldMk cId="834678745" sldId="2147475816"/>
            <ac:spMk id="23" creationId="{31730BFB-BEFB-BD7E-97AF-45921B271B07}"/>
          </ac:spMkLst>
        </pc:spChg>
        <pc:spChg chg="add del mod">
          <ac:chgData name="Kanduru, Raghava" userId="cf8c09de-c40c-47a2-971b-c612c06e0906" providerId="ADAL" clId="{5E3DAF92-3AF4-4FBB-A40F-A08CEB694985}" dt="2024-06-20T09:03:13.874" v="1589"/>
          <ac:spMkLst>
            <pc:docMk/>
            <pc:sldMk cId="834678745" sldId="2147475816"/>
            <ac:spMk id="24" creationId="{EA60C80B-52E7-34DC-C821-3531C8F2D835}"/>
          </ac:spMkLst>
        </pc:spChg>
        <pc:spChg chg="add del mod">
          <ac:chgData name="Kanduru, Raghava" userId="cf8c09de-c40c-47a2-971b-c612c06e0906" providerId="ADAL" clId="{5E3DAF92-3AF4-4FBB-A40F-A08CEB694985}" dt="2024-06-20T09:03:13.874" v="1589"/>
          <ac:spMkLst>
            <pc:docMk/>
            <pc:sldMk cId="834678745" sldId="2147475816"/>
            <ac:spMk id="25" creationId="{65150B16-9504-C240-7EEE-8CE1F4AEE001}"/>
          </ac:spMkLst>
        </pc:spChg>
        <pc:spChg chg="add del mod">
          <ac:chgData name="Kanduru, Raghava" userId="cf8c09de-c40c-47a2-971b-c612c06e0906" providerId="ADAL" clId="{5E3DAF92-3AF4-4FBB-A40F-A08CEB694985}" dt="2024-06-20T09:03:13.874" v="1589"/>
          <ac:spMkLst>
            <pc:docMk/>
            <pc:sldMk cId="834678745" sldId="2147475816"/>
            <ac:spMk id="26" creationId="{6470C6A7-B317-A409-65C7-2C4EA2B217BE}"/>
          </ac:spMkLst>
        </pc:spChg>
        <pc:spChg chg="add del mod">
          <ac:chgData name="Kanduru, Raghava" userId="cf8c09de-c40c-47a2-971b-c612c06e0906" providerId="ADAL" clId="{5E3DAF92-3AF4-4FBB-A40F-A08CEB694985}" dt="2024-06-20T09:03:13.874" v="1589"/>
          <ac:spMkLst>
            <pc:docMk/>
            <pc:sldMk cId="834678745" sldId="2147475816"/>
            <ac:spMk id="27" creationId="{25365F78-8F58-80E8-6056-D632751799E9}"/>
          </ac:spMkLst>
        </pc:spChg>
        <pc:spChg chg="add del mod">
          <ac:chgData name="Kanduru, Raghava" userId="cf8c09de-c40c-47a2-971b-c612c06e0906" providerId="ADAL" clId="{5E3DAF92-3AF4-4FBB-A40F-A08CEB694985}" dt="2024-06-20T09:03:13.874" v="1589"/>
          <ac:spMkLst>
            <pc:docMk/>
            <pc:sldMk cId="834678745" sldId="2147475816"/>
            <ac:spMk id="28" creationId="{5A9DCA30-3FDE-06B7-6AA0-8364F7713A0D}"/>
          </ac:spMkLst>
        </pc:spChg>
        <pc:spChg chg="add del mod">
          <ac:chgData name="Kanduru, Raghava" userId="cf8c09de-c40c-47a2-971b-c612c06e0906" providerId="ADAL" clId="{5E3DAF92-3AF4-4FBB-A40F-A08CEB694985}" dt="2024-06-20T09:03:13.874" v="1589"/>
          <ac:spMkLst>
            <pc:docMk/>
            <pc:sldMk cId="834678745" sldId="2147475816"/>
            <ac:spMk id="29" creationId="{5859B0C5-FC08-24F0-044B-207E68B67BBC}"/>
          </ac:spMkLst>
        </pc:spChg>
        <pc:spChg chg="add del mod">
          <ac:chgData name="Kanduru, Raghava" userId="cf8c09de-c40c-47a2-971b-c612c06e0906" providerId="ADAL" clId="{5E3DAF92-3AF4-4FBB-A40F-A08CEB694985}" dt="2024-06-20T09:03:13.874" v="1589"/>
          <ac:spMkLst>
            <pc:docMk/>
            <pc:sldMk cId="834678745" sldId="2147475816"/>
            <ac:spMk id="30" creationId="{8DCDE4A3-BECD-B948-705D-DA8481006C92}"/>
          </ac:spMkLst>
        </pc:spChg>
        <pc:spChg chg="add del mod">
          <ac:chgData name="Kanduru, Raghava" userId="cf8c09de-c40c-47a2-971b-c612c06e0906" providerId="ADAL" clId="{5E3DAF92-3AF4-4FBB-A40F-A08CEB694985}" dt="2024-06-20T09:03:13.874" v="1589"/>
          <ac:spMkLst>
            <pc:docMk/>
            <pc:sldMk cId="834678745" sldId="2147475816"/>
            <ac:spMk id="31" creationId="{E8782FB4-44B5-DFC4-BD1C-8FBE36BAD777}"/>
          </ac:spMkLst>
        </pc:spChg>
        <pc:spChg chg="del">
          <ac:chgData name="Kanduru, Raghava" userId="cf8c09de-c40c-47a2-971b-c612c06e0906" providerId="ADAL" clId="{5E3DAF92-3AF4-4FBB-A40F-A08CEB694985}" dt="2024-06-20T09:02:08.903" v="1585" actId="478"/>
          <ac:spMkLst>
            <pc:docMk/>
            <pc:sldMk cId="834678745" sldId="2147475816"/>
            <ac:spMk id="213" creationId="{A0C2A1E6-D645-C681-9650-AFAB79DAB0A6}"/>
          </ac:spMkLst>
        </pc:spChg>
        <pc:spChg chg="del">
          <ac:chgData name="Kanduru, Raghava" userId="cf8c09de-c40c-47a2-971b-c612c06e0906" providerId="ADAL" clId="{5E3DAF92-3AF4-4FBB-A40F-A08CEB694985}" dt="2024-06-20T09:02:08.903" v="1585" actId="478"/>
          <ac:spMkLst>
            <pc:docMk/>
            <pc:sldMk cId="834678745" sldId="2147475816"/>
            <ac:spMk id="216" creationId="{8533B157-4669-60C0-EA65-A9501FC3C32B}"/>
          </ac:spMkLst>
        </pc:spChg>
        <pc:spChg chg="del">
          <ac:chgData name="Kanduru, Raghava" userId="cf8c09de-c40c-47a2-971b-c612c06e0906" providerId="ADAL" clId="{5E3DAF92-3AF4-4FBB-A40F-A08CEB694985}" dt="2024-06-20T09:02:08.903" v="1585" actId="478"/>
          <ac:spMkLst>
            <pc:docMk/>
            <pc:sldMk cId="834678745" sldId="2147475816"/>
            <ac:spMk id="218" creationId="{2E4AB39C-EFE1-B9AB-6582-A7A0F0C3B671}"/>
          </ac:spMkLst>
        </pc:spChg>
        <pc:spChg chg="del">
          <ac:chgData name="Kanduru, Raghava" userId="cf8c09de-c40c-47a2-971b-c612c06e0906" providerId="ADAL" clId="{5E3DAF92-3AF4-4FBB-A40F-A08CEB694985}" dt="2024-06-20T09:02:08.903" v="1585" actId="478"/>
          <ac:spMkLst>
            <pc:docMk/>
            <pc:sldMk cId="834678745" sldId="2147475816"/>
            <ac:spMk id="219" creationId="{181CBA81-3DE9-24E3-83B4-C9D3B2ED7D7A}"/>
          </ac:spMkLst>
        </pc:spChg>
        <pc:spChg chg="del">
          <ac:chgData name="Kanduru, Raghava" userId="cf8c09de-c40c-47a2-971b-c612c06e0906" providerId="ADAL" clId="{5E3DAF92-3AF4-4FBB-A40F-A08CEB694985}" dt="2024-06-20T09:02:08.903" v="1585" actId="478"/>
          <ac:spMkLst>
            <pc:docMk/>
            <pc:sldMk cId="834678745" sldId="2147475816"/>
            <ac:spMk id="220" creationId="{118B2BE8-325A-B246-FDC0-945DA5741EA2}"/>
          </ac:spMkLst>
        </pc:spChg>
        <pc:spChg chg="del">
          <ac:chgData name="Kanduru, Raghava" userId="cf8c09de-c40c-47a2-971b-c612c06e0906" providerId="ADAL" clId="{5E3DAF92-3AF4-4FBB-A40F-A08CEB694985}" dt="2024-06-20T09:02:08.903" v="1585" actId="478"/>
          <ac:spMkLst>
            <pc:docMk/>
            <pc:sldMk cId="834678745" sldId="2147475816"/>
            <ac:spMk id="221" creationId="{1FB6392F-5C23-44FB-A26B-6B90225218F5}"/>
          </ac:spMkLst>
        </pc:spChg>
        <pc:spChg chg="del">
          <ac:chgData name="Kanduru, Raghava" userId="cf8c09de-c40c-47a2-971b-c612c06e0906" providerId="ADAL" clId="{5E3DAF92-3AF4-4FBB-A40F-A08CEB694985}" dt="2024-06-20T09:02:08.903" v="1585" actId="478"/>
          <ac:spMkLst>
            <pc:docMk/>
            <pc:sldMk cId="834678745" sldId="2147475816"/>
            <ac:spMk id="222" creationId="{37740886-E24D-A6E7-7963-F18CD2A08F68}"/>
          </ac:spMkLst>
        </pc:spChg>
        <pc:spChg chg="del">
          <ac:chgData name="Kanduru, Raghava" userId="cf8c09de-c40c-47a2-971b-c612c06e0906" providerId="ADAL" clId="{5E3DAF92-3AF4-4FBB-A40F-A08CEB694985}" dt="2024-06-20T09:02:08.903" v="1585" actId="478"/>
          <ac:spMkLst>
            <pc:docMk/>
            <pc:sldMk cId="834678745" sldId="2147475816"/>
            <ac:spMk id="223" creationId="{9BB350E5-1C37-BFD0-492D-CE40864217D7}"/>
          </ac:spMkLst>
        </pc:spChg>
        <pc:spChg chg="del">
          <ac:chgData name="Kanduru, Raghava" userId="cf8c09de-c40c-47a2-971b-c612c06e0906" providerId="ADAL" clId="{5E3DAF92-3AF4-4FBB-A40F-A08CEB694985}" dt="2024-06-20T09:02:08.903" v="1585" actId="478"/>
          <ac:spMkLst>
            <pc:docMk/>
            <pc:sldMk cId="834678745" sldId="2147475816"/>
            <ac:spMk id="224" creationId="{7D9038E8-ED98-D910-B87D-897813FE178B}"/>
          </ac:spMkLst>
        </pc:spChg>
        <pc:spChg chg="del">
          <ac:chgData name="Kanduru, Raghava" userId="cf8c09de-c40c-47a2-971b-c612c06e0906" providerId="ADAL" clId="{5E3DAF92-3AF4-4FBB-A40F-A08CEB694985}" dt="2024-06-20T09:02:08.903" v="1585" actId="478"/>
          <ac:spMkLst>
            <pc:docMk/>
            <pc:sldMk cId="834678745" sldId="2147475816"/>
            <ac:spMk id="226" creationId="{372B9C91-D4DD-D208-128A-E3C28B69C022}"/>
          </ac:spMkLst>
        </pc:spChg>
        <pc:spChg chg="del">
          <ac:chgData name="Kanduru, Raghava" userId="cf8c09de-c40c-47a2-971b-c612c06e0906" providerId="ADAL" clId="{5E3DAF92-3AF4-4FBB-A40F-A08CEB694985}" dt="2024-06-20T09:02:08.903" v="1585" actId="478"/>
          <ac:spMkLst>
            <pc:docMk/>
            <pc:sldMk cId="834678745" sldId="2147475816"/>
            <ac:spMk id="227" creationId="{BC701842-F695-867F-F2FF-C27498C70CE8}"/>
          </ac:spMkLst>
        </pc:spChg>
        <pc:spChg chg="del">
          <ac:chgData name="Kanduru, Raghava" userId="cf8c09de-c40c-47a2-971b-c612c06e0906" providerId="ADAL" clId="{5E3DAF92-3AF4-4FBB-A40F-A08CEB694985}" dt="2024-06-20T09:02:08.903" v="1585" actId="478"/>
          <ac:spMkLst>
            <pc:docMk/>
            <pc:sldMk cId="834678745" sldId="2147475816"/>
            <ac:spMk id="237" creationId="{986E05A8-F061-5F32-BB77-D9F69188A2D4}"/>
          </ac:spMkLst>
        </pc:spChg>
        <pc:spChg chg="del">
          <ac:chgData name="Kanduru, Raghava" userId="cf8c09de-c40c-47a2-971b-c612c06e0906" providerId="ADAL" clId="{5E3DAF92-3AF4-4FBB-A40F-A08CEB694985}" dt="2024-06-20T09:02:08.903" v="1585" actId="478"/>
          <ac:spMkLst>
            <pc:docMk/>
            <pc:sldMk cId="834678745" sldId="2147475816"/>
            <ac:spMk id="239" creationId="{68CB47B6-3ECF-FDFF-255E-451B1F42A70D}"/>
          </ac:spMkLst>
        </pc:spChg>
        <pc:spChg chg="del">
          <ac:chgData name="Kanduru, Raghava" userId="cf8c09de-c40c-47a2-971b-c612c06e0906" providerId="ADAL" clId="{5E3DAF92-3AF4-4FBB-A40F-A08CEB694985}" dt="2024-06-20T09:02:08.903" v="1585" actId="478"/>
          <ac:spMkLst>
            <pc:docMk/>
            <pc:sldMk cId="834678745" sldId="2147475816"/>
            <ac:spMk id="241" creationId="{C19EEDD8-0EBF-4719-E873-50525B42895B}"/>
          </ac:spMkLst>
        </pc:spChg>
        <pc:spChg chg="add del mod">
          <ac:chgData name="Kanduru, Raghava" userId="cf8c09de-c40c-47a2-971b-c612c06e0906" providerId="ADAL" clId="{5E3DAF92-3AF4-4FBB-A40F-A08CEB694985}" dt="2024-06-20T09:03:13.874" v="1589"/>
          <ac:spMkLst>
            <pc:docMk/>
            <pc:sldMk cId="834678745" sldId="2147475816"/>
            <ac:spMk id="243" creationId="{2A5D8B98-AB40-570B-91C3-F798645DD9B1}"/>
          </ac:spMkLst>
        </pc:spChg>
        <pc:spChg chg="add del mod">
          <ac:chgData name="Kanduru, Raghava" userId="cf8c09de-c40c-47a2-971b-c612c06e0906" providerId="ADAL" clId="{5E3DAF92-3AF4-4FBB-A40F-A08CEB694985}" dt="2024-06-20T09:03:13.874" v="1589"/>
          <ac:spMkLst>
            <pc:docMk/>
            <pc:sldMk cId="834678745" sldId="2147475816"/>
            <ac:spMk id="245" creationId="{42126C26-718A-3828-BDFA-FAFEBB4F5167}"/>
          </ac:spMkLst>
        </pc:spChg>
        <pc:spChg chg="add del mod">
          <ac:chgData name="Kanduru, Raghava" userId="cf8c09de-c40c-47a2-971b-c612c06e0906" providerId="ADAL" clId="{5E3DAF92-3AF4-4FBB-A40F-A08CEB694985}" dt="2024-06-20T09:03:13.874" v="1589"/>
          <ac:spMkLst>
            <pc:docMk/>
            <pc:sldMk cId="834678745" sldId="2147475816"/>
            <ac:spMk id="256" creationId="{BDA33EFD-9C46-556E-739E-F979D5620BBF}"/>
          </ac:spMkLst>
        </pc:spChg>
        <pc:spChg chg="add del mod">
          <ac:chgData name="Kanduru, Raghava" userId="cf8c09de-c40c-47a2-971b-c612c06e0906" providerId="ADAL" clId="{5E3DAF92-3AF4-4FBB-A40F-A08CEB694985}" dt="2024-06-20T09:03:13.874" v="1589"/>
          <ac:spMkLst>
            <pc:docMk/>
            <pc:sldMk cId="834678745" sldId="2147475816"/>
            <ac:spMk id="257" creationId="{AA6467ED-E461-BFAF-F547-463850448765}"/>
          </ac:spMkLst>
        </pc:spChg>
        <pc:spChg chg="add del mod">
          <ac:chgData name="Kanduru, Raghava" userId="cf8c09de-c40c-47a2-971b-c612c06e0906" providerId="ADAL" clId="{5E3DAF92-3AF4-4FBB-A40F-A08CEB694985}" dt="2024-06-20T09:03:13.874" v="1589"/>
          <ac:spMkLst>
            <pc:docMk/>
            <pc:sldMk cId="834678745" sldId="2147475816"/>
            <ac:spMk id="258" creationId="{2DB40C13-0CFA-A316-0B18-7749A29FA442}"/>
          </ac:spMkLst>
        </pc:spChg>
        <pc:spChg chg="add del mod">
          <ac:chgData name="Kanduru, Raghava" userId="cf8c09de-c40c-47a2-971b-c612c06e0906" providerId="ADAL" clId="{5E3DAF92-3AF4-4FBB-A40F-A08CEB694985}" dt="2024-06-20T09:03:13.874" v="1589"/>
          <ac:spMkLst>
            <pc:docMk/>
            <pc:sldMk cId="834678745" sldId="2147475816"/>
            <ac:spMk id="259" creationId="{0C0A572B-85B4-93EC-29C6-DFC8AE52D102}"/>
          </ac:spMkLst>
        </pc:spChg>
        <pc:spChg chg="add del mod">
          <ac:chgData name="Kanduru, Raghava" userId="cf8c09de-c40c-47a2-971b-c612c06e0906" providerId="ADAL" clId="{5E3DAF92-3AF4-4FBB-A40F-A08CEB694985}" dt="2024-06-20T09:03:13.874" v="1589"/>
          <ac:spMkLst>
            <pc:docMk/>
            <pc:sldMk cId="834678745" sldId="2147475816"/>
            <ac:spMk id="260" creationId="{D23022A9-4E29-53FD-E4C6-B1076C44BAC2}"/>
          </ac:spMkLst>
        </pc:spChg>
        <pc:spChg chg="add del mod">
          <ac:chgData name="Kanduru, Raghava" userId="cf8c09de-c40c-47a2-971b-c612c06e0906" providerId="ADAL" clId="{5E3DAF92-3AF4-4FBB-A40F-A08CEB694985}" dt="2024-06-20T09:03:30.139" v="1597"/>
          <ac:spMkLst>
            <pc:docMk/>
            <pc:sldMk cId="834678745" sldId="2147475816"/>
            <ac:spMk id="262" creationId="{5B8B911A-C578-82A6-3090-50184F6F6F41}"/>
          </ac:spMkLst>
        </pc:spChg>
        <pc:spChg chg="add del mod">
          <ac:chgData name="Kanduru, Raghava" userId="cf8c09de-c40c-47a2-971b-c612c06e0906" providerId="ADAL" clId="{5E3DAF92-3AF4-4FBB-A40F-A08CEB694985}" dt="2024-06-20T09:03:30.139" v="1597"/>
          <ac:spMkLst>
            <pc:docMk/>
            <pc:sldMk cId="834678745" sldId="2147475816"/>
            <ac:spMk id="263" creationId="{4DDBFA78-C7CD-8377-23B0-2C4222476DAE}"/>
          </ac:spMkLst>
        </pc:spChg>
        <pc:spChg chg="add del mod">
          <ac:chgData name="Kanduru, Raghava" userId="cf8c09de-c40c-47a2-971b-c612c06e0906" providerId="ADAL" clId="{5E3DAF92-3AF4-4FBB-A40F-A08CEB694985}" dt="2024-06-20T09:03:30.139" v="1597"/>
          <ac:spMkLst>
            <pc:docMk/>
            <pc:sldMk cId="834678745" sldId="2147475816"/>
            <ac:spMk id="264" creationId="{685D1E5E-0887-944A-D6BC-CC4CC4E6F576}"/>
          </ac:spMkLst>
        </pc:spChg>
        <pc:spChg chg="add del mod">
          <ac:chgData name="Kanduru, Raghava" userId="cf8c09de-c40c-47a2-971b-c612c06e0906" providerId="ADAL" clId="{5E3DAF92-3AF4-4FBB-A40F-A08CEB694985}" dt="2024-06-20T09:03:30.139" v="1597"/>
          <ac:spMkLst>
            <pc:docMk/>
            <pc:sldMk cId="834678745" sldId="2147475816"/>
            <ac:spMk id="265" creationId="{05183915-3ADB-77EA-8A7E-4DEEA6F3B0B5}"/>
          </ac:spMkLst>
        </pc:spChg>
        <pc:spChg chg="add del mod">
          <ac:chgData name="Kanduru, Raghava" userId="cf8c09de-c40c-47a2-971b-c612c06e0906" providerId="ADAL" clId="{5E3DAF92-3AF4-4FBB-A40F-A08CEB694985}" dt="2024-06-20T09:03:30.139" v="1597"/>
          <ac:spMkLst>
            <pc:docMk/>
            <pc:sldMk cId="834678745" sldId="2147475816"/>
            <ac:spMk id="266" creationId="{FA8D732B-987D-111D-B9F9-26E875842FD3}"/>
          </ac:spMkLst>
        </pc:spChg>
        <pc:spChg chg="add del mod">
          <ac:chgData name="Kanduru, Raghava" userId="cf8c09de-c40c-47a2-971b-c612c06e0906" providerId="ADAL" clId="{5E3DAF92-3AF4-4FBB-A40F-A08CEB694985}" dt="2024-06-20T09:03:30.139" v="1597"/>
          <ac:spMkLst>
            <pc:docMk/>
            <pc:sldMk cId="834678745" sldId="2147475816"/>
            <ac:spMk id="267" creationId="{3F28D245-BD0C-868D-0320-B93FF5B70831}"/>
          </ac:spMkLst>
        </pc:spChg>
        <pc:spChg chg="add del mod">
          <ac:chgData name="Kanduru, Raghava" userId="cf8c09de-c40c-47a2-971b-c612c06e0906" providerId="ADAL" clId="{5E3DAF92-3AF4-4FBB-A40F-A08CEB694985}" dt="2024-06-20T09:03:30.139" v="1597"/>
          <ac:spMkLst>
            <pc:docMk/>
            <pc:sldMk cId="834678745" sldId="2147475816"/>
            <ac:spMk id="268" creationId="{6E56EEB9-D496-F286-9F58-1061FD3E6377}"/>
          </ac:spMkLst>
        </pc:spChg>
        <pc:spChg chg="add del mod">
          <ac:chgData name="Kanduru, Raghava" userId="cf8c09de-c40c-47a2-971b-c612c06e0906" providerId="ADAL" clId="{5E3DAF92-3AF4-4FBB-A40F-A08CEB694985}" dt="2024-06-20T09:03:30.139" v="1597"/>
          <ac:spMkLst>
            <pc:docMk/>
            <pc:sldMk cId="834678745" sldId="2147475816"/>
            <ac:spMk id="269" creationId="{A73BB26B-CF30-E974-40CA-54EAFDF7C84E}"/>
          </ac:spMkLst>
        </pc:spChg>
        <pc:spChg chg="add del mod">
          <ac:chgData name="Kanduru, Raghava" userId="cf8c09de-c40c-47a2-971b-c612c06e0906" providerId="ADAL" clId="{5E3DAF92-3AF4-4FBB-A40F-A08CEB694985}" dt="2024-06-20T09:03:30.139" v="1597"/>
          <ac:spMkLst>
            <pc:docMk/>
            <pc:sldMk cId="834678745" sldId="2147475816"/>
            <ac:spMk id="270" creationId="{6D1E8EF1-CFF8-B42C-F1C3-321AE548F833}"/>
          </ac:spMkLst>
        </pc:spChg>
        <pc:spChg chg="add del mod">
          <ac:chgData name="Kanduru, Raghava" userId="cf8c09de-c40c-47a2-971b-c612c06e0906" providerId="ADAL" clId="{5E3DAF92-3AF4-4FBB-A40F-A08CEB694985}" dt="2024-06-20T09:03:30.139" v="1597"/>
          <ac:spMkLst>
            <pc:docMk/>
            <pc:sldMk cId="834678745" sldId="2147475816"/>
            <ac:spMk id="271" creationId="{3524E8A5-A8DC-A560-A358-5DB6EC51A01D}"/>
          </ac:spMkLst>
        </pc:spChg>
        <pc:spChg chg="add del mod">
          <ac:chgData name="Kanduru, Raghava" userId="cf8c09de-c40c-47a2-971b-c612c06e0906" providerId="ADAL" clId="{5E3DAF92-3AF4-4FBB-A40F-A08CEB694985}" dt="2024-06-20T09:03:30.139" v="1597"/>
          <ac:spMkLst>
            <pc:docMk/>
            <pc:sldMk cId="834678745" sldId="2147475816"/>
            <ac:spMk id="272" creationId="{0D74BD3E-683B-1992-435B-EEB5F38E1E38}"/>
          </ac:spMkLst>
        </pc:spChg>
        <pc:spChg chg="add del mod">
          <ac:chgData name="Kanduru, Raghava" userId="cf8c09de-c40c-47a2-971b-c612c06e0906" providerId="ADAL" clId="{5E3DAF92-3AF4-4FBB-A40F-A08CEB694985}" dt="2024-06-20T09:03:30.139" v="1597"/>
          <ac:spMkLst>
            <pc:docMk/>
            <pc:sldMk cId="834678745" sldId="2147475816"/>
            <ac:spMk id="273" creationId="{9807AC0D-DEB2-5D4B-1CC2-0706CB18C7A7}"/>
          </ac:spMkLst>
        </pc:spChg>
        <pc:spChg chg="add del mod">
          <ac:chgData name="Kanduru, Raghava" userId="cf8c09de-c40c-47a2-971b-c612c06e0906" providerId="ADAL" clId="{5E3DAF92-3AF4-4FBB-A40F-A08CEB694985}" dt="2024-06-20T09:03:30.139" v="1597"/>
          <ac:spMkLst>
            <pc:docMk/>
            <pc:sldMk cId="834678745" sldId="2147475816"/>
            <ac:spMk id="274" creationId="{B6C5B66A-FFC0-7BEF-6443-3AD6D38C8DA4}"/>
          </ac:spMkLst>
        </pc:spChg>
        <pc:spChg chg="add del mod">
          <ac:chgData name="Kanduru, Raghava" userId="cf8c09de-c40c-47a2-971b-c612c06e0906" providerId="ADAL" clId="{5E3DAF92-3AF4-4FBB-A40F-A08CEB694985}" dt="2024-06-20T09:03:30.139" v="1597"/>
          <ac:spMkLst>
            <pc:docMk/>
            <pc:sldMk cId="834678745" sldId="2147475816"/>
            <ac:spMk id="275" creationId="{36B18FCD-64F5-00CA-4FB1-59950FED8A4F}"/>
          </ac:spMkLst>
        </pc:spChg>
        <pc:spChg chg="add del mod">
          <ac:chgData name="Kanduru, Raghava" userId="cf8c09de-c40c-47a2-971b-c612c06e0906" providerId="ADAL" clId="{5E3DAF92-3AF4-4FBB-A40F-A08CEB694985}" dt="2024-06-20T09:03:30.139" v="1597"/>
          <ac:spMkLst>
            <pc:docMk/>
            <pc:sldMk cId="834678745" sldId="2147475816"/>
            <ac:spMk id="276" creationId="{0636A57F-FE64-FAC5-F10D-2FE252BFBAAD}"/>
          </ac:spMkLst>
        </pc:spChg>
        <pc:spChg chg="add del mod">
          <ac:chgData name="Kanduru, Raghava" userId="cf8c09de-c40c-47a2-971b-c612c06e0906" providerId="ADAL" clId="{5E3DAF92-3AF4-4FBB-A40F-A08CEB694985}" dt="2024-06-20T09:03:30.139" v="1597"/>
          <ac:spMkLst>
            <pc:docMk/>
            <pc:sldMk cId="834678745" sldId="2147475816"/>
            <ac:spMk id="277" creationId="{56306BB4-CDD3-F61B-FBAF-1E2EFAEDDDCB}"/>
          </ac:spMkLst>
        </pc:spChg>
        <pc:spChg chg="add del mod">
          <ac:chgData name="Kanduru, Raghava" userId="cf8c09de-c40c-47a2-971b-c612c06e0906" providerId="ADAL" clId="{5E3DAF92-3AF4-4FBB-A40F-A08CEB694985}" dt="2024-06-20T09:03:30.139" v="1597"/>
          <ac:spMkLst>
            <pc:docMk/>
            <pc:sldMk cId="834678745" sldId="2147475816"/>
            <ac:spMk id="278" creationId="{E1C95319-0241-0606-DA51-D49A83620C1D}"/>
          </ac:spMkLst>
        </pc:spChg>
        <pc:spChg chg="add del mod">
          <ac:chgData name="Kanduru, Raghava" userId="cf8c09de-c40c-47a2-971b-c612c06e0906" providerId="ADAL" clId="{5E3DAF92-3AF4-4FBB-A40F-A08CEB694985}" dt="2024-06-20T09:03:30.139" v="1597"/>
          <ac:spMkLst>
            <pc:docMk/>
            <pc:sldMk cId="834678745" sldId="2147475816"/>
            <ac:spMk id="279" creationId="{1954CEE5-271F-659E-7269-2983A33F9CE8}"/>
          </ac:spMkLst>
        </pc:spChg>
        <pc:spChg chg="add del mod">
          <ac:chgData name="Kanduru, Raghava" userId="cf8c09de-c40c-47a2-971b-c612c06e0906" providerId="ADAL" clId="{5E3DAF92-3AF4-4FBB-A40F-A08CEB694985}" dt="2024-06-20T09:03:30.139" v="1597"/>
          <ac:spMkLst>
            <pc:docMk/>
            <pc:sldMk cId="834678745" sldId="2147475816"/>
            <ac:spMk id="280" creationId="{624AC284-9DDA-31E0-67B6-8302289E609D}"/>
          </ac:spMkLst>
        </pc:spChg>
        <pc:spChg chg="add del mod">
          <ac:chgData name="Kanduru, Raghava" userId="cf8c09de-c40c-47a2-971b-c612c06e0906" providerId="ADAL" clId="{5E3DAF92-3AF4-4FBB-A40F-A08CEB694985}" dt="2024-06-20T09:03:30.139" v="1597"/>
          <ac:spMkLst>
            <pc:docMk/>
            <pc:sldMk cId="834678745" sldId="2147475816"/>
            <ac:spMk id="281" creationId="{1BBB9C74-952B-4F4E-085E-F99341503539}"/>
          </ac:spMkLst>
        </pc:spChg>
        <pc:spChg chg="add del mod">
          <ac:chgData name="Kanduru, Raghava" userId="cf8c09de-c40c-47a2-971b-c612c06e0906" providerId="ADAL" clId="{5E3DAF92-3AF4-4FBB-A40F-A08CEB694985}" dt="2024-06-20T09:03:30.139" v="1597"/>
          <ac:spMkLst>
            <pc:docMk/>
            <pc:sldMk cId="834678745" sldId="2147475816"/>
            <ac:spMk id="282" creationId="{02C6797D-6DC0-94D5-4E76-099E8D7B1F7E}"/>
          </ac:spMkLst>
        </pc:spChg>
        <pc:spChg chg="add del mod">
          <ac:chgData name="Kanduru, Raghava" userId="cf8c09de-c40c-47a2-971b-c612c06e0906" providerId="ADAL" clId="{5E3DAF92-3AF4-4FBB-A40F-A08CEB694985}" dt="2024-06-20T09:03:30.139" v="1597"/>
          <ac:spMkLst>
            <pc:docMk/>
            <pc:sldMk cId="834678745" sldId="2147475816"/>
            <ac:spMk id="283" creationId="{984479B3-F58A-B712-A0DD-B8DAC708B96B}"/>
          </ac:spMkLst>
        </pc:spChg>
        <pc:spChg chg="add del mod">
          <ac:chgData name="Kanduru, Raghava" userId="cf8c09de-c40c-47a2-971b-c612c06e0906" providerId="ADAL" clId="{5E3DAF92-3AF4-4FBB-A40F-A08CEB694985}" dt="2024-06-20T09:03:30.139" v="1597"/>
          <ac:spMkLst>
            <pc:docMk/>
            <pc:sldMk cId="834678745" sldId="2147475816"/>
            <ac:spMk id="284" creationId="{9B9BF5DB-7380-714E-C366-84F79214F3B7}"/>
          </ac:spMkLst>
        </pc:spChg>
        <pc:spChg chg="add del mod">
          <ac:chgData name="Kanduru, Raghava" userId="cf8c09de-c40c-47a2-971b-c612c06e0906" providerId="ADAL" clId="{5E3DAF92-3AF4-4FBB-A40F-A08CEB694985}" dt="2024-06-20T09:03:30.139" v="1597"/>
          <ac:spMkLst>
            <pc:docMk/>
            <pc:sldMk cId="834678745" sldId="2147475816"/>
            <ac:spMk id="285" creationId="{4ACF83E8-6FDE-BCB2-58AA-2B16ABEAC9EC}"/>
          </ac:spMkLst>
        </pc:spChg>
        <pc:spChg chg="add del mod">
          <ac:chgData name="Kanduru, Raghava" userId="cf8c09de-c40c-47a2-971b-c612c06e0906" providerId="ADAL" clId="{5E3DAF92-3AF4-4FBB-A40F-A08CEB694985}" dt="2024-06-20T09:03:30.139" v="1597"/>
          <ac:spMkLst>
            <pc:docMk/>
            <pc:sldMk cId="834678745" sldId="2147475816"/>
            <ac:spMk id="286" creationId="{A79A6D1A-3634-8E9F-7C04-B4AD44D8B052}"/>
          </ac:spMkLst>
        </pc:spChg>
        <pc:spChg chg="add del mod">
          <ac:chgData name="Kanduru, Raghava" userId="cf8c09de-c40c-47a2-971b-c612c06e0906" providerId="ADAL" clId="{5E3DAF92-3AF4-4FBB-A40F-A08CEB694985}" dt="2024-06-20T09:03:30.139" v="1597"/>
          <ac:spMkLst>
            <pc:docMk/>
            <pc:sldMk cId="834678745" sldId="2147475816"/>
            <ac:spMk id="287" creationId="{32BF9865-3C20-1302-45F7-AB2F0658A72E}"/>
          </ac:spMkLst>
        </pc:spChg>
        <pc:spChg chg="add del mod">
          <ac:chgData name="Kanduru, Raghava" userId="cf8c09de-c40c-47a2-971b-c612c06e0906" providerId="ADAL" clId="{5E3DAF92-3AF4-4FBB-A40F-A08CEB694985}" dt="2024-06-20T09:03:30.139" v="1597"/>
          <ac:spMkLst>
            <pc:docMk/>
            <pc:sldMk cId="834678745" sldId="2147475816"/>
            <ac:spMk id="288" creationId="{A4DEDBEA-1413-08B3-8CAC-9E739F3A6E9D}"/>
          </ac:spMkLst>
        </pc:spChg>
        <pc:spChg chg="add del mod">
          <ac:chgData name="Kanduru, Raghava" userId="cf8c09de-c40c-47a2-971b-c612c06e0906" providerId="ADAL" clId="{5E3DAF92-3AF4-4FBB-A40F-A08CEB694985}" dt="2024-06-20T09:03:30.139" v="1597"/>
          <ac:spMkLst>
            <pc:docMk/>
            <pc:sldMk cId="834678745" sldId="2147475816"/>
            <ac:spMk id="289" creationId="{07A79044-A282-14E7-3D9C-B4C4D358673A}"/>
          </ac:spMkLst>
        </pc:spChg>
        <pc:spChg chg="add del mod">
          <ac:chgData name="Kanduru, Raghava" userId="cf8c09de-c40c-47a2-971b-c612c06e0906" providerId="ADAL" clId="{5E3DAF92-3AF4-4FBB-A40F-A08CEB694985}" dt="2024-06-20T09:03:30.139" v="1597"/>
          <ac:spMkLst>
            <pc:docMk/>
            <pc:sldMk cId="834678745" sldId="2147475816"/>
            <ac:spMk id="321" creationId="{422517F8-CCE5-C57A-5AB0-52BC1B37E321}"/>
          </ac:spMkLst>
        </pc:spChg>
        <pc:spChg chg="add del mod">
          <ac:chgData name="Kanduru, Raghava" userId="cf8c09de-c40c-47a2-971b-c612c06e0906" providerId="ADAL" clId="{5E3DAF92-3AF4-4FBB-A40F-A08CEB694985}" dt="2024-06-20T09:03:30.139" v="1597"/>
          <ac:spMkLst>
            <pc:docMk/>
            <pc:sldMk cId="834678745" sldId="2147475816"/>
            <ac:spMk id="322" creationId="{FB56FE4A-379D-8CC5-8F5C-807D50346048}"/>
          </ac:spMkLst>
        </pc:spChg>
        <pc:spChg chg="add del mod">
          <ac:chgData name="Kanduru, Raghava" userId="cf8c09de-c40c-47a2-971b-c612c06e0906" providerId="ADAL" clId="{5E3DAF92-3AF4-4FBB-A40F-A08CEB694985}" dt="2024-06-20T09:03:30.139" v="1597"/>
          <ac:spMkLst>
            <pc:docMk/>
            <pc:sldMk cId="834678745" sldId="2147475816"/>
            <ac:spMk id="323" creationId="{11A2198E-5E9C-FAFF-BC46-833FC9BCE7FB}"/>
          </ac:spMkLst>
        </pc:spChg>
        <pc:spChg chg="add del mod">
          <ac:chgData name="Kanduru, Raghava" userId="cf8c09de-c40c-47a2-971b-c612c06e0906" providerId="ADAL" clId="{5E3DAF92-3AF4-4FBB-A40F-A08CEB694985}" dt="2024-06-20T09:03:30.139" v="1597"/>
          <ac:spMkLst>
            <pc:docMk/>
            <pc:sldMk cId="834678745" sldId="2147475816"/>
            <ac:spMk id="324" creationId="{55F3C170-67B1-535D-F7CF-2FCF20BB7FF4}"/>
          </ac:spMkLst>
        </pc:spChg>
        <pc:spChg chg="add del mod">
          <ac:chgData name="Kanduru, Raghava" userId="cf8c09de-c40c-47a2-971b-c612c06e0906" providerId="ADAL" clId="{5E3DAF92-3AF4-4FBB-A40F-A08CEB694985}" dt="2024-06-20T09:03:30.139" v="1597"/>
          <ac:spMkLst>
            <pc:docMk/>
            <pc:sldMk cId="834678745" sldId="2147475816"/>
            <ac:spMk id="325" creationId="{0CB3C359-4254-1DF8-F3EE-1637522F9FC0}"/>
          </ac:spMkLst>
        </pc:spChg>
        <pc:grpChg chg="del">
          <ac:chgData name="Kanduru, Raghava" userId="cf8c09de-c40c-47a2-971b-c612c06e0906" providerId="ADAL" clId="{5E3DAF92-3AF4-4FBB-A40F-A08CEB694985}" dt="2024-06-20T09:02:08.903" v="1585" actId="478"/>
          <ac:grpSpMkLst>
            <pc:docMk/>
            <pc:sldMk cId="834678745" sldId="2147475816"/>
            <ac:grpSpMk id="181" creationId="{0D8C28DA-257D-F168-C6ED-4C49573C9B6E}"/>
          </ac:grpSpMkLst>
        </pc:grpChg>
        <pc:graphicFrameChg chg="add del mod">
          <ac:chgData name="Kanduru, Raghava" userId="cf8c09de-c40c-47a2-971b-c612c06e0906" providerId="ADAL" clId="{5E3DAF92-3AF4-4FBB-A40F-A08CEB694985}" dt="2024-06-20T09:03:13.874" v="1589"/>
          <ac:graphicFrameMkLst>
            <pc:docMk/>
            <pc:sldMk cId="834678745" sldId="2147475816"/>
            <ac:graphicFrameMk id="5" creationId="{97EC8F2C-EB41-EAD9-FCC1-E77D9478D77F}"/>
          </ac:graphicFrameMkLst>
        </pc:graphicFrameChg>
        <pc:graphicFrameChg chg="add del mod">
          <ac:chgData name="Kanduru, Raghava" userId="cf8c09de-c40c-47a2-971b-c612c06e0906" providerId="ADAL" clId="{5E3DAF92-3AF4-4FBB-A40F-A08CEB694985}" dt="2024-06-20T09:03:30.139" v="1597"/>
          <ac:graphicFrameMkLst>
            <pc:docMk/>
            <pc:sldMk cId="834678745" sldId="2147475816"/>
            <ac:graphicFrameMk id="261" creationId="{DF294A58-8383-5A84-95FF-E631D48DDC43}"/>
          </ac:graphicFrameMkLst>
        </pc:graphicFrameChg>
        <pc:picChg chg="add mod">
          <ac:chgData name="Kanduru, Raghava" userId="cf8c09de-c40c-47a2-971b-c612c06e0906" providerId="ADAL" clId="{5E3DAF92-3AF4-4FBB-A40F-A08CEB694985}" dt="2024-06-20T09:04:11.490" v="1601" actId="1076"/>
          <ac:picMkLst>
            <pc:docMk/>
            <pc:sldMk cId="834678745" sldId="2147475816"/>
            <ac:picMk id="326" creationId="{180917D3-1689-AC03-CAC8-11249C0F7F19}"/>
          </ac:picMkLst>
        </pc:picChg>
        <pc:cxnChg chg="add del mod">
          <ac:chgData name="Kanduru, Raghava" userId="cf8c09de-c40c-47a2-971b-c612c06e0906" providerId="ADAL" clId="{5E3DAF92-3AF4-4FBB-A40F-A08CEB694985}" dt="2024-06-20T09:03:13.874" v="1589"/>
          <ac:cxnSpMkLst>
            <pc:docMk/>
            <pc:sldMk cId="834678745" sldId="2147475816"/>
            <ac:cxnSpMk id="160" creationId="{CE39C4D8-96E4-BD5E-29C1-92B594618DE1}"/>
          </ac:cxnSpMkLst>
        </pc:cxnChg>
        <pc:cxnChg chg="add del mod">
          <ac:chgData name="Kanduru, Raghava" userId="cf8c09de-c40c-47a2-971b-c612c06e0906" providerId="ADAL" clId="{5E3DAF92-3AF4-4FBB-A40F-A08CEB694985}" dt="2024-06-20T09:03:13.874" v="1589"/>
          <ac:cxnSpMkLst>
            <pc:docMk/>
            <pc:sldMk cId="834678745" sldId="2147475816"/>
            <ac:cxnSpMk id="161" creationId="{220C3260-BA74-592B-B399-627D85F748C4}"/>
          </ac:cxnSpMkLst>
        </pc:cxnChg>
        <pc:cxnChg chg="add del mod">
          <ac:chgData name="Kanduru, Raghava" userId="cf8c09de-c40c-47a2-971b-c612c06e0906" providerId="ADAL" clId="{5E3DAF92-3AF4-4FBB-A40F-A08CEB694985}" dt="2024-06-20T09:03:13.874" v="1589"/>
          <ac:cxnSpMkLst>
            <pc:docMk/>
            <pc:sldMk cId="834678745" sldId="2147475816"/>
            <ac:cxnSpMk id="162" creationId="{28ABF744-8905-5CCC-9D86-EEBA50023A92}"/>
          </ac:cxnSpMkLst>
        </pc:cxnChg>
        <pc:cxnChg chg="add del mod">
          <ac:chgData name="Kanduru, Raghava" userId="cf8c09de-c40c-47a2-971b-c612c06e0906" providerId="ADAL" clId="{5E3DAF92-3AF4-4FBB-A40F-A08CEB694985}" dt="2024-06-20T09:03:13.874" v="1589"/>
          <ac:cxnSpMkLst>
            <pc:docMk/>
            <pc:sldMk cId="834678745" sldId="2147475816"/>
            <ac:cxnSpMk id="163" creationId="{D4759427-27C1-75D1-21E5-6A9DBC8CFC43}"/>
          </ac:cxnSpMkLst>
        </pc:cxnChg>
        <pc:cxnChg chg="add del mod">
          <ac:chgData name="Kanduru, Raghava" userId="cf8c09de-c40c-47a2-971b-c612c06e0906" providerId="ADAL" clId="{5E3DAF92-3AF4-4FBB-A40F-A08CEB694985}" dt="2024-06-20T09:03:13.874" v="1589"/>
          <ac:cxnSpMkLst>
            <pc:docMk/>
            <pc:sldMk cId="834678745" sldId="2147475816"/>
            <ac:cxnSpMk id="164" creationId="{47207FA3-2E8D-119F-5A3F-766E9CE932FD}"/>
          </ac:cxnSpMkLst>
        </pc:cxnChg>
        <pc:cxnChg chg="add del mod">
          <ac:chgData name="Kanduru, Raghava" userId="cf8c09de-c40c-47a2-971b-c612c06e0906" providerId="ADAL" clId="{5E3DAF92-3AF4-4FBB-A40F-A08CEB694985}" dt="2024-06-20T09:03:13.874" v="1589"/>
          <ac:cxnSpMkLst>
            <pc:docMk/>
            <pc:sldMk cId="834678745" sldId="2147475816"/>
            <ac:cxnSpMk id="165" creationId="{5A1183EB-A749-C068-4A42-569ACCDDBD6A}"/>
          </ac:cxnSpMkLst>
        </pc:cxnChg>
        <pc:cxnChg chg="add del mod">
          <ac:chgData name="Kanduru, Raghava" userId="cf8c09de-c40c-47a2-971b-c612c06e0906" providerId="ADAL" clId="{5E3DAF92-3AF4-4FBB-A40F-A08CEB694985}" dt="2024-06-20T09:03:13.874" v="1589"/>
          <ac:cxnSpMkLst>
            <pc:docMk/>
            <pc:sldMk cId="834678745" sldId="2147475816"/>
            <ac:cxnSpMk id="166" creationId="{49439D66-9F88-2531-10BD-6C0B70C3C696}"/>
          </ac:cxnSpMkLst>
        </pc:cxnChg>
        <pc:cxnChg chg="add del mod">
          <ac:chgData name="Kanduru, Raghava" userId="cf8c09de-c40c-47a2-971b-c612c06e0906" providerId="ADAL" clId="{5E3DAF92-3AF4-4FBB-A40F-A08CEB694985}" dt="2024-06-20T09:03:13.874" v="1589"/>
          <ac:cxnSpMkLst>
            <pc:docMk/>
            <pc:sldMk cId="834678745" sldId="2147475816"/>
            <ac:cxnSpMk id="167" creationId="{112C5457-0F26-54BD-1141-8EFC1BE3EBE7}"/>
          </ac:cxnSpMkLst>
        </pc:cxnChg>
        <pc:cxnChg chg="add del mod">
          <ac:chgData name="Kanduru, Raghava" userId="cf8c09de-c40c-47a2-971b-c612c06e0906" providerId="ADAL" clId="{5E3DAF92-3AF4-4FBB-A40F-A08CEB694985}" dt="2024-06-20T09:03:13.874" v="1589"/>
          <ac:cxnSpMkLst>
            <pc:docMk/>
            <pc:sldMk cId="834678745" sldId="2147475816"/>
            <ac:cxnSpMk id="168" creationId="{125931DD-6921-3A29-39D9-478BF78689CF}"/>
          </ac:cxnSpMkLst>
        </pc:cxnChg>
        <pc:cxnChg chg="add del mod">
          <ac:chgData name="Kanduru, Raghava" userId="cf8c09de-c40c-47a2-971b-c612c06e0906" providerId="ADAL" clId="{5E3DAF92-3AF4-4FBB-A40F-A08CEB694985}" dt="2024-06-20T09:03:13.874" v="1589"/>
          <ac:cxnSpMkLst>
            <pc:docMk/>
            <pc:sldMk cId="834678745" sldId="2147475816"/>
            <ac:cxnSpMk id="169" creationId="{041FBFD5-E05D-414B-2586-A6C125AE819B}"/>
          </ac:cxnSpMkLst>
        </pc:cxnChg>
        <pc:cxnChg chg="add del mod">
          <ac:chgData name="Kanduru, Raghava" userId="cf8c09de-c40c-47a2-971b-c612c06e0906" providerId="ADAL" clId="{5E3DAF92-3AF4-4FBB-A40F-A08CEB694985}" dt="2024-06-20T09:03:13.874" v="1589"/>
          <ac:cxnSpMkLst>
            <pc:docMk/>
            <pc:sldMk cId="834678745" sldId="2147475816"/>
            <ac:cxnSpMk id="170" creationId="{DE247BEA-8963-1F43-639F-603AA0AC9B0A}"/>
          </ac:cxnSpMkLst>
        </pc:cxnChg>
        <pc:cxnChg chg="add del mod">
          <ac:chgData name="Kanduru, Raghava" userId="cf8c09de-c40c-47a2-971b-c612c06e0906" providerId="ADAL" clId="{5E3DAF92-3AF4-4FBB-A40F-A08CEB694985}" dt="2024-06-20T09:03:13.874" v="1589"/>
          <ac:cxnSpMkLst>
            <pc:docMk/>
            <pc:sldMk cId="834678745" sldId="2147475816"/>
            <ac:cxnSpMk id="171" creationId="{C5816B74-1BCA-40C2-73FC-9BA9586EDAF2}"/>
          </ac:cxnSpMkLst>
        </pc:cxnChg>
        <pc:cxnChg chg="add del mod">
          <ac:chgData name="Kanduru, Raghava" userId="cf8c09de-c40c-47a2-971b-c612c06e0906" providerId="ADAL" clId="{5E3DAF92-3AF4-4FBB-A40F-A08CEB694985}" dt="2024-06-20T09:03:13.874" v="1589"/>
          <ac:cxnSpMkLst>
            <pc:docMk/>
            <pc:sldMk cId="834678745" sldId="2147475816"/>
            <ac:cxnSpMk id="172" creationId="{84603189-14CC-3119-7546-92C683BEFCF2}"/>
          </ac:cxnSpMkLst>
        </pc:cxnChg>
        <pc:cxnChg chg="add del mod">
          <ac:chgData name="Kanduru, Raghava" userId="cf8c09de-c40c-47a2-971b-c612c06e0906" providerId="ADAL" clId="{5E3DAF92-3AF4-4FBB-A40F-A08CEB694985}" dt="2024-06-20T09:03:13.874" v="1589"/>
          <ac:cxnSpMkLst>
            <pc:docMk/>
            <pc:sldMk cId="834678745" sldId="2147475816"/>
            <ac:cxnSpMk id="173" creationId="{D620CCB7-5309-5D1C-39AC-CAC83EDAD05C}"/>
          </ac:cxnSpMkLst>
        </pc:cxnChg>
        <pc:cxnChg chg="add del mod">
          <ac:chgData name="Kanduru, Raghava" userId="cf8c09de-c40c-47a2-971b-c612c06e0906" providerId="ADAL" clId="{5E3DAF92-3AF4-4FBB-A40F-A08CEB694985}" dt="2024-06-20T09:03:13.874" v="1589"/>
          <ac:cxnSpMkLst>
            <pc:docMk/>
            <pc:sldMk cId="834678745" sldId="2147475816"/>
            <ac:cxnSpMk id="174" creationId="{FAA9E4FD-0C61-DE3C-0531-943D8EC580DC}"/>
          </ac:cxnSpMkLst>
        </pc:cxnChg>
        <pc:cxnChg chg="add del mod">
          <ac:chgData name="Kanduru, Raghava" userId="cf8c09de-c40c-47a2-971b-c612c06e0906" providerId="ADAL" clId="{5E3DAF92-3AF4-4FBB-A40F-A08CEB694985}" dt="2024-06-20T09:03:13.874" v="1589"/>
          <ac:cxnSpMkLst>
            <pc:docMk/>
            <pc:sldMk cId="834678745" sldId="2147475816"/>
            <ac:cxnSpMk id="175" creationId="{0EEC5DE1-13F1-4881-EAEE-F6BF2E336DE9}"/>
          </ac:cxnSpMkLst>
        </pc:cxnChg>
        <pc:cxnChg chg="add del mod">
          <ac:chgData name="Kanduru, Raghava" userId="cf8c09de-c40c-47a2-971b-c612c06e0906" providerId="ADAL" clId="{5E3DAF92-3AF4-4FBB-A40F-A08CEB694985}" dt="2024-06-20T09:03:13.874" v="1589"/>
          <ac:cxnSpMkLst>
            <pc:docMk/>
            <pc:sldMk cId="834678745" sldId="2147475816"/>
            <ac:cxnSpMk id="176" creationId="{19DC58FC-7079-8E2E-91B0-DF86917CC283}"/>
          </ac:cxnSpMkLst>
        </pc:cxnChg>
        <pc:cxnChg chg="add del mod">
          <ac:chgData name="Kanduru, Raghava" userId="cf8c09de-c40c-47a2-971b-c612c06e0906" providerId="ADAL" clId="{5E3DAF92-3AF4-4FBB-A40F-A08CEB694985}" dt="2024-06-20T09:03:13.874" v="1589"/>
          <ac:cxnSpMkLst>
            <pc:docMk/>
            <pc:sldMk cId="834678745" sldId="2147475816"/>
            <ac:cxnSpMk id="177" creationId="{A7DE4519-2E2B-A9B8-F939-43A2B02D7367}"/>
          </ac:cxnSpMkLst>
        </pc:cxnChg>
        <pc:cxnChg chg="add del mod">
          <ac:chgData name="Kanduru, Raghava" userId="cf8c09de-c40c-47a2-971b-c612c06e0906" providerId="ADAL" clId="{5E3DAF92-3AF4-4FBB-A40F-A08CEB694985}" dt="2024-06-20T09:03:13.874" v="1589"/>
          <ac:cxnSpMkLst>
            <pc:docMk/>
            <pc:sldMk cId="834678745" sldId="2147475816"/>
            <ac:cxnSpMk id="178" creationId="{3181611F-D503-9EAA-F633-C0A55D3B34E1}"/>
          </ac:cxnSpMkLst>
        </pc:cxnChg>
        <pc:cxnChg chg="add del mod">
          <ac:chgData name="Kanduru, Raghava" userId="cf8c09de-c40c-47a2-971b-c612c06e0906" providerId="ADAL" clId="{5E3DAF92-3AF4-4FBB-A40F-A08CEB694985}" dt="2024-06-20T09:03:13.874" v="1589"/>
          <ac:cxnSpMkLst>
            <pc:docMk/>
            <pc:sldMk cId="834678745" sldId="2147475816"/>
            <ac:cxnSpMk id="179" creationId="{D32FF1FC-F221-7F30-CFE5-85C0721EB9D0}"/>
          </ac:cxnSpMkLst>
        </pc:cxnChg>
        <pc:cxnChg chg="add del mod">
          <ac:chgData name="Kanduru, Raghava" userId="cf8c09de-c40c-47a2-971b-c612c06e0906" providerId="ADAL" clId="{5E3DAF92-3AF4-4FBB-A40F-A08CEB694985}" dt="2024-06-20T09:03:13.874" v="1589"/>
          <ac:cxnSpMkLst>
            <pc:docMk/>
            <pc:sldMk cId="834678745" sldId="2147475816"/>
            <ac:cxnSpMk id="180" creationId="{79CF189F-EED4-C98B-0DFA-A488A1F6AFA4}"/>
          </ac:cxnSpMkLst>
        </pc:cxnChg>
        <pc:cxnChg chg="mod">
          <ac:chgData name="Kanduru, Raghava" userId="cf8c09de-c40c-47a2-971b-c612c06e0906" providerId="ADAL" clId="{5E3DAF92-3AF4-4FBB-A40F-A08CEB694985}" dt="2024-06-20T09:02:08.903" v="1585" actId="478"/>
          <ac:cxnSpMkLst>
            <pc:docMk/>
            <pc:sldMk cId="834678745" sldId="2147475816"/>
            <ac:cxnSpMk id="196" creationId="{ADA61AF0-3804-15B3-FDF9-1FEC53F80162}"/>
          </ac:cxnSpMkLst>
        </pc:cxnChg>
        <pc:cxnChg chg="mod">
          <ac:chgData name="Kanduru, Raghava" userId="cf8c09de-c40c-47a2-971b-c612c06e0906" providerId="ADAL" clId="{5E3DAF92-3AF4-4FBB-A40F-A08CEB694985}" dt="2024-06-20T09:02:08.903" v="1585" actId="478"/>
          <ac:cxnSpMkLst>
            <pc:docMk/>
            <pc:sldMk cId="834678745" sldId="2147475816"/>
            <ac:cxnSpMk id="201" creationId="{8E4B8292-AC0A-E2CF-593E-5A78E79CD20D}"/>
          </ac:cxnSpMkLst>
        </pc:cxnChg>
        <pc:cxnChg chg="mod">
          <ac:chgData name="Kanduru, Raghava" userId="cf8c09de-c40c-47a2-971b-c612c06e0906" providerId="ADAL" clId="{5E3DAF92-3AF4-4FBB-A40F-A08CEB694985}" dt="2024-06-20T09:02:08.903" v="1585" actId="478"/>
          <ac:cxnSpMkLst>
            <pc:docMk/>
            <pc:sldMk cId="834678745" sldId="2147475816"/>
            <ac:cxnSpMk id="202" creationId="{BC403141-118C-0B84-1AA7-0E4D88E5D124}"/>
          </ac:cxnSpMkLst>
        </pc:cxnChg>
        <pc:cxnChg chg="del mod">
          <ac:chgData name="Kanduru, Raghava" userId="cf8c09de-c40c-47a2-971b-c612c06e0906" providerId="ADAL" clId="{5E3DAF92-3AF4-4FBB-A40F-A08CEB694985}" dt="2024-06-20T09:02:08.903" v="1585" actId="478"/>
          <ac:cxnSpMkLst>
            <pc:docMk/>
            <pc:sldMk cId="834678745" sldId="2147475816"/>
            <ac:cxnSpMk id="214" creationId="{0DD4F487-2EF1-379E-C39B-04090E481059}"/>
          </ac:cxnSpMkLst>
        </pc:cxnChg>
        <pc:cxnChg chg="del mod">
          <ac:chgData name="Kanduru, Raghava" userId="cf8c09de-c40c-47a2-971b-c612c06e0906" providerId="ADAL" clId="{5E3DAF92-3AF4-4FBB-A40F-A08CEB694985}" dt="2024-06-20T09:02:08.903" v="1585" actId="478"/>
          <ac:cxnSpMkLst>
            <pc:docMk/>
            <pc:sldMk cId="834678745" sldId="2147475816"/>
            <ac:cxnSpMk id="215" creationId="{B714E640-0F34-F764-7BD4-BADCC0B6A83E}"/>
          </ac:cxnSpMkLst>
        </pc:cxnChg>
        <pc:cxnChg chg="del mod">
          <ac:chgData name="Kanduru, Raghava" userId="cf8c09de-c40c-47a2-971b-c612c06e0906" providerId="ADAL" clId="{5E3DAF92-3AF4-4FBB-A40F-A08CEB694985}" dt="2024-06-20T09:02:08.903" v="1585" actId="478"/>
          <ac:cxnSpMkLst>
            <pc:docMk/>
            <pc:sldMk cId="834678745" sldId="2147475816"/>
            <ac:cxnSpMk id="217" creationId="{B3D16CCA-47D5-4EC1-AD6A-1601D2E7C245}"/>
          </ac:cxnSpMkLst>
        </pc:cxnChg>
        <pc:cxnChg chg="del mod">
          <ac:chgData name="Kanduru, Raghava" userId="cf8c09de-c40c-47a2-971b-c612c06e0906" providerId="ADAL" clId="{5E3DAF92-3AF4-4FBB-A40F-A08CEB694985}" dt="2024-06-20T09:02:08.903" v="1585" actId="478"/>
          <ac:cxnSpMkLst>
            <pc:docMk/>
            <pc:sldMk cId="834678745" sldId="2147475816"/>
            <ac:cxnSpMk id="225" creationId="{868719C9-E07D-E3D6-7AB6-CB7490E36210}"/>
          </ac:cxnSpMkLst>
        </pc:cxnChg>
        <pc:cxnChg chg="del mod">
          <ac:chgData name="Kanduru, Raghava" userId="cf8c09de-c40c-47a2-971b-c612c06e0906" providerId="ADAL" clId="{5E3DAF92-3AF4-4FBB-A40F-A08CEB694985}" dt="2024-06-20T09:02:08.903" v="1585" actId="478"/>
          <ac:cxnSpMkLst>
            <pc:docMk/>
            <pc:sldMk cId="834678745" sldId="2147475816"/>
            <ac:cxnSpMk id="228" creationId="{4ACBD422-98B5-1789-A8D7-15FB9146B452}"/>
          </ac:cxnSpMkLst>
        </pc:cxnChg>
        <pc:cxnChg chg="del mod">
          <ac:chgData name="Kanduru, Raghava" userId="cf8c09de-c40c-47a2-971b-c612c06e0906" providerId="ADAL" clId="{5E3DAF92-3AF4-4FBB-A40F-A08CEB694985}" dt="2024-06-20T09:02:08.903" v="1585" actId="478"/>
          <ac:cxnSpMkLst>
            <pc:docMk/>
            <pc:sldMk cId="834678745" sldId="2147475816"/>
            <ac:cxnSpMk id="229" creationId="{DB80A816-A98A-85AF-D16D-0DA6F1FEDAA3}"/>
          </ac:cxnSpMkLst>
        </pc:cxnChg>
        <pc:cxnChg chg="del mod">
          <ac:chgData name="Kanduru, Raghava" userId="cf8c09de-c40c-47a2-971b-c612c06e0906" providerId="ADAL" clId="{5E3DAF92-3AF4-4FBB-A40F-A08CEB694985}" dt="2024-06-20T09:02:08.903" v="1585" actId="478"/>
          <ac:cxnSpMkLst>
            <pc:docMk/>
            <pc:sldMk cId="834678745" sldId="2147475816"/>
            <ac:cxnSpMk id="230" creationId="{6084D901-2AAF-537D-1F7D-51D542420927}"/>
          </ac:cxnSpMkLst>
        </pc:cxnChg>
        <pc:cxnChg chg="del mod">
          <ac:chgData name="Kanduru, Raghava" userId="cf8c09de-c40c-47a2-971b-c612c06e0906" providerId="ADAL" clId="{5E3DAF92-3AF4-4FBB-A40F-A08CEB694985}" dt="2024-06-20T09:02:08.903" v="1585" actId="478"/>
          <ac:cxnSpMkLst>
            <pc:docMk/>
            <pc:sldMk cId="834678745" sldId="2147475816"/>
            <ac:cxnSpMk id="231" creationId="{EF141129-037C-17FF-67A4-722D2611C7CA}"/>
          </ac:cxnSpMkLst>
        </pc:cxnChg>
        <pc:cxnChg chg="del mod">
          <ac:chgData name="Kanduru, Raghava" userId="cf8c09de-c40c-47a2-971b-c612c06e0906" providerId="ADAL" clId="{5E3DAF92-3AF4-4FBB-A40F-A08CEB694985}" dt="2024-06-20T09:02:08.903" v="1585" actId="478"/>
          <ac:cxnSpMkLst>
            <pc:docMk/>
            <pc:sldMk cId="834678745" sldId="2147475816"/>
            <ac:cxnSpMk id="232" creationId="{8C9CCC5E-F47A-3B98-6D57-6E5104A243DE}"/>
          </ac:cxnSpMkLst>
        </pc:cxnChg>
        <pc:cxnChg chg="del mod">
          <ac:chgData name="Kanduru, Raghava" userId="cf8c09de-c40c-47a2-971b-c612c06e0906" providerId="ADAL" clId="{5E3DAF92-3AF4-4FBB-A40F-A08CEB694985}" dt="2024-06-20T09:02:08.903" v="1585" actId="478"/>
          <ac:cxnSpMkLst>
            <pc:docMk/>
            <pc:sldMk cId="834678745" sldId="2147475816"/>
            <ac:cxnSpMk id="233" creationId="{438E7357-1976-2359-DF8D-FAD0FE68533C}"/>
          </ac:cxnSpMkLst>
        </pc:cxnChg>
        <pc:cxnChg chg="del mod">
          <ac:chgData name="Kanduru, Raghava" userId="cf8c09de-c40c-47a2-971b-c612c06e0906" providerId="ADAL" clId="{5E3DAF92-3AF4-4FBB-A40F-A08CEB694985}" dt="2024-06-20T09:02:08.903" v="1585" actId="478"/>
          <ac:cxnSpMkLst>
            <pc:docMk/>
            <pc:sldMk cId="834678745" sldId="2147475816"/>
            <ac:cxnSpMk id="234" creationId="{B186A637-0A8D-85A4-9448-4CD0D82D34F1}"/>
          </ac:cxnSpMkLst>
        </pc:cxnChg>
        <pc:cxnChg chg="del mod">
          <ac:chgData name="Kanduru, Raghava" userId="cf8c09de-c40c-47a2-971b-c612c06e0906" providerId="ADAL" clId="{5E3DAF92-3AF4-4FBB-A40F-A08CEB694985}" dt="2024-06-20T09:02:08.903" v="1585" actId="478"/>
          <ac:cxnSpMkLst>
            <pc:docMk/>
            <pc:sldMk cId="834678745" sldId="2147475816"/>
            <ac:cxnSpMk id="235" creationId="{C2F6CD3F-C762-BD44-1C6F-B6ABB2F2F88D}"/>
          </ac:cxnSpMkLst>
        </pc:cxnChg>
        <pc:cxnChg chg="del mod">
          <ac:chgData name="Kanduru, Raghava" userId="cf8c09de-c40c-47a2-971b-c612c06e0906" providerId="ADAL" clId="{5E3DAF92-3AF4-4FBB-A40F-A08CEB694985}" dt="2024-06-20T09:02:08.903" v="1585" actId="478"/>
          <ac:cxnSpMkLst>
            <pc:docMk/>
            <pc:sldMk cId="834678745" sldId="2147475816"/>
            <ac:cxnSpMk id="236" creationId="{1A32BA3C-CFD7-08AE-8842-B1D9135CDD9F}"/>
          </ac:cxnSpMkLst>
        </pc:cxnChg>
        <pc:cxnChg chg="del mod">
          <ac:chgData name="Kanduru, Raghava" userId="cf8c09de-c40c-47a2-971b-c612c06e0906" providerId="ADAL" clId="{5E3DAF92-3AF4-4FBB-A40F-A08CEB694985}" dt="2024-06-20T09:02:08.903" v="1585" actId="478"/>
          <ac:cxnSpMkLst>
            <pc:docMk/>
            <pc:sldMk cId="834678745" sldId="2147475816"/>
            <ac:cxnSpMk id="238" creationId="{408ADA7F-A3A3-B09F-E910-B057E510D210}"/>
          </ac:cxnSpMkLst>
        </pc:cxnChg>
        <pc:cxnChg chg="del mod">
          <ac:chgData name="Kanduru, Raghava" userId="cf8c09de-c40c-47a2-971b-c612c06e0906" providerId="ADAL" clId="{5E3DAF92-3AF4-4FBB-A40F-A08CEB694985}" dt="2024-06-20T09:02:08.903" v="1585" actId="478"/>
          <ac:cxnSpMkLst>
            <pc:docMk/>
            <pc:sldMk cId="834678745" sldId="2147475816"/>
            <ac:cxnSpMk id="240" creationId="{887943AE-8E08-EA94-1CE1-092DFB7C9823}"/>
          </ac:cxnSpMkLst>
        </pc:cxnChg>
        <pc:cxnChg chg="del mod">
          <ac:chgData name="Kanduru, Raghava" userId="cf8c09de-c40c-47a2-971b-c612c06e0906" providerId="ADAL" clId="{5E3DAF92-3AF4-4FBB-A40F-A08CEB694985}" dt="2024-06-20T09:02:08.903" v="1585" actId="478"/>
          <ac:cxnSpMkLst>
            <pc:docMk/>
            <pc:sldMk cId="834678745" sldId="2147475816"/>
            <ac:cxnSpMk id="242" creationId="{09F75986-2B56-9CB5-226C-62DC896B7654}"/>
          </ac:cxnSpMkLst>
        </pc:cxnChg>
        <pc:cxnChg chg="add del mod">
          <ac:chgData name="Kanduru, Raghava" userId="cf8c09de-c40c-47a2-971b-c612c06e0906" providerId="ADAL" clId="{5E3DAF92-3AF4-4FBB-A40F-A08CEB694985}" dt="2024-06-20T09:03:13.874" v="1589"/>
          <ac:cxnSpMkLst>
            <pc:docMk/>
            <pc:sldMk cId="834678745" sldId="2147475816"/>
            <ac:cxnSpMk id="246" creationId="{AF8D86D3-D08C-0FF3-D96D-8BCFD734BE97}"/>
          </ac:cxnSpMkLst>
        </pc:cxnChg>
        <pc:cxnChg chg="add del mod">
          <ac:chgData name="Kanduru, Raghava" userId="cf8c09de-c40c-47a2-971b-c612c06e0906" providerId="ADAL" clId="{5E3DAF92-3AF4-4FBB-A40F-A08CEB694985}" dt="2024-06-20T09:03:13.874" v="1589"/>
          <ac:cxnSpMkLst>
            <pc:docMk/>
            <pc:sldMk cId="834678745" sldId="2147475816"/>
            <ac:cxnSpMk id="247" creationId="{BBF5D35A-E63B-8D1E-3251-D10F40BB41BD}"/>
          </ac:cxnSpMkLst>
        </pc:cxnChg>
        <pc:cxnChg chg="add del mod">
          <ac:chgData name="Kanduru, Raghava" userId="cf8c09de-c40c-47a2-971b-c612c06e0906" providerId="ADAL" clId="{5E3DAF92-3AF4-4FBB-A40F-A08CEB694985}" dt="2024-06-20T09:03:13.874" v="1589"/>
          <ac:cxnSpMkLst>
            <pc:docMk/>
            <pc:sldMk cId="834678745" sldId="2147475816"/>
            <ac:cxnSpMk id="248" creationId="{8CDEA7A4-A9FB-0A0E-2B0D-424CD6733138}"/>
          </ac:cxnSpMkLst>
        </pc:cxnChg>
        <pc:cxnChg chg="add del mod">
          <ac:chgData name="Kanduru, Raghava" userId="cf8c09de-c40c-47a2-971b-c612c06e0906" providerId="ADAL" clId="{5E3DAF92-3AF4-4FBB-A40F-A08CEB694985}" dt="2024-06-20T09:03:13.874" v="1589"/>
          <ac:cxnSpMkLst>
            <pc:docMk/>
            <pc:sldMk cId="834678745" sldId="2147475816"/>
            <ac:cxnSpMk id="249" creationId="{CA0C4460-7DFC-86D5-60E5-978CFA18712D}"/>
          </ac:cxnSpMkLst>
        </pc:cxnChg>
        <pc:cxnChg chg="add del mod">
          <ac:chgData name="Kanduru, Raghava" userId="cf8c09de-c40c-47a2-971b-c612c06e0906" providerId="ADAL" clId="{5E3DAF92-3AF4-4FBB-A40F-A08CEB694985}" dt="2024-06-20T09:03:13.874" v="1589"/>
          <ac:cxnSpMkLst>
            <pc:docMk/>
            <pc:sldMk cId="834678745" sldId="2147475816"/>
            <ac:cxnSpMk id="250" creationId="{DE45BAAE-916D-5E3B-AF6B-34EF4172E747}"/>
          </ac:cxnSpMkLst>
        </pc:cxnChg>
        <pc:cxnChg chg="add del mod">
          <ac:chgData name="Kanduru, Raghava" userId="cf8c09de-c40c-47a2-971b-c612c06e0906" providerId="ADAL" clId="{5E3DAF92-3AF4-4FBB-A40F-A08CEB694985}" dt="2024-06-20T09:03:13.874" v="1589"/>
          <ac:cxnSpMkLst>
            <pc:docMk/>
            <pc:sldMk cId="834678745" sldId="2147475816"/>
            <ac:cxnSpMk id="251" creationId="{3674AB05-DEBD-41CE-FD60-7D50B0C665A5}"/>
          </ac:cxnSpMkLst>
        </pc:cxnChg>
        <pc:cxnChg chg="add del mod">
          <ac:chgData name="Kanduru, Raghava" userId="cf8c09de-c40c-47a2-971b-c612c06e0906" providerId="ADAL" clId="{5E3DAF92-3AF4-4FBB-A40F-A08CEB694985}" dt="2024-06-20T09:03:13.874" v="1589"/>
          <ac:cxnSpMkLst>
            <pc:docMk/>
            <pc:sldMk cId="834678745" sldId="2147475816"/>
            <ac:cxnSpMk id="252" creationId="{378E9A8A-0D49-13E9-26A1-7607166C2F8A}"/>
          </ac:cxnSpMkLst>
        </pc:cxnChg>
        <pc:cxnChg chg="add del mod">
          <ac:chgData name="Kanduru, Raghava" userId="cf8c09de-c40c-47a2-971b-c612c06e0906" providerId="ADAL" clId="{5E3DAF92-3AF4-4FBB-A40F-A08CEB694985}" dt="2024-06-20T09:03:13.874" v="1589"/>
          <ac:cxnSpMkLst>
            <pc:docMk/>
            <pc:sldMk cId="834678745" sldId="2147475816"/>
            <ac:cxnSpMk id="253" creationId="{EE362175-7A9C-BACC-E6C6-5BC65C5F6DE4}"/>
          </ac:cxnSpMkLst>
        </pc:cxnChg>
        <pc:cxnChg chg="add del mod">
          <ac:chgData name="Kanduru, Raghava" userId="cf8c09de-c40c-47a2-971b-c612c06e0906" providerId="ADAL" clId="{5E3DAF92-3AF4-4FBB-A40F-A08CEB694985}" dt="2024-06-20T09:03:13.874" v="1589"/>
          <ac:cxnSpMkLst>
            <pc:docMk/>
            <pc:sldMk cId="834678745" sldId="2147475816"/>
            <ac:cxnSpMk id="254" creationId="{4C982379-CC1D-F4C0-D584-98B737F12AEF}"/>
          </ac:cxnSpMkLst>
        </pc:cxnChg>
        <pc:cxnChg chg="add del mod">
          <ac:chgData name="Kanduru, Raghava" userId="cf8c09de-c40c-47a2-971b-c612c06e0906" providerId="ADAL" clId="{5E3DAF92-3AF4-4FBB-A40F-A08CEB694985}" dt="2024-06-20T09:03:13.874" v="1589"/>
          <ac:cxnSpMkLst>
            <pc:docMk/>
            <pc:sldMk cId="834678745" sldId="2147475816"/>
            <ac:cxnSpMk id="255" creationId="{0F30DF04-B809-3102-B5AE-15D4269F8751}"/>
          </ac:cxnSpMkLst>
        </pc:cxnChg>
        <pc:cxnChg chg="add del mod">
          <ac:chgData name="Kanduru, Raghava" userId="cf8c09de-c40c-47a2-971b-c612c06e0906" providerId="ADAL" clId="{5E3DAF92-3AF4-4FBB-A40F-A08CEB694985}" dt="2024-06-20T09:03:30.139" v="1597"/>
          <ac:cxnSpMkLst>
            <pc:docMk/>
            <pc:sldMk cId="834678745" sldId="2147475816"/>
            <ac:cxnSpMk id="290" creationId="{9176D4B3-3C0A-D5BB-9F16-1C8FB12F4B85}"/>
          </ac:cxnSpMkLst>
        </pc:cxnChg>
        <pc:cxnChg chg="add del mod">
          <ac:chgData name="Kanduru, Raghava" userId="cf8c09de-c40c-47a2-971b-c612c06e0906" providerId="ADAL" clId="{5E3DAF92-3AF4-4FBB-A40F-A08CEB694985}" dt="2024-06-20T09:03:30.139" v="1597"/>
          <ac:cxnSpMkLst>
            <pc:docMk/>
            <pc:sldMk cId="834678745" sldId="2147475816"/>
            <ac:cxnSpMk id="291" creationId="{551E3DF3-22C8-3912-CFC4-715311963F47}"/>
          </ac:cxnSpMkLst>
        </pc:cxnChg>
        <pc:cxnChg chg="add del mod">
          <ac:chgData name="Kanduru, Raghava" userId="cf8c09de-c40c-47a2-971b-c612c06e0906" providerId="ADAL" clId="{5E3DAF92-3AF4-4FBB-A40F-A08CEB694985}" dt="2024-06-20T09:03:30.139" v="1597"/>
          <ac:cxnSpMkLst>
            <pc:docMk/>
            <pc:sldMk cId="834678745" sldId="2147475816"/>
            <ac:cxnSpMk id="292" creationId="{A51E8079-D9F2-1BF4-89F6-6A71A159B5BD}"/>
          </ac:cxnSpMkLst>
        </pc:cxnChg>
        <pc:cxnChg chg="add del mod">
          <ac:chgData name="Kanduru, Raghava" userId="cf8c09de-c40c-47a2-971b-c612c06e0906" providerId="ADAL" clId="{5E3DAF92-3AF4-4FBB-A40F-A08CEB694985}" dt="2024-06-20T09:03:30.139" v="1597"/>
          <ac:cxnSpMkLst>
            <pc:docMk/>
            <pc:sldMk cId="834678745" sldId="2147475816"/>
            <ac:cxnSpMk id="293" creationId="{29581282-71EA-301D-7998-96E99EE55CFE}"/>
          </ac:cxnSpMkLst>
        </pc:cxnChg>
        <pc:cxnChg chg="add del mod">
          <ac:chgData name="Kanduru, Raghava" userId="cf8c09de-c40c-47a2-971b-c612c06e0906" providerId="ADAL" clId="{5E3DAF92-3AF4-4FBB-A40F-A08CEB694985}" dt="2024-06-20T09:03:30.139" v="1597"/>
          <ac:cxnSpMkLst>
            <pc:docMk/>
            <pc:sldMk cId="834678745" sldId="2147475816"/>
            <ac:cxnSpMk id="294" creationId="{24ED0CC6-8A45-8747-BAA5-27402B6FD35F}"/>
          </ac:cxnSpMkLst>
        </pc:cxnChg>
        <pc:cxnChg chg="add del mod">
          <ac:chgData name="Kanduru, Raghava" userId="cf8c09de-c40c-47a2-971b-c612c06e0906" providerId="ADAL" clId="{5E3DAF92-3AF4-4FBB-A40F-A08CEB694985}" dt="2024-06-20T09:03:30.139" v="1597"/>
          <ac:cxnSpMkLst>
            <pc:docMk/>
            <pc:sldMk cId="834678745" sldId="2147475816"/>
            <ac:cxnSpMk id="295" creationId="{2AE55A1E-F0F0-9705-D6B0-62BF08177148}"/>
          </ac:cxnSpMkLst>
        </pc:cxnChg>
        <pc:cxnChg chg="add del mod">
          <ac:chgData name="Kanduru, Raghava" userId="cf8c09de-c40c-47a2-971b-c612c06e0906" providerId="ADAL" clId="{5E3DAF92-3AF4-4FBB-A40F-A08CEB694985}" dt="2024-06-20T09:03:30.139" v="1597"/>
          <ac:cxnSpMkLst>
            <pc:docMk/>
            <pc:sldMk cId="834678745" sldId="2147475816"/>
            <ac:cxnSpMk id="296" creationId="{446E81D3-FD58-DEDD-EBE2-4468CB5132B8}"/>
          </ac:cxnSpMkLst>
        </pc:cxnChg>
        <pc:cxnChg chg="add del mod">
          <ac:chgData name="Kanduru, Raghava" userId="cf8c09de-c40c-47a2-971b-c612c06e0906" providerId="ADAL" clId="{5E3DAF92-3AF4-4FBB-A40F-A08CEB694985}" dt="2024-06-20T09:03:30.139" v="1597"/>
          <ac:cxnSpMkLst>
            <pc:docMk/>
            <pc:sldMk cId="834678745" sldId="2147475816"/>
            <ac:cxnSpMk id="297" creationId="{E886B366-0FEB-00E2-D092-EEF102EDD9BF}"/>
          </ac:cxnSpMkLst>
        </pc:cxnChg>
        <pc:cxnChg chg="add del mod">
          <ac:chgData name="Kanduru, Raghava" userId="cf8c09de-c40c-47a2-971b-c612c06e0906" providerId="ADAL" clId="{5E3DAF92-3AF4-4FBB-A40F-A08CEB694985}" dt="2024-06-20T09:03:30.139" v="1597"/>
          <ac:cxnSpMkLst>
            <pc:docMk/>
            <pc:sldMk cId="834678745" sldId="2147475816"/>
            <ac:cxnSpMk id="298" creationId="{76F4207E-6CB7-4328-D332-A45B628235DD}"/>
          </ac:cxnSpMkLst>
        </pc:cxnChg>
        <pc:cxnChg chg="add del mod">
          <ac:chgData name="Kanduru, Raghava" userId="cf8c09de-c40c-47a2-971b-c612c06e0906" providerId="ADAL" clId="{5E3DAF92-3AF4-4FBB-A40F-A08CEB694985}" dt="2024-06-20T09:03:30.139" v="1597"/>
          <ac:cxnSpMkLst>
            <pc:docMk/>
            <pc:sldMk cId="834678745" sldId="2147475816"/>
            <ac:cxnSpMk id="299" creationId="{E7824554-BED4-C9D0-7D75-3041BB62B7B4}"/>
          </ac:cxnSpMkLst>
        </pc:cxnChg>
        <pc:cxnChg chg="add del mod">
          <ac:chgData name="Kanduru, Raghava" userId="cf8c09de-c40c-47a2-971b-c612c06e0906" providerId="ADAL" clId="{5E3DAF92-3AF4-4FBB-A40F-A08CEB694985}" dt="2024-06-20T09:03:30.139" v="1597"/>
          <ac:cxnSpMkLst>
            <pc:docMk/>
            <pc:sldMk cId="834678745" sldId="2147475816"/>
            <ac:cxnSpMk id="300" creationId="{B4EDDD81-756D-858B-0E18-BF76E9BFC64D}"/>
          </ac:cxnSpMkLst>
        </pc:cxnChg>
        <pc:cxnChg chg="add del mod">
          <ac:chgData name="Kanduru, Raghava" userId="cf8c09de-c40c-47a2-971b-c612c06e0906" providerId="ADAL" clId="{5E3DAF92-3AF4-4FBB-A40F-A08CEB694985}" dt="2024-06-20T09:03:30.139" v="1597"/>
          <ac:cxnSpMkLst>
            <pc:docMk/>
            <pc:sldMk cId="834678745" sldId="2147475816"/>
            <ac:cxnSpMk id="301" creationId="{DA851315-287E-DAE0-D144-14A7B284F4AC}"/>
          </ac:cxnSpMkLst>
        </pc:cxnChg>
        <pc:cxnChg chg="add del mod">
          <ac:chgData name="Kanduru, Raghava" userId="cf8c09de-c40c-47a2-971b-c612c06e0906" providerId="ADAL" clId="{5E3DAF92-3AF4-4FBB-A40F-A08CEB694985}" dt="2024-06-20T09:03:30.139" v="1597"/>
          <ac:cxnSpMkLst>
            <pc:docMk/>
            <pc:sldMk cId="834678745" sldId="2147475816"/>
            <ac:cxnSpMk id="302" creationId="{1257E4DF-EA30-B879-92BB-F9978FB87769}"/>
          </ac:cxnSpMkLst>
        </pc:cxnChg>
        <pc:cxnChg chg="add del mod">
          <ac:chgData name="Kanduru, Raghava" userId="cf8c09de-c40c-47a2-971b-c612c06e0906" providerId="ADAL" clId="{5E3DAF92-3AF4-4FBB-A40F-A08CEB694985}" dt="2024-06-20T09:03:30.139" v="1597"/>
          <ac:cxnSpMkLst>
            <pc:docMk/>
            <pc:sldMk cId="834678745" sldId="2147475816"/>
            <ac:cxnSpMk id="303" creationId="{F47FF022-B0CC-DFD3-6DFC-0DB9A0862715}"/>
          </ac:cxnSpMkLst>
        </pc:cxnChg>
        <pc:cxnChg chg="add del mod">
          <ac:chgData name="Kanduru, Raghava" userId="cf8c09de-c40c-47a2-971b-c612c06e0906" providerId="ADAL" clId="{5E3DAF92-3AF4-4FBB-A40F-A08CEB694985}" dt="2024-06-20T09:03:30.139" v="1597"/>
          <ac:cxnSpMkLst>
            <pc:docMk/>
            <pc:sldMk cId="834678745" sldId="2147475816"/>
            <ac:cxnSpMk id="304" creationId="{BD0771C4-B7F7-5588-C16C-EECD4CFE4D0D}"/>
          </ac:cxnSpMkLst>
        </pc:cxnChg>
        <pc:cxnChg chg="add del mod">
          <ac:chgData name="Kanduru, Raghava" userId="cf8c09de-c40c-47a2-971b-c612c06e0906" providerId="ADAL" clId="{5E3DAF92-3AF4-4FBB-A40F-A08CEB694985}" dt="2024-06-20T09:03:30.139" v="1597"/>
          <ac:cxnSpMkLst>
            <pc:docMk/>
            <pc:sldMk cId="834678745" sldId="2147475816"/>
            <ac:cxnSpMk id="305" creationId="{82AE5F2B-31CC-1CAF-0745-4503FC91D51B}"/>
          </ac:cxnSpMkLst>
        </pc:cxnChg>
        <pc:cxnChg chg="add del mod">
          <ac:chgData name="Kanduru, Raghava" userId="cf8c09de-c40c-47a2-971b-c612c06e0906" providerId="ADAL" clId="{5E3DAF92-3AF4-4FBB-A40F-A08CEB694985}" dt="2024-06-20T09:03:30.139" v="1597"/>
          <ac:cxnSpMkLst>
            <pc:docMk/>
            <pc:sldMk cId="834678745" sldId="2147475816"/>
            <ac:cxnSpMk id="306" creationId="{A7880DFB-9098-D73E-C4FD-F428A7A7537C}"/>
          </ac:cxnSpMkLst>
        </pc:cxnChg>
        <pc:cxnChg chg="add del mod">
          <ac:chgData name="Kanduru, Raghava" userId="cf8c09de-c40c-47a2-971b-c612c06e0906" providerId="ADAL" clId="{5E3DAF92-3AF4-4FBB-A40F-A08CEB694985}" dt="2024-06-20T09:03:30.139" v="1597"/>
          <ac:cxnSpMkLst>
            <pc:docMk/>
            <pc:sldMk cId="834678745" sldId="2147475816"/>
            <ac:cxnSpMk id="307" creationId="{BF7ED7C4-29F4-0A2D-F6AF-D01C374F7644}"/>
          </ac:cxnSpMkLst>
        </pc:cxnChg>
        <pc:cxnChg chg="add del mod">
          <ac:chgData name="Kanduru, Raghava" userId="cf8c09de-c40c-47a2-971b-c612c06e0906" providerId="ADAL" clId="{5E3DAF92-3AF4-4FBB-A40F-A08CEB694985}" dt="2024-06-20T09:03:30.139" v="1597"/>
          <ac:cxnSpMkLst>
            <pc:docMk/>
            <pc:sldMk cId="834678745" sldId="2147475816"/>
            <ac:cxnSpMk id="308" creationId="{717834C0-412D-DDA8-8D17-AFD8B0206D46}"/>
          </ac:cxnSpMkLst>
        </pc:cxnChg>
        <pc:cxnChg chg="add del mod">
          <ac:chgData name="Kanduru, Raghava" userId="cf8c09de-c40c-47a2-971b-c612c06e0906" providerId="ADAL" clId="{5E3DAF92-3AF4-4FBB-A40F-A08CEB694985}" dt="2024-06-20T09:03:30.139" v="1597"/>
          <ac:cxnSpMkLst>
            <pc:docMk/>
            <pc:sldMk cId="834678745" sldId="2147475816"/>
            <ac:cxnSpMk id="309" creationId="{C2B9AB11-93F4-9066-4D84-A96A3CC5228F}"/>
          </ac:cxnSpMkLst>
        </pc:cxnChg>
        <pc:cxnChg chg="add del mod">
          <ac:chgData name="Kanduru, Raghava" userId="cf8c09de-c40c-47a2-971b-c612c06e0906" providerId="ADAL" clId="{5E3DAF92-3AF4-4FBB-A40F-A08CEB694985}" dt="2024-06-20T09:03:30.139" v="1597"/>
          <ac:cxnSpMkLst>
            <pc:docMk/>
            <pc:sldMk cId="834678745" sldId="2147475816"/>
            <ac:cxnSpMk id="310" creationId="{8250DA7D-B789-43ED-E11F-455F97E9EF91}"/>
          </ac:cxnSpMkLst>
        </pc:cxnChg>
        <pc:cxnChg chg="add del mod">
          <ac:chgData name="Kanduru, Raghava" userId="cf8c09de-c40c-47a2-971b-c612c06e0906" providerId="ADAL" clId="{5E3DAF92-3AF4-4FBB-A40F-A08CEB694985}" dt="2024-06-20T09:03:30.139" v="1597"/>
          <ac:cxnSpMkLst>
            <pc:docMk/>
            <pc:sldMk cId="834678745" sldId="2147475816"/>
            <ac:cxnSpMk id="311" creationId="{064250B3-CB8C-A751-518E-9C09CBC291AD}"/>
          </ac:cxnSpMkLst>
        </pc:cxnChg>
        <pc:cxnChg chg="add del mod">
          <ac:chgData name="Kanduru, Raghava" userId="cf8c09de-c40c-47a2-971b-c612c06e0906" providerId="ADAL" clId="{5E3DAF92-3AF4-4FBB-A40F-A08CEB694985}" dt="2024-06-20T09:03:30.139" v="1597"/>
          <ac:cxnSpMkLst>
            <pc:docMk/>
            <pc:sldMk cId="834678745" sldId="2147475816"/>
            <ac:cxnSpMk id="312" creationId="{E1CA9DE2-88E8-48E5-A939-D01C550676FB}"/>
          </ac:cxnSpMkLst>
        </pc:cxnChg>
        <pc:cxnChg chg="add del mod">
          <ac:chgData name="Kanduru, Raghava" userId="cf8c09de-c40c-47a2-971b-c612c06e0906" providerId="ADAL" clId="{5E3DAF92-3AF4-4FBB-A40F-A08CEB694985}" dt="2024-06-20T09:03:30.139" v="1597"/>
          <ac:cxnSpMkLst>
            <pc:docMk/>
            <pc:sldMk cId="834678745" sldId="2147475816"/>
            <ac:cxnSpMk id="313" creationId="{58F5EDFA-9E4E-0D51-B7C8-9BDBDFE408DA}"/>
          </ac:cxnSpMkLst>
        </pc:cxnChg>
        <pc:cxnChg chg="add del mod">
          <ac:chgData name="Kanduru, Raghava" userId="cf8c09de-c40c-47a2-971b-c612c06e0906" providerId="ADAL" clId="{5E3DAF92-3AF4-4FBB-A40F-A08CEB694985}" dt="2024-06-20T09:03:30.139" v="1597"/>
          <ac:cxnSpMkLst>
            <pc:docMk/>
            <pc:sldMk cId="834678745" sldId="2147475816"/>
            <ac:cxnSpMk id="314" creationId="{CAE5B31C-9B6E-B0CB-4E81-F58D9689DAC4}"/>
          </ac:cxnSpMkLst>
        </pc:cxnChg>
        <pc:cxnChg chg="add del mod">
          <ac:chgData name="Kanduru, Raghava" userId="cf8c09de-c40c-47a2-971b-c612c06e0906" providerId="ADAL" clId="{5E3DAF92-3AF4-4FBB-A40F-A08CEB694985}" dt="2024-06-20T09:03:30.139" v="1597"/>
          <ac:cxnSpMkLst>
            <pc:docMk/>
            <pc:sldMk cId="834678745" sldId="2147475816"/>
            <ac:cxnSpMk id="315" creationId="{11D56F70-630F-C7EB-5894-AD165B403251}"/>
          </ac:cxnSpMkLst>
        </pc:cxnChg>
        <pc:cxnChg chg="add del mod">
          <ac:chgData name="Kanduru, Raghava" userId="cf8c09de-c40c-47a2-971b-c612c06e0906" providerId="ADAL" clId="{5E3DAF92-3AF4-4FBB-A40F-A08CEB694985}" dt="2024-06-20T09:03:30.139" v="1597"/>
          <ac:cxnSpMkLst>
            <pc:docMk/>
            <pc:sldMk cId="834678745" sldId="2147475816"/>
            <ac:cxnSpMk id="316" creationId="{E411B95D-FD4C-4BDA-728F-1A590EC07D7E}"/>
          </ac:cxnSpMkLst>
        </pc:cxnChg>
        <pc:cxnChg chg="add del mod">
          <ac:chgData name="Kanduru, Raghava" userId="cf8c09de-c40c-47a2-971b-c612c06e0906" providerId="ADAL" clId="{5E3DAF92-3AF4-4FBB-A40F-A08CEB694985}" dt="2024-06-20T09:03:30.139" v="1597"/>
          <ac:cxnSpMkLst>
            <pc:docMk/>
            <pc:sldMk cId="834678745" sldId="2147475816"/>
            <ac:cxnSpMk id="317" creationId="{E209D52A-B4BE-37D4-FFF3-CB187EAFDE27}"/>
          </ac:cxnSpMkLst>
        </pc:cxnChg>
        <pc:cxnChg chg="add del mod">
          <ac:chgData name="Kanduru, Raghava" userId="cf8c09de-c40c-47a2-971b-c612c06e0906" providerId="ADAL" clId="{5E3DAF92-3AF4-4FBB-A40F-A08CEB694985}" dt="2024-06-20T09:03:30.139" v="1597"/>
          <ac:cxnSpMkLst>
            <pc:docMk/>
            <pc:sldMk cId="834678745" sldId="2147475816"/>
            <ac:cxnSpMk id="318" creationId="{D22F1510-1C3D-0D6C-15B6-95C530677C18}"/>
          </ac:cxnSpMkLst>
        </pc:cxnChg>
        <pc:cxnChg chg="add del mod">
          <ac:chgData name="Kanduru, Raghava" userId="cf8c09de-c40c-47a2-971b-c612c06e0906" providerId="ADAL" clId="{5E3DAF92-3AF4-4FBB-A40F-A08CEB694985}" dt="2024-06-20T09:03:30.139" v="1597"/>
          <ac:cxnSpMkLst>
            <pc:docMk/>
            <pc:sldMk cId="834678745" sldId="2147475816"/>
            <ac:cxnSpMk id="319" creationId="{5C5B8758-1E60-4101-A165-7213137B01BB}"/>
          </ac:cxnSpMkLst>
        </pc:cxnChg>
        <pc:cxnChg chg="add del mod">
          <ac:chgData name="Kanduru, Raghava" userId="cf8c09de-c40c-47a2-971b-c612c06e0906" providerId="ADAL" clId="{5E3DAF92-3AF4-4FBB-A40F-A08CEB694985}" dt="2024-06-20T09:03:30.139" v="1597"/>
          <ac:cxnSpMkLst>
            <pc:docMk/>
            <pc:sldMk cId="834678745" sldId="2147475816"/>
            <ac:cxnSpMk id="320" creationId="{000E54F3-AAA1-F6AA-E2F4-D2040AD4CC8F}"/>
          </ac:cxnSpMkLst>
        </pc:cxnChg>
      </pc:sldChg>
      <pc:sldChg chg="addSp delSp modSp add mod ord">
        <pc:chgData name="Kanduru, Raghava" userId="cf8c09de-c40c-47a2-971b-c612c06e0906" providerId="ADAL" clId="{5E3DAF92-3AF4-4FBB-A40F-A08CEB694985}" dt="2024-06-20T09:09:20.531" v="1659"/>
        <pc:sldMkLst>
          <pc:docMk/>
          <pc:sldMk cId="3050278837" sldId="2147475817"/>
        </pc:sldMkLst>
        <pc:spChg chg="del">
          <ac:chgData name="Kanduru, Raghava" userId="cf8c09de-c40c-47a2-971b-c612c06e0906" providerId="ADAL" clId="{5E3DAF92-3AF4-4FBB-A40F-A08CEB694985}" dt="2024-06-20T09:04:20.983" v="1602" actId="478"/>
          <ac:spMkLst>
            <pc:docMk/>
            <pc:sldMk cId="3050278837" sldId="2147475817"/>
            <ac:spMk id="2" creationId="{BEC31744-CE7A-05D4-89AF-C16B200F5199}"/>
          </ac:spMkLst>
        </pc:spChg>
        <pc:spChg chg="mod">
          <ac:chgData name="Kanduru, Raghava" userId="cf8c09de-c40c-47a2-971b-c612c06e0906" providerId="ADAL" clId="{5E3DAF92-3AF4-4FBB-A40F-A08CEB694985}" dt="2024-06-20T09:09:15.236" v="1657" actId="404"/>
          <ac:spMkLst>
            <pc:docMk/>
            <pc:sldMk cId="3050278837" sldId="2147475817"/>
            <ac:spMk id="3" creationId="{E7A0A04E-4539-76F3-C369-AD07AF8FA944}"/>
          </ac:spMkLst>
        </pc:spChg>
        <pc:spChg chg="del">
          <ac:chgData name="Kanduru, Raghava" userId="cf8c09de-c40c-47a2-971b-c612c06e0906" providerId="ADAL" clId="{5E3DAF92-3AF4-4FBB-A40F-A08CEB694985}" dt="2024-06-20T09:04:20.983" v="1602" actId="478"/>
          <ac:spMkLst>
            <pc:docMk/>
            <pc:sldMk cId="3050278837" sldId="2147475817"/>
            <ac:spMk id="4" creationId="{98D300A8-7745-BEBA-D7F2-7A7116E36062}"/>
          </ac:spMkLst>
        </pc:spChg>
        <pc:spChg chg="del">
          <ac:chgData name="Kanduru, Raghava" userId="cf8c09de-c40c-47a2-971b-c612c06e0906" providerId="ADAL" clId="{5E3DAF92-3AF4-4FBB-A40F-A08CEB694985}" dt="2024-06-20T09:04:20.983" v="1602" actId="478"/>
          <ac:spMkLst>
            <pc:docMk/>
            <pc:sldMk cId="3050278837" sldId="2147475817"/>
            <ac:spMk id="213" creationId="{A0C2A1E6-D645-C681-9650-AFAB79DAB0A6}"/>
          </ac:spMkLst>
        </pc:spChg>
        <pc:spChg chg="del">
          <ac:chgData name="Kanduru, Raghava" userId="cf8c09de-c40c-47a2-971b-c612c06e0906" providerId="ADAL" clId="{5E3DAF92-3AF4-4FBB-A40F-A08CEB694985}" dt="2024-06-20T09:04:20.983" v="1602" actId="478"/>
          <ac:spMkLst>
            <pc:docMk/>
            <pc:sldMk cId="3050278837" sldId="2147475817"/>
            <ac:spMk id="216" creationId="{8533B157-4669-60C0-EA65-A9501FC3C32B}"/>
          </ac:spMkLst>
        </pc:spChg>
        <pc:spChg chg="del">
          <ac:chgData name="Kanduru, Raghava" userId="cf8c09de-c40c-47a2-971b-c612c06e0906" providerId="ADAL" clId="{5E3DAF92-3AF4-4FBB-A40F-A08CEB694985}" dt="2024-06-20T09:04:20.983" v="1602" actId="478"/>
          <ac:spMkLst>
            <pc:docMk/>
            <pc:sldMk cId="3050278837" sldId="2147475817"/>
            <ac:spMk id="218" creationId="{2E4AB39C-EFE1-B9AB-6582-A7A0F0C3B671}"/>
          </ac:spMkLst>
        </pc:spChg>
        <pc:spChg chg="del">
          <ac:chgData name="Kanduru, Raghava" userId="cf8c09de-c40c-47a2-971b-c612c06e0906" providerId="ADAL" clId="{5E3DAF92-3AF4-4FBB-A40F-A08CEB694985}" dt="2024-06-20T09:04:20.983" v="1602" actId="478"/>
          <ac:spMkLst>
            <pc:docMk/>
            <pc:sldMk cId="3050278837" sldId="2147475817"/>
            <ac:spMk id="219" creationId="{181CBA81-3DE9-24E3-83B4-C9D3B2ED7D7A}"/>
          </ac:spMkLst>
        </pc:spChg>
        <pc:spChg chg="del">
          <ac:chgData name="Kanduru, Raghava" userId="cf8c09de-c40c-47a2-971b-c612c06e0906" providerId="ADAL" clId="{5E3DAF92-3AF4-4FBB-A40F-A08CEB694985}" dt="2024-06-20T09:04:20.983" v="1602" actId="478"/>
          <ac:spMkLst>
            <pc:docMk/>
            <pc:sldMk cId="3050278837" sldId="2147475817"/>
            <ac:spMk id="220" creationId="{118B2BE8-325A-B246-FDC0-945DA5741EA2}"/>
          </ac:spMkLst>
        </pc:spChg>
        <pc:spChg chg="del">
          <ac:chgData name="Kanduru, Raghava" userId="cf8c09de-c40c-47a2-971b-c612c06e0906" providerId="ADAL" clId="{5E3DAF92-3AF4-4FBB-A40F-A08CEB694985}" dt="2024-06-20T09:04:20.983" v="1602" actId="478"/>
          <ac:spMkLst>
            <pc:docMk/>
            <pc:sldMk cId="3050278837" sldId="2147475817"/>
            <ac:spMk id="221" creationId="{1FB6392F-5C23-44FB-A26B-6B90225218F5}"/>
          </ac:spMkLst>
        </pc:spChg>
        <pc:spChg chg="del">
          <ac:chgData name="Kanduru, Raghava" userId="cf8c09de-c40c-47a2-971b-c612c06e0906" providerId="ADAL" clId="{5E3DAF92-3AF4-4FBB-A40F-A08CEB694985}" dt="2024-06-20T09:04:20.983" v="1602" actId="478"/>
          <ac:spMkLst>
            <pc:docMk/>
            <pc:sldMk cId="3050278837" sldId="2147475817"/>
            <ac:spMk id="222" creationId="{37740886-E24D-A6E7-7963-F18CD2A08F68}"/>
          </ac:spMkLst>
        </pc:spChg>
        <pc:spChg chg="del">
          <ac:chgData name="Kanduru, Raghava" userId="cf8c09de-c40c-47a2-971b-c612c06e0906" providerId="ADAL" clId="{5E3DAF92-3AF4-4FBB-A40F-A08CEB694985}" dt="2024-06-20T09:04:20.983" v="1602" actId="478"/>
          <ac:spMkLst>
            <pc:docMk/>
            <pc:sldMk cId="3050278837" sldId="2147475817"/>
            <ac:spMk id="223" creationId="{9BB350E5-1C37-BFD0-492D-CE40864217D7}"/>
          </ac:spMkLst>
        </pc:spChg>
        <pc:spChg chg="del">
          <ac:chgData name="Kanduru, Raghava" userId="cf8c09de-c40c-47a2-971b-c612c06e0906" providerId="ADAL" clId="{5E3DAF92-3AF4-4FBB-A40F-A08CEB694985}" dt="2024-06-20T09:04:20.983" v="1602" actId="478"/>
          <ac:spMkLst>
            <pc:docMk/>
            <pc:sldMk cId="3050278837" sldId="2147475817"/>
            <ac:spMk id="224" creationId="{7D9038E8-ED98-D910-B87D-897813FE178B}"/>
          </ac:spMkLst>
        </pc:spChg>
        <pc:spChg chg="del">
          <ac:chgData name="Kanduru, Raghava" userId="cf8c09de-c40c-47a2-971b-c612c06e0906" providerId="ADAL" clId="{5E3DAF92-3AF4-4FBB-A40F-A08CEB694985}" dt="2024-06-20T09:04:20.983" v="1602" actId="478"/>
          <ac:spMkLst>
            <pc:docMk/>
            <pc:sldMk cId="3050278837" sldId="2147475817"/>
            <ac:spMk id="226" creationId="{372B9C91-D4DD-D208-128A-E3C28B69C022}"/>
          </ac:spMkLst>
        </pc:spChg>
        <pc:spChg chg="del">
          <ac:chgData name="Kanduru, Raghava" userId="cf8c09de-c40c-47a2-971b-c612c06e0906" providerId="ADAL" clId="{5E3DAF92-3AF4-4FBB-A40F-A08CEB694985}" dt="2024-06-20T09:04:20.983" v="1602" actId="478"/>
          <ac:spMkLst>
            <pc:docMk/>
            <pc:sldMk cId="3050278837" sldId="2147475817"/>
            <ac:spMk id="227" creationId="{BC701842-F695-867F-F2FF-C27498C70CE8}"/>
          </ac:spMkLst>
        </pc:spChg>
        <pc:spChg chg="del">
          <ac:chgData name="Kanduru, Raghava" userId="cf8c09de-c40c-47a2-971b-c612c06e0906" providerId="ADAL" clId="{5E3DAF92-3AF4-4FBB-A40F-A08CEB694985}" dt="2024-06-20T09:04:20.983" v="1602" actId="478"/>
          <ac:spMkLst>
            <pc:docMk/>
            <pc:sldMk cId="3050278837" sldId="2147475817"/>
            <ac:spMk id="237" creationId="{986E05A8-F061-5F32-BB77-D9F69188A2D4}"/>
          </ac:spMkLst>
        </pc:spChg>
        <pc:spChg chg="del">
          <ac:chgData name="Kanduru, Raghava" userId="cf8c09de-c40c-47a2-971b-c612c06e0906" providerId="ADAL" clId="{5E3DAF92-3AF4-4FBB-A40F-A08CEB694985}" dt="2024-06-20T09:04:20.983" v="1602" actId="478"/>
          <ac:spMkLst>
            <pc:docMk/>
            <pc:sldMk cId="3050278837" sldId="2147475817"/>
            <ac:spMk id="239" creationId="{68CB47B6-3ECF-FDFF-255E-451B1F42A70D}"/>
          </ac:spMkLst>
        </pc:spChg>
        <pc:spChg chg="del">
          <ac:chgData name="Kanduru, Raghava" userId="cf8c09de-c40c-47a2-971b-c612c06e0906" providerId="ADAL" clId="{5E3DAF92-3AF4-4FBB-A40F-A08CEB694985}" dt="2024-06-20T09:04:20.983" v="1602" actId="478"/>
          <ac:spMkLst>
            <pc:docMk/>
            <pc:sldMk cId="3050278837" sldId="2147475817"/>
            <ac:spMk id="241" creationId="{C19EEDD8-0EBF-4719-E873-50525B42895B}"/>
          </ac:spMkLst>
        </pc:spChg>
        <pc:spChg chg="del">
          <ac:chgData name="Kanduru, Raghava" userId="cf8c09de-c40c-47a2-971b-c612c06e0906" providerId="ADAL" clId="{5E3DAF92-3AF4-4FBB-A40F-A08CEB694985}" dt="2024-06-20T09:04:20.983" v="1602" actId="478"/>
          <ac:spMkLst>
            <pc:docMk/>
            <pc:sldMk cId="3050278837" sldId="2147475817"/>
            <ac:spMk id="244" creationId="{7899635A-0504-159A-E37A-54D4A6384C2E}"/>
          </ac:spMkLst>
        </pc:spChg>
        <pc:grpChg chg="del">
          <ac:chgData name="Kanduru, Raghava" userId="cf8c09de-c40c-47a2-971b-c612c06e0906" providerId="ADAL" clId="{5E3DAF92-3AF4-4FBB-A40F-A08CEB694985}" dt="2024-06-20T09:04:20.983" v="1602" actId="478"/>
          <ac:grpSpMkLst>
            <pc:docMk/>
            <pc:sldMk cId="3050278837" sldId="2147475817"/>
            <ac:grpSpMk id="181" creationId="{0D8C28DA-257D-F168-C6ED-4C49573C9B6E}"/>
          </ac:grpSpMkLst>
        </pc:grpChg>
        <pc:graphicFrameChg chg="add del mod">
          <ac:chgData name="Kanduru, Raghava" userId="cf8c09de-c40c-47a2-971b-c612c06e0906" providerId="ADAL" clId="{5E3DAF92-3AF4-4FBB-A40F-A08CEB694985}" dt="2024-06-20T09:04:44.655" v="1606"/>
          <ac:graphicFrameMkLst>
            <pc:docMk/>
            <pc:sldMk cId="3050278837" sldId="2147475817"/>
            <ac:graphicFrameMk id="5" creationId="{C93C4C6E-9C25-A3DC-F65C-12E56045046C}"/>
          </ac:graphicFrameMkLst>
        </pc:graphicFrameChg>
        <pc:picChg chg="add mod">
          <ac:chgData name="Kanduru, Raghava" userId="cf8c09de-c40c-47a2-971b-c612c06e0906" providerId="ADAL" clId="{5E3DAF92-3AF4-4FBB-A40F-A08CEB694985}" dt="2024-06-20T09:04:48.442" v="1608" actId="1076"/>
          <ac:picMkLst>
            <pc:docMk/>
            <pc:sldMk cId="3050278837" sldId="2147475817"/>
            <ac:picMk id="6" creationId="{2CF20FA9-F975-B011-FAF9-7F60FD7621C2}"/>
          </ac:picMkLst>
        </pc:picChg>
        <pc:cxnChg chg="mod">
          <ac:chgData name="Kanduru, Raghava" userId="cf8c09de-c40c-47a2-971b-c612c06e0906" providerId="ADAL" clId="{5E3DAF92-3AF4-4FBB-A40F-A08CEB694985}" dt="2024-06-20T09:04:20.983" v="1602" actId="478"/>
          <ac:cxnSpMkLst>
            <pc:docMk/>
            <pc:sldMk cId="3050278837" sldId="2147475817"/>
            <ac:cxnSpMk id="196" creationId="{ADA61AF0-3804-15B3-FDF9-1FEC53F80162}"/>
          </ac:cxnSpMkLst>
        </pc:cxnChg>
        <pc:cxnChg chg="mod">
          <ac:chgData name="Kanduru, Raghava" userId="cf8c09de-c40c-47a2-971b-c612c06e0906" providerId="ADAL" clId="{5E3DAF92-3AF4-4FBB-A40F-A08CEB694985}" dt="2024-06-20T09:04:20.983" v="1602" actId="478"/>
          <ac:cxnSpMkLst>
            <pc:docMk/>
            <pc:sldMk cId="3050278837" sldId="2147475817"/>
            <ac:cxnSpMk id="201" creationId="{8E4B8292-AC0A-E2CF-593E-5A78E79CD20D}"/>
          </ac:cxnSpMkLst>
        </pc:cxnChg>
        <pc:cxnChg chg="mod">
          <ac:chgData name="Kanduru, Raghava" userId="cf8c09de-c40c-47a2-971b-c612c06e0906" providerId="ADAL" clId="{5E3DAF92-3AF4-4FBB-A40F-A08CEB694985}" dt="2024-06-20T09:04:20.983" v="1602" actId="478"/>
          <ac:cxnSpMkLst>
            <pc:docMk/>
            <pc:sldMk cId="3050278837" sldId="2147475817"/>
            <ac:cxnSpMk id="202" creationId="{BC403141-118C-0B84-1AA7-0E4D88E5D124}"/>
          </ac:cxnSpMkLst>
        </pc:cxnChg>
        <pc:cxnChg chg="del mod">
          <ac:chgData name="Kanduru, Raghava" userId="cf8c09de-c40c-47a2-971b-c612c06e0906" providerId="ADAL" clId="{5E3DAF92-3AF4-4FBB-A40F-A08CEB694985}" dt="2024-06-20T09:04:20.983" v="1602" actId="478"/>
          <ac:cxnSpMkLst>
            <pc:docMk/>
            <pc:sldMk cId="3050278837" sldId="2147475817"/>
            <ac:cxnSpMk id="214" creationId="{0DD4F487-2EF1-379E-C39B-04090E481059}"/>
          </ac:cxnSpMkLst>
        </pc:cxnChg>
        <pc:cxnChg chg="del mod">
          <ac:chgData name="Kanduru, Raghava" userId="cf8c09de-c40c-47a2-971b-c612c06e0906" providerId="ADAL" clId="{5E3DAF92-3AF4-4FBB-A40F-A08CEB694985}" dt="2024-06-20T09:04:20.983" v="1602" actId="478"/>
          <ac:cxnSpMkLst>
            <pc:docMk/>
            <pc:sldMk cId="3050278837" sldId="2147475817"/>
            <ac:cxnSpMk id="215" creationId="{B714E640-0F34-F764-7BD4-BADCC0B6A83E}"/>
          </ac:cxnSpMkLst>
        </pc:cxnChg>
        <pc:cxnChg chg="del mod">
          <ac:chgData name="Kanduru, Raghava" userId="cf8c09de-c40c-47a2-971b-c612c06e0906" providerId="ADAL" clId="{5E3DAF92-3AF4-4FBB-A40F-A08CEB694985}" dt="2024-06-20T09:04:20.983" v="1602" actId="478"/>
          <ac:cxnSpMkLst>
            <pc:docMk/>
            <pc:sldMk cId="3050278837" sldId="2147475817"/>
            <ac:cxnSpMk id="217" creationId="{B3D16CCA-47D5-4EC1-AD6A-1601D2E7C245}"/>
          </ac:cxnSpMkLst>
        </pc:cxnChg>
        <pc:cxnChg chg="del mod">
          <ac:chgData name="Kanduru, Raghava" userId="cf8c09de-c40c-47a2-971b-c612c06e0906" providerId="ADAL" clId="{5E3DAF92-3AF4-4FBB-A40F-A08CEB694985}" dt="2024-06-20T09:04:20.983" v="1602" actId="478"/>
          <ac:cxnSpMkLst>
            <pc:docMk/>
            <pc:sldMk cId="3050278837" sldId="2147475817"/>
            <ac:cxnSpMk id="225" creationId="{868719C9-E07D-E3D6-7AB6-CB7490E36210}"/>
          </ac:cxnSpMkLst>
        </pc:cxnChg>
        <pc:cxnChg chg="del mod">
          <ac:chgData name="Kanduru, Raghava" userId="cf8c09de-c40c-47a2-971b-c612c06e0906" providerId="ADAL" clId="{5E3DAF92-3AF4-4FBB-A40F-A08CEB694985}" dt="2024-06-20T09:04:20.983" v="1602" actId="478"/>
          <ac:cxnSpMkLst>
            <pc:docMk/>
            <pc:sldMk cId="3050278837" sldId="2147475817"/>
            <ac:cxnSpMk id="228" creationId="{4ACBD422-98B5-1789-A8D7-15FB9146B452}"/>
          </ac:cxnSpMkLst>
        </pc:cxnChg>
        <pc:cxnChg chg="del mod">
          <ac:chgData name="Kanduru, Raghava" userId="cf8c09de-c40c-47a2-971b-c612c06e0906" providerId="ADAL" clId="{5E3DAF92-3AF4-4FBB-A40F-A08CEB694985}" dt="2024-06-20T09:04:20.983" v="1602" actId="478"/>
          <ac:cxnSpMkLst>
            <pc:docMk/>
            <pc:sldMk cId="3050278837" sldId="2147475817"/>
            <ac:cxnSpMk id="229" creationId="{DB80A816-A98A-85AF-D16D-0DA6F1FEDAA3}"/>
          </ac:cxnSpMkLst>
        </pc:cxnChg>
        <pc:cxnChg chg="del mod">
          <ac:chgData name="Kanduru, Raghava" userId="cf8c09de-c40c-47a2-971b-c612c06e0906" providerId="ADAL" clId="{5E3DAF92-3AF4-4FBB-A40F-A08CEB694985}" dt="2024-06-20T09:04:20.983" v="1602" actId="478"/>
          <ac:cxnSpMkLst>
            <pc:docMk/>
            <pc:sldMk cId="3050278837" sldId="2147475817"/>
            <ac:cxnSpMk id="230" creationId="{6084D901-2AAF-537D-1F7D-51D542420927}"/>
          </ac:cxnSpMkLst>
        </pc:cxnChg>
        <pc:cxnChg chg="del mod">
          <ac:chgData name="Kanduru, Raghava" userId="cf8c09de-c40c-47a2-971b-c612c06e0906" providerId="ADAL" clId="{5E3DAF92-3AF4-4FBB-A40F-A08CEB694985}" dt="2024-06-20T09:04:20.983" v="1602" actId="478"/>
          <ac:cxnSpMkLst>
            <pc:docMk/>
            <pc:sldMk cId="3050278837" sldId="2147475817"/>
            <ac:cxnSpMk id="231" creationId="{EF141129-037C-17FF-67A4-722D2611C7CA}"/>
          </ac:cxnSpMkLst>
        </pc:cxnChg>
        <pc:cxnChg chg="del mod">
          <ac:chgData name="Kanduru, Raghava" userId="cf8c09de-c40c-47a2-971b-c612c06e0906" providerId="ADAL" clId="{5E3DAF92-3AF4-4FBB-A40F-A08CEB694985}" dt="2024-06-20T09:04:20.983" v="1602" actId="478"/>
          <ac:cxnSpMkLst>
            <pc:docMk/>
            <pc:sldMk cId="3050278837" sldId="2147475817"/>
            <ac:cxnSpMk id="232" creationId="{8C9CCC5E-F47A-3B98-6D57-6E5104A243DE}"/>
          </ac:cxnSpMkLst>
        </pc:cxnChg>
        <pc:cxnChg chg="del mod">
          <ac:chgData name="Kanduru, Raghava" userId="cf8c09de-c40c-47a2-971b-c612c06e0906" providerId="ADAL" clId="{5E3DAF92-3AF4-4FBB-A40F-A08CEB694985}" dt="2024-06-20T09:04:20.983" v="1602" actId="478"/>
          <ac:cxnSpMkLst>
            <pc:docMk/>
            <pc:sldMk cId="3050278837" sldId="2147475817"/>
            <ac:cxnSpMk id="233" creationId="{438E7357-1976-2359-DF8D-FAD0FE68533C}"/>
          </ac:cxnSpMkLst>
        </pc:cxnChg>
        <pc:cxnChg chg="del mod">
          <ac:chgData name="Kanduru, Raghava" userId="cf8c09de-c40c-47a2-971b-c612c06e0906" providerId="ADAL" clId="{5E3DAF92-3AF4-4FBB-A40F-A08CEB694985}" dt="2024-06-20T09:04:20.983" v="1602" actId="478"/>
          <ac:cxnSpMkLst>
            <pc:docMk/>
            <pc:sldMk cId="3050278837" sldId="2147475817"/>
            <ac:cxnSpMk id="234" creationId="{B186A637-0A8D-85A4-9448-4CD0D82D34F1}"/>
          </ac:cxnSpMkLst>
        </pc:cxnChg>
        <pc:cxnChg chg="del mod">
          <ac:chgData name="Kanduru, Raghava" userId="cf8c09de-c40c-47a2-971b-c612c06e0906" providerId="ADAL" clId="{5E3DAF92-3AF4-4FBB-A40F-A08CEB694985}" dt="2024-06-20T09:04:20.983" v="1602" actId="478"/>
          <ac:cxnSpMkLst>
            <pc:docMk/>
            <pc:sldMk cId="3050278837" sldId="2147475817"/>
            <ac:cxnSpMk id="235" creationId="{C2F6CD3F-C762-BD44-1C6F-B6ABB2F2F88D}"/>
          </ac:cxnSpMkLst>
        </pc:cxnChg>
        <pc:cxnChg chg="del mod">
          <ac:chgData name="Kanduru, Raghava" userId="cf8c09de-c40c-47a2-971b-c612c06e0906" providerId="ADAL" clId="{5E3DAF92-3AF4-4FBB-A40F-A08CEB694985}" dt="2024-06-20T09:04:20.983" v="1602" actId="478"/>
          <ac:cxnSpMkLst>
            <pc:docMk/>
            <pc:sldMk cId="3050278837" sldId="2147475817"/>
            <ac:cxnSpMk id="236" creationId="{1A32BA3C-CFD7-08AE-8842-B1D9135CDD9F}"/>
          </ac:cxnSpMkLst>
        </pc:cxnChg>
        <pc:cxnChg chg="del mod">
          <ac:chgData name="Kanduru, Raghava" userId="cf8c09de-c40c-47a2-971b-c612c06e0906" providerId="ADAL" clId="{5E3DAF92-3AF4-4FBB-A40F-A08CEB694985}" dt="2024-06-20T09:04:20.983" v="1602" actId="478"/>
          <ac:cxnSpMkLst>
            <pc:docMk/>
            <pc:sldMk cId="3050278837" sldId="2147475817"/>
            <ac:cxnSpMk id="238" creationId="{408ADA7F-A3A3-B09F-E910-B057E510D210}"/>
          </ac:cxnSpMkLst>
        </pc:cxnChg>
        <pc:cxnChg chg="del mod">
          <ac:chgData name="Kanduru, Raghava" userId="cf8c09de-c40c-47a2-971b-c612c06e0906" providerId="ADAL" clId="{5E3DAF92-3AF4-4FBB-A40F-A08CEB694985}" dt="2024-06-20T09:04:20.983" v="1602" actId="478"/>
          <ac:cxnSpMkLst>
            <pc:docMk/>
            <pc:sldMk cId="3050278837" sldId="2147475817"/>
            <ac:cxnSpMk id="240" creationId="{887943AE-8E08-EA94-1CE1-092DFB7C9823}"/>
          </ac:cxnSpMkLst>
        </pc:cxnChg>
        <pc:cxnChg chg="del mod">
          <ac:chgData name="Kanduru, Raghava" userId="cf8c09de-c40c-47a2-971b-c612c06e0906" providerId="ADAL" clId="{5E3DAF92-3AF4-4FBB-A40F-A08CEB694985}" dt="2024-06-20T09:04:20.983" v="1602" actId="478"/>
          <ac:cxnSpMkLst>
            <pc:docMk/>
            <pc:sldMk cId="3050278837" sldId="2147475817"/>
            <ac:cxnSpMk id="242" creationId="{09F75986-2B56-9CB5-226C-62DC896B7654}"/>
          </ac:cxnSpMkLst>
        </pc:cxnChg>
      </pc:sldChg>
      <pc:sldChg chg="ord">
        <pc:chgData name="Kanduru, Raghava" userId="cf8c09de-c40c-47a2-971b-c612c06e0906" providerId="ADAL" clId="{5E3DAF92-3AF4-4FBB-A40F-A08CEB694985}" dt="2024-06-21T05:37:17.493" v="1897"/>
        <pc:sldMkLst>
          <pc:docMk/>
          <pc:sldMk cId="3468048512" sldId="2147475818"/>
        </pc:sldMkLst>
      </pc:sldChg>
      <pc:sldChg chg="addSp modSp mod ord">
        <pc:chgData name="Kanduru, Raghava" userId="cf8c09de-c40c-47a2-971b-c612c06e0906" providerId="ADAL" clId="{5E3DAF92-3AF4-4FBB-A40F-A08CEB694985}" dt="2024-06-25T03:55:24.023" v="1956" actId="20577"/>
        <pc:sldMkLst>
          <pc:docMk/>
          <pc:sldMk cId="3204792641" sldId="2147475819"/>
        </pc:sldMkLst>
        <pc:spChg chg="add mod">
          <ac:chgData name="Kanduru, Raghava" userId="cf8c09de-c40c-47a2-971b-c612c06e0906" providerId="ADAL" clId="{5E3DAF92-3AF4-4FBB-A40F-A08CEB694985}" dt="2024-06-25T03:55:24.023" v="1956" actId="20577"/>
          <ac:spMkLst>
            <pc:docMk/>
            <pc:sldMk cId="3204792641" sldId="2147475819"/>
            <ac:spMk id="2" creationId="{233C76D0-BB1D-2CE8-8E20-6669952C501B}"/>
          </ac:spMkLst>
        </pc:spChg>
      </pc:sldChg>
    </pc:docChg>
  </pc:docChgLst>
  <pc:docChgLst>
    <pc:chgData name="Akula, Kiran" userId="4edd7db3-3f5e-4d95-b6aa-837b0f56c970" providerId="ADAL" clId="{4C49B9B6-ACE1-447B-87EC-03CE5494B992}"/>
    <pc:docChg chg="custSel addSld delSld modSld sldOrd">
      <pc:chgData name="Akula, Kiran" userId="4edd7db3-3f5e-4d95-b6aa-837b0f56c970" providerId="ADAL" clId="{4C49B9B6-ACE1-447B-87EC-03CE5494B992}" dt="2024-05-28T17:15:31.213" v="153" actId="122"/>
      <pc:docMkLst>
        <pc:docMk/>
      </pc:docMkLst>
      <pc:sldChg chg="del">
        <pc:chgData name="Akula, Kiran" userId="4edd7db3-3f5e-4d95-b6aa-837b0f56c970" providerId="ADAL" clId="{4C49B9B6-ACE1-447B-87EC-03CE5494B992}" dt="2024-05-28T12:28:41.775" v="5" actId="47"/>
        <pc:sldMkLst>
          <pc:docMk/>
          <pc:sldMk cId="3624280880" sldId="2141412305"/>
        </pc:sldMkLst>
      </pc:sldChg>
      <pc:sldChg chg="delSp modSp mod addCm">
        <pc:chgData name="Akula, Kiran" userId="4edd7db3-3f5e-4d95-b6aa-837b0f56c970" providerId="ADAL" clId="{4C49B9B6-ACE1-447B-87EC-03CE5494B992}" dt="2024-05-28T12:32:09.511" v="20"/>
        <pc:sldMkLst>
          <pc:docMk/>
          <pc:sldMk cId="1531364721" sldId="2141412306"/>
        </pc:sldMkLst>
        <pc:spChg chg="del mod">
          <ac:chgData name="Akula, Kiran" userId="4edd7db3-3f5e-4d95-b6aa-837b0f56c970" providerId="ADAL" clId="{4C49B9B6-ACE1-447B-87EC-03CE5494B992}" dt="2024-05-28T12:31:27.003" v="11" actId="478"/>
          <ac:spMkLst>
            <pc:docMk/>
            <pc:sldMk cId="1531364721" sldId="2141412306"/>
            <ac:spMk id="12" creationId="{00000000-0000-0000-0000-000000000000}"/>
          </ac:spMkLst>
        </pc:spChg>
        <pc:spChg chg="del">
          <ac:chgData name="Akula, Kiran" userId="4edd7db3-3f5e-4d95-b6aa-837b0f56c970" providerId="ADAL" clId="{4C49B9B6-ACE1-447B-87EC-03CE5494B992}" dt="2024-05-28T12:31:28.957" v="12" actId="478"/>
          <ac:spMkLst>
            <pc:docMk/>
            <pc:sldMk cId="1531364721" sldId="2141412306"/>
            <ac:spMk id="13"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15"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16"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17"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18"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19" creationId="{B40AD9DA-A7AA-4A7C-AB14-A4837FEA3307}"/>
          </ac:spMkLst>
        </pc:spChg>
        <pc:spChg chg="del">
          <ac:chgData name="Akula, Kiran" userId="4edd7db3-3f5e-4d95-b6aa-837b0f56c970" providerId="ADAL" clId="{4C49B9B6-ACE1-447B-87EC-03CE5494B992}" dt="2024-05-28T12:31:27.003" v="11" actId="478"/>
          <ac:spMkLst>
            <pc:docMk/>
            <pc:sldMk cId="1531364721" sldId="2141412306"/>
            <ac:spMk id="20"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21"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22"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23"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24"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25"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26"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27"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28"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29"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30"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31"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32" creationId="{00000000-0000-0000-0000-000000000000}"/>
          </ac:spMkLst>
        </pc:spChg>
        <pc:spChg chg="del">
          <ac:chgData name="Akula, Kiran" userId="4edd7db3-3f5e-4d95-b6aa-837b0f56c970" providerId="ADAL" clId="{4C49B9B6-ACE1-447B-87EC-03CE5494B992}" dt="2024-05-28T12:31:40.239" v="16" actId="478"/>
          <ac:spMkLst>
            <pc:docMk/>
            <pc:sldMk cId="1531364721" sldId="2141412306"/>
            <ac:spMk id="33"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36"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37" creationId="{0B344C4A-907A-439D-9FC4-E3078AB4C78F}"/>
          </ac:spMkLst>
        </pc:spChg>
        <pc:spChg chg="del">
          <ac:chgData name="Akula, Kiran" userId="4edd7db3-3f5e-4d95-b6aa-837b0f56c970" providerId="ADAL" clId="{4C49B9B6-ACE1-447B-87EC-03CE5494B992}" dt="2024-05-28T12:31:27.003" v="11" actId="478"/>
          <ac:spMkLst>
            <pc:docMk/>
            <pc:sldMk cId="1531364721" sldId="2141412306"/>
            <ac:spMk id="38"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39"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40"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41" creationId="{50D186EF-A88D-4279-A95A-0ACFF665A6B7}"/>
          </ac:spMkLst>
        </pc:spChg>
        <pc:spChg chg="del">
          <ac:chgData name="Akula, Kiran" userId="4edd7db3-3f5e-4d95-b6aa-837b0f56c970" providerId="ADAL" clId="{4C49B9B6-ACE1-447B-87EC-03CE5494B992}" dt="2024-05-28T12:31:27.003" v="11" actId="478"/>
          <ac:spMkLst>
            <pc:docMk/>
            <pc:sldMk cId="1531364721" sldId="2141412306"/>
            <ac:spMk id="42" creationId="{F9F4E400-A610-49F1-969E-E86D002F662B}"/>
          </ac:spMkLst>
        </pc:spChg>
        <pc:spChg chg="del">
          <ac:chgData name="Akula, Kiran" userId="4edd7db3-3f5e-4d95-b6aa-837b0f56c970" providerId="ADAL" clId="{4C49B9B6-ACE1-447B-87EC-03CE5494B992}" dt="2024-05-28T12:31:27.003" v="11" actId="478"/>
          <ac:spMkLst>
            <pc:docMk/>
            <pc:sldMk cId="1531364721" sldId="2141412306"/>
            <ac:spMk id="43" creationId="{580402F8-D59B-4BB1-9E6A-F7683118C1E7}"/>
          </ac:spMkLst>
        </pc:spChg>
        <pc:spChg chg="del">
          <ac:chgData name="Akula, Kiran" userId="4edd7db3-3f5e-4d95-b6aa-837b0f56c970" providerId="ADAL" clId="{4C49B9B6-ACE1-447B-87EC-03CE5494B992}" dt="2024-05-28T12:31:27.003" v="11" actId="478"/>
          <ac:spMkLst>
            <pc:docMk/>
            <pc:sldMk cId="1531364721" sldId="2141412306"/>
            <ac:spMk id="46" creationId="{8FD40676-52A1-4381-9C97-B6415E503CAA}"/>
          </ac:spMkLst>
        </pc:spChg>
        <pc:spChg chg="del">
          <ac:chgData name="Akula, Kiran" userId="4edd7db3-3f5e-4d95-b6aa-837b0f56c970" providerId="ADAL" clId="{4C49B9B6-ACE1-447B-87EC-03CE5494B992}" dt="2024-05-28T12:31:27.003" v="11" actId="478"/>
          <ac:spMkLst>
            <pc:docMk/>
            <pc:sldMk cId="1531364721" sldId="2141412306"/>
            <ac:spMk id="47" creationId="{430264B7-6302-40E7-98FE-FED7072F82BE}"/>
          </ac:spMkLst>
        </pc:spChg>
        <pc:spChg chg="del">
          <ac:chgData name="Akula, Kiran" userId="4edd7db3-3f5e-4d95-b6aa-837b0f56c970" providerId="ADAL" clId="{4C49B9B6-ACE1-447B-87EC-03CE5494B992}" dt="2024-05-28T12:31:27.003" v="11" actId="478"/>
          <ac:spMkLst>
            <pc:docMk/>
            <pc:sldMk cId="1531364721" sldId="2141412306"/>
            <ac:spMk id="48" creationId="{14E1D85B-66A3-4CF2-A8AC-C4E7FD44B0A0}"/>
          </ac:spMkLst>
        </pc:spChg>
        <pc:spChg chg="del">
          <ac:chgData name="Akula, Kiran" userId="4edd7db3-3f5e-4d95-b6aa-837b0f56c970" providerId="ADAL" clId="{4C49B9B6-ACE1-447B-87EC-03CE5494B992}" dt="2024-05-28T12:31:27.003" v="11" actId="478"/>
          <ac:spMkLst>
            <pc:docMk/>
            <pc:sldMk cId="1531364721" sldId="2141412306"/>
            <ac:spMk id="49"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50"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51"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52" creationId="{A37A0BBE-56AE-41A0-8EFD-5C813ABC3E10}"/>
          </ac:spMkLst>
        </pc:spChg>
        <pc:spChg chg="del">
          <ac:chgData name="Akula, Kiran" userId="4edd7db3-3f5e-4d95-b6aa-837b0f56c970" providerId="ADAL" clId="{4C49B9B6-ACE1-447B-87EC-03CE5494B992}" dt="2024-05-28T12:31:27.003" v="11" actId="478"/>
          <ac:spMkLst>
            <pc:docMk/>
            <pc:sldMk cId="1531364721" sldId="2141412306"/>
            <ac:spMk id="53" creationId="{0F2AF8A3-8E04-4180-91FF-081211092014}"/>
          </ac:spMkLst>
        </pc:spChg>
        <pc:spChg chg="del">
          <ac:chgData name="Akula, Kiran" userId="4edd7db3-3f5e-4d95-b6aa-837b0f56c970" providerId="ADAL" clId="{4C49B9B6-ACE1-447B-87EC-03CE5494B992}" dt="2024-05-28T12:31:27.003" v="11" actId="478"/>
          <ac:spMkLst>
            <pc:docMk/>
            <pc:sldMk cId="1531364721" sldId="2141412306"/>
            <ac:spMk id="54" creationId="{160CC687-09AE-49CC-B84F-64E8A1B16EF8}"/>
          </ac:spMkLst>
        </pc:spChg>
        <pc:spChg chg="del">
          <ac:chgData name="Akula, Kiran" userId="4edd7db3-3f5e-4d95-b6aa-837b0f56c970" providerId="ADAL" clId="{4C49B9B6-ACE1-447B-87EC-03CE5494B992}" dt="2024-05-28T12:31:27.003" v="11" actId="478"/>
          <ac:spMkLst>
            <pc:docMk/>
            <pc:sldMk cId="1531364721" sldId="2141412306"/>
            <ac:spMk id="55" creationId="{9E222190-47E0-4B87-A262-13AC5CD7031D}"/>
          </ac:spMkLst>
        </pc:spChg>
        <pc:spChg chg="del">
          <ac:chgData name="Akula, Kiran" userId="4edd7db3-3f5e-4d95-b6aa-837b0f56c970" providerId="ADAL" clId="{4C49B9B6-ACE1-447B-87EC-03CE5494B992}" dt="2024-05-28T12:31:27.003" v="11" actId="478"/>
          <ac:spMkLst>
            <pc:docMk/>
            <pc:sldMk cId="1531364721" sldId="2141412306"/>
            <ac:spMk id="56" creationId="{577320B4-B155-424F-A0B6-0F704746EEFB}"/>
          </ac:spMkLst>
        </pc:spChg>
        <pc:spChg chg="del">
          <ac:chgData name="Akula, Kiran" userId="4edd7db3-3f5e-4d95-b6aa-837b0f56c970" providerId="ADAL" clId="{4C49B9B6-ACE1-447B-87EC-03CE5494B992}" dt="2024-05-28T12:31:27.003" v="11" actId="478"/>
          <ac:spMkLst>
            <pc:docMk/>
            <pc:sldMk cId="1531364721" sldId="2141412306"/>
            <ac:spMk id="57" creationId="{A37A0BBE-56AE-41A0-8EFD-5C813ABC3E10}"/>
          </ac:spMkLst>
        </pc:spChg>
        <pc:spChg chg="del">
          <ac:chgData name="Akula, Kiran" userId="4edd7db3-3f5e-4d95-b6aa-837b0f56c970" providerId="ADAL" clId="{4C49B9B6-ACE1-447B-87EC-03CE5494B992}" dt="2024-05-28T12:31:27.003" v="11" actId="478"/>
          <ac:spMkLst>
            <pc:docMk/>
            <pc:sldMk cId="1531364721" sldId="2141412306"/>
            <ac:spMk id="58" creationId="{A37A0BBE-56AE-41A0-8EFD-5C813ABC3E10}"/>
          </ac:spMkLst>
        </pc:spChg>
        <pc:spChg chg="del">
          <ac:chgData name="Akula, Kiran" userId="4edd7db3-3f5e-4d95-b6aa-837b0f56c970" providerId="ADAL" clId="{4C49B9B6-ACE1-447B-87EC-03CE5494B992}" dt="2024-05-28T12:31:27.003" v="11" actId="478"/>
          <ac:spMkLst>
            <pc:docMk/>
            <pc:sldMk cId="1531364721" sldId="2141412306"/>
            <ac:spMk id="59" creationId="{9E222190-47E0-4B87-A262-13AC5CD7031D}"/>
          </ac:spMkLst>
        </pc:spChg>
        <pc:spChg chg="del">
          <ac:chgData name="Akula, Kiran" userId="4edd7db3-3f5e-4d95-b6aa-837b0f56c970" providerId="ADAL" clId="{4C49B9B6-ACE1-447B-87EC-03CE5494B992}" dt="2024-05-28T12:31:27.003" v="11" actId="478"/>
          <ac:spMkLst>
            <pc:docMk/>
            <pc:sldMk cId="1531364721" sldId="2141412306"/>
            <ac:spMk id="60" creationId="{580402F8-D59B-4BB1-9E6A-F7683118C1E7}"/>
          </ac:spMkLst>
        </pc:spChg>
        <pc:spChg chg="del">
          <ac:chgData name="Akula, Kiran" userId="4edd7db3-3f5e-4d95-b6aa-837b0f56c970" providerId="ADAL" clId="{4C49B9B6-ACE1-447B-87EC-03CE5494B992}" dt="2024-05-28T12:31:42.549" v="18" actId="478"/>
          <ac:spMkLst>
            <pc:docMk/>
            <pc:sldMk cId="1531364721" sldId="2141412306"/>
            <ac:spMk id="63"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64"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65"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66" creationId="{00000000-0000-0000-0000-000000000000}"/>
          </ac:spMkLst>
        </pc:spChg>
        <pc:spChg chg="del mod">
          <ac:chgData name="Akula, Kiran" userId="4edd7db3-3f5e-4d95-b6aa-837b0f56c970" providerId="ADAL" clId="{4C49B9B6-ACE1-447B-87EC-03CE5494B992}" dt="2024-05-28T12:31:41.589" v="17" actId="478"/>
          <ac:spMkLst>
            <pc:docMk/>
            <pc:sldMk cId="1531364721" sldId="2141412306"/>
            <ac:spMk id="67"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68"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69" creationId="{32684531-E6B8-4218-8F11-F71367B7B7E8}"/>
          </ac:spMkLst>
        </pc:spChg>
        <pc:spChg chg="del">
          <ac:chgData name="Akula, Kiran" userId="4edd7db3-3f5e-4d95-b6aa-837b0f56c970" providerId="ADAL" clId="{4C49B9B6-ACE1-447B-87EC-03CE5494B992}" dt="2024-05-28T12:31:27.003" v="11" actId="478"/>
          <ac:spMkLst>
            <pc:docMk/>
            <pc:sldMk cId="1531364721" sldId="2141412306"/>
            <ac:spMk id="70" creationId="{B9E3C413-94FB-4482-A75E-6A00D1F5D2F5}"/>
          </ac:spMkLst>
        </pc:spChg>
        <pc:spChg chg="del">
          <ac:chgData name="Akula, Kiran" userId="4edd7db3-3f5e-4d95-b6aa-837b0f56c970" providerId="ADAL" clId="{4C49B9B6-ACE1-447B-87EC-03CE5494B992}" dt="2024-05-28T12:31:27.003" v="11" actId="478"/>
          <ac:spMkLst>
            <pc:docMk/>
            <pc:sldMk cId="1531364721" sldId="2141412306"/>
            <ac:spMk id="71" creationId="{6E03BA83-B066-4781-861E-110288108A81}"/>
          </ac:spMkLst>
        </pc:spChg>
        <pc:spChg chg="del">
          <ac:chgData name="Akula, Kiran" userId="4edd7db3-3f5e-4d95-b6aa-837b0f56c970" providerId="ADAL" clId="{4C49B9B6-ACE1-447B-87EC-03CE5494B992}" dt="2024-05-28T12:31:27.003" v="11" actId="478"/>
          <ac:spMkLst>
            <pc:docMk/>
            <pc:sldMk cId="1531364721" sldId="2141412306"/>
            <ac:spMk id="72" creationId="{762DBD7C-D216-4486-8234-5300C591B75C}"/>
          </ac:spMkLst>
        </pc:spChg>
        <pc:spChg chg="del">
          <ac:chgData name="Akula, Kiran" userId="4edd7db3-3f5e-4d95-b6aa-837b0f56c970" providerId="ADAL" clId="{4C49B9B6-ACE1-447B-87EC-03CE5494B992}" dt="2024-05-28T12:31:27.003" v="11" actId="478"/>
          <ac:spMkLst>
            <pc:docMk/>
            <pc:sldMk cId="1531364721" sldId="2141412306"/>
            <ac:spMk id="73" creationId="{A7BBF932-40A5-4443-86DF-033990BAC798}"/>
          </ac:spMkLst>
        </pc:spChg>
        <pc:spChg chg="del">
          <ac:chgData name="Akula, Kiran" userId="4edd7db3-3f5e-4d95-b6aa-837b0f56c970" providerId="ADAL" clId="{4C49B9B6-ACE1-447B-87EC-03CE5494B992}" dt="2024-05-28T12:31:27.003" v="11" actId="478"/>
          <ac:spMkLst>
            <pc:docMk/>
            <pc:sldMk cId="1531364721" sldId="2141412306"/>
            <ac:spMk id="74" creationId="{EE492F87-3CC1-4B4C-A173-5034D7B2D2BC}"/>
          </ac:spMkLst>
        </pc:spChg>
        <pc:spChg chg="del">
          <ac:chgData name="Akula, Kiran" userId="4edd7db3-3f5e-4d95-b6aa-837b0f56c970" providerId="ADAL" clId="{4C49B9B6-ACE1-447B-87EC-03CE5494B992}" dt="2024-05-28T12:31:27.003" v="11" actId="478"/>
          <ac:spMkLst>
            <pc:docMk/>
            <pc:sldMk cId="1531364721" sldId="2141412306"/>
            <ac:spMk id="75" creationId="{780505DA-4F3A-4AA3-A454-AE400594B432}"/>
          </ac:spMkLst>
        </pc:spChg>
        <pc:spChg chg="del">
          <ac:chgData name="Akula, Kiran" userId="4edd7db3-3f5e-4d95-b6aa-837b0f56c970" providerId="ADAL" clId="{4C49B9B6-ACE1-447B-87EC-03CE5494B992}" dt="2024-05-28T12:31:27.003" v="11" actId="478"/>
          <ac:spMkLst>
            <pc:docMk/>
            <pc:sldMk cId="1531364721" sldId="2141412306"/>
            <ac:spMk id="76" creationId="{578E8087-5FB4-4610-B9C6-C109D6BDB1B9}"/>
          </ac:spMkLst>
        </pc:spChg>
        <pc:spChg chg="del">
          <ac:chgData name="Akula, Kiran" userId="4edd7db3-3f5e-4d95-b6aa-837b0f56c970" providerId="ADAL" clId="{4C49B9B6-ACE1-447B-87EC-03CE5494B992}" dt="2024-05-28T12:31:27.003" v="11" actId="478"/>
          <ac:spMkLst>
            <pc:docMk/>
            <pc:sldMk cId="1531364721" sldId="2141412306"/>
            <ac:spMk id="77" creationId="{609206A2-B1C8-4751-B246-B3702D81DA86}"/>
          </ac:spMkLst>
        </pc:spChg>
        <pc:spChg chg="del">
          <ac:chgData name="Akula, Kiran" userId="4edd7db3-3f5e-4d95-b6aa-837b0f56c970" providerId="ADAL" clId="{4C49B9B6-ACE1-447B-87EC-03CE5494B992}" dt="2024-05-28T12:31:27.003" v="11" actId="478"/>
          <ac:spMkLst>
            <pc:docMk/>
            <pc:sldMk cId="1531364721" sldId="2141412306"/>
            <ac:spMk id="78" creationId="{C368C153-6C0D-4272-9A95-2C88E27B9CAE}"/>
          </ac:spMkLst>
        </pc:spChg>
        <pc:spChg chg="del">
          <ac:chgData name="Akula, Kiran" userId="4edd7db3-3f5e-4d95-b6aa-837b0f56c970" providerId="ADAL" clId="{4C49B9B6-ACE1-447B-87EC-03CE5494B992}" dt="2024-05-28T12:31:27.003" v="11" actId="478"/>
          <ac:spMkLst>
            <pc:docMk/>
            <pc:sldMk cId="1531364721" sldId="2141412306"/>
            <ac:spMk id="79" creationId="{755407A1-1A08-40AE-BE20-ED43ADFAD4BA}"/>
          </ac:spMkLst>
        </pc:spChg>
        <pc:spChg chg="del">
          <ac:chgData name="Akula, Kiran" userId="4edd7db3-3f5e-4d95-b6aa-837b0f56c970" providerId="ADAL" clId="{4C49B9B6-ACE1-447B-87EC-03CE5494B992}" dt="2024-05-28T12:31:27.003" v="11" actId="478"/>
          <ac:spMkLst>
            <pc:docMk/>
            <pc:sldMk cId="1531364721" sldId="2141412306"/>
            <ac:spMk id="80" creationId="{78166231-230C-479F-8DE0-8ADF34E1724B}"/>
          </ac:spMkLst>
        </pc:spChg>
        <pc:spChg chg="del">
          <ac:chgData name="Akula, Kiran" userId="4edd7db3-3f5e-4d95-b6aa-837b0f56c970" providerId="ADAL" clId="{4C49B9B6-ACE1-447B-87EC-03CE5494B992}" dt="2024-05-28T12:31:27.003" v="11" actId="478"/>
          <ac:spMkLst>
            <pc:docMk/>
            <pc:sldMk cId="1531364721" sldId="2141412306"/>
            <ac:spMk id="81" creationId="{3B69921C-3AF1-4D1B-B797-B1E943B615F9}"/>
          </ac:spMkLst>
        </pc:spChg>
        <pc:spChg chg="del">
          <ac:chgData name="Akula, Kiran" userId="4edd7db3-3f5e-4d95-b6aa-837b0f56c970" providerId="ADAL" clId="{4C49B9B6-ACE1-447B-87EC-03CE5494B992}" dt="2024-05-28T12:31:43.963" v="19" actId="478"/>
          <ac:spMkLst>
            <pc:docMk/>
            <pc:sldMk cId="1531364721" sldId="2141412306"/>
            <ac:spMk id="82" creationId="{B9E3C413-94FB-4482-A75E-6A00D1F5D2F5}"/>
          </ac:spMkLst>
        </pc:spChg>
        <pc:spChg chg="del">
          <ac:chgData name="Akula, Kiran" userId="4edd7db3-3f5e-4d95-b6aa-837b0f56c970" providerId="ADAL" clId="{4C49B9B6-ACE1-447B-87EC-03CE5494B992}" dt="2024-05-28T12:31:38.051" v="15" actId="21"/>
          <ac:spMkLst>
            <pc:docMk/>
            <pc:sldMk cId="1531364721" sldId="2141412306"/>
            <ac:spMk id="83" creationId="{00000000-0000-0000-0000-000000000000}"/>
          </ac:spMkLst>
        </pc:spChg>
        <pc:cxnChg chg="del">
          <ac:chgData name="Akula, Kiran" userId="4edd7db3-3f5e-4d95-b6aa-837b0f56c970" providerId="ADAL" clId="{4C49B9B6-ACE1-447B-87EC-03CE5494B992}" dt="2024-05-28T12:31:30.729" v="13" actId="478"/>
          <ac:cxnSpMkLst>
            <pc:docMk/>
            <pc:sldMk cId="1531364721" sldId="2141412306"/>
            <ac:cxnSpMk id="61" creationId="{00000000-0000-0000-0000-000000000000}"/>
          </ac:cxnSpMkLst>
        </pc:cxnChg>
        <pc:cxnChg chg="del">
          <ac:chgData name="Akula, Kiran" userId="4edd7db3-3f5e-4d95-b6aa-837b0f56c970" providerId="ADAL" clId="{4C49B9B6-ACE1-447B-87EC-03CE5494B992}" dt="2024-05-28T12:31:27.003" v="11" actId="478"/>
          <ac:cxnSpMkLst>
            <pc:docMk/>
            <pc:sldMk cId="1531364721" sldId="2141412306"/>
            <ac:cxnSpMk id="85" creationId="{00000000-0000-0000-0000-000000000000}"/>
          </ac:cxnSpMkLst>
        </pc:cxnChg>
        <pc:cxnChg chg="del">
          <ac:chgData name="Akula, Kiran" userId="4edd7db3-3f5e-4d95-b6aa-837b0f56c970" providerId="ADAL" clId="{4C49B9B6-ACE1-447B-87EC-03CE5494B992}" dt="2024-05-28T12:31:27.003" v="11" actId="478"/>
          <ac:cxnSpMkLst>
            <pc:docMk/>
            <pc:sldMk cId="1531364721" sldId="2141412306"/>
            <ac:cxnSpMk id="86" creationId="{00000000-0000-0000-0000-000000000000}"/>
          </ac:cxnSpMkLst>
        </pc:cxnChg>
        <pc:cxnChg chg="del">
          <ac:chgData name="Akula, Kiran" userId="4edd7db3-3f5e-4d95-b6aa-837b0f56c970" providerId="ADAL" clId="{4C49B9B6-ACE1-447B-87EC-03CE5494B992}" dt="2024-05-28T12:31:27.003" v="11" actId="478"/>
          <ac:cxnSpMkLst>
            <pc:docMk/>
            <pc:sldMk cId="1531364721" sldId="2141412306"/>
            <ac:cxnSpMk id="87" creationId="{00000000-0000-0000-0000-000000000000}"/>
          </ac:cxnSpMkLst>
        </pc:cxnChg>
        <pc:cxnChg chg="del">
          <ac:chgData name="Akula, Kiran" userId="4edd7db3-3f5e-4d95-b6aa-837b0f56c970" providerId="ADAL" clId="{4C49B9B6-ACE1-447B-87EC-03CE5494B992}" dt="2024-05-28T12:31:27.003" v="11" actId="478"/>
          <ac:cxnSpMkLst>
            <pc:docMk/>
            <pc:sldMk cId="1531364721" sldId="2141412306"/>
            <ac:cxnSpMk id="89" creationId="{00000000-0000-0000-0000-000000000000}"/>
          </ac:cxnSpMkLst>
        </pc:cxnChg>
        <pc:cxnChg chg="del">
          <ac:chgData name="Akula, Kiran" userId="4edd7db3-3f5e-4d95-b6aa-837b0f56c970" providerId="ADAL" clId="{4C49B9B6-ACE1-447B-87EC-03CE5494B992}" dt="2024-05-28T12:31:27.003" v="11" actId="478"/>
          <ac:cxnSpMkLst>
            <pc:docMk/>
            <pc:sldMk cId="1531364721" sldId="2141412306"/>
            <ac:cxnSpMk id="90" creationId="{00000000-0000-0000-0000-000000000000}"/>
          </ac:cxnSpMkLst>
        </pc:cxnChg>
        <pc:cxnChg chg="del">
          <ac:chgData name="Akula, Kiran" userId="4edd7db3-3f5e-4d95-b6aa-837b0f56c970" providerId="ADAL" clId="{4C49B9B6-ACE1-447B-87EC-03CE5494B992}" dt="2024-05-28T12:31:27.003" v="11" actId="478"/>
          <ac:cxnSpMkLst>
            <pc:docMk/>
            <pc:sldMk cId="1531364721" sldId="2141412306"/>
            <ac:cxnSpMk id="91" creationId="{00000000-0000-0000-0000-000000000000}"/>
          </ac:cxnSpMkLst>
        </pc:cxnChg>
        <pc:extLst>
          <p:ext xmlns:p="http://schemas.openxmlformats.org/presentationml/2006/main" uri="{D6D511B9-2390-475A-947B-AFAB55BFBCF1}">
            <pc226:cmChg xmlns:pc226="http://schemas.microsoft.com/office/powerpoint/2022/06/main/command" chg="add">
              <pc226:chgData name="Akula, Kiran" userId="4edd7db3-3f5e-4d95-b6aa-837b0f56c970" providerId="ADAL" clId="{4C49B9B6-ACE1-447B-87EC-03CE5494B992}" dt="2024-05-28T12:32:09.511" v="20"/>
              <pc2:cmMkLst xmlns:pc2="http://schemas.microsoft.com/office/powerpoint/2019/9/main/command">
                <pc:docMk/>
                <pc:sldMk cId="1531364721" sldId="2141412306"/>
                <pc2:cmMk id="{8504ED33-874D-47B0-AADD-2E65ADAF0BC8}"/>
              </pc2:cmMkLst>
            </pc226:cmChg>
          </p:ext>
        </pc:extLst>
      </pc:sldChg>
      <pc:sldChg chg="del">
        <pc:chgData name="Akula, Kiran" userId="4edd7db3-3f5e-4d95-b6aa-837b0f56c970" providerId="ADAL" clId="{4C49B9B6-ACE1-447B-87EC-03CE5494B992}" dt="2024-05-28T12:29:00.045" v="7" actId="47"/>
        <pc:sldMkLst>
          <pc:docMk/>
          <pc:sldMk cId="1989688419" sldId="2141412328"/>
        </pc:sldMkLst>
      </pc:sldChg>
      <pc:sldChg chg="add ord">
        <pc:chgData name="Akula, Kiran" userId="4edd7db3-3f5e-4d95-b6aa-837b0f56c970" providerId="ADAL" clId="{4C49B9B6-ACE1-447B-87EC-03CE5494B992}" dt="2024-05-28T12:27:06.582" v="2"/>
        <pc:sldMkLst>
          <pc:docMk/>
          <pc:sldMk cId="3314845531" sldId="2147474195"/>
        </pc:sldMkLst>
      </pc:sldChg>
      <pc:sldChg chg="add">
        <pc:chgData name="Akula, Kiran" userId="4edd7db3-3f5e-4d95-b6aa-837b0f56c970" providerId="ADAL" clId="{4C49B9B6-ACE1-447B-87EC-03CE5494B992}" dt="2024-05-28T12:28:15.103" v="3"/>
        <pc:sldMkLst>
          <pc:docMk/>
          <pc:sldMk cId="2759881903" sldId="2147474196"/>
        </pc:sldMkLst>
      </pc:sldChg>
      <pc:sldChg chg="add">
        <pc:chgData name="Akula, Kiran" userId="4edd7db3-3f5e-4d95-b6aa-837b0f56c970" providerId="ADAL" clId="{4C49B9B6-ACE1-447B-87EC-03CE5494B992}" dt="2024-05-28T12:29:10.856" v="8"/>
        <pc:sldMkLst>
          <pc:docMk/>
          <pc:sldMk cId="3319730112" sldId="2147474197"/>
        </pc:sldMkLst>
      </pc:sldChg>
      <pc:sldChg chg="add">
        <pc:chgData name="Akula, Kiran" userId="4edd7db3-3f5e-4d95-b6aa-837b0f56c970" providerId="ADAL" clId="{4C49B9B6-ACE1-447B-87EC-03CE5494B992}" dt="2024-05-28T12:29:45.119" v="9"/>
        <pc:sldMkLst>
          <pc:docMk/>
          <pc:sldMk cId="1906058678" sldId="2147474198"/>
        </pc:sldMkLst>
      </pc:sldChg>
      <pc:sldChg chg="modSp add mod">
        <pc:chgData name="Akula, Kiran" userId="4edd7db3-3f5e-4d95-b6aa-837b0f56c970" providerId="ADAL" clId="{4C49B9B6-ACE1-447B-87EC-03CE5494B992}" dt="2024-05-28T12:35:34.220" v="152" actId="20577"/>
        <pc:sldMkLst>
          <pc:docMk/>
          <pc:sldMk cId="3214550514" sldId="2147474201"/>
        </pc:sldMkLst>
        <pc:graphicFrameChg chg="modGraphic">
          <ac:chgData name="Akula, Kiran" userId="4edd7db3-3f5e-4d95-b6aa-837b0f56c970" providerId="ADAL" clId="{4C49B9B6-ACE1-447B-87EC-03CE5494B992}" dt="2024-05-28T12:35:34.220" v="152" actId="20577"/>
          <ac:graphicFrameMkLst>
            <pc:docMk/>
            <pc:sldMk cId="3214550514" sldId="2147474201"/>
            <ac:graphicFrameMk id="5" creationId="{0FF2AB5B-189E-0A66-27A2-3A85CBF0E408}"/>
          </ac:graphicFrameMkLst>
        </pc:graphicFrameChg>
      </pc:sldChg>
      <pc:sldChg chg="add">
        <pc:chgData name="Akula, Kiran" userId="4edd7db3-3f5e-4d95-b6aa-837b0f56c970" providerId="ADAL" clId="{4C49B9B6-ACE1-447B-87EC-03CE5494B992}" dt="2024-05-28T12:28:37.201" v="4"/>
        <pc:sldMkLst>
          <pc:docMk/>
          <pc:sldMk cId="35875273" sldId="2147475793"/>
        </pc:sldMkLst>
      </pc:sldChg>
      <pc:sldChg chg="modSp mod">
        <pc:chgData name="Akula, Kiran" userId="4edd7db3-3f5e-4d95-b6aa-837b0f56c970" providerId="ADAL" clId="{4C49B9B6-ACE1-447B-87EC-03CE5494B992}" dt="2024-05-28T17:15:31.213" v="153" actId="122"/>
        <pc:sldMkLst>
          <pc:docMk/>
          <pc:sldMk cId="2145220705" sldId="2147475794"/>
        </pc:sldMkLst>
        <pc:graphicFrameChg chg="modGraphic">
          <ac:chgData name="Akula, Kiran" userId="4edd7db3-3f5e-4d95-b6aa-837b0f56c970" providerId="ADAL" clId="{4C49B9B6-ACE1-447B-87EC-03CE5494B992}" dt="2024-05-28T17:15:31.213" v="153" actId="122"/>
          <ac:graphicFrameMkLst>
            <pc:docMk/>
            <pc:sldMk cId="2145220705" sldId="2147475794"/>
            <ac:graphicFrameMk id="8" creationId="{84F68552-B897-7EF6-ECBF-8F0EDF077AA8}"/>
          </ac:graphicFrameMkLst>
        </pc:graphicFrameChg>
      </pc:sldChg>
    </pc:docChg>
  </pc:docChgLst>
  <pc:docChgLst>
    <pc:chgData name="Bandaru, Muralidhara Rao" userId="f3e341c2-313f-4fed-808d-d330c8250b02" providerId="ADAL" clId="{3EB277C1-9B87-4E18-93F9-91B57C07B708}"/>
    <pc:docChg chg="undo custSel addSld delSld modSld">
      <pc:chgData name="Bandaru, Muralidhara Rao" userId="f3e341c2-313f-4fed-808d-d330c8250b02" providerId="ADAL" clId="{3EB277C1-9B87-4E18-93F9-91B57C07B708}" dt="2024-05-22T03:13:44.326" v="1510" actId="14100"/>
      <pc:docMkLst>
        <pc:docMk/>
      </pc:docMkLst>
      <pc:sldChg chg="addSp delSp modSp mod">
        <pc:chgData name="Bandaru, Muralidhara Rao" userId="f3e341c2-313f-4fed-808d-d330c8250b02" providerId="ADAL" clId="{3EB277C1-9B87-4E18-93F9-91B57C07B708}" dt="2024-05-20T02:50:56.061" v="675" actId="478"/>
        <pc:sldMkLst>
          <pc:docMk/>
          <pc:sldMk cId="2042885715" sldId="2147474192"/>
        </pc:sldMkLst>
        <pc:spChg chg="add mod">
          <ac:chgData name="Bandaru, Muralidhara Rao" userId="f3e341c2-313f-4fed-808d-d330c8250b02" providerId="ADAL" clId="{3EB277C1-9B87-4E18-93F9-91B57C07B708}" dt="2024-05-20T02:50:40.836" v="673" actId="14100"/>
          <ac:spMkLst>
            <pc:docMk/>
            <pc:sldMk cId="2042885715" sldId="2147474192"/>
            <ac:spMk id="3" creationId="{20BB6379-0285-56F4-3687-3DD0B131A670}"/>
          </ac:spMkLst>
        </pc:spChg>
        <pc:spChg chg="mod">
          <ac:chgData name="Bandaru, Muralidhara Rao" userId="f3e341c2-313f-4fed-808d-d330c8250b02" providerId="ADAL" clId="{3EB277C1-9B87-4E18-93F9-91B57C07B708}" dt="2024-05-20T02:49:52.971" v="668" actId="20577"/>
          <ac:spMkLst>
            <pc:docMk/>
            <pc:sldMk cId="2042885715" sldId="2147474192"/>
            <ac:spMk id="4" creationId="{D3E9CD0C-43D4-8A37-4193-057960911025}"/>
          </ac:spMkLst>
        </pc:spChg>
        <pc:picChg chg="mod">
          <ac:chgData name="Bandaru, Muralidhara Rao" userId="f3e341c2-313f-4fed-808d-d330c8250b02" providerId="ADAL" clId="{3EB277C1-9B87-4E18-93F9-91B57C07B708}" dt="2024-05-19T06:58:08.944" v="102" actId="14861"/>
          <ac:picMkLst>
            <pc:docMk/>
            <pc:sldMk cId="2042885715" sldId="2147474192"/>
            <ac:picMk id="5" creationId="{07475B88-0C45-E660-E469-D94146E616D5}"/>
          </ac:picMkLst>
        </pc:picChg>
        <pc:picChg chg="mod">
          <ac:chgData name="Bandaru, Muralidhara Rao" userId="f3e341c2-313f-4fed-808d-d330c8250b02" providerId="ADAL" clId="{3EB277C1-9B87-4E18-93F9-91B57C07B708}" dt="2024-05-19T05:41:40.802" v="3" actId="1076"/>
          <ac:picMkLst>
            <pc:docMk/>
            <pc:sldMk cId="2042885715" sldId="2147474192"/>
            <ac:picMk id="6" creationId="{8EDE83C2-C2F6-BFA0-C6FB-592939899D63}"/>
          </ac:picMkLst>
        </pc:picChg>
        <pc:picChg chg="mod">
          <ac:chgData name="Bandaru, Muralidhara Rao" userId="f3e341c2-313f-4fed-808d-d330c8250b02" providerId="ADAL" clId="{3EB277C1-9B87-4E18-93F9-91B57C07B708}" dt="2024-05-20T02:48:21.921" v="650" actId="1076"/>
          <ac:picMkLst>
            <pc:docMk/>
            <pc:sldMk cId="2042885715" sldId="2147474192"/>
            <ac:picMk id="8" creationId="{A1634904-F113-1BA2-1EB1-CC1269051B1F}"/>
          </ac:picMkLst>
        </pc:picChg>
        <pc:cxnChg chg="add del">
          <ac:chgData name="Bandaru, Muralidhara Rao" userId="f3e341c2-313f-4fed-808d-d330c8250b02" providerId="ADAL" clId="{3EB277C1-9B87-4E18-93F9-91B57C07B708}" dt="2024-05-20T02:50:56.061" v="675" actId="478"/>
          <ac:cxnSpMkLst>
            <pc:docMk/>
            <pc:sldMk cId="2042885715" sldId="2147474192"/>
            <ac:cxnSpMk id="9" creationId="{C41A0509-6084-A688-E3F0-445F0C3AF62C}"/>
          </ac:cxnSpMkLst>
        </pc:cxnChg>
      </pc:sldChg>
      <pc:sldChg chg="addSp delSp modSp mod">
        <pc:chgData name="Bandaru, Muralidhara Rao" userId="f3e341c2-313f-4fed-808d-d330c8250b02" providerId="ADAL" clId="{3EB277C1-9B87-4E18-93F9-91B57C07B708}" dt="2024-05-19T14:13:46.348" v="446" actId="1076"/>
        <pc:sldMkLst>
          <pc:docMk/>
          <pc:sldMk cId="3450465591" sldId="2147474193"/>
        </pc:sldMkLst>
        <pc:spChg chg="del">
          <ac:chgData name="Bandaru, Muralidhara Rao" userId="f3e341c2-313f-4fed-808d-d330c8250b02" providerId="ADAL" clId="{3EB277C1-9B87-4E18-93F9-91B57C07B708}" dt="2024-05-19T06:55:31.328" v="57" actId="478"/>
          <ac:spMkLst>
            <pc:docMk/>
            <pc:sldMk cId="3450465591" sldId="2147474193"/>
            <ac:spMk id="2" creationId="{CDD8537F-6649-3A4F-FA16-717432C15D40}"/>
          </ac:spMkLst>
        </pc:spChg>
        <pc:spChg chg="add del mod">
          <ac:chgData name="Bandaru, Muralidhara Rao" userId="f3e341c2-313f-4fed-808d-d330c8250b02" providerId="ADAL" clId="{3EB277C1-9B87-4E18-93F9-91B57C07B708}" dt="2024-05-19T14:09:40.037" v="417" actId="478"/>
          <ac:spMkLst>
            <pc:docMk/>
            <pc:sldMk cId="3450465591" sldId="2147474193"/>
            <ac:spMk id="4" creationId="{A78D7F20-BD18-FBC4-3EBB-56D28960E3AB}"/>
          </ac:spMkLst>
        </pc:spChg>
        <pc:spChg chg="add del mod ord">
          <ac:chgData name="Bandaru, Muralidhara Rao" userId="f3e341c2-313f-4fed-808d-d330c8250b02" providerId="ADAL" clId="{3EB277C1-9B87-4E18-93F9-91B57C07B708}" dt="2024-05-19T07:02:31.767" v="113" actId="478"/>
          <ac:spMkLst>
            <pc:docMk/>
            <pc:sldMk cId="3450465591" sldId="2147474193"/>
            <ac:spMk id="5" creationId="{66DD7F77-36D9-D50B-286D-5EA67CAEC83C}"/>
          </ac:spMkLst>
        </pc:spChg>
        <pc:spChg chg="mod">
          <ac:chgData name="Bandaru, Muralidhara Rao" userId="f3e341c2-313f-4fed-808d-d330c8250b02" providerId="ADAL" clId="{3EB277C1-9B87-4E18-93F9-91B57C07B708}" dt="2024-05-19T14:11:03.060" v="426" actId="1076"/>
          <ac:spMkLst>
            <pc:docMk/>
            <pc:sldMk cId="3450465591" sldId="2147474193"/>
            <ac:spMk id="10" creationId="{D725078B-CAAE-427C-A710-816929E536C7}"/>
          </ac:spMkLst>
        </pc:spChg>
        <pc:spChg chg="add mod">
          <ac:chgData name="Bandaru, Muralidhara Rao" userId="f3e341c2-313f-4fed-808d-d330c8250b02" providerId="ADAL" clId="{3EB277C1-9B87-4E18-93F9-91B57C07B708}" dt="2024-05-19T14:12:44.079" v="445" actId="12"/>
          <ac:spMkLst>
            <pc:docMk/>
            <pc:sldMk cId="3450465591" sldId="2147474193"/>
            <ac:spMk id="24" creationId="{DE9F6699-A4EB-E190-A87C-48F569402D5E}"/>
          </ac:spMkLst>
        </pc:spChg>
        <pc:picChg chg="add del mod">
          <ac:chgData name="Bandaru, Muralidhara Rao" userId="f3e341c2-313f-4fed-808d-d330c8250b02" providerId="ADAL" clId="{3EB277C1-9B87-4E18-93F9-91B57C07B708}" dt="2024-05-19T06:39:15.713" v="33" actId="478"/>
          <ac:picMkLst>
            <pc:docMk/>
            <pc:sldMk cId="3450465591" sldId="2147474193"/>
            <ac:picMk id="3" creationId="{2680AF41-9CF3-5E40-76C6-F9FDEE605DF6}"/>
          </ac:picMkLst>
        </pc:picChg>
        <pc:picChg chg="add del mod">
          <ac:chgData name="Bandaru, Muralidhara Rao" userId="f3e341c2-313f-4fed-808d-d330c8250b02" providerId="ADAL" clId="{3EB277C1-9B87-4E18-93F9-91B57C07B708}" dt="2024-05-19T08:26:58.254" v="132" actId="478"/>
          <ac:picMkLst>
            <pc:docMk/>
            <pc:sldMk cId="3450465591" sldId="2147474193"/>
            <ac:picMk id="7" creationId="{183C6AB1-2EEA-F0BD-E889-53EFE4A96509}"/>
          </ac:picMkLst>
        </pc:picChg>
        <pc:picChg chg="add del mod">
          <ac:chgData name="Bandaru, Muralidhara Rao" userId="f3e341c2-313f-4fed-808d-d330c8250b02" providerId="ADAL" clId="{3EB277C1-9B87-4E18-93F9-91B57C07B708}" dt="2024-05-19T08:28:15.521" v="136" actId="478"/>
          <ac:picMkLst>
            <pc:docMk/>
            <pc:sldMk cId="3450465591" sldId="2147474193"/>
            <ac:picMk id="9" creationId="{33A1FD55-5AFE-7F9A-DB8A-267D9CCF8B0C}"/>
          </ac:picMkLst>
        </pc:picChg>
        <pc:picChg chg="add del mod">
          <ac:chgData name="Bandaru, Muralidhara Rao" userId="f3e341c2-313f-4fed-808d-d330c8250b02" providerId="ADAL" clId="{3EB277C1-9B87-4E18-93F9-91B57C07B708}" dt="2024-05-19T08:29:52.307" v="140" actId="478"/>
          <ac:picMkLst>
            <pc:docMk/>
            <pc:sldMk cId="3450465591" sldId="2147474193"/>
            <ac:picMk id="12" creationId="{62D8E30B-41D8-97C3-CAB5-DF212BFD0E38}"/>
          </ac:picMkLst>
        </pc:picChg>
        <pc:picChg chg="add del mod">
          <ac:chgData name="Bandaru, Muralidhara Rao" userId="f3e341c2-313f-4fed-808d-d330c8250b02" providerId="ADAL" clId="{3EB277C1-9B87-4E18-93F9-91B57C07B708}" dt="2024-05-19T08:32:50.291" v="144" actId="478"/>
          <ac:picMkLst>
            <pc:docMk/>
            <pc:sldMk cId="3450465591" sldId="2147474193"/>
            <ac:picMk id="14" creationId="{ED226B03-FDB8-9D79-0A98-893B9A2FE0E2}"/>
          </ac:picMkLst>
        </pc:picChg>
        <pc:picChg chg="add del mod">
          <ac:chgData name="Bandaru, Muralidhara Rao" userId="f3e341c2-313f-4fed-808d-d330c8250b02" providerId="ADAL" clId="{3EB277C1-9B87-4E18-93F9-91B57C07B708}" dt="2024-05-19T08:35:37.620" v="150" actId="478"/>
          <ac:picMkLst>
            <pc:docMk/>
            <pc:sldMk cId="3450465591" sldId="2147474193"/>
            <ac:picMk id="16" creationId="{1831F4D1-4337-B961-4E90-4B59DF5A86C7}"/>
          </ac:picMkLst>
        </pc:picChg>
        <pc:picChg chg="add del mod">
          <ac:chgData name="Bandaru, Muralidhara Rao" userId="f3e341c2-313f-4fed-808d-d330c8250b02" providerId="ADAL" clId="{3EB277C1-9B87-4E18-93F9-91B57C07B708}" dt="2024-05-19T13:56:44.378" v="154" actId="478"/>
          <ac:picMkLst>
            <pc:docMk/>
            <pc:sldMk cId="3450465591" sldId="2147474193"/>
            <ac:picMk id="18" creationId="{BD47641C-A55F-56FF-6E2B-E5C926A95061}"/>
          </ac:picMkLst>
        </pc:picChg>
        <pc:picChg chg="add del mod">
          <ac:chgData name="Bandaru, Muralidhara Rao" userId="f3e341c2-313f-4fed-808d-d330c8250b02" providerId="ADAL" clId="{3EB277C1-9B87-4E18-93F9-91B57C07B708}" dt="2024-05-19T13:57:48.178" v="162" actId="478"/>
          <ac:picMkLst>
            <pc:docMk/>
            <pc:sldMk cId="3450465591" sldId="2147474193"/>
            <ac:picMk id="20" creationId="{8BCFC3B6-E446-7D4C-D63A-5F471A7A5213}"/>
          </ac:picMkLst>
        </pc:picChg>
        <pc:picChg chg="add mod ord">
          <ac:chgData name="Bandaru, Muralidhara Rao" userId="f3e341c2-313f-4fed-808d-d330c8250b02" providerId="ADAL" clId="{3EB277C1-9B87-4E18-93F9-91B57C07B708}" dt="2024-05-19T14:09:38.123" v="416" actId="1076"/>
          <ac:picMkLst>
            <pc:docMk/>
            <pc:sldMk cId="3450465591" sldId="2147474193"/>
            <ac:picMk id="22" creationId="{6018E672-D52D-AF79-2C0C-7E1D6CD0035F}"/>
          </ac:picMkLst>
        </pc:picChg>
        <pc:picChg chg="add del mod">
          <ac:chgData name="Bandaru, Muralidhara Rao" userId="f3e341c2-313f-4fed-808d-d330c8250b02" providerId="ADAL" clId="{3EB277C1-9B87-4E18-93F9-91B57C07B708}" dt="2024-05-19T06:33:10.686" v="27" actId="478"/>
          <ac:picMkLst>
            <pc:docMk/>
            <pc:sldMk cId="3450465591" sldId="2147474193"/>
            <ac:picMk id="1026" creationId="{820B3B32-38C4-43A8-51E5-8A896799DD98}"/>
          </ac:picMkLst>
        </pc:picChg>
        <pc:picChg chg="add del mod">
          <ac:chgData name="Bandaru, Muralidhara Rao" userId="f3e341c2-313f-4fed-808d-d330c8250b02" providerId="ADAL" clId="{3EB277C1-9B87-4E18-93F9-91B57C07B708}" dt="2024-05-19T06:35:48.789" v="31" actId="21"/>
          <ac:picMkLst>
            <pc:docMk/>
            <pc:sldMk cId="3450465591" sldId="2147474193"/>
            <ac:picMk id="1028" creationId="{00C39E48-A1BA-ACE7-BC86-D3DD3BF1429B}"/>
          </ac:picMkLst>
        </pc:picChg>
        <pc:picChg chg="add del mod">
          <ac:chgData name="Bandaru, Muralidhara Rao" userId="f3e341c2-313f-4fed-808d-d330c8250b02" providerId="ADAL" clId="{3EB277C1-9B87-4E18-93F9-91B57C07B708}" dt="2024-05-19T06:40:22.863" v="37" actId="478"/>
          <ac:picMkLst>
            <pc:docMk/>
            <pc:sldMk cId="3450465591" sldId="2147474193"/>
            <ac:picMk id="1030" creationId="{D0D48598-98C9-6042-E0EB-3199210FC264}"/>
          </ac:picMkLst>
        </pc:picChg>
        <pc:picChg chg="add del mod">
          <ac:chgData name="Bandaru, Muralidhara Rao" userId="f3e341c2-313f-4fed-808d-d330c8250b02" providerId="ADAL" clId="{3EB277C1-9B87-4E18-93F9-91B57C07B708}" dt="2024-05-19T06:41:41.847" v="41" actId="478"/>
          <ac:picMkLst>
            <pc:docMk/>
            <pc:sldMk cId="3450465591" sldId="2147474193"/>
            <ac:picMk id="1032" creationId="{11742951-9C2F-6149-F1BB-579A11E1187C}"/>
          </ac:picMkLst>
        </pc:picChg>
        <pc:picChg chg="add del mod">
          <ac:chgData name="Bandaru, Muralidhara Rao" userId="f3e341c2-313f-4fed-808d-d330c8250b02" providerId="ADAL" clId="{3EB277C1-9B87-4E18-93F9-91B57C07B708}" dt="2024-05-19T06:42:34.530" v="45" actId="478"/>
          <ac:picMkLst>
            <pc:docMk/>
            <pc:sldMk cId="3450465591" sldId="2147474193"/>
            <ac:picMk id="1034" creationId="{66968F95-0D62-CBEB-EF2C-D027D58FB266}"/>
          </ac:picMkLst>
        </pc:picChg>
        <pc:picChg chg="add del mod">
          <ac:chgData name="Bandaru, Muralidhara Rao" userId="f3e341c2-313f-4fed-808d-d330c8250b02" providerId="ADAL" clId="{3EB277C1-9B87-4E18-93F9-91B57C07B708}" dt="2024-05-19T06:42:45.226" v="48" actId="478"/>
          <ac:picMkLst>
            <pc:docMk/>
            <pc:sldMk cId="3450465591" sldId="2147474193"/>
            <ac:picMk id="1036" creationId="{3D2CD91B-1F03-0F6E-DA9F-2F7FDA4FBA67}"/>
          </ac:picMkLst>
        </pc:picChg>
        <pc:picChg chg="add del mod">
          <ac:chgData name="Bandaru, Muralidhara Rao" userId="f3e341c2-313f-4fed-808d-d330c8250b02" providerId="ADAL" clId="{3EB277C1-9B87-4E18-93F9-91B57C07B708}" dt="2024-05-19T06:53:53.006" v="52" actId="478"/>
          <ac:picMkLst>
            <pc:docMk/>
            <pc:sldMk cId="3450465591" sldId="2147474193"/>
            <ac:picMk id="1038" creationId="{ADB20E05-42C4-5B4A-6C31-45FC0960B088}"/>
          </ac:picMkLst>
        </pc:picChg>
        <pc:picChg chg="add del mod">
          <ac:chgData name="Bandaru, Muralidhara Rao" userId="f3e341c2-313f-4fed-808d-d330c8250b02" providerId="ADAL" clId="{3EB277C1-9B87-4E18-93F9-91B57C07B708}" dt="2024-05-19T07:01:51.142" v="103" actId="478"/>
          <ac:picMkLst>
            <pc:docMk/>
            <pc:sldMk cId="3450465591" sldId="2147474193"/>
            <ac:picMk id="1040" creationId="{4C2A9652-E3A6-0356-CDC9-AE54D4E6B02C}"/>
          </ac:picMkLst>
        </pc:picChg>
        <pc:picChg chg="add del mod">
          <ac:chgData name="Bandaru, Muralidhara Rao" userId="f3e341c2-313f-4fed-808d-d330c8250b02" providerId="ADAL" clId="{3EB277C1-9B87-4E18-93F9-91B57C07B708}" dt="2024-05-19T08:25:51.511" v="127" actId="478"/>
          <ac:picMkLst>
            <pc:docMk/>
            <pc:sldMk cId="3450465591" sldId="2147474193"/>
            <ac:picMk id="1042" creationId="{F4190274-3EFE-3319-9416-C46E8F9DED71}"/>
          </ac:picMkLst>
        </pc:picChg>
        <pc:picChg chg="add del mod">
          <ac:chgData name="Bandaru, Muralidhara Rao" userId="f3e341c2-313f-4fed-808d-d330c8250b02" providerId="ADAL" clId="{3EB277C1-9B87-4E18-93F9-91B57C07B708}" dt="2024-05-19T07:19:05.559" v="125"/>
          <ac:picMkLst>
            <pc:docMk/>
            <pc:sldMk cId="3450465591" sldId="2147474193"/>
            <ac:picMk id="1044" creationId="{000F149B-4602-FC1D-C7EE-4A00EDE37EC2}"/>
          </ac:picMkLst>
        </pc:picChg>
        <pc:cxnChg chg="add mod">
          <ac:chgData name="Bandaru, Muralidhara Rao" userId="f3e341c2-313f-4fed-808d-d330c8250b02" providerId="ADAL" clId="{3EB277C1-9B87-4E18-93F9-91B57C07B708}" dt="2024-05-19T14:13:46.348" v="446" actId="1076"/>
          <ac:cxnSpMkLst>
            <pc:docMk/>
            <pc:sldMk cId="3450465591" sldId="2147474193"/>
            <ac:cxnSpMk id="26" creationId="{D4CE4E6A-E893-0B83-0644-6B123ECB045A}"/>
          </ac:cxnSpMkLst>
        </pc:cxnChg>
      </pc:sldChg>
      <pc:sldChg chg="addSp delSp modSp add mod">
        <pc:chgData name="Bandaru, Muralidhara Rao" userId="f3e341c2-313f-4fed-808d-d330c8250b02" providerId="ADAL" clId="{3EB277C1-9B87-4E18-93F9-91B57C07B708}" dt="2024-05-20T03:27:21.057" v="1486" actId="255"/>
        <pc:sldMkLst>
          <pc:docMk/>
          <pc:sldMk cId="374347881" sldId="2147474194"/>
        </pc:sldMkLst>
        <pc:spChg chg="add mod">
          <ac:chgData name="Bandaru, Muralidhara Rao" userId="f3e341c2-313f-4fed-808d-d330c8250b02" providerId="ADAL" clId="{3EB277C1-9B87-4E18-93F9-91B57C07B708}" dt="2024-05-20T03:24:13.553" v="1456" actId="1076"/>
          <ac:spMkLst>
            <pc:docMk/>
            <pc:sldMk cId="374347881" sldId="2147474194"/>
            <ac:spMk id="2" creationId="{DB52411C-42EE-C25D-BB6B-78BD55883BCA}"/>
          </ac:spMkLst>
        </pc:spChg>
        <pc:spChg chg="add mod">
          <ac:chgData name="Bandaru, Muralidhara Rao" userId="f3e341c2-313f-4fed-808d-d330c8250b02" providerId="ADAL" clId="{3EB277C1-9B87-4E18-93F9-91B57C07B708}" dt="2024-05-20T03:24:06.698" v="1454" actId="6549"/>
          <ac:spMkLst>
            <pc:docMk/>
            <pc:sldMk cId="374347881" sldId="2147474194"/>
            <ac:spMk id="3" creationId="{C90AE33C-F0E6-6FFA-149D-E6FE71B03496}"/>
          </ac:spMkLst>
        </pc:spChg>
        <pc:spChg chg="add del mod">
          <ac:chgData name="Bandaru, Muralidhara Rao" userId="f3e341c2-313f-4fed-808d-d330c8250b02" providerId="ADAL" clId="{3EB277C1-9B87-4E18-93F9-91B57C07B708}" dt="2024-05-19T15:04:25.252" v="592" actId="21"/>
          <ac:spMkLst>
            <pc:docMk/>
            <pc:sldMk cId="374347881" sldId="2147474194"/>
            <ac:spMk id="6" creationId="{6A86F660-ED2E-5A15-D4C4-1CA77511B0EC}"/>
          </ac:spMkLst>
        </pc:spChg>
        <pc:spChg chg="add mod">
          <ac:chgData name="Bandaru, Muralidhara Rao" userId="f3e341c2-313f-4fed-808d-d330c8250b02" providerId="ADAL" clId="{3EB277C1-9B87-4E18-93F9-91B57C07B708}" dt="2024-05-20T03:24:18.607" v="1458" actId="20577"/>
          <ac:spMkLst>
            <pc:docMk/>
            <pc:sldMk cId="374347881" sldId="2147474194"/>
            <ac:spMk id="7" creationId="{0C13EC37-873E-1479-817C-0F603A4A4FDA}"/>
          </ac:spMkLst>
        </pc:spChg>
        <pc:spChg chg="add mod">
          <ac:chgData name="Bandaru, Muralidhara Rao" userId="f3e341c2-313f-4fed-808d-d330c8250b02" providerId="ADAL" clId="{3EB277C1-9B87-4E18-93F9-91B57C07B708}" dt="2024-05-20T03:24:10.781" v="1455" actId="1076"/>
          <ac:spMkLst>
            <pc:docMk/>
            <pc:sldMk cId="374347881" sldId="2147474194"/>
            <ac:spMk id="8" creationId="{88C93696-1864-0DC7-4D77-1E8EDFF33956}"/>
          </ac:spMkLst>
        </pc:spChg>
        <pc:spChg chg="add mod">
          <ac:chgData name="Bandaru, Muralidhara Rao" userId="f3e341c2-313f-4fed-808d-d330c8250b02" providerId="ADAL" clId="{3EB277C1-9B87-4E18-93F9-91B57C07B708}" dt="2024-05-20T03:20:52.860" v="1369" actId="14100"/>
          <ac:spMkLst>
            <pc:docMk/>
            <pc:sldMk cId="374347881" sldId="2147474194"/>
            <ac:spMk id="9" creationId="{36B397A2-F792-5FB3-C803-0DF4F893B590}"/>
          </ac:spMkLst>
        </pc:spChg>
        <pc:spChg chg="mod">
          <ac:chgData name="Bandaru, Muralidhara Rao" userId="f3e341c2-313f-4fed-808d-d330c8250b02" providerId="ADAL" clId="{3EB277C1-9B87-4E18-93F9-91B57C07B708}" dt="2024-05-19T15:02:15.673" v="587" actId="1076"/>
          <ac:spMkLst>
            <pc:docMk/>
            <pc:sldMk cId="374347881" sldId="2147474194"/>
            <ac:spMk id="10" creationId="{D725078B-CAAE-427C-A710-816929E536C7}"/>
          </ac:spMkLst>
        </pc:spChg>
        <pc:spChg chg="add mod">
          <ac:chgData name="Bandaru, Muralidhara Rao" userId="f3e341c2-313f-4fed-808d-d330c8250b02" providerId="ADAL" clId="{3EB277C1-9B87-4E18-93F9-91B57C07B708}" dt="2024-05-20T03:21:53.355" v="1375" actId="14100"/>
          <ac:spMkLst>
            <pc:docMk/>
            <pc:sldMk cId="374347881" sldId="2147474194"/>
            <ac:spMk id="11" creationId="{37E920BF-BA2B-2454-BD9F-47A76FF32115}"/>
          </ac:spMkLst>
        </pc:spChg>
        <pc:spChg chg="add del mod">
          <ac:chgData name="Bandaru, Muralidhara Rao" userId="f3e341c2-313f-4fed-808d-d330c8250b02" providerId="ADAL" clId="{3EB277C1-9B87-4E18-93F9-91B57C07B708}" dt="2024-05-19T15:04:53.671" v="600" actId="21"/>
          <ac:spMkLst>
            <pc:docMk/>
            <pc:sldMk cId="374347881" sldId="2147474194"/>
            <ac:spMk id="11" creationId="{A33C9B0F-8301-F935-D638-6A2703757C43}"/>
          </ac:spMkLst>
        </pc:spChg>
        <pc:spChg chg="add mod">
          <ac:chgData name="Bandaru, Muralidhara Rao" userId="f3e341c2-313f-4fed-808d-d330c8250b02" providerId="ADAL" clId="{3EB277C1-9B87-4E18-93F9-91B57C07B708}" dt="2024-05-20T03:22:01.903" v="1377" actId="14100"/>
          <ac:spMkLst>
            <pc:docMk/>
            <pc:sldMk cId="374347881" sldId="2147474194"/>
            <ac:spMk id="12" creationId="{CD77A307-7CC8-5493-B604-0E6CDFBF8B16}"/>
          </ac:spMkLst>
        </pc:spChg>
        <pc:spChg chg="add mod">
          <ac:chgData name="Bandaru, Muralidhara Rao" userId="f3e341c2-313f-4fed-808d-d330c8250b02" providerId="ADAL" clId="{3EB277C1-9B87-4E18-93F9-91B57C07B708}" dt="2024-05-20T03:21:58.103" v="1376" actId="14100"/>
          <ac:spMkLst>
            <pc:docMk/>
            <pc:sldMk cId="374347881" sldId="2147474194"/>
            <ac:spMk id="14" creationId="{8E6F847A-195A-3864-1AA1-7FA87B173DDD}"/>
          </ac:spMkLst>
        </pc:spChg>
        <pc:spChg chg="add mod ord">
          <ac:chgData name="Bandaru, Muralidhara Rao" userId="f3e341c2-313f-4fed-808d-d330c8250b02" providerId="ADAL" clId="{3EB277C1-9B87-4E18-93F9-91B57C07B708}" dt="2024-05-20T03:20:33.424" v="1362" actId="14100"/>
          <ac:spMkLst>
            <pc:docMk/>
            <pc:sldMk cId="374347881" sldId="2147474194"/>
            <ac:spMk id="16" creationId="{BB360998-D650-32B3-DC82-7ADAE28B5CA6}"/>
          </ac:spMkLst>
        </pc:spChg>
        <pc:spChg chg="add mod">
          <ac:chgData name="Bandaru, Muralidhara Rao" userId="f3e341c2-313f-4fed-808d-d330c8250b02" providerId="ADAL" clId="{3EB277C1-9B87-4E18-93F9-91B57C07B708}" dt="2024-05-20T03:21:29.295" v="1373" actId="14100"/>
          <ac:spMkLst>
            <pc:docMk/>
            <pc:sldMk cId="374347881" sldId="2147474194"/>
            <ac:spMk id="17" creationId="{470EDCE0-CE9D-C81F-10A4-662AE0A7D140}"/>
          </ac:spMkLst>
        </pc:spChg>
        <pc:spChg chg="add mod">
          <ac:chgData name="Bandaru, Muralidhara Rao" userId="f3e341c2-313f-4fed-808d-d330c8250b02" providerId="ADAL" clId="{3EB277C1-9B87-4E18-93F9-91B57C07B708}" dt="2024-05-20T03:27:21.057" v="1486" actId="255"/>
          <ac:spMkLst>
            <pc:docMk/>
            <pc:sldMk cId="374347881" sldId="2147474194"/>
            <ac:spMk id="19" creationId="{4CB474D8-15F0-D82A-9E0E-DDC6776C875F}"/>
          </ac:spMkLst>
        </pc:spChg>
        <pc:spChg chg="del mod">
          <ac:chgData name="Bandaru, Muralidhara Rao" userId="f3e341c2-313f-4fed-808d-d330c8250b02" providerId="ADAL" clId="{3EB277C1-9B87-4E18-93F9-91B57C07B708}" dt="2024-05-19T14:08:03.344" v="405" actId="478"/>
          <ac:spMkLst>
            <pc:docMk/>
            <pc:sldMk cId="374347881" sldId="2147474194"/>
            <ac:spMk id="24" creationId="{DE9F6699-A4EB-E190-A87C-48F569402D5E}"/>
          </ac:spMkLst>
        </pc:spChg>
        <pc:picChg chg="add mod">
          <ac:chgData name="Bandaru, Muralidhara Rao" userId="f3e341c2-313f-4fed-808d-d330c8250b02" providerId="ADAL" clId="{3EB277C1-9B87-4E18-93F9-91B57C07B708}" dt="2024-05-20T03:18:44.420" v="1344" actId="1076"/>
          <ac:picMkLst>
            <pc:docMk/>
            <pc:sldMk cId="374347881" sldId="2147474194"/>
            <ac:picMk id="5" creationId="{08996741-D2A8-3219-FF6A-4E4D4BEB2C59}"/>
          </ac:picMkLst>
        </pc:picChg>
        <pc:picChg chg="add del mod">
          <ac:chgData name="Bandaru, Muralidhara Rao" userId="f3e341c2-313f-4fed-808d-d330c8250b02" providerId="ADAL" clId="{3EB277C1-9B87-4E18-93F9-91B57C07B708}" dt="2024-05-20T02:53:54.605" v="676" actId="478"/>
          <ac:picMkLst>
            <pc:docMk/>
            <pc:sldMk cId="374347881" sldId="2147474194"/>
            <ac:picMk id="15" creationId="{D9AE491A-10F9-6A52-E674-3531E88259E2}"/>
          </ac:picMkLst>
        </pc:picChg>
        <pc:picChg chg="del">
          <ac:chgData name="Bandaru, Muralidhara Rao" userId="f3e341c2-313f-4fed-808d-d330c8250b02" providerId="ADAL" clId="{3EB277C1-9B87-4E18-93F9-91B57C07B708}" dt="2024-05-19T14:08:04.349" v="406" actId="478"/>
          <ac:picMkLst>
            <pc:docMk/>
            <pc:sldMk cId="374347881" sldId="2147474194"/>
            <ac:picMk id="22" creationId="{6018E672-D52D-AF79-2C0C-7E1D6CD0035F}"/>
          </ac:picMkLst>
        </pc:picChg>
        <pc:cxnChg chg="add del mod">
          <ac:chgData name="Bandaru, Muralidhara Rao" userId="f3e341c2-313f-4fed-808d-d330c8250b02" providerId="ADAL" clId="{3EB277C1-9B87-4E18-93F9-91B57C07B708}" dt="2024-05-20T02:58:55.627" v="722" actId="478"/>
          <ac:cxnSpMkLst>
            <pc:docMk/>
            <pc:sldMk cId="374347881" sldId="2147474194"/>
            <ac:cxnSpMk id="13" creationId="{B01226B8-4767-F43F-CAB5-E7662E95A106}"/>
          </ac:cxnSpMkLst>
        </pc:cxnChg>
      </pc:sldChg>
      <pc:sldChg chg="delSp modSp new del mod">
        <pc:chgData name="Bandaru, Muralidhara Rao" userId="f3e341c2-313f-4fed-808d-d330c8250b02" providerId="ADAL" clId="{3EB277C1-9B87-4E18-93F9-91B57C07B708}" dt="2024-05-19T14:07:52.625" v="402" actId="2696"/>
        <pc:sldMkLst>
          <pc:docMk/>
          <pc:sldMk cId="1125056371" sldId="2147474194"/>
        </pc:sldMkLst>
        <pc:spChg chg="del">
          <ac:chgData name="Bandaru, Muralidhara Rao" userId="f3e341c2-313f-4fed-808d-d330c8250b02" providerId="ADAL" clId="{3EB277C1-9B87-4E18-93F9-91B57C07B708}" dt="2024-05-19T14:07:40.967" v="399" actId="478"/>
          <ac:spMkLst>
            <pc:docMk/>
            <pc:sldMk cId="1125056371" sldId="2147474194"/>
            <ac:spMk id="2" creationId="{D5D4EE6D-C633-1500-3ADD-FE15FA3DAB0B}"/>
          </ac:spMkLst>
        </pc:spChg>
        <pc:spChg chg="mod">
          <ac:chgData name="Bandaru, Muralidhara Rao" userId="f3e341c2-313f-4fed-808d-d330c8250b02" providerId="ADAL" clId="{3EB277C1-9B87-4E18-93F9-91B57C07B708}" dt="2024-05-19T14:07:43.919" v="400" actId="6549"/>
          <ac:spMkLst>
            <pc:docMk/>
            <pc:sldMk cId="1125056371" sldId="2147474194"/>
            <ac:spMk id="4" creationId="{877C87B3-A637-D6E2-5DF6-55D06DBFA30E}"/>
          </ac:spMkLst>
        </pc:spChg>
        <pc:spChg chg="mod">
          <ac:chgData name="Bandaru, Muralidhara Rao" userId="f3e341c2-313f-4fed-808d-d330c8250b02" providerId="ADAL" clId="{3EB277C1-9B87-4E18-93F9-91B57C07B708}" dt="2024-05-19T14:07:47.264" v="401" actId="6549"/>
          <ac:spMkLst>
            <pc:docMk/>
            <pc:sldMk cId="1125056371" sldId="2147474194"/>
            <ac:spMk id="5" creationId="{F6FAFDBF-52EB-FF74-D91B-2F1854409C61}"/>
          </ac:spMkLst>
        </pc:spChg>
      </pc:sldChg>
      <pc:sldChg chg="addSp delSp modSp add del mod">
        <pc:chgData name="Bandaru, Muralidhara Rao" userId="f3e341c2-313f-4fed-808d-d330c8250b02" providerId="ADAL" clId="{3EB277C1-9B87-4E18-93F9-91B57C07B708}" dt="2024-05-20T02:59:28.682" v="737" actId="47"/>
        <pc:sldMkLst>
          <pc:docMk/>
          <pc:sldMk cId="2116471455" sldId="2147474195"/>
        </pc:sldMkLst>
        <pc:spChg chg="add del">
          <ac:chgData name="Bandaru, Muralidhara Rao" userId="f3e341c2-313f-4fed-808d-d330c8250b02" providerId="ADAL" clId="{3EB277C1-9B87-4E18-93F9-91B57C07B708}" dt="2024-05-19T14:56:58.079" v="568" actId="478"/>
          <ac:spMkLst>
            <pc:docMk/>
            <pc:sldMk cId="2116471455" sldId="2147474195"/>
            <ac:spMk id="2" creationId="{D35B6251-F856-F6BD-5051-969A28A86A67}"/>
          </ac:spMkLst>
        </pc:spChg>
        <pc:spChg chg="del mod">
          <ac:chgData name="Bandaru, Muralidhara Rao" userId="f3e341c2-313f-4fed-808d-d330c8250b02" providerId="ADAL" clId="{3EB277C1-9B87-4E18-93F9-91B57C07B708}" dt="2024-05-19T14:56:26.856" v="564" actId="478"/>
          <ac:spMkLst>
            <pc:docMk/>
            <pc:sldMk cId="2116471455" sldId="2147474195"/>
            <ac:spMk id="3" creationId="{C90AE33C-F0E6-6FFA-149D-E6FE71B03496}"/>
          </ac:spMkLst>
        </pc:spChg>
        <pc:spChg chg="add del">
          <ac:chgData name="Bandaru, Muralidhara Rao" userId="f3e341c2-313f-4fed-808d-d330c8250b02" providerId="ADAL" clId="{3EB277C1-9B87-4E18-93F9-91B57C07B708}" dt="2024-05-19T14:57:05.745" v="570" actId="478"/>
          <ac:spMkLst>
            <pc:docMk/>
            <pc:sldMk cId="2116471455" sldId="2147474195"/>
            <ac:spMk id="5" creationId="{52B4D2F3-742F-20A2-CF6D-933584750DA9}"/>
          </ac:spMkLst>
        </pc:spChg>
        <pc:spChg chg="del">
          <ac:chgData name="Bandaru, Muralidhara Rao" userId="f3e341c2-313f-4fed-808d-d330c8250b02" providerId="ADAL" clId="{3EB277C1-9B87-4E18-93F9-91B57C07B708}" dt="2024-05-19T14:56:28.879" v="565" actId="478"/>
          <ac:spMkLst>
            <pc:docMk/>
            <pc:sldMk cId="2116471455" sldId="2147474195"/>
            <ac:spMk id="6" creationId="{6A86F660-ED2E-5A15-D4C4-1CA77511B0EC}"/>
          </ac:spMkLst>
        </pc:spChg>
        <pc:spChg chg="add del">
          <ac:chgData name="Bandaru, Muralidhara Rao" userId="f3e341c2-313f-4fed-808d-d330c8250b02" providerId="ADAL" clId="{3EB277C1-9B87-4E18-93F9-91B57C07B708}" dt="2024-05-19T14:57:14.733" v="572" actId="478"/>
          <ac:spMkLst>
            <pc:docMk/>
            <pc:sldMk cId="2116471455" sldId="2147474195"/>
            <ac:spMk id="7" creationId="{E783031B-C385-D63D-C9C7-82F608D934A2}"/>
          </ac:spMkLst>
        </pc:spChg>
        <pc:spChg chg="del">
          <ac:chgData name="Bandaru, Muralidhara Rao" userId="f3e341c2-313f-4fed-808d-d330c8250b02" providerId="ADAL" clId="{3EB277C1-9B87-4E18-93F9-91B57C07B708}" dt="2024-05-19T14:56:30.762" v="566" actId="478"/>
          <ac:spMkLst>
            <pc:docMk/>
            <pc:sldMk cId="2116471455" sldId="2147474195"/>
            <ac:spMk id="8" creationId="{88C93696-1864-0DC7-4D77-1E8EDFF33956}"/>
          </ac:spMkLst>
        </pc:spChg>
        <pc:spChg chg="del">
          <ac:chgData name="Bandaru, Muralidhara Rao" userId="f3e341c2-313f-4fed-808d-d330c8250b02" providerId="ADAL" clId="{3EB277C1-9B87-4E18-93F9-91B57C07B708}" dt="2024-05-19T15:03:26.396" v="591" actId="478"/>
          <ac:spMkLst>
            <pc:docMk/>
            <pc:sldMk cId="2116471455" sldId="2147474195"/>
            <ac:spMk id="11" creationId="{A33C9B0F-8301-F935-D638-6A2703757C43}"/>
          </ac:spMkLst>
        </pc:spChg>
        <pc:spChg chg="add del mod">
          <ac:chgData name="Bandaru, Muralidhara Rao" userId="f3e341c2-313f-4fed-808d-d330c8250b02" providerId="ADAL" clId="{3EB277C1-9B87-4E18-93F9-91B57C07B708}" dt="2024-05-19T15:04:32.644" v="594" actId="21"/>
          <ac:spMkLst>
            <pc:docMk/>
            <pc:sldMk cId="2116471455" sldId="2147474195"/>
            <ac:spMk id="16" creationId="{38812D4D-8C0C-BA8B-12A3-63C77CF68B85}"/>
          </ac:spMkLst>
        </pc:spChg>
        <pc:spChg chg="add mod">
          <ac:chgData name="Bandaru, Muralidhara Rao" userId="f3e341c2-313f-4fed-808d-d330c8250b02" providerId="ADAL" clId="{3EB277C1-9B87-4E18-93F9-91B57C07B708}" dt="2024-05-20T01:46:48.794" v="636" actId="20577"/>
          <ac:spMkLst>
            <pc:docMk/>
            <pc:sldMk cId="2116471455" sldId="2147474195"/>
            <ac:spMk id="17" creationId="{ED571732-6B97-3FDE-C608-491CE5962770}"/>
          </ac:spMkLst>
        </pc:spChg>
        <pc:spChg chg="add mod">
          <ac:chgData name="Bandaru, Muralidhara Rao" userId="f3e341c2-313f-4fed-808d-d330c8250b02" providerId="ADAL" clId="{3EB277C1-9B87-4E18-93F9-91B57C07B708}" dt="2024-05-19T15:04:56.797" v="601"/>
          <ac:spMkLst>
            <pc:docMk/>
            <pc:sldMk cId="2116471455" sldId="2147474195"/>
            <ac:spMk id="18" creationId="{3C694F64-86B4-5DE7-DAFB-7FA2997C1B08}"/>
          </ac:spMkLst>
        </pc:spChg>
        <pc:picChg chg="add del mod">
          <ac:chgData name="Bandaru, Muralidhara Rao" userId="f3e341c2-313f-4fed-808d-d330c8250b02" providerId="ADAL" clId="{3EB277C1-9B87-4E18-93F9-91B57C07B708}" dt="2024-05-19T15:03:19.413" v="588" actId="478"/>
          <ac:picMkLst>
            <pc:docMk/>
            <pc:sldMk cId="2116471455" sldId="2147474195"/>
            <ac:picMk id="12" creationId="{6ECFDCC2-498A-CA66-2FDD-D5E598E06CC4}"/>
          </ac:picMkLst>
        </pc:picChg>
        <pc:picChg chg="add mod">
          <ac:chgData name="Bandaru, Muralidhara Rao" userId="f3e341c2-313f-4fed-808d-d330c8250b02" providerId="ADAL" clId="{3EB277C1-9B87-4E18-93F9-91B57C07B708}" dt="2024-05-19T15:04:45.720" v="599" actId="1076"/>
          <ac:picMkLst>
            <pc:docMk/>
            <pc:sldMk cId="2116471455" sldId="2147474195"/>
            <ac:picMk id="15" creationId="{B5A71E74-910F-EC88-AECA-250E5FA81AC2}"/>
          </ac:picMkLst>
        </pc:picChg>
      </pc:sldChg>
      <pc:sldChg chg="modSp mod">
        <pc:chgData name="Bandaru, Muralidhara Rao" userId="f3e341c2-313f-4fed-808d-d330c8250b02" providerId="ADAL" clId="{3EB277C1-9B87-4E18-93F9-91B57C07B708}" dt="2024-05-22T03:13:44.326" v="1510" actId="14100"/>
        <pc:sldMkLst>
          <pc:docMk/>
          <pc:sldMk cId="3191873016" sldId="2147475791"/>
        </pc:sldMkLst>
        <pc:spChg chg="mod">
          <ac:chgData name="Bandaru, Muralidhara Rao" userId="f3e341c2-313f-4fed-808d-d330c8250b02" providerId="ADAL" clId="{3EB277C1-9B87-4E18-93F9-91B57C07B708}" dt="2024-05-20T13:39:28.973" v="1501" actId="1076"/>
          <ac:spMkLst>
            <pc:docMk/>
            <pc:sldMk cId="3191873016" sldId="2147475791"/>
            <ac:spMk id="2" creationId="{719614AD-B611-D048-15DC-1EA375A98276}"/>
          </ac:spMkLst>
        </pc:spChg>
        <pc:spChg chg="mod">
          <ac:chgData name="Bandaru, Muralidhara Rao" userId="f3e341c2-313f-4fed-808d-d330c8250b02" providerId="ADAL" clId="{3EB277C1-9B87-4E18-93F9-91B57C07B708}" dt="2024-05-20T12:19:07.138" v="1487" actId="6549"/>
          <ac:spMkLst>
            <pc:docMk/>
            <pc:sldMk cId="3191873016" sldId="2147475791"/>
            <ac:spMk id="5" creationId="{5F28BB75-9760-1FC8-5011-6456E7634A5B}"/>
          </ac:spMkLst>
        </pc:spChg>
        <pc:spChg chg="mod">
          <ac:chgData name="Bandaru, Muralidhara Rao" userId="f3e341c2-313f-4fed-808d-d330c8250b02" providerId="ADAL" clId="{3EB277C1-9B87-4E18-93F9-91B57C07B708}" dt="2024-05-20T13:38:48.250" v="1500" actId="1076"/>
          <ac:spMkLst>
            <pc:docMk/>
            <pc:sldMk cId="3191873016" sldId="2147475791"/>
            <ac:spMk id="7" creationId="{26070EA2-1A33-D57A-5739-9057832D322C}"/>
          </ac:spMkLst>
        </pc:spChg>
        <pc:spChg chg="mod">
          <ac:chgData name="Bandaru, Muralidhara Rao" userId="f3e341c2-313f-4fed-808d-d330c8250b02" providerId="ADAL" clId="{3EB277C1-9B87-4E18-93F9-91B57C07B708}" dt="2024-05-22T03:13:44.326" v="1510" actId="14100"/>
          <ac:spMkLst>
            <pc:docMk/>
            <pc:sldMk cId="3191873016" sldId="2147475791"/>
            <ac:spMk id="11" creationId="{CD875C97-F7A6-5DD8-CB0C-A8AF4541D2B1}"/>
          </ac:spMkLst>
        </pc:spChg>
        <pc:spChg chg="mod">
          <ac:chgData name="Bandaru, Muralidhara Rao" userId="f3e341c2-313f-4fed-808d-d330c8250b02" providerId="ADAL" clId="{3EB277C1-9B87-4E18-93F9-91B57C07B708}" dt="2024-05-22T03:13:28.636" v="1509" actId="14100"/>
          <ac:spMkLst>
            <pc:docMk/>
            <pc:sldMk cId="3191873016" sldId="2147475791"/>
            <ac:spMk id="13" creationId="{206585B5-690C-B060-BFA0-AF113395CF4F}"/>
          </ac:spMkLst>
        </pc:spChg>
        <pc:spChg chg="mod">
          <ac:chgData name="Bandaru, Muralidhara Rao" userId="f3e341c2-313f-4fed-808d-d330c8250b02" providerId="ADAL" clId="{3EB277C1-9B87-4E18-93F9-91B57C07B708}" dt="2024-05-20T13:40:18.733" v="1508" actId="1076"/>
          <ac:spMkLst>
            <pc:docMk/>
            <pc:sldMk cId="3191873016" sldId="2147475791"/>
            <ac:spMk id="20" creationId="{60209D52-104F-3F5C-41CB-7730759A57E6}"/>
          </ac:spMkLst>
        </pc:spChg>
        <pc:spChg chg="mod">
          <ac:chgData name="Bandaru, Muralidhara Rao" userId="f3e341c2-313f-4fed-808d-d330c8250b02" providerId="ADAL" clId="{3EB277C1-9B87-4E18-93F9-91B57C07B708}" dt="2024-05-20T13:40:15.360" v="1507" actId="1076"/>
          <ac:spMkLst>
            <pc:docMk/>
            <pc:sldMk cId="3191873016" sldId="2147475791"/>
            <ac:spMk id="22" creationId="{762BDE76-75E5-704F-A9F6-7A490C4D587A}"/>
          </ac:spMkLst>
        </pc:spChg>
        <pc:spChg chg="mod">
          <ac:chgData name="Bandaru, Muralidhara Rao" userId="f3e341c2-313f-4fed-808d-d330c8250b02" providerId="ADAL" clId="{3EB277C1-9B87-4E18-93F9-91B57C07B708}" dt="2024-05-20T13:39:52.558" v="1503" actId="14100"/>
          <ac:spMkLst>
            <pc:docMk/>
            <pc:sldMk cId="3191873016" sldId="2147475791"/>
            <ac:spMk id="29" creationId="{44D652D9-3411-89A5-4E6B-360FFAB58CA7}"/>
          </ac:spMkLst>
        </pc:spChg>
      </pc:sldChg>
    </pc:docChg>
  </pc:docChgLst>
  <pc:docChgLst>
    <pc:chgData name="Kanduru, Raghava" userId="cf8c09de-c40c-47a2-971b-c612c06e0906" providerId="ADAL" clId="{26AFC52D-BF93-4271-A7A4-3AF00AA0CD30}"/>
    <pc:docChg chg="undo custSel addSld delSld modSld sldOrd">
      <pc:chgData name="Kanduru, Raghava" userId="cf8c09de-c40c-47a2-971b-c612c06e0906" providerId="ADAL" clId="{26AFC52D-BF93-4271-A7A4-3AF00AA0CD30}" dt="2024-05-29T09:59:42.859" v="1212" actId="20577"/>
      <pc:docMkLst>
        <pc:docMk/>
      </pc:docMkLst>
      <pc:sldChg chg="addSp modSp mod">
        <pc:chgData name="Kanduru, Raghava" userId="cf8c09de-c40c-47a2-971b-c612c06e0906" providerId="ADAL" clId="{26AFC52D-BF93-4271-A7A4-3AF00AA0CD30}" dt="2024-05-23T06:48:04.320" v="528" actId="207"/>
        <pc:sldMkLst>
          <pc:docMk/>
          <pc:sldMk cId="2584685373" sldId="621"/>
        </pc:sldMkLst>
        <pc:spChg chg="add mod">
          <ac:chgData name="Kanduru, Raghava" userId="cf8c09de-c40c-47a2-971b-c612c06e0906" providerId="ADAL" clId="{26AFC52D-BF93-4271-A7A4-3AF00AA0CD30}" dt="2024-05-23T06:48:04.320" v="528" actId="207"/>
          <ac:spMkLst>
            <pc:docMk/>
            <pc:sldMk cId="2584685373" sldId="621"/>
            <ac:spMk id="2" creationId="{4326539A-9CAA-C9EE-D6B3-9BCF09A38A59}"/>
          </ac:spMkLst>
        </pc:spChg>
        <pc:spChg chg="mod">
          <ac:chgData name="Kanduru, Raghava" userId="cf8c09de-c40c-47a2-971b-c612c06e0906" providerId="ADAL" clId="{26AFC52D-BF93-4271-A7A4-3AF00AA0CD30}" dt="2024-05-23T06:01:15.636" v="442" actId="14100"/>
          <ac:spMkLst>
            <pc:docMk/>
            <pc:sldMk cId="2584685373" sldId="621"/>
            <ac:spMk id="93" creationId="{00000000-0000-0000-0000-000000000000}"/>
          </ac:spMkLst>
        </pc:spChg>
        <pc:spChg chg="mod">
          <ac:chgData name="Kanduru, Raghava" userId="cf8c09de-c40c-47a2-971b-c612c06e0906" providerId="ADAL" clId="{26AFC52D-BF93-4271-A7A4-3AF00AA0CD30}" dt="2024-05-23T06:43:26.811" v="450" actId="20577"/>
          <ac:spMkLst>
            <pc:docMk/>
            <pc:sldMk cId="2584685373" sldId="621"/>
            <ac:spMk id="94" creationId="{00000000-0000-0000-0000-000000000000}"/>
          </ac:spMkLst>
        </pc:spChg>
      </pc:sldChg>
      <pc:sldChg chg="modSp mod">
        <pc:chgData name="Kanduru, Raghava" userId="cf8c09de-c40c-47a2-971b-c612c06e0906" providerId="ADAL" clId="{26AFC52D-BF93-4271-A7A4-3AF00AA0CD30}" dt="2024-05-23T08:40:20.006" v="717" actId="108"/>
        <pc:sldMkLst>
          <pc:docMk/>
          <pc:sldMk cId="1817871902" sldId="961"/>
        </pc:sldMkLst>
        <pc:spChg chg="mod">
          <ac:chgData name="Kanduru, Raghava" userId="cf8c09de-c40c-47a2-971b-c612c06e0906" providerId="ADAL" clId="{26AFC52D-BF93-4271-A7A4-3AF00AA0CD30}" dt="2024-05-23T08:40:20.006" v="717" actId="108"/>
          <ac:spMkLst>
            <pc:docMk/>
            <pc:sldMk cId="1817871902" sldId="961"/>
            <ac:spMk id="149" creationId="{00000000-0000-0000-0000-000000000000}"/>
          </ac:spMkLst>
        </pc:spChg>
      </pc:sldChg>
      <pc:sldChg chg="addSp modSp mod">
        <pc:chgData name="Kanduru, Raghava" userId="cf8c09de-c40c-47a2-971b-c612c06e0906" providerId="ADAL" clId="{26AFC52D-BF93-4271-A7A4-3AF00AA0CD30}" dt="2024-05-16T07:11:28.406" v="155" actId="1076"/>
        <pc:sldMkLst>
          <pc:docMk/>
          <pc:sldMk cId="1236684026" sldId="2076137828"/>
        </pc:sldMkLst>
        <pc:spChg chg="add mod">
          <ac:chgData name="Kanduru, Raghava" userId="cf8c09de-c40c-47a2-971b-c612c06e0906" providerId="ADAL" clId="{26AFC52D-BF93-4271-A7A4-3AF00AA0CD30}" dt="2024-05-16T07:11:28.406" v="155" actId="1076"/>
          <ac:spMkLst>
            <pc:docMk/>
            <pc:sldMk cId="1236684026" sldId="2076137828"/>
            <ac:spMk id="2" creationId="{7732F6CB-DB91-C12A-158B-5CDC315ED8A5}"/>
          </ac:spMkLst>
        </pc:spChg>
      </pc:sldChg>
      <pc:sldChg chg="addSp modSp">
        <pc:chgData name="Kanduru, Raghava" userId="cf8c09de-c40c-47a2-971b-c612c06e0906" providerId="ADAL" clId="{26AFC52D-BF93-4271-A7A4-3AF00AA0CD30}" dt="2024-05-16T07:11:30.593" v="156"/>
        <pc:sldMkLst>
          <pc:docMk/>
          <pc:sldMk cId="1580444266" sldId="2076137829"/>
        </pc:sldMkLst>
        <pc:spChg chg="add mod">
          <ac:chgData name="Kanduru, Raghava" userId="cf8c09de-c40c-47a2-971b-c612c06e0906" providerId="ADAL" clId="{26AFC52D-BF93-4271-A7A4-3AF00AA0CD30}" dt="2024-05-16T07:11:30.593" v="156"/>
          <ac:spMkLst>
            <pc:docMk/>
            <pc:sldMk cId="1580444266" sldId="2076137829"/>
            <ac:spMk id="2" creationId="{1956936D-8C33-ED48-4667-A545162AC522}"/>
          </ac:spMkLst>
        </pc:spChg>
      </pc:sldChg>
      <pc:sldChg chg="addSp modSp">
        <pc:chgData name="Kanduru, Raghava" userId="cf8c09de-c40c-47a2-971b-c612c06e0906" providerId="ADAL" clId="{26AFC52D-BF93-4271-A7A4-3AF00AA0CD30}" dt="2024-05-16T07:11:35.067" v="157"/>
        <pc:sldMkLst>
          <pc:docMk/>
          <pc:sldMk cId="2462143889" sldId="2076137830"/>
        </pc:sldMkLst>
        <pc:spChg chg="add mod">
          <ac:chgData name="Kanduru, Raghava" userId="cf8c09de-c40c-47a2-971b-c612c06e0906" providerId="ADAL" clId="{26AFC52D-BF93-4271-A7A4-3AF00AA0CD30}" dt="2024-05-16T07:11:35.067" v="157"/>
          <ac:spMkLst>
            <pc:docMk/>
            <pc:sldMk cId="2462143889" sldId="2076137830"/>
            <ac:spMk id="2" creationId="{FED16459-1BB9-6F13-FE1E-CB7F4B11C7EF}"/>
          </ac:spMkLst>
        </pc:spChg>
      </pc:sldChg>
      <pc:sldChg chg="addSp delSp modSp mod">
        <pc:chgData name="Kanduru, Raghava" userId="cf8c09de-c40c-47a2-971b-c612c06e0906" providerId="ADAL" clId="{26AFC52D-BF93-4271-A7A4-3AF00AA0CD30}" dt="2024-05-17T09:53:04.107" v="261" actId="478"/>
        <pc:sldMkLst>
          <pc:docMk/>
          <pc:sldMk cId="2815566877" sldId="2076137832"/>
        </pc:sldMkLst>
        <pc:spChg chg="add del mod">
          <ac:chgData name="Kanduru, Raghava" userId="cf8c09de-c40c-47a2-971b-c612c06e0906" providerId="ADAL" clId="{26AFC52D-BF93-4271-A7A4-3AF00AA0CD30}" dt="2024-05-17T09:53:04.107" v="261" actId="478"/>
          <ac:spMkLst>
            <pc:docMk/>
            <pc:sldMk cId="2815566877" sldId="2076137832"/>
            <ac:spMk id="2" creationId="{42853729-FA1F-BDBF-7A92-49F31110FDE1}"/>
          </ac:spMkLst>
        </pc:spChg>
        <pc:spChg chg="mod">
          <ac:chgData name="Kanduru, Raghava" userId="cf8c09de-c40c-47a2-971b-c612c06e0906" providerId="ADAL" clId="{26AFC52D-BF93-4271-A7A4-3AF00AA0CD30}" dt="2024-05-17T09:43:57.486" v="255" actId="20577"/>
          <ac:spMkLst>
            <pc:docMk/>
            <pc:sldMk cId="2815566877" sldId="2076137832"/>
            <ac:spMk id="3" creationId="{155FCA84-4387-498D-8202-97BC1B4142D0}"/>
          </ac:spMkLst>
        </pc:spChg>
        <pc:spChg chg="mod">
          <ac:chgData name="Kanduru, Raghava" userId="cf8c09de-c40c-47a2-971b-c612c06e0906" providerId="ADAL" clId="{26AFC52D-BF93-4271-A7A4-3AF00AA0CD30}" dt="2024-05-17T09:43:21.493" v="253" actId="1076"/>
          <ac:spMkLst>
            <pc:docMk/>
            <pc:sldMk cId="2815566877" sldId="2076137832"/>
            <ac:spMk id="8" creationId="{20E5B043-E319-4C82-8422-81E7B7A9AAFD}"/>
          </ac:spMkLst>
        </pc:spChg>
      </pc:sldChg>
      <pc:sldChg chg="addSp delSp modSp mod">
        <pc:chgData name="Kanduru, Raghava" userId="cf8c09de-c40c-47a2-971b-c612c06e0906" providerId="ADAL" clId="{26AFC52D-BF93-4271-A7A4-3AF00AA0CD30}" dt="2024-05-17T09:52:57.410" v="260" actId="478"/>
        <pc:sldMkLst>
          <pc:docMk/>
          <pc:sldMk cId="4240461515" sldId="2076137833"/>
        </pc:sldMkLst>
        <pc:spChg chg="add del mod">
          <ac:chgData name="Kanduru, Raghava" userId="cf8c09de-c40c-47a2-971b-c612c06e0906" providerId="ADAL" clId="{26AFC52D-BF93-4271-A7A4-3AF00AA0CD30}" dt="2024-05-17T09:52:57.410" v="260" actId="478"/>
          <ac:spMkLst>
            <pc:docMk/>
            <pc:sldMk cId="4240461515" sldId="2076137833"/>
            <ac:spMk id="2" creationId="{2EEF3E5A-6D4F-F31D-F7AE-BD37B0BCA025}"/>
          </ac:spMkLst>
        </pc:spChg>
        <pc:spChg chg="mod">
          <ac:chgData name="Kanduru, Raghava" userId="cf8c09de-c40c-47a2-971b-c612c06e0906" providerId="ADAL" clId="{26AFC52D-BF93-4271-A7A4-3AF00AA0CD30}" dt="2024-05-17T09:52:16.563" v="258" actId="6549"/>
          <ac:spMkLst>
            <pc:docMk/>
            <pc:sldMk cId="4240461515" sldId="2076137833"/>
            <ac:spMk id="3" creationId="{FC49C433-38DC-42A4-AEF1-D936F52843D7}"/>
          </ac:spMkLst>
        </pc:spChg>
        <pc:spChg chg="mod">
          <ac:chgData name="Kanduru, Raghava" userId="cf8c09de-c40c-47a2-971b-c612c06e0906" providerId="ADAL" clId="{26AFC52D-BF93-4271-A7A4-3AF00AA0CD30}" dt="2024-05-17T09:52:40.175" v="259" actId="6549"/>
          <ac:spMkLst>
            <pc:docMk/>
            <pc:sldMk cId="4240461515" sldId="2076137833"/>
            <ac:spMk id="4" creationId="{6A9D0897-80A0-45C9-B608-935DC2E7176D}"/>
          </ac:spMkLst>
        </pc:spChg>
      </pc:sldChg>
      <pc:sldChg chg="addSp modSp mod">
        <pc:chgData name="Kanduru, Raghava" userId="cf8c09de-c40c-47a2-971b-c612c06e0906" providerId="ADAL" clId="{26AFC52D-BF93-4271-A7A4-3AF00AA0CD30}" dt="2024-05-16T07:07:40.357" v="67" actId="1076"/>
        <pc:sldMkLst>
          <pc:docMk/>
          <pc:sldMk cId="1125126731" sldId="2076137877"/>
        </pc:sldMkLst>
        <pc:spChg chg="add mod">
          <ac:chgData name="Kanduru, Raghava" userId="cf8c09de-c40c-47a2-971b-c612c06e0906" providerId="ADAL" clId="{26AFC52D-BF93-4271-A7A4-3AF00AA0CD30}" dt="2024-05-16T07:07:40.357" v="67" actId="1076"/>
          <ac:spMkLst>
            <pc:docMk/>
            <pc:sldMk cId="1125126731" sldId="2076137877"/>
            <ac:spMk id="4" creationId="{E9F54010-5CCC-8B0E-5446-7A49B2969D6F}"/>
          </ac:spMkLst>
        </pc:spChg>
      </pc:sldChg>
      <pc:sldChg chg="addSp modSp">
        <pc:chgData name="Kanduru, Raghava" userId="cf8c09de-c40c-47a2-971b-c612c06e0906" providerId="ADAL" clId="{26AFC52D-BF93-4271-A7A4-3AF00AA0CD30}" dt="2024-05-16T07:11:51.171" v="163"/>
        <pc:sldMkLst>
          <pc:docMk/>
          <pc:sldMk cId="3624280880" sldId="2141412305"/>
        </pc:sldMkLst>
        <pc:spChg chg="add mod">
          <ac:chgData name="Kanduru, Raghava" userId="cf8c09de-c40c-47a2-971b-c612c06e0906" providerId="ADAL" clId="{26AFC52D-BF93-4271-A7A4-3AF00AA0CD30}" dt="2024-05-16T07:11:51.171" v="163"/>
          <ac:spMkLst>
            <pc:docMk/>
            <pc:sldMk cId="3624280880" sldId="2141412305"/>
            <ac:spMk id="7" creationId="{D2AE988E-8B1D-C263-F1E0-C53A2207CE4E}"/>
          </ac:spMkLst>
        </pc:spChg>
      </pc:sldChg>
      <pc:sldChg chg="addSp modSp">
        <pc:chgData name="Kanduru, Raghava" userId="cf8c09de-c40c-47a2-971b-c612c06e0906" providerId="ADAL" clId="{26AFC52D-BF93-4271-A7A4-3AF00AA0CD30}" dt="2024-05-16T07:11:48.350" v="162"/>
        <pc:sldMkLst>
          <pc:docMk/>
          <pc:sldMk cId="1531364721" sldId="2141412306"/>
        </pc:sldMkLst>
        <pc:spChg chg="add mod">
          <ac:chgData name="Kanduru, Raghava" userId="cf8c09de-c40c-47a2-971b-c612c06e0906" providerId="ADAL" clId="{26AFC52D-BF93-4271-A7A4-3AF00AA0CD30}" dt="2024-05-16T07:11:48.350" v="162"/>
          <ac:spMkLst>
            <pc:docMk/>
            <pc:sldMk cId="1531364721" sldId="2141412306"/>
            <ac:spMk id="2" creationId="{7F6124A2-17CC-3AE9-42DA-2584BD303CCF}"/>
          </ac:spMkLst>
        </pc:spChg>
      </pc:sldChg>
      <pc:sldChg chg="addSp modSp mod">
        <pc:chgData name="Kanduru, Raghava" userId="cf8c09de-c40c-47a2-971b-c612c06e0906" providerId="ADAL" clId="{26AFC52D-BF93-4271-A7A4-3AF00AA0CD30}" dt="2024-05-16T08:25:32.437" v="192" actId="20577"/>
        <pc:sldMkLst>
          <pc:docMk/>
          <pc:sldMk cId="222090639" sldId="2141412307"/>
        </pc:sldMkLst>
        <pc:spChg chg="add mod">
          <ac:chgData name="Kanduru, Raghava" userId="cf8c09de-c40c-47a2-971b-c612c06e0906" providerId="ADAL" clId="{26AFC52D-BF93-4271-A7A4-3AF00AA0CD30}" dt="2024-05-16T07:07:53.500" v="69" actId="1076"/>
          <ac:spMkLst>
            <pc:docMk/>
            <pc:sldMk cId="222090639" sldId="2141412307"/>
            <ac:spMk id="3" creationId="{254039CF-6302-BB70-3813-91F24E692FE3}"/>
          </ac:spMkLst>
        </pc:spChg>
        <pc:spChg chg="mod">
          <ac:chgData name="Kanduru, Raghava" userId="cf8c09de-c40c-47a2-971b-c612c06e0906" providerId="ADAL" clId="{26AFC52D-BF93-4271-A7A4-3AF00AA0CD30}" dt="2024-05-16T08:25:32.437" v="192" actId="20577"/>
          <ac:spMkLst>
            <pc:docMk/>
            <pc:sldMk cId="222090639" sldId="2141412307"/>
            <ac:spMk id="16" creationId="{BCC44CD1-0A30-4D62-9489-450AA537EAAB}"/>
          </ac:spMkLst>
        </pc:spChg>
      </pc:sldChg>
      <pc:sldChg chg="addSp modSp mod">
        <pc:chgData name="Kanduru, Raghava" userId="cf8c09de-c40c-47a2-971b-c612c06e0906" providerId="ADAL" clId="{26AFC52D-BF93-4271-A7A4-3AF00AA0CD30}" dt="2024-05-16T07:10:02.846" v="153" actId="1076"/>
        <pc:sldMkLst>
          <pc:docMk/>
          <pc:sldMk cId="199444538" sldId="2141412308"/>
        </pc:sldMkLst>
        <pc:spChg chg="add mod">
          <ac:chgData name="Kanduru, Raghava" userId="cf8c09de-c40c-47a2-971b-c612c06e0906" providerId="ADAL" clId="{26AFC52D-BF93-4271-A7A4-3AF00AA0CD30}" dt="2024-05-16T07:10:02.846" v="153" actId="1076"/>
          <ac:spMkLst>
            <pc:docMk/>
            <pc:sldMk cId="199444538" sldId="2141412308"/>
            <ac:spMk id="2" creationId="{975EECEF-59DC-F14A-86B5-E772A8BE4986}"/>
          </ac:spMkLst>
        </pc:spChg>
      </pc:sldChg>
      <pc:sldChg chg="ord">
        <pc:chgData name="Kanduru, Raghava" userId="cf8c09de-c40c-47a2-971b-c612c06e0906" providerId="ADAL" clId="{26AFC52D-BF93-4271-A7A4-3AF00AA0CD30}" dt="2024-05-17T06:05:25.606" v="209" actId="20578"/>
        <pc:sldMkLst>
          <pc:docMk/>
          <pc:sldMk cId="3917365489" sldId="2141412309"/>
        </pc:sldMkLst>
      </pc:sldChg>
      <pc:sldChg chg="addSp delSp modSp mod">
        <pc:chgData name="Kanduru, Raghava" userId="cf8c09de-c40c-47a2-971b-c612c06e0906" providerId="ADAL" clId="{26AFC52D-BF93-4271-A7A4-3AF00AA0CD30}" dt="2024-05-17T10:59:40.158" v="284" actId="20577"/>
        <pc:sldMkLst>
          <pc:docMk/>
          <pc:sldMk cId="1801749126" sldId="2141412312"/>
        </pc:sldMkLst>
        <pc:spChg chg="add del mod">
          <ac:chgData name="Kanduru, Raghava" userId="cf8c09de-c40c-47a2-971b-c612c06e0906" providerId="ADAL" clId="{26AFC52D-BF93-4271-A7A4-3AF00AA0CD30}" dt="2024-05-16T07:08:41.764" v="77" actId="478"/>
          <ac:spMkLst>
            <pc:docMk/>
            <pc:sldMk cId="1801749126" sldId="2141412312"/>
            <ac:spMk id="2" creationId="{9A1477E5-D438-5E13-36D1-603C028A2E7B}"/>
          </ac:spMkLst>
        </pc:spChg>
        <pc:spChg chg="mod">
          <ac:chgData name="Kanduru, Raghava" userId="cf8c09de-c40c-47a2-971b-c612c06e0906" providerId="ADAL" clId="{26AFC52D-BF93-4271-A7A4-3AF00AA0CD30}" dt="2024-05-17T10:59:40.158" v="284" actId="20577"/>
          <ac:spMkLst>
            <pc:docMk/>
            <pc:sldMk cId="1801749126" sldId="2141412312"/>
            <ac:spMk id="51" creationId="{36CCF0BC-FA73-489E-92B7-F27488F8431A}"/>
          </ac:spMkLst>
        </pc:spChg>
      </pc:sldChg>
      <pc:sldChg chg="modSp mod">
        <pc:chgData name="Kanduru, Raghava" userId="cf8c09de-c40c-47a2-971b-c612c06e0906" providerId="ADAL" clId="{26AFC52D-BF93-4271-A7A4-3AF00AA0CD30}" dt="2024-05-29T09:59:42.859" v="1212" actId="20577"/>
        <pc:sldMkLst>
          <pc:docMk/>
          <pc:sldMk cId="2377744435" sldId="2141412313"/>
        </pc:sldMkLst>
        <pc:spChg chg="mod">
          <ac:chgData name="Kanduru, Raghava" userId="cf8c09de-c40c-47a2-971b-c612c06e0906" providerId="ADAL" clId="{26AFC52D-BF93-4271-A7A4-3AF00AA0CD30}" dt="2024-05-29T09:59:17.094" v="1208" actId="20577"/>
          <ac:spMkLst>
            <pc:docMk/>
            <pc:sldMk cId="2377744435" sldId="2141412313"/>
            <ac:spMk id="55" creationId="{92A95930-3900-4E10-8AD6-AC417B7A1DA0}"/>
          </ac:spMkLst>
        </pc:spChg>
        <pc:spChg chg="mod">
          <ac:chgData name="Kanduru, Raghava" userId="cf8c09de-c40c-47a2-971b-c612c06e0906" providerId="ADAL" clId="{26AFC52D-BF93-4271-A7A4-3AF00AA0CD30}" dt="2024-05-29T09:59:42.859" v="1212" actId="20577"/>
          <ac:spMkLst>
            <pc:docMk/>
            <pc:sldMk cId="2377744435" sldId="2141412313"/>
            <ac:spMk id="57" creationId="{6D039DC6-9A7E-454D-842B-16071E26CCD9}"/>
          </ac:spMkLst>
        </pc:spChg>
      </pc:sldChg>
      <pc:sldChg chg="modSp mod">
        <pc:chgData name="Kanduru, Raghava" userId="cf8c09de-c40c-47a2-971b-c612c06e0906" providerId="ADAL" clId="{26AFC52D-BF93-4271-A7A4-3AF00AA0CD30}" dt="2024-05-22T05:33:23.976" v="435" actId="20577"/>
        <pc:sldMkLst>
          <pc:docMk/>
          <pc:sldMk cId="4268486508" sldId="2141412314"/>
        </pc:sldMkLst>
        <pc:spChg chg="mod">
          <ac:chgData name="Kanduru, Raghava" userId="cf8c09de-c40c-47a2-971b-c612c06e0906" providerId="ADAL" clId="{26AFC52D-BF93-4271-A7A4-3AF00AA0CD30}" dt="2024-05-22T05:33:08.535" v="426" actId="20577"/>
          <ac:spMkLst>
            <pc:docMk/>
            <pc:sldMk cId="4268486508" sldId="2141412314"/>
            <ac:spMk id="50" creationId="{7B597488-9EB8-4809-BCAA-5807C3442D54}"/>
          </ac:spMkLst>
        </pc:spChg>
        <pc:spChg chg="mod">
          <ac:chgData name="Kanduru, Raghava" userId="cf8c09de-c40c-47a2-971b-c612c06e0906" providerId="ADAL" clId="{26AFC52D-BF93-4271-A7A4-3AF00AA0CD30}" dt="2024-05-22T05:33:23.976" v="435" actId="20577"/>
          <ac:spMkLst>
            <pc:docMk/>
            <pc:sldMk cId="4268486508" sldId="2141412314"/>
            <ac:spMk id="51" creationId="{36CCF0BC-FA73-489E-92B7-F27488F8431A}"/>
          </ac:spMkLst>
        </pc:spChg>
      </pc:sldChg>
      <pc:sldChg chg="addSp delSp modSp mod">
        <pc:chgData name="Kanduru, Raghava" userId="cf8c09de-c40c-47a2-971b-c612c06e0906" providerId="ADAL" clId="{26AFC52D-BF93-4271-A7A4-3AF00AA0CD30}" dt="2024-05-17T09:35:13.531" v="251" actId="478"/>
        <pc:sldMkLst>
          <pc:docMk/>
          <pc:sldMk cId="1754236133" sldId="2141412320"/>
        </pc:sldMkLst>
        <pc:spChg chg="add del mod">
          <ac:chgData name="Kanduru, Raghava" userId="cf8c09de-c40c-47a2-971b-c612c06e0906" providerId="ADAL" clId="{26AFC52D-BF93-4271-A7A4-3AF00AA0CD30}" dt="2024-05-17T09:35:13.531" v="251" actId="478"/>
          <ac:spMkLst>
            <pc:docMk/>
            <pc:sldMk cId="1754236133" sldId="2141412320"/>
            <ac:spMk id="2" creationId="{D997CE49-208C-61C6-82D0-565DCE32F640}"/>
          </ac:spMkLst>
        </pc:spChg>
        <pc:spChg chg="mod">
          <ac:chgData name="Kanduru, Raghava" userId="cf8c09de-c40c-47a2-971b-c612c06e0906" providerId="ADAL" clId="{26AFC52D-BF93-4271-A7A4-3AF00AA0CD30}" dt="2024-05-17T09:33:40.448" v="224" actId="108"/>
          <ac:spMkLst>
            <pc:docMk/>
            <pc:sldMk cId="1754236133" sldId="2141412320"/>
            <ac:spMk id="11" creationId="{B3700D3C-2BCB-4862-A27B-6CC1D3C13531}"/>
          </ac:spMkLst>
        </pc:spChg>
        <pc:spChg chg="mod">
          <ac:chgData name="Kanduru, Raghava" userId="cf8c09de-c40c-47a2-971b-c612c06e0906" providerId="ADAL" clId="{26AFC52D-BF93-4271-A7A4-3AF00AA0CD30}" dt="2024-05-17T09:34:03.114" v="244" actId="20577"/>
          <ac:spMkLst>
            <pc:docMk/>
            <pc:sldMk cId="1754236133" sldId="2141412320"/>
            <ac:spMk id="17" creationId="{FBEC106A-C334-4465-9000-AAB271239614}"/>
          </ac:spMkLst>
        </pc:spChg>
        <pc:spChg chg="mod">
          <ac:chgData name="Kanduru, Raghava" userId="cf8c09de-c40c-47a2-971b-c612c06e0906" providerId="ADAL" clId="{26AFC52D-BF93-4271-A7A4-3AF00AA0CD30}" dt="2024-05-17T09:34:28.730" v="245" actId="20577"/>
          <ac:spMkLst>
            <pc:docMk/>
            <pc:sldMk cId="1754236133" sldId="2141412320"/>
            <ac:spMk id="19" creationId="{CB277B04-CB73-4CB4-ADFE-BD823E467FF7}"/>
          </ac:spMkLst>
        </pc:spChg>
        <pc:spChg chg="mod">
          <ac:chgData name="Kanduru, Raghava" userId="cf8c09de-c40c-47a2-971b-c612c06e0906" providerId="ADAL" clId="{26AFC52D-BF93-4271-A7A4-3AF00AA0CD30}" dt="2024-05-17T09:34:49.902" v="248" actId="6549"/>
          <ac:spMkLst>
            <pc:docMk/>
            <pc:sldMk cId="1754236133" sldId="2141412320"/>
            <ac:spMk id="20" creationId="{3E357247-09D4-4C08-BBB9-87BE17B412AA}"/>
          </ac:spMkLst>
        </pc:spChg>
        <pc:spChg chg="mod">
          <ac:chgData name="Kanduru, Raghava" userId="cf8c09de-c40c-47a2-971b-c612c06e0906" providerId="ADAL" clId="{26AFC52D-BF93-4271-A7A4-3AF00AA0CD30}" dt="2024-05-17T09:34:38.564" v="246" actId="6549"/>
          <ac:spMkLst>
            <pc:docMk/>
            <pc:sldMk cId="1754236133" sldId="2141412320"/>
            <ac:spMk id="35" creationId="{F2431FCF-AB6D-4F1B-9C60-27A9B4F0A332}"/>
          </ac:spMkLst>
        </pc:spChg>
        <pc:spChg chg="mod">
          <ac:chgData name="Kanduru, Raghava" userId="cf8c09de-c40c-47a2-971b-c612c06e0906" providerId="ADAL" clId="{26AFC52D-BF93-4271-A7A4-3AF00AA0CD30}" dt="2024-05-17T09:35:03.646" v="250" actId="1076"/>
          <ac:spMkLst>
            <pc:docMk/>
            <pc:sldMk cId="1754236133" sldId="2141412320"/>
            <ac:spMk id="45" creationId="{E54521F5-5C8C-4B55-9633-5B242ACC99A7}"/>
          </ac:spMkLst>
        </pc:spChg>
        <pc:cxnChg chg="mod">
          <ac:chgData name="Kanduru, Raghava" userId="cf8c09de-c40c-47a2-971b-c612c06e0906" providerId="ADAL" clId="{26AFC52D-BF93-4271-A7A4-3AF00AA0CD30}" dt="2024-05-17T09:33:46.663" v="225" actId="6549"/>
          <ac:cxnSpMkLst>
            <pc:docMk/>
            <pc:sldMk cId="1754236133" sldId="2141412320"/>
            <ac:cxnSpMk id="56" creationId="{5F332CCB-BE2E-424B-9321-7E0005A636B3}"/>
          </ac:cxnSpMkLst>
        </pc:cxnChg>
        <pc:cxnChg chg="mod">
          <ac:chgData name="Kanduru, Raghava" userId="cf8c09de-c40c-47a2-971b-c612c06e0906" providerId="ADAL" clId="{26AFC52D-BF93-4271-A7A4-3AF00AA0CD30}" dt="2024-05-17T09:34:49.902" v="248" actId="6549"/>
          <ac:cxnSpMkLst>
            <pc:docMk/>
            <pc:sldMk cId="1754236133" sldId="2141412320"/>
            <ac:cxnSpMk id="65" creationId="{A79D8597-4C7E-456C-851A-8B5F941A3A59}"/>
          </ac:cxnSpMkLst>
        </pc:cxnChg>
      </pc:sldChg>
      <pc:sldChg chg="addSp modSp mod">
        <pc:chgData name="Kanduru, Raghava" userId="cf8c09de-c40c-47a2-971b-c612c06e0906" providerId="ADAL" clId="{26AFC52D-BF93-4271-A7A4-3AF00AA0CD30}" dt="2024-05-28T08:17:31.103" v="1122" actId="20577"/>
        <pc:sldMkLst>
          <pc:docMk/>
          <pc:sldMk cId="3414426561" sldId="2141412321"/>
        </pc:sldMkLst>
        <pc:spChg chg="add mod">
          <ac:chgData name="Kanduru, Raghava" userId="cf8c09de-c40c-47a2-971b-c612c06e0906" providerId="ADAL" clId="{26AFC52D-BF93-4271-A7A4-3AF00AA0CD30}" dt="2024-05-16T07:07:57.728" v="70"/>
          <ac:spMkLst>
            <pc:docMk/>
            <pc:sldMk cId="3414426561" sldId="2141412321"/>
            <ac:spMk id="2" creationId="{32A020B9-FAEF-C240-06BE-3A22CFF94D4C}"/>
          </ac:spMkLst>
        </pc:spChg>
        <pc:graphicFrameChg chg="modGraphic">
          <ac:chgData name="Kanduru, Raghava" userId="cf8c09de-c40c-47a2-971b-c612c06e0906" providerId="ADAL" clId="{26AFC52D-BF93-4271-A7A4-3AF00AA0CD30}" dt="2024-05-28T08:17:31.103" v="1122" actId="20577"/>
          <ac:graphicFrameMkLst>
            <pc:docMk/>
            <pc:sldMk cId="3414426561" sldId="2141412321"/>
            <ac:graphicFrameMk id="3" creationId="{91A6E857-1EF2-486C-A171-821E92D3D2A3}"/>
          </ac:graphicFrameMkLst>
        </pc:graphicFrameChg>
      </pc:sldChg>
      <pc:sldChg chg="addSp delSp modSp mod">
        <pc:chgData name="Kanduru, Raghava" userId="cf8c09de-c40c-47a2-971b-c612c06e0906" providerId="ADAL" clId="{26AFC52D-BF93-4271-A7A4-3AF00AA0CD30}" dt="2024-05-17T09:35:29.883" v="252" actId="478"/>
        <pc:sldMkLst>
          <pc:docMk/>
          <pc:sldMk cId="1607761073" sldId="2141412322"/>
        </pc:sldMkLst>
        <pc:spChg chg="add del mod">
          <ac:chgData name="Kanduru, Raghava" userId="cf8c09de-c40c-47a2-971b-c612c06e0906" providerId="ADAL" clId="{26AFC52D-BF93-4271-A7A4-3AF00AA0CD30}" dt="2024-05-17T09:35:29.883" v="252" actId="478"/>
          <ac:spMkLst>
            <pc:docMk/>
            <pc:sldMk cId="1607761073" sldId="2141412322"/>
            <ac:spMk id="2" creationId="{D3EBE953-8342-C9C8-5403-0D1E2015354C}"/>
          </ac:spMkLst>
        </pc:spChg>
      </pc:sldChg>
      <pc:sldChg chg="addSp modSp">
        <pc:chgData name="Kanduru, Raghava" userId="cf8c09de-c40c-47a2-971b-c612c06e0906" providerId="ADAL" clId="{26AFC52D-BF93-4271-A7A4-3AF00AA0CD30}" dt="2024-05-16T07:08:00.097" v="71"/>
        <pc:sldMkLst>
          <pc:docMk/>
          <pc:sldMk cId="1881052012" sldId="2141412324"/>
        </pc:sldMkLst>
        <pc:spChg chg="add mod">
          <ac:chgData name="Kanduru, Raghava" userId="cf8c09de-c40c-47a2-971b-c612c06e0906" providerId="ADAL" clId="{26AFC52D-BF93-4271-A7A4-3AF00AA0CD30}" dt="2024-05-16T07:08:00.097" v="71"/>
          <ac:spMkLst>
            <pc:docMk/>
            <pc:sldMk cId="1881052012" sldId="2141412324"/>
            <ac:spMk id="2" creationId="{2D032602-6BA1-053B-5239-C703B401610F}"/>
          </ac:spMkLst>
        </pc:spChg>
      </pc:sldChg>
      <pc:sldChg chg="addSp modSp">
        <pc:chgData name="Kanduru, Raghava" userId="cf8c09de-c40c-47a2-971b-c612c06e0906" providerId="ADAL" clId="{26AFC52D-BF93-4271-A7A4-3AF00AA0CD30}" dt="2024-05-16T07:11:53.122" v="164"/>
        <pc:sldMkLst>
          <pc:docMk/>
          <pc:sldMk cId="1989688419" sldId="2141412328"/>
        </pc:sldMkLst>
        <pc:spChg chg="add mod">
          <ac:chgData name="Kanduru, Raghava" userId="cf8c09de-c40c-47a2-971b-c612c06e0906" providerId="ADAL" clId="{26AFC52D-BF93-4271-A7A4-3AF00AA0CD30}" dt="2024-05-16T07:11:53.122" v="164"/>
          <ac:spMkLst>
            <pc:docMk/>
            <pc:sldMk cId="1989688419" sldId="2141412328"/>
            <ac:spMk id="2" creationId="{B3F05568-1D4A-7FD9-49D9-BDB588A60486}"/>
          </ac:spMkLst>
        </pc:spChg>
      </pc:sldChg>
      <pc:sldChg chg="addSp modSp mod">
        <pc:chgData name="Kanduru, Raghava" userId="cf8c09de-c40c-47a2-971b-c612c06e0906" providerId="ADAL" clId="{26AFC52D-BF93-4271-A7A4-3AF00AA0CD30}" dt="2024-05-23T08:01:20.752" v="715" actId="14100"/>
        <pc:sldMkLst>
          <pc:docMk/>
          <pc:sldMk cId="2075032058" sldId="2141412334"/>
        </pc:sldMkLst>
        <pc:spChg chg="add mod">
          <ac:chgData name="Kanduru, Raghava" userId="cf8c09de-c40c-47a2-971b-c612c06e0906" providerId="ADAL" clId="{26AFC52D-BF93-4271-A7A4-3AF00AA0CD30}" dt="2024-05-23T08:01:20.752" v="715" actId="14100"/>
          <ac:spMkLst>
            <pc:docMk/>
            <pc:sldMk cId="2075032058" sldId="2141412334"/>
            <ac:spMk id="2" creationId="{8949F255-B385-E426-C303-190570749C53}"/>
          </ac:spMkLst>
        </pc:spChg>
        <pc:spChg chg="mod">
          <ac:chgData name="Kanduru, Raghava" userId="cf8c09de-c40c-47a2-971b-c612c06e0906" providerId="ADAL" clId="{26AFC52D-BF93-4271-A7A4-3AF00AA0CD30}" dt="2024-05-23T08:01:10.734" v="714" actId="14100"/>
          <ac:spMkLst>
            <pc:docMk/>
            <pc:sldMk cId="2075032058" sldId="2141412334"/>
            <ac:spMk id="3" creationId="{2AF865AE-0F78-49F3-A0CB-D4F57A104432}"/>
          </ac:spMkLst>
        </pc:spChg>
        <pc:graphicFrameChg chg="mod">
          <ac:chgData name="Kanduru, Raghava" userId="cf8c09de-c40c-47a2-971b-c612c06e0906" providerId="ADAL" clId="{26AFC52D-BF93-4271-A7A4-3AF00AA0CD30}" dt="2024-05-23T08:00:46.100" v="671" actId="20577"/>
          <ac:graphicFrameMkLst>
            <pc:docMk/>
            <pc:sldMk cId="2075032058" sldId="2141412334"/>
            <ac:graphicFrameMk id="4" creationId="{B10DAC52-42A1-42F3-9DE7-D08C6FF1A103}"/>
          </ac:graphicFrameMkLst>
        </pc:graphicFrameChg>
      </pc:sldChg>
      <pc:sldChg chg="addSp delSp modSp mod">
        <pc:chgData name="Kanduru, Raghava" userId="cf8c09de-c40c-47a2-971b-c612c06e0906" providerId="ADAL" clId="{26AFC52D-BF93-4271-A7A4-3AF00AA0CD30}" dt="2024-05-16T08:20:20.962" v="170" actId="478"/>
        <pc:sldMkLst>
          <pc:docMk/>
          <pc:sldMk cId="2878614302" sldId="2147229685"/>
        </pc:sldMkLst>
        <pc:spChg chg="add del mod">
          <ac:chgData name="Kanduru, Raghava" userId="cf8c09de-c40c-47a2-971b-c612c06e0906" providerId="ADAL" clId="{26AFC52D-BF93-4271-A7A4-3AF00AA0CD30}" dt="2024-05-16T08:20:20.962" v="170" actId="478"/>
          <ac:spMkLst>
            <pc:docMk/>
            <pc:sldMk cId="2878614302" sldId="2147229685"/>
            <ac:spMk id="2" creationId="{0857298E-1822-CCF6-CDEA-5A28E901EAE6}"/>
          </ac:spMkLst>
        </pc:spChg>
      </pc:sldChg>
      <pc:sldChg chg="addSp modSp">
        <pc:chgData name="Kanduru, Raghava" userId="cf8c09de-c40c-47a2-971b-c612c06e0906" providerId="ADAL" clId="{26AFC52D-BF93-4271-A7A4-3AF00AA0CD30}" dt="2024-05-16T07:08:11.379" v="72"/>
        <pc:sldMkLst>
          <pc:docMk/>
          <pc:sldMk cId="2134738043" sldId="2147229686"/>
        </pc:sldMkLst>
        <pc:spChg chg="add mod">
          <ac:chgData name="Kanduru, Raghava" userId="cf8c09de-c40c-47a2-971b-c612c06e0906" providerId="ADAL" clId="{26AFC52D-BF93-4271-A7A4-3AF00AA0CD30}" dt="2024-05-16T07:08:11.379" v="72"/>
          <ac:spMkLst>
            <pc:docMk/>
            <pc:sldMk cId="2134738043" sldId="2147229686"/>
            <ac:spMk id="2" creationId="{DA561ED7-8491-BFC8-B668-36DB90FED5C7}"/>
          </ac:spMkLst>
        </pc:spChg>
      </pc:sldChg>
      <pc:sldChg chg="ord">
        <pc:chgData name="Kanduru, Raghava" userId="cf8c09de-c40c-47a2-971b-c612c06e0906" providerId="ADAL" clId="{26AFC52D-BF93-4271-A7A4-3AF00AA0CD30}" dt="2024-05-16T04:57:15.137" v="0" actId="20578"/>
        <pc:sldMkLst>
          <pc:docMk/>
          <pc:sldMk cId="1923745520" sldId="2147474097"/>
        </pc:sldMkLst>
      </pc:sldChg>
      <pc:sldChg chg="add del">
        <pc:chgData name="Kanduru, Raghava" userId="cf8c09de-c40c-47a2-971b-c612c06e0906" providerId="ADAL" clId="{26AFC52D-BF93-4271-A7A4-3AF00AA0CD30}" dt="2024-05-22T05:24:39.274" v="287" actId="47"/>
        <pc:sldMkLst>
          <pc:docMk/>
          <pc:sldMk cId="1583568345" sldId="2147474098"/>
        </pc:sldMkLst>
      </pc:sldChg>
      <pc:sldChg chg="del">
        <pc:chgData name="Kanduru, Raghava" userId="cf8c09de-c40c-47a2-971b-c612c06e0906" providerId="ADAL" clId="{26AFC52D-BF93-4271-A7A4-3AF00AA0CD30}" dt="2024-05-16T07:12:17.173" v="168" actId="47"/>
        <pc:sldMkLst>
          <pc:docMk/>
          <pc:sldMk cId="3590382306" sldId="2147474169"/>
        </pc:sldMkLst>
      </pc:sldChg>
      <pc:sldChg chg="addSp modSp">
        <pc:chgData name="Kanduru, Raghava" userId="cf8c09de-c40c-47a2-971b-c612c06e0906" providerId="ADAL" clId="{26AFC52D-BF93-4271-A7A4-3AF00AA0CD30}" dt="2024-05-16T07:11:44.580" v="160"/>
        <pc:sldMkLst>
          <pc:docMk/>
          <pc:sldMk cId="2042885715" sldId="2147474192"/>
        </pc:sldMkLst>
        <pc:spChg chg="add mod">
          <ac:chgData name="Kanduru, Raghava" userId="cf8c09de-c40c-47a2-971b-c612c06e0906" providerId="ADAL" clId="{26AFC52D-BF93-4271-A7A4-3AF00AA0CD30}" dt="2024-05-16T07:11:44.580" v="160"/>
          <ac:spMkLst>
            <pc:docMk/>
            <pc:sldMk cId="2042885715" sldId="2147474192"/>
            <ac:spMk id="2" creationId="{0610AA5B-8FCA-7BAF-C077-D887A6D80199}"/>
          </ac:spMkLst>
        </pc:spChg>
      </pc:sldChg>
      <pc:sldChg chg="addSp modSp add mod">
        <pc:chgData name="Kanduru, Raghava" userId="cf8c09de-c40c-47a2-971b-c612c06e0906" providerId="ADAL" clId="{26AFC52D-BF93-4271-A7A4-3AF00AA0CD30}" dt="2024-05-16T07:11:46.315" v="161"/>
        <pc:sldMkLst>
          <pc:docMk/>
          <pc:sldMk cId="3450465591" sldId="2147474193"/>
        </pc:sldMkLst>
        <pc:spChg chg="add mod">
          <ac:chgData name="Kanduru, Raghava" userId="cf8c09de-c40c-47a2-971b-c612c06e0906" providerId="ADAL" clId="{26AFC52D-BF93-4271-A7A4-3AF00AA0CD30}" dt="2024-05-16T07:11:46.315" v="161"/>
          <ac:spMkLst>
            <pc:docMk/>
            <pc:sldMk cId="3450465591" sldId="2147474193"/>
            <ac:spMk id="2" creationId="{CDD8537F-6649-3A4F-FA16-717432C15D40}"/>
          </ac:spMkLst>
        </pc:spChg>
        <pc:spChg chg="mod">
          <ac:chgData name="Kanduru, Raghava" userId="cf8c09de-c40c-47a2-971b-c612c06e0906" providerId="ADAL" clId="{26AFC52D-BF93-4271-A7A4-3AF00AA0CD30}" dt="2024-05-16T06:54:37.640" v="26" actId="20577"/>
          <ac:spMkLst>
            <pc:docMk/>
            <pc:sldMk cId="3450465591" sldId="2147474193"/>
            <ac:spMk id="10" creationId="{D725078B-CAAE-427C-A710-816929E536C7}"/>
          </ac:spMkLst>
        </pc:spChg>
      </pc:sldChg>
      <pc:sldChg chg="addSp delSp modSp mod">
        <pc:chgData name="Kanduru, Raghava" userId="cf8c09de-c40c-47a2-971b-c612c06e0906" providerId="ADAL" clId="{26AFC52D-BF93-4271-A7A4-3AF00AA0CD30}" dt="2024-05-24T09:26:37.928" v="1096" actId="6549"/>
        <pc:sldMkLst>
          <pc:docMk/>
          <pc:sldMk cId="4112435908" sldId="2147475721"/>
        </pc:sldMkLst>
        <pc:spChg chg="del mod">
          <ac:chgData name="Kanduru, Raghava" userId="cf8c09de-c40c-47a2-971b-c612c06e0906" providerId="ADAL" clId="{26AFC52D-BF93-4271-A7A4-3AF00AA0CD30}" dt="2024-05-23T07:43:31.368" v="546" actId="478"/>
          <ac:spMkLst>
            <pc:docMk/>
            <pc:sldMk cId="4112435908" sldId="2147475721"/>
            <ac:spMk id="3" creationId="{663D18CE-9F18-5E9F-EB01-9C74D070D915}"/>
          </ac:spMkLst>
        </pc:spChg>
        <pc:spChg chg="mod">
          <ac:chgData name="Kanduru, Raghava" userId="cf8c09de-c40c-47a2-971b-c612c06e0906" providerId="ADAL" clId="{26AFC52D-BF93-4271-A7A4-3AF00AA0CD30}" dt="2024-05-23T07:50:18.288" v="623" actId="14100"/>
          <ac:spMkLst>
            <pc:docMk/>
            <pc:sldMk cId="4112435908" sldId="2147475721"/>
            <ac:spMk id="4" creationId="{A72AB8A9-FDD7-0AF0-D95B-276629D32266}"/>
          </ac:spMkLst>
        </pc:spChg>
        <pc:spChg chg="mod">
          <ac:chgData name="Kanduru, Raghava" userId="cf8c09de-c40c-47a2-971b-c612c06e0906" providerId="ADAL" clId="{26AFC52D-BF93-4271-A7A4-3AF00AA0CD30}" dt="2024-05-23T07:47:37.852" v="597" actId="1076"/>
          <ac:spMkLst>
            <pc:docMk/>
            <pc:sldMk cId="4112435908" sldId="2147475721"/>
            <ac:spMk id="7" creationId="{6917DEC1-C53C-B096-2D18-7C766ED15DE0}"/>
          </ac:spMkLst>
        </pc:spChg>
        <pc:spChg chg="mod">
          <ac:chgData name="Kanduru, Raghava" userId="cf8c09de-c40c-47a2-971b-c612c06e0906" providerId="ADAL" clId="{26AFC52D-BF93-4271-A7A4-3AF00AA0CD30}" dt="2024-05-23T07:47:19.546" v="594" actId="14100"/>
          <ac:spMkLst>
            <pc:docMk/>
            <pc:sldMk cId="4112435908" sldId="2147475721"/>
            <ac:spMk id="9" creationId="{5C315BE7-8ADC-F62F-2E76-4564E117C33B}"/>
          </ac:spMkLst>
        </pc:spChg>
        <pc:spChg chg="mod">
          <ac:chgData name="Kanduru, Raghava" userId="cf8c09de-c40c-47a2-971b-c612c06e0906" providerId="ADAL" clId="{26AFC52D-BF93-4271-A7A4-3AF00AA0CD30}" dt="2024-05-23T07:50:40.821" v="626" actId="1076"/>
          <ac:spMkLst>
            <pc:docMk/>
            <pc:sldMk cId="4112435908" sldId="2147475721"/>
            <ac:spMk id="20" creationId="{77A6F499-3E4E-EF30-B3BA-EE2A121CC89C}"/>
          </ac:spMkLst>
        </pc:spChg>
        <pc:spChg chg="mod">
          <ac:chgData name="Kanduru, Raghava" userId="cf8c09de-c40c-47a2-971b-c612c06e0906" providerId="ADAL" clId="{26AFC52D-BF93-4271-A7A4-3AF00AA0CD30}" dt="2024-05-23T07:54:24.815" v="649" actId="1076"/>
          <ac:spMkLst>
            <pc:docMk/>
            <pc:sldMk cId="4112435908" sldId="2147475721"/>
            <ac:spMk id="24" creationId="{639F521B-A7F2-A5E3-34FF-32A2053939A3}"/>
          </ac:spMkLst>
        </pc:spChg>
        <pc:spChg chg="mod">
          <ac:chgData name="Kanduru, Raghava" userId="cf8c09de-c40c-47a2-971b-c612c06e0906" providerId="ADAL" clId="{26AFC52D-BF93-4271-A7A4-3AF00AA0CD30}" dt="2024-05-24T09:15:57.313" v="1014" actId="20577"/>
          <ac:spMkLst>
            <pc:docMk/>
            <pc:sldMk cId="4112435908" sldId="2147475721"/>
            <ac:spMk id="26" creationId="{6BB44C32-54C0-2D5F-DFD3-5BCC9579321D}"/>
          </ac:spMkLst>
        </pc:spChg>
        <pc:spChg chg="mod">
          <ac:chgData name="Kanduru, Raghava" userId="cf8c09de-c40c-47a2-971b-c612c06e0906" providerId="ADAL" clId="{26AFC52D-BF93-4271-A7A4-3AF00AA0CD30}" dt="2024-05-23T07:51:14.900" v="629" actId="1076"/>
          <ac:spMkLst>
            <pc:docMk/>
            <pc:sldMk cId="4112435908" sldId="2147475721"/>
            <ac:spMk id="32" creationId="{A9B6E3B3-196B-5EC5-04F5-9D3B15D03E50}"/>
          </ac:spMkLst>
        </pc:spChg>
        <pc:spChg chg="mod">
          <ac:chgData name="Kanduru, Raghava" userId="cf8c09de-c40c-47a2-971b-c612c06e0906" providerId="ADAL" clId="{26AFC52D-BF93-4271-A7A4-3AF00AA0CD30}" dt="2024-05-23T07:46:47.899" v="589" actId="14100"/>
          <ac:spMkLst>
            <pc:docMk/>
            <pc:sldMk cId="4112435908" sldId="2147475721"/>
            <ac:spMk id="34" creationId="{685D9A75-EA5D-8BA9-376D-F35D17E45D2B}"/>
          </ac:spMkLst>
        </pc:spChg>
        <pc:spChg chg="mod">
          <ac:chgData name="Kanduru, Raghava" userId="cf8c09de-c40c-47a2-971b-c612c06e0906" providerId="ADAL" clId="{26AFC52D-BF93-4271-A7A4-3AF00AA0CD30}" dt="2024-05-23T07:50:24.783" v="624" actId="1076"/>
          <ac:spMkLst>
            <pc:docMk/>
            <pc:sldMk cId="4112435908" sldId="2147475721"/>
            <ac:spMk id="43" creationId="{3090EDAC-2B71-D042-4771-F250145B1CC1}"/>
          </ac:spMkLst>
        </pc:spChg>
        <pc:spChg chg="mod">
          <ac:chgData name="Kanduru, Raghava" userId="cf8c09de-c40c-47a2-971b-c612c06e0906" providerId="ADAL" clId="{26AFC52D-BF93-4271-A7A4-3AF00AA0CD30}" dt="2024-05-24T09:25:26.343" v="1037" actId="1038"/>
          <ac:spMkLst>
            <pc:docMk/>
            <pc:sldMk cId="4112435908" sldId="2147475721"/>
            <ac:spMk id="45" creationId="{C59080AB-1726-8AA3-E633-16311A629AB5}"/>
          </ac:spMkLst>
        </pc:spChg>
        <pc:spChg chg="mod">
          <ac:chgData name="Kanduru, Raghava" userId="cf8c09de-c40c-47a2-971b-c612c06e0906" providerId="ADAL" clId="{26AFC52D-BF93-4271-A7A4-3AF00AA0CD30}" dt="2024-05-24T09:15:33.693" v="986" actId="20577"/>
          <ac:spMkLst>
            <pc:docMk/>
            <pc:sldMk cId="4112435908" sldId="2147475721"/>
            <ac:spMk id="46" creationId="{C6455E77-D758-56B3-7414-E20FB57CA6E1}"/>
          </ac:spMkLst>
        </pc:spChg>
        <pc:spChg chg="del">
          <ac:chgData name="Kanduru, Raghava" userId="cf8c09de-c40c-47a2-971b-c612c06e0906" providerId="ADAL" clId="{26AFC52D-BF93-4271-A7A4-3AF00AA0CD30}" dt="2024-05-24T09:24:14.439" v="1015" actId="478"/>
          <ac:spMkLst>
            <pc:docMk/>
            <pc:sldMk cId="4112435908" sldId="2147475721"/>
            <ac:spMk id="50" creationId="{39BF3FE1-DB1E-7A7A-0FE2-9FC8858461B1}"/>
          </ac:spMkLst>
        </pc:spChg>
        <pc:spChg chg="del">
          <ac:chgData name="Kanduru, Raghava" userId="cf8c09de-c40c-47a2-971b-c612c06e0906" providerId="ADAL" clId="{26AFC52D-BF93-4271-A7A4-3AF00AA0CD30}" dt="2024-05-24T09:24:18.012" v="1016" actId="478"/>
          <ac:spMkLst>
            <pc:docMk/>
            <pc:sldMk cId="4112435908" sldId="2147475721"/>
            <ac:spMk id="51" creationId="{A71261F2-16F4-F0E5-AAA2-A668E3C92512}"/>
          </ac:spMkLst>
        </pc:spChg>
        <pc:spChg chg="del">
          <ac:chgData name="Kanduru, Raghava" userId="cf8c09de-c40c-47a2-971b-c612c06e0906" providerId="ADAL" clId="{26AFC52D-BF93-4271-A7A4-3AF00AA0CD30}" dt="2024-05-24T09:24:20.683" v="1017" actId="478"/>
          <ac:spMkLst>
            <pc:docMk/>
            <pc:sldMk cId="4112435908" sldId="2147475721"/>
            <ac:spMk id="52" creationId="{92FDED05-9FEC-D8A2-BB06-8BC8571C9F27}"/>
          </ac:spMkLst>
        </pc:spChg>
        <pc:spChg chg="mod">
          <ac:chgData name="Kanduru, Raghava" userId="cf8c09de-c40c-47a2-971b-c612c06e0906" providerId="ADAL" clId="{26AFC52D-BF93-4271-A7A4-3AF00AA0CD30}" dt="2024-05-23T07:55:49.536" v="669" actId="20577"/>
          <ac:spMkLst>
            <pc:docMk/>
            <pc:sldMk cId="4112435908" sldId="2147475721"/>
            <ac:spMk id="54" creationId="{F3D6B933-3166-C837-A1F3-C628723E704F}"/>
          </ac:spMkLst>
        </pc:spChg>
        <pc:spChg chg="mod">
          <ac:chgData name="Kanduru, Raghava" userId="cf8c09de-c40c-47a2-971b-c612c06e0906" providerId="ADAL" clId="{26AFC52D-BF93-4271-A7A4-3AF00AA0CD30}" dt="2024-05-24T09:26:37.928" v="1096" actId="6549"/>
          <ac:spMkLst>
            <pc:docMk/>
            <pc:sldMk cId="4112435908" sldId="2147475721"/>
            <ac:spMk id="56" creationId="{204603B8-01F0-9BF8-1F83-6AA16FB3D804}"/>
          </ac:spMkLst>
        </pc:spChg>
        <pc:spChg chg="del">
          <ac:chgData name="Kanduru, Raghava" userId="cf8c09de-c40c-47a2-971b-c612c06e0906" providerId="ADAL" clId="{26AFC52D-BF93-4271-A7A4-3AF00AA0CD30}" dt="2024-05-23T07:43:51.071" v="550" actId="478"/>
          <ac:spMkLst>
            <pc:docMk/>
            <pc:sldMk cId="4112435908" sldId="2147475721"/>
            <ac:spMk id="61" creationId="{75E7DEAD-AB15-3364-204D-09556FA09F54}"/>
          </ac:spMkLst>
        </pc:spChg>
        <pc:grpChg chg="add mod">
          <ac:chgData name="Kanduru, Raghava" userId="cf8c09de-c40c-47a2-971b-c612c06e0906" providerId="ADAL" clId="{26AFC52D-BF93-4271-A7A4-3AF00AA0CD30}" dt="2024-05-23T07:54:57.929" v="652" actId="1076"/>
          <ac:grpSpMkLst>
            <pc:docMk/>
            <pc:sldMk cId="4112435908" sldId="2147475721"/>
            <ac:grpSpMk id="2" creationId="{595094A7-4AFC-3DC6-2232-9C71A525CC3A}"/>
          </ac:grpSpMkLst>
        </pc:grpChg>
        <pc:grpChg chg="mod">
          <ac:chgData name="Kanduru, Raghava" userId="cf8c09de-c40c-47a2-971b-c612c06e0906" providerId="ADAL" clId="{26AFC52D-BF93-4271-A7A4-3AF00AA0CD30}" dt="2024-05-23T07:50:30.522" v="625" actId="1076"/>
          <ac:grpSpMkLst>
            <pc:docMk/>
            <pc:sldMk cId="4112435908" sldId="2147475721"/>
            <ac:grpSpMk id="6" creationId="{FCECC8D4-35B4-6820-997C-88D37856C2FF}"/>
          </ac:grpSpMkLst>
        </pc:grpChg>
        <pc:grpChg chg="mod">
          <ac:chgData name="Kanduru, Raghava" userId="cf8c09de-c40c-47a2-971b-c612c06e0906" providerId="ADAL" clId="{26AFC52D-BF93-4271-A7A4-3AF00AA0CD30}" dt="2024-05-23T07:51:55.137" v="630" actId="1076"/>
          <ac:grpSpMkLst>
            <pc:docMk/>
            <pc:sldMk cId="4112435908" sldId="2147475721"/>
            <ac:grpSpMk id="10" creationId="{8AFD1997-9E1D-1CC1-779D-38E278954AE0}"/>
          </ac:grpSpMkLst>
        </pc:grpChg>
        <pc:grpChg chg="del">
          <ac:chgData name="Kanduru, Raghava" userId="cf8c09de-c40c-47a2-971b-c612c06e0906" providerId="ADAL" clId="{26AFC52D-BF93-4271-A7A4-3AF00AA0CD30}" dt="2024-05-23T07:43:29.525" v="545" actId="478"/>
          <ac:grpSpMkLst>
            <pc:docMk/>
            <pc:sldMk cId="4112435908" sldId="2147475721"/>
            <ac:grpSpMk id="15" creationId="{CCEA4B57-5B71-0658-9586-49D199DA4CBE}"/>
          </ac:grpSpMkLst>
        </pc:grpChg>
        <pc:grpChg chg="mod">
          <ac:chgData name="Kanduru, Raghava" userId="cf8c09de-c40c-47a2-971b-c612c06e0906" providerId="ADAL" clId="{26AFC52D-BF93-4271-A7A4-3AF00AA0CD30}" dt="2024-05-23T07:45:07.141" v="555" actId="1076"/>
          <ac:grpSpMkLst>
            <pc:docMk/>
            <pc:sldMk cId="4112435908" sldId="2147475721"/>
            <ac:grpSpMk id="19" creationId="{97ACD9B8-DC57-C8B0-C010-809F2AD6786F}"/>
          </ac:grpSpMkLst>
        </pc:grpChg>
        <pc:grpChg chg="mod">
          <ac:chgData name="Kanduru, Raghava" userId="cf8c09de-c40c-47a2-971b-c612c06e0906" providerId="ADAL" clId="{26AFC52D-BF93-4271-A7A4-3AF00AA0CD30}" dt="2024-05-23T07:54:32.013" v="650" actId="1076"/>
          <ac:grpSpMkLst>
            <pc:docMk/>
            <pc:sldMk cId="4112435908" sldId="2147475721"/>
            <ac:grpSpMk id="23" creationId="{5FE07F9D-5773-7E4D-5B88-4495C3510578}"/>
          </ac:grpSpMkLst>
        </pc:grpChg>
        <pc:grpChg chg="mod">
          <ac:chgData name="Kanduru, Raghava" userId="cf8c09de-c40c-47a2-971b-c612c06e0906" providerId="ADAL" clId="{26AFC52D-BF93-4271-A7A4-3AF00AA0CD30}" dt="2024-05-23T07:50:51.369" v="627" actId="1076"/>
          <ac:grpSpMkLst>
            <pc:docMk/>
            <pc:sldMk cId="4112435908" sldId="2147475721"/>
            <ac:grpSpMk id="27" creationId="{DB255357-931B-0A0D-AF11-92059817D5CD}"/>
          </ac:grpSpMkLst>
        </pc:grpChg>
        <pc:grpChg chg="mod">
          <ac:chgData name="Kanduru, Raghava" userId="cf8c09de-c40c-47a2-971b-c612c06e0906" providerId="ADAL" clId="{26AFC52D-BF93-4271-A7A4-3AF00AA0CD30}" dt="2024-05-23T07:51:00.879" v="628" actId="1076"/>
          <ac:grpSpMkLst>
            <pc:docMk/>
            <pc:sldMk cId="4112435908" sldId="2147475721"/>
            <ac:grpSpMk id="31" creationId="{A39109EC-7339-C88C-5F85-33449EE96501}"/>
          </ac:grpSpMkLst>
        </pc:grpChg>
        <pc:grpChg chg="mod">
          <ac:chgData name="Kanduru, Raghava" userId="cf8c09de-c40c-47a2-971b-c612c06e0906" providerId="ADAL" clId="{26AFC52D-BF93-4271-A7A4-3AF00AA0CD30}" dt="2024-05-23T07:49:50.891" v="620" actId="1076"/>
          <ac:grpSpMkLst>
            <pc:docMk/>
            <pc:sldMk cId="4112435908" sldId="2147475721"/>
            <ac:grpSpMk id="44" creationId="{1FF32828-7B48-DB45-074B-50D1F76F62A6}"/>
          </ac:grpSpMkLst>
        </pc:grpChg>
        <pc:picChg chg="mod">
          <ac:chgData name="Kanduru, Raghava" userId="cf8c09de-c40c-47a2-971b-c612c06e0906" providerId="ADAL" clId="{26AFC52D-BF93-4271-A7A4-3AF00AA0CD30}" dt="2024-05-23T07:47:37.852" v="597" actId="1076"/>
          <ac:picMkLst>
            <pc:docMk/>
            <pc:sldMk cId="4112435908" sldId="2147475721"/>
            <ac:picMk id="8" creationId="{07245633-B332-F43F-12A3-43DBDEEEF140}"/>
          </ac:picMkLst>
        </pc:picChg>
        <pc:picChg chg="mod">
          <ac:chgData name="Kanduru, Raghava" userId="cf8c09de-c40c-47a2-971b-c612c06e0906" providerId="ADAL" clId="{26AFC52D-BF93-4271-A7A4-3AF00AA0CD30}" dt="2024-05-24T09:24:36.695" v="1018" actId="207"/>
          <ac:picMkLst>
            <pc:docMk/>
            <pc:sldMk cId="4112435908" sldId="2147475721"/>
            <ac:picMk id="12" creationId="{A88140FA-EBF6-475F-5E73-D7EAC79730C7}"/>
          </ac:picMkLst>
        </pc:picChg>
        <pc:picChg chg="mod">
          <ac:chgData name="Kanduru, Raghava" userId="cf8c09de-c40c-47a2-971b-c612c06e0906" providerId="ADAL" clId="{26AFC52D-BF93-4271-A7A4-3AF00AA0CD30}" dt="2024-05-23T07:50:40.821" v="626" actId="1076"/>
          <ac:picMkLst>
            <pc:docMk/>
            <pc:sldMk cId="4112435908" sldId="2147475721"/>
            <ac:picMk id="21" creationId="{4DAC89CE-47E4-9485-4AB5-47FF7C3EA34C}"/>
          </ac:picMkLst>
        </pc:picChg>
        <pc:picChg chg="mod">
          <ac:chgData name="Kanduru, Raghava" userId="cf8c09de-c40c-47a2-971b-c612c06e0906" providerId="ADAL" clId="{26AFC52D-BF93-4271-A7A4-3AF00AA0CD30}" dt="2024-05-24T09:24:40.836" v="1019" actId="207"/>
          <ac:picMkLst>
            <pc:docMk/>
            <pc:sldMk cId="4112435908" sldId="2147475721"/>
            <ac:picMk id="25" creationId="{027D9965-6BBA-694A-2BDB-421A1D4A3D7A}"/>
          </ac:picMkLst>
        </pc:picChg>
        <pc:picChg chg="mod">
          <ac:chgData name="Kanduru, Raghava" userId="cf8c09de-c40c-47a2-971b-c612c06e0906" providerId="ADAL" clId="{26AFC52D-BF93-4271-A7A4-3AF00AA0CD30}" dt="2024-05-23T07:51:14.900" v="629" actId="1076"/>
          <ac:picMkLst>
            <pc:docMk/>
            <pc:sldMk cId="4112435908" sldId="2147475721"/>
            <ac:picMk id="33" creationId="{850DCB1B-076C-96A3-9DD0-2A073E75ABBC}"/>
          </ac:picMkLst>
        </pc:picChg>
        <pc:picChg chg="mod">
          <ac:chgData name="Kanduru, Raghava" userId="cf8c09de-c40c-47a2-971b-c612c06e0906" providerId="ADAL" clId="{26AFC52D-BF93-4271-A7A4-3AF00AA0CD30}" dt="2024-05-23T07:49:13.466" v="603" actId="1076"/>
          <ac:picMkLst>
            <pc:docMk/>
            <pc:sldMk cId="4112435908" sldId="2147475721"/>
            <ac:picMk id="47" creationId="{1BC17BA2-4469-F881-840C-52F87F499465}"/>
          </ac:picMkLst>
        </pc:picChg>
        <pc:picChg chg="mod">
          <ac:chgData name="Kanduru, Raghava" userId="cf8c09de-c40c-47a2-971b-c612c06e0906" providerId="ADAL" clId="{26AFC52D-BF93-4271-A7A4-3AF00AA0CD30}" dt="2024-05-24T09:25:00.165" v="1024" actId="1076"/>
          <ac:picMkLst>
            <pc:docMk/>
            <pc:sldMk cId="4112435908" sldId="2147475721"/>
            <ac:picMk id="48" creationId="{A43FC586-EA47-C3D7-F619-54F0FE8AAE98}"/>
          </ac:picMkLst>
        </pc:picChg>
        <pc:picChg chg="mod">
          <ac:chgData name="Kanduru, Raghava" userId="cf8c09de-c40c-47a2-971b-c612c06e0906" providerId="ADAL" clId="{26AFC52D-BF93-4271-A7A4-3AF00AA0CD30}" dt="2024-05-24T09:24:44.486" v="1020" actId="207"/>
          <ac:picMkLst>
            <pc:docMk/>
            <pc:sldMk cId="4112435908" sldId="2147475721"/>
            <ac:picMk id="55" creationId="{BFF34183-260E-7081-6378-0CFEAF147D0A}"/>
          </ac:picMkLst>
        </pc:picChg>
      </pc:sldChg>
      <pc:sldChg chg="addSp delSp modSp add mod">
        <pc:chgData name="Kanduru, Raghava" userId="cf8c09de-c40c-47a2-971b-c612c06e0906" providerId="ADAL" clId="{26AFC52D-BF93-4271-A7A4-3AF00AA0CD30}" dt="2024-05-28T10:37:58.298" v="1204" actId="1076"/>
        <pc:sldMkLst>
          <pc:docMk/>
          <pc:sldMk cId="415626969" sldId="2147475792"/>
        </pc:sldMkLst>
        <pc:spChg chg="mod">
          <ac:chgData name="Kanduru, Raghava" userId="cf8c09de-c40c-47a2-971b-c612c06e0906" providerId="ADAL" clId="{26AFC52D-BF93-4271-A7A4-3AF00AA0CD30}" dt="2024-05-28T10:35:23.824" v="1131" actId="1076"/>
          <ac:spMkLst>
            <pc:docMk/>
            <pc:sldMk cId="415626969" sldId="2147475792"/>
            <ac:spMk id="2" creationId="{516B10BD-EA74-37C8-CC12-F7D682501E43}"/>
          </ac:spMkLst>
        </pc:spChg>
        <pc:spChg chg="del">
          <ac:chgData name="Kanduru, Raghava" userId="cf8c09de-c40c-47a2-971b-c612c06e0906" providerId="ADAL" clId="{26AFC52D-BF93-4271-A7A4-3AF00AA0CD30}" dt="2024-05-22T05:25:44.292" v="330" actId="478"/>
          <ac:spMkLst>
            <pc:docMk/>
            <pc:sldMk cId="415626969" sldId="2147475792"/>
            <ac:spMk id="2" creationId="{8949F255-B385-E426-C303-190570749C53}"/>
          </ac:spMkLst>
        </pc:spChg>
        <pc:spChg chg="mod">
          <ac:chgData name="Kanduru, Raghava" userId="cf8c09de-c40c-47a2-971b-c612c06e0906" providerId="ADAL" clId="{26AFC52D-BF93-4271-A7A4-3AF00AA0CD30}" dt="2024-05-22T05:25:52.984" v="332" actId="1076"/>
          <ac:spMkLst>
            <pc:docMk/>
            <pc:sldMk cId="415626969" sldId="2147475792"/>
            <ac:spMk id="3" creationId="{2AF865AE-0F78-49F3-A0CB-D4F57A104432}"/>
          </ac:spMkLst>
        </pc:spChg>
        <pc:spChg chg="mod">
          <ac:chgData name="Kanduru, Raghava" userId="cf8c09de-c40c-47a2-971b-c612c06e0906" providerId="ADAL" clId="{26AFC52D-BF93-4271-A7A4-3AF00AA0CD30}" dt="2024-05-28T10:37:08.426" v="1191" actId="1076"/>
          <ac:spMkLst>
            <pc:docMk/>
            <pc:sldMk cId="415626969" sldId="2147475792"/>
            <ac:spMk id="4" creationId="{4C19DD01-B2A0-22B2-7952-8B0E07ACC120}"/>
          </ac:spMkLst>
        </pc:spChg>
        <pc:spChg chg="mod">
          <ac:chgData name="Kanduru, Raghava" userId="cf8c09de-c40c-47a2-971b-c612c06e0906" providerId="ADAL" clId="{26AFC52D-BF93-4271-A7A4-3AF00AA0CD30}" dt="2024-05-28T05:39:34.215" v="1110" actId="1076"/>
          <ac:spMkLst>
            <pc:docMk/>
            <pc:sldMk cId="415626969" sldId="2147475792"/>
            <ac:spMk id="5" creationId="{6933146C-9175-3137-BC51-046417F6F051}"/>
          </ac:spMkLst>
        </pc:spChg>
        <pc:spChg chg="del">
          <ac:chgData name="Kanduru, Raghava" userId="cf8c09de-c40c-47a2-971b-c612c06e0906" providerId="ADAL" clId="{26AFC52D-BF93-4271-A7A4-3AF00AA0CD30}" dt="2024-05-22T05:24:43.274" v="288" actId="478"/>
          <ac:spMkLst>
            <pc:docMk/>
            <pc:sldMk cId="415626969" sldId="2147475792"/>
            <ac:spMk id="5" creationId="{7D0E4BD8-BE23-492A-BBB8-B96FF0716E0D}"/>
          </ac:spMkLst>
        </pc:spChg>
        <pc:spChg chg="add mod">
          <ac:chgData name="Kanduru, Raghava" userId="cf8c09de-c40c-47a2-971b-c612c06e0906" providerId="ADAL" clId="{26AFC52D-BF93-4271-A7A4-3AF00AA0CD30}" dt="2024-05-23T09:44:47.643" v="826" actId="20577"/>
          <ac:spMkLst>
            <pc:docMk/>
            <pc:sldMk cId="415626969" sldId="2147475792"/>
            <ac:spMk id="7" creationId="{08103C3B-ECF5-47A9-E814-20A28BD040C1}"/>
          </ac:spMkLst>
        </pc:spChg>
        <pc:spChg chg="add del mod">
          <ac:chgData name="Kanduru, Raghava" userId="cf8c09de-c40c-47a2-971b-c612c06e0906" providerId="ADAL" clId="{26AFC52D-BF93-4271-A7A4-3AF00AA0CD30}" dt="2024-05-28T10:37:50.839" v="1201" actId="21"/>
          <ac:spMkLst>
            <pc:docMk/>
            <pc:sldMk cId="415626969" sldId="2147475792"/>
            <ac:spMk id="14" creationId="{E767E500-702F-59B3-C0D9-4D14BD98F576}"/>
          </ac:spMkLst>
        </pc:spChg>
        <pc:spChg chg="add del mod">
          <ac:chgData name="Kanduru, Raghava" userId="cf8c09de-c40c-47a2-971b-c612c06e0906" providerId="ADAL" clId="{26AFC52D-BF93-4271-A7A4-3AF00AA0CD30}" dt="2024-05-28T10:37:50.839" v="1201" actId="21"/>
          <ac:spMkLst>
            <pc:docMk/>
            <pc:sldMk cId="415626969" sldId="2147475792"/>
            <ac:spMk id="16" creationId="{53060C70-858D-1B3A-CA0E-F817C247BB95}"/>
          </ac:spMkLst>
        </pc:spChg>
        <pc:spChg chg="add del">
          <ac:chgData name="Kanduru, Raghava" userId="cf8c09de-c40c-47a2-971b-c612c06e0906" providerId="ADAL" clId="{26AFC52D-BF93-4271-A7A4-3AF00AA0CD30}" dt="2024-05-23T09:32:42.348" v="733" actId="11529"/>
          <ac:spMkLst>
            <pc:docMk/>
            <pc:sldMk cId="415626969" sldId="2147475792"/>
            <ac:spMk id="16" creationId="{F3B75DEF-2F5D-C3B6-0E4F-A30A76D07073}"/>
          </ac:spMkLst>
        </pc:spChg>
        <pc:spChg chg="add del mod">
          <ac:chgData name="Kanduru, Raghava" userId="cf8c09de-c40c-47a2-971b-c612c06e0906" providerId="ADAL" clId="{26AFC52D-BF93-4271-A7A4-3AF00AA0CD30}" dt="2024-05-23T09:35:32.951" v="811" actId="21"/>
          <ac:spMkLst>
            <pc:docMk/>
            <pc:sldMk cId="415626969" sldId="2147475792"/>
            <ac:spMk id="17" creationId="{18840A3A-20D8-4E7E-20F5-E398A36E9BBE}"/>
          </ac:spMkLst>
        </pc:spChg>
        <pc:spChg chg="add del mod">
          <ac:chgData name="Kanduru, Raghava" userId="cf8c09de-c40c-47a2-971b-c612c06e0906" providerId="ADAL" clId="{26AFC52D-BF93-4271-A7A4-3AF00AA0CD30}" dt="2024-05-28T10:37:50.839" v="1201" actId="21"/>
          <ac:spMkLst>
            <pc:docMk/>
            <pc:sldMk cId="415626969" sldId="2147475792"/>
            <ac:spMk id="17" creationId="{91FDF146-05EF-E2B0-2E70-66D78C9E72B8}"/>
          </ac:spMkLst>
        </pc:spChg>
        <pc:spChg chg="add del mod">
          <ac:chgData name="Kanduru, Raghava" userId="cf8c09de-c40c-47a2-971b-c612c06e0906" providerId="ADAL" clId="{26AFC52D-BF93-4271-A7A4-3AF00AA0CD30}" dt="2024-05-23T09:35:32.951" v="811" actId="21"/>
          <ac:spMkLst>
            <pc:docMk/>
            <pc:sldMk cId="415626969" sldId="2147475792"/>
            <ac:spMk id="18" creationId="{7A1EDBD9-011A-917D-EDF3-74DCA88BADFB}"/>
          </ac:spMkLst>
        </pc:spChg>
        <pc:spChg chg="add del mod">
          <ac:chgData name="Kanduru, Raghava" userId="cf8c09de-c40c-47a2-971b-c612c06e0906" providerId="ADAL" clId="{26AFC52D-BF93-4271-A7A4-3AF00AA0CD30}" dt="2024-05-23T09:35:32.951" v="811" actId="21"/>
          <ac:spMkLst>
            <pc:docMk/>
            <pc:sldMk cId="415626969" sldId="2147475792"/>
            <ac:spMk id="19" creationId="{3FD8AE1C-250A-5F43-5D38-A0D29416EE72}"/>
          </ac:spMkLst>
        </pc:spChg>
        <pc:graphicFrameChg chg="del">
          <ac:chgData name="Kanduru, Raghava" userId="cf8c09de-c40c-47a2-971b-c612c06e0906" providerId="ADAL" clId="{26AFC52D-BF93-4271-A7A4-3AF00AA0CD30}" dt="2024-05-22T05:24:46.238" v="289" actId="478"/>
          <ac:graphicFrameMkLst>
            <pc:docMk/>
            <pc:sldMk cId="415626969" sldId="2147475792"/>
            <ac:graphicFrameMk id="4" creationId="{B10DAC52-42A1-42F3-9DE7-D08C6FF1A103}"/>
          </ac:graphicFrameMkLst>
        </pc:graphicFrameChg>
        <pc:picChg chg="add mod">
          <ac:chgData name="Kanduru, Raghava" userId="cf8c09de-c40c-47a2-971b-c612c06e0906" providerId="ADAL" clId="{26AFC52D-BF93-4271-A7A4-3AF00AA0CD30}" dt="2024-05-28T10:35:23.824" v="1131" actId="1076"/>
          <ac:picMkLst>
            <pc:docMk/>
            <pc:sldMk cId="415626969" sldId="2147475792"/>
            <ac:picMk id="8" creationId="{63FCA822-283D-F42F-DAC6-272CE3EFF04F}"/>
          </ac:picMkLst>
        </pc:picChg>
        <pc:picChg chg="add del mod">
          <ac:chgData name="Kanduru, Raghava" userId="cf8c09de-c40c-47a2-971b-c612c06e0906" providerId="ADAL" clId="{26AFC52D-BF93-4271-A7A4-3AF00AA0CD30}" dt="2024-05-28T05:26:53.986" v="1097" actId="478"/>
          <ac:picMkLst>
            <pc:docMk/>
            <pc:sldMk cId="415626969" sldId="2147475792"/>
            <ac:picMk id="9" creationId="{82C79FF6-1EB2-7809-2571-D71B8B22296B}"/>
          </ac:picMkLst>
        </pc:picChg>
        <pc:picChg chg="add del">
          <ac:chgData name="Kanduru, Raghava" userId="cf8c09de-c40c-47a2-971b-c612c06e0906" providerId="ADAL" clId="{26AFC52D-BF93-4271-A7A4-3AF00AA0CD30}" dt="2024-05-23T09:30:34.586" v="723" actId="22"/>
          <ac:picMkLst>
            <pc:docMk/>
            <pc:sldMk cId="415626969" sldId="2147475792"/>
            <ac:picMk id="11" creationId="{15F31D75-286A-6BDA-4106-538ECAEAE670}"/>
          </ac:picMkLst>
        </pc:picChg>
        <pc:picChg chg="add mod">
          <ac:chgData name="Kanduru, Raghava" userId="cf8c09de-c40c-47a2-971b-c612c06e0906" providerId="ADAL" clId="{26AFC52D-BF93-4271-A7A4-3AF00AA0CD30}" dt="2024-05-28T05:39:28.843" v="1109" actId="1076"/>
          <ac:picMkLst>
            <pc:docMk/>
            <pc:sldMk cId="415626969" sldId="2147475792"/>
            <ac:picMk id="11" creationId="{D2CFED04-C675-0C5F-1EB5-A3C0F5F6FF35}"/>
          </ac:picMkLst>
        </pc:picChg>
        <pc:picChg chg="add del mod">
          <ac:chgData name="Kanduru, Raghava" userId="cf8c09de-c40c-47a2-971b-c612c06e0906" providerId="ADAL" clId="{26AFC52D-BF93-4271-A7A4-3AF00AA0CD30}" dt="2024-05-23T09:35:32.951" v="811" actId="21"/>
          <ac:picMkLst>
            <pc:docMk/>
            <pc:sldMk cId="415626969" sldId="2147475792"/>
            <ac:picMk id="13" creationId="{09058327-0FA9-B978-DAAB-9ECD2DB3D9C1}"/>
          </ac:picMkLst>
        </pc:picChg>
        <pc:picChg chg="add del mod">
          <ac:chgData name="Kanduru, Raghava" userId="cf8c09de-c40c-47a2-971b-c612c06e0906" providerId="ADAL" clId="{26AFC52D-BF93-4271-A7A4-3AF00AA0CD30}" dt="2024-05-28T10:37:50.839" v="1201" actId="21"/>
          <ac:picMkLst>
            <pc:docMk/>
            <pc:sldMk cId="415626969" sldId="2147475792"/>
            <ac:picMk id="13" creationId="{E469283F-3D7E-BA78-A447-BD0DE917F504}"/>
          </ac:picMkLst>
        </pc:picChg>
        <pc:picChg chg="add del mod">
          <ac:chgData name="Kanduru, Raghava" userId="cf8c09de-c40c-47a2-971b-c612c06e0906" providerId="ADAL" clId="{26AFC52D-BF93-4271-A7A4-3AF00AA0CD30}" dt="2024-05-28T10:35:08.527" v="1128" actId="478"/>
          <ac:picMkLst>
            <pc:docMk/>
            <pc:sldMk cId="415626969" sldId="2147475792"/>
            <ac:picMk id="15" creationId="{8C462D76-441B-9370-0024-7F3F6F657816}"/>
          </ac:picMkLst>
        </pc:picChg>
        <pc:picChg chg="add del mod">
          <ac:chgData name="Kanduru, Raghava" userId="cf8c09de-c40c-47a2-971b-c612c06e0906" providerId="ADAL" clId="{26AFC52D-BF93-4271-A7A4-3AF00AA0CD30}" dt="2024-05-28T10:37:21.620" v="1196"/>
          <ac:picMkLst>
            <pc:docMk/>
            <pc:sldMk cId="415626969" sldId="2147475792"/>
            <ac:picMk id="18" creationId="{9243CBFD-3100-8B4E-AF16-8BAD9AACA785}"/>
          </ac:picMkLst>
        </pc:picChg>
        <pc:picChg chg="add mod">
          <ac:chgData name="Kanduru, Raghava" userId="cf8c09de-c40c-47a2-971b-c612c06e0906" providerId="ADAL" clId="{26AFC52D-BF93-4271-A7A4-3AF00AA0CD30}" dt="2024-05-28T10:37:58.298" v="1204" actId="1076"/>
          <ac:picMkLst>
            <pc:docMk/>
            <pc:sldMk cId="415626969" sldId="2147475792"/>
            <ac:picMk id="19" creationId="{C7DF511A-810B-8C03-2239-A91C6F5F9479}"/>
          </ac:picMkLst>
        </pc:picChg>
        <pc:picChg chg="add del mod">
          <ac:chgData name="Kanduru, Raghava" userId="cf8c09de-c40c-47a2-971b-c612c06e0906" providerId="ADAL" clId="{26AFC52D-BF93-4271-A7A4-3AF00AA0CD30}" dt="2024-05-28T10:33:57.748" v="1124" actId="478"/>
          <ac:picMkLst>
            <pc:docMk/>
            <pc:sldMk cId="415626969" sldId="2147475792"/>
            <ac:picMk id="20" creationId="{09633401-86BC-0E8F-6953-5A59635A408D}"/>
          </ac:picMkLst>
        </pc:picChg>
        <pc:picChg chg="add del mod">
          <ac:chgData name="Kanduru, Raghava" userId="cf8c09de-c40c-47a2-971b-c612c06e0906" providerId="ADAL" clId="{26AFC52D-BF93-4271-A7A4-3AF00AA0CD30}" dt="2024-05-28T05:39:11.582" v="1104" actId="478"/>
          <ac:picMkLst>
            <pc:docMk/>
            <pc:sldMk cId="415626969" sldId="2147475792"/>
            <ac:picMk id="22" creationId="{2B343ED8-0B5F-E287-8799-F87366F01C90}"/>
          </ac:picMkLst>
        </pc:picChg>
      </pc:sldChg>
      <pc:sldChg chg="add del mod modShow">
        <pc:chgData name="Kanduru, Raghava" userId="cf8c09de-c40c-47a2-971b-c612c06e0906" providerId="ADAL" clId="{26AFC52D-BF93-4271-A7A4-3AF00AA0CD30}" dt="2024-05-23T09:46:16.919" v="849" actId="47"/>
        <pc:sldMkLst>
          <pc:docMk/>
          <pc:sldMk cId="2834992667" sldId="2147475793"/>
        </pc:sldMkLst>
      </pc:sldChg>
      <pc:sldMasterChg chg="delSldLayout">
        <pc:chgData name="Kanduru, Raghava" userId="cf8c09de-c40c-47a2-971b-c612c06e0906" providerId="ADAL" clId="{26AFC52D-BF93-4271-A7A4-3AF00AA0CD30}" dt="2024-05-23T09:46:16.919" v="849" actId="47"/>
        <pc:sldMasterMkLst>
          <pc:docMk/>
          <pc:sldMasterMk cId="3148905397" sldId="2147483899"/>
        </pc:sldMasterMkLst>
        <pc:sldLayoutChg chg="del">
          <pc:chgData name="Kanduru, Raghava" userId="cf8c09de-c40c-47a2-971b-c612c06e0906" providerId="ADAL" clId="{26AFC52D-BF93-4271-A7A4-3AF00AA0CD30}" dt="2024-05-23T09:46:16.919" v="849" actId="47"/>
          <pc:sldLayoutMkLst>
            <pc:docMk/>
            <pc:sldMasterMk cId="3148905397" sldId="2147483899"/>
            <pc:sldLayoutMk cId="845861458" sldId="2147484214"/>
          </pc:sldLayoutMkLst>
        </pc:sldLayoutChg>
      </pc:sldMasterChg>
    </pc:docChg>
  </pc:docChgLst>
  <pc:docChgLst>
    <pc:chgData name="Gudla, Natraj" userId="1b097815-ad51-435d-a557-eb69be7a0b69" providerId="ADAL" clId="{885BF526-5A81-402F-B48C-868EB245135F}"/>
    <pc:docChg chg="undo custSel addSld delSld modSld sldOrd">
      <pc:chgData name="Gudla, Natraj" userId="1b097815-ad51-435d-a557-eb69be7a0b69" providerId="ADAL" clId="{885BF526-5A81-402F-B48C-868EB245135F}" dt="2024-08-01T03:57:37.184" v="245"/>
      <pc:docMkLst>
        <pc:docMk/>
      </pc:docMkLst>
      <pc:sldChg chg="del ord">
        <pc:chgData name="Gudla, Natraj" userId="1b097815-ad51-435d-a557-eb69be7a0b69" providerId="ADAL" clId="{885BF526-5A81-402F-B48C-868EB245135F}" dt="2024-08-01T03:42:07.578" v="63" actId="47"/>
        <pc:sldMkLst>
          <pc:docMk/>
          <pc:sldMk cId="377048509" sldId="961"/>
        </pc:sldMkLst>
      </pc:sldChg>
      <pc:sldChg chg="del ord">
        <pc:chgData name="Gudla, Natraj" userId="1b097815-ad51-435d-a557-eb69be7a0b69" providerId="ADAL" clId="{885BF526-5A81-402F-B48C-868EB245135F}" dt="2024-08-01T03:42:33.693" v="66" actId="47"/>
        <pc:sldMkLst>
          <pc:docMk/>
          <pc:sldMk cId="2721593553" sldId="2076137828"/>
        </pc:sldMkLst>
      </pc:sldChg>
      <pc:sldChg chg="del">
        <pc:chgData name="Gudla, Natraj" userId="1b097815-ad51-435d-a557-eb69be7a0b69" providerId="ADAL" clId="{885BF526-5A81-402F-B48C-868EB245135F}" dt="2024-08-01T03:39:55.325" v="58" actId="47"/>
        <pc:sldMkLst>
          <pc:docMk/>
          <pc:sldMk cId="1599281644" sldId="2076137830"/>
        </pc:sldMkLst>
      </pc:sldChg>
      <pc:sldChg chg="del">
        <pc:chgData name="Gudla, Natraj" userId="1b097815-ad51-435d-a557-eb69be7a0b69" providerId="ADAL" clId="{885BF526-5A81-402F-B48C-868EB245135F}" dt="2024-08-01T03:32:32.297" v="0" actId="47"/>
        <pc:sldMkLst>
          <pc:docMk/>
          <pc:sldMk cId="1754236133" sldId="2141412320"/>
        </pc:sldMkLst>
      </pc:sldChg>
      <pc:sldChg chg="del">
        <pc:chgData name="Gudla, Natraj" userId="1b097815-ad51-435d-a557-eb69be7a0b69" providerId="ADAL" clId="{885BF526-5A81-402F-B48C-868EB245135F}" dt="2024-08-01T03:32:35.185" v="1" actId="47"/>
        <pc:sldMkLst>
          <pc:docMk/>
          <pc:sldMk cId="1607761073" sldId="2141412322"/>
        </pc:sldMkLst>
      </pc:sldChg>
      <pc:sldChg chg="del">
        <pc:chgData name="Gudla, Natraj" userId="1b097815-ad51-435d-a557-eb69be7a0b69" providerId="ADAL" clId="{885BF526-5A81-402F-B48C-868EB245135F}" dt="2024-08-01T03:33:19.391" v="6" actId="47"/>
        <pc:sldMkLst>
          <pc:docMk/>
          <pc:sldMk cId="65811774" sldId="2141412331"/>
        </pc:sldMkLst>
      </pc:sldChg>
      <pc:sldChg chg="del ord">
        <pc:chgData name="Gudla, Natraj" userId="1b097815-ad51-435d-a557-eb69be7a0b69" providerId="ADAL" clId="{885BF526-5A81-402F-B48C-868EB245135F}" dt="2024-08-01T03:43:41.301" v="69" actId="47"/>
        <pc:sldMkLst>
          <pc:docMk/>
          <pc:sldMk cId="4085862344" sldId="2147229685"/>
        </pc:sldMkLst>
      </pc:sldChg>
      <pc:sldChg chg="modSp mod">
        <pc:chgData name="Gudla, Natraj" userId="1b097815-ad51-435d-a557-eb69be7a0b69" providerId="ADAL" clId="{885BF526-5A81-402F-B48C-868EB245135F}" dt="2024-08-01T03:49:19.005" v="107" actId="6549"/>
        <pc:sldMkLst>
          <pc:docMk/>
          <pc:sldMk cId="1923745520" sldId="2147474097"/>
        </pc:sldMkLst>
        <pc:spChg chg="mod">
          <ac:chgData name="Gudla, Natraj" userId="1b097815-ad51-435d-a557-eb69be7a0b69" providerId="ADAL" clId="{885BF526-5A81-402F-B48C-868EB245135F}" dt="2024-08-01T03:49:19.005" v="107" actId="6549"/>
          <ac:spMkLst>
            <pc:docMk/>
            <pc:sldMk cId="1923745520" sldId="2147474097"/>
            <ac:spMk id="3" creationId="{776E779B-9047-50C9-5827-CAAC8867C88D}"/>
          </ac:spMkLst>
        </pc:spChg>
        <pc:spChg chg="mod">
          <ac:chgData name="Gudla, Natraj" userId="1b097815-ad51-435d-a557-eb69be7a0b69" providerId="ADAL" clId="{885BF526-5A81-402F-B48C-868EB245135F}" dt="2024-08-01T03:49:04.483" v="75" actId="404"/>
          <ac:spMkLst>
            <pc:docMk/>
            <pc:sldMk cId="1923745520" sldId="2147474097"/>
            <ac:spMk id="11" creationId="{CE5626D2-4B84-6929-D4F9-1F67489262B8}"/>
          </ac:spMkLst>
        </pc:spChg>
        <pc:spChg chg="mod">
          <ac:chgData name="Gudla, Natraj" userId="1b097815-ad51-435d-a557-eb69be7a0b69" providerId="ADAL" clId="{885BF526-5A81-402F-B48C-868EB245135F}" dt="2024-08-01T03:35:09.653" v="13" actId="6549"/>
          <ac:spMkLst>
            <pc:docMk/>
            <pc:sldMk cId="1923745520" sldId="2147474097"/>
            <ac:spMk id="12" creationId="{F4F87E10-2948-EA05-5915-992ECED553C3}"/>
          </ac:spMkLst>
        </pc:spChg>
      </pc:sldChg>
      <pc:sldChg chg="del">
        <pc:chgData name="Gudla, Natraj" userId="1b097815-ad51-435d-a557-eb69be7a0b69" providerId="ADAL" clId="{885BF526-5A81-402F-B48C-868EB245135F}" dt="2024-08-01T03:33:26.889" v="8" actId="47"/>
        <pc:sldMkLst>
          <pc:docMk/>
          <pc:sldMk cId="3727333396" sldId="2147474111"/>
        </pc:sldMkLst>
      </pc:sldChg>
      <pc:sldChg chg="add del">
        <pc:chgData name="Gudla, Natraj" userId="1b097815-ad51-435d-a557-eb69be7a0b69" providerId="ADAL" clId="{885BF526-5A81-402F-B48C-868EB245135F}" dt="2024-08-01T03:35:37.069" v="17" actId="47"/>
        <pc:sldMkLst>
          <pc:docMk/>
          <pc:sldMk cId="336240612" sldId="2147474119"/>
        </pc:sldMkLst>
      </pc:sldChg>
      <pc:sldChg chg="add">
        <pc:chgData name="Gudla, Natraj" userId="1b097815-ad51-435d-a557-eb69be7a0b69" providerId="ADAL" clId="{885BF526-5A81-402F-B48C-868EB245135F}" dt="2024-08-01T03:48:22.296" v="70"/>
        <pc:sldMkLst>
          <pc:docMk/>
          <pc:sldMk cId="136918114" sldId="2147474125"/>
        </pc:sldMkLst>
      </pc:sldChg>
      <pc:sldChg chg="add">
        <pc:chgData name="Gudla, Natraj" userId="1b097815-ad51-435d-a557-eb69be7a0b69" providerId="ADAL" clId="{885BF526-5A81-402F-B48C-868EB245135F}" dt="2024-08-01T03:48:22.296" v="70"/>
        <pc:sldMkLst>
          <pc:docMk/>
          <pc:sldMk cId="1359994051" sldId="2147474128"/>
        </pc:sldMkLst>
      </pc:sldChg>
      <pc:sldChg chg="delSp modSp add mod ord">
        <pc:chgData name="Gudla, Natraj" userId="1b097815-ad51-435d-a557-eb69be7a0b69" providerId="ADAL" clId="{885BF526-5A81-402F-B48C-868EB245135F}" dt="2024-08-01T03:54:57.536" v="238" actId="404"/>
        <pc:sldMkLst>
          <pc:docMk/>
          <pc:sldMk cId="94012907" sldId="2147474131"/>
        </pc:sldMkLst>
        <pc:spChg chg="mod">
          <ac:chgData name="Gudla, Natraj" userId="1b097815-ad51-435d-a557-eb69be7a0b69" providerId="ADAL" clId="{885BF526-5A81-402F-B48C-868EB245135F}" dt="2024-08-01T03:53:37.199" v="203" actId="1076"/>
          <ac:spMkLst>
            <pc:docMk/>
            <pc:sldMk cId="94012907" sldId="2147474131"/>
            <ac:spMk id="2" creationId="{DD4F0D0A-C8BD-480C-A6F2-F71C03DE8BA9}"/>
          </ac:spMkLst>
        </pc:spChg>
        <pc:spChg chg="del mod">
          <ac:chgData name="Gudla, Natraj" userId="1b097815-ad51-435d-a557-eb69be7a0b69" providerId="ADAL" clId="{885BF526-5A81-402F-B48C-868EB245135F}" dt="2024-08-01T03:52:48.966" v="167" actId="478"/>
          <ac:spMkLst>
            <pc:docMk/>
            <pc:sldMk cId="94012907" sldId="2147474131"/>
            <ac:spMk id="3" creationId="{C13AA63B-274D-AE34-B50D-3455D38DF010}"/>
          </ac:spMkLst>
        </pc:spChg>
        <pc:spChg chg="mod">
          <ac:chgData name="Gudla, Natraj" userId="1b097815-ad51-435d-a557-eb69be7a0b69" providerId="ADAL" clId="{885BF526-5A81-402F-B48C-868EB245135F}" dt="2024-08-01T03:54:51.682" v="237" actId="1036"/>
          <ac:spMkLst>
            <pc:docMk/>
            <pc:sldMk cId="94012907" sldId="2147474131"/>
            <ac:spMk id="12" creationId="{31BB805D-9BE9-6377-DA5D-773CB5809C76}"/>
          </ac:spMkLst>
        </pc:spChg>
        <pc:spChg chg="mod">
          <ac:chgData name="Gudla, Natraj" userId="1b097815-ad51-435d-a557-eb69be7a0b69" providerId="ADAL" clId="{885BF526-5A81-402F-B48C-868EB245135F}" dt="2024-08-01T03:54:57.536" v="238" actId="404"/>
          <ac:spMkLst>
            <pc:docMk/>
            <pc:sldMk cId="94012907" sldId="2147474131"/>
            <ac:spMk id="217" creationId="{CE4EB3FE-198A-40A5-B395-55E5B6F0C16E}"/>
          </ac:spMkLst>
        </pc:spChg>
        <pc:spChg chg="mod">
          <ac:chgData name="Gudla, Natraj" userId="1b097815-ad51-435d-a557-eb69be7a0b69" providerId="ADAL" clId="{885BF526-5A81-402F-B48C-868EB245135F}" dt="2024-08-01T03:54:51.682" v="237" actId="1036"/>
          <ac:spMkLst>
            <pc:docMk/>
            <pc:sldMk cId="94012907" sldId="2147474131"/>
            <ac:spMk id="219" creationId="{264C200F-E91D-4D4B-9A35-788F51F376BF}"/>
          </ac:spMkLst>
        </pc:spChg>
        <pc:spChg chg="mod">
          <ac:chgData name="Gudla, Natraj" userId="1b097815-ad51-435d-a557-eb69be7a0b69" providerId="ADAL" clId="{885BF526-5A81-402F-B48C-868EB245135F}" dt="2024-08-01T03:54:51.682" v="237" actId="1036"/>
          <ac:spMkLst>
            <pc:docMk/>
            <pc:sldMk cId="94012907" sldId="2147474131"/>
            <ac:spMk id="220" creationId="{341B7ABB-5F09-4B82-BF57-DEF43696F8C2}"/>
          </ac:spMkLst>
        </pc:spChg>
        <pc:spChg chg="mod">
          <ac:chgData name="Gudla, Natraj" userId="1b097815-ad51-435d-a557-eb69be7a0b69" providerId="ADAL" clId="{885BF526-5A81-402F-B48C-868EB245135F}" dt="2024-08-01T03:54:51.682" v="237" actId="1036"/>
          <ac:spMkLst>
            <pc:docMk/>
            <pc:sldMk cId="94012907" sldId="2147474131"/>
            <ac:spMk id="223" creationId="{55469863-414E-4517-94D1-68C9B8BBE263}"/>
          </ac:spMkLst>
        </pc:spChg>
        <pc:spChg chg="mod">
          <ac:chgData name="Gudla, Natraj" userId="1b097815-ad51-435d-a557-eb69be7a0b69" providerId="ADAL" clId="{885BF526-5A81-402F-B48C-868EB245135F}" dt="2024-08-01T03:54:51.682" v="237" actId="1036"/>
          <ac:spMkLst>
            <pc:docMk/>
            <pc:sldMk cId="94012907" sldId="2147474131"/>
            <ac:spMk id="224" creationId="{24679EC6-7287-439D-87B4-6EB328AF82D9}"/>
          </ac:spMkLst>
        </pc:spChg>
        <pc:spChg chg="mod">
          <ac:chgData name="Gudla, Natraj" userId="1b097815-ad51-435d-a557-eb69be7a0b69" providerId="ADAL" clId="{885BF526-5A81-402F-B48C-868EB245135F}" dt="2024-08-01T03:54:51.682" v="237" actId="1036"/>
          <ac:spMkLst>
            <pc:docMk/>
            <pc:sldMk cId="94012907" sldId="2147474131"/>
            <ac:spMk id="226" creationId="{7D0DC84B-FD88-49A6-94DA-320A7F2C7538}"/>
          </ac:spMkLst>
        </pc:spChg>
        <pc:spChg chg="mod">
          <ac:chgData name="Gudla, Natraj" userId="1b097815-ad51-435d-a557-eb69be7a0b69" providerId="ADAL" clId="{885BF526-5A81-402F-B48C-868EB245135F}" dt="2024-08-01T03:54:51.682" v="237" actId="1036"/>
          <ac:spMkLst>
            <pc:docMk/>
            <pc:sldMk cId="94012907" sldId="2147474131"/>
            <ac:spMk id="229" creationId="{67BA1388-0ABB-44E7-9206-4D4248B572CA}"/>
          </ac:spMkLst>
        </pc:spChg>
        <pc:spChg chg="mod">
          <ac:chgData name="Gudla, Natraj" userId="1b097815-ad51-435d-a557-eb69be7a0b69" providerId="ADAL" clId="{885BF526-5A81-402F-B48C-868EB245135F}" dt="2024-08-01T03:54:51.682" v="237" actId="1036"/>
          <ac:spMkLst>
            <pc:docMk/>
            <pc:sldMk cId="94012907" sldId="2147474131"/>
            <ac:spMk id="230" creationId="{DC0D13B0-5661-4FE6-864F-C4699592632B}"/>
          </ac:spMkLst>
        </pc:spChg>
        <pc:spChg chg="mod">
          <ac:chgData name="Gudla, Natraj" userId="1b097815-ad51-435d-a557-eb69be7a0b69" providerId="ADAL" clId="{885BF526-5A81-402F-B48C-868EB245135F}" dt="2024-08-01T03:54:51.682" v="237" actId="1036"/>
          <ac:spMkLst>
            <pc:docMk/>
            <pc:sldMk cId="94012907" sldId="2147474131"/>
            <ac:spMk id="232" creationId="{519CA352-A675-4E44-886F-D3AC8DD5FDDF}"/>
          </ac:spMkLst>
        </pc:spChg>
        <pc:spChg chg="mod">
          <ac:chgData name="Gudla, Natraj" userId="1b097815-ad51-435d-a557-eb69be7a0b69" providerId="ADAL" clId="{885BF526-5A81-402F-B48C-868EB245135F}" dt="2024-08-01T03:54:51.682" v="237" actId="1036"/>
          <ac:spMkLst>
            <pc:docMk/>
            <pc:sldMk cId="94012907" sldId="2147474131"/>
            <ac:spMk id="237" creationId="{C417B5C9-935A-463C-A199-4A2CE7E3BF0D}"/>
          </ac:spMkLst>
        </pc:spChg>
        <pc:spChg chg="mod">
          <ac:chgData name="Gudla, Natraj" userId="1b097815-ad51-435d-a557-eb69be7a0b69" providerId="ADAL" clId="{885BF526-5A81-402F-B48C-868EB245135F}" dt="2024-08-01T03:54:51.682" v="237" actId="1036"/>
          <ac:spMkLst>
            <pc:docMk/>
            <pc:sldMk cId="94012907" sldId="2147474131"/>
            <ac:spMk id="238" creationId="{10708849-ADA0-4873-933E-106BDC4B327B}"/>
          </ac:spMkLst>
        </pc:spChg>
        <pc:spChg chg="mod">
          <ac:chgData name="Gudla, Natraj" userId="1b097815-ad51-435d-a557-eb69be7a0b69" providerId="ADAL" clId="{885BF526-5A81-402F-B48C-868EB245135F}" dt="2024-08-01T03:54:51.682" v="237" actId="1036"/>
          <ac:spMkLst>
            <pc:docMk/>
            <pc:sldMk cId="94012907" sldId="2147474131"/>
            <ac:spMk id="239" creationId="{6A779F83-828E-41CA-9BE0-FBCF279D904E}"/>
          </ac:spMkLst>
        </pc:spChg>
        <pc:spChg chg="mod">
          <ac:chgData name="Gudla, Natraj" userId="1b097815-ad51-435d-a557-eb69be7a0b69" providerId="ADAL" clId="{885BF526-5A81-402F-B48C-868EB245135F}" dt="2024-08-01T03:52:39.170" v="165" actId="404"/>
          <ac:spMkLst>
            <pc:docMk/>
            <pc:sldMk cId="94012907" sldId="2147474131"/>
            <ac:spMk id="241" creationId="{138E8F1A-0139-426E-A7F2-A0FDD7E185A0}"/>
          </ac:spMkLst>
        </pc:spChg>
        <pc:spChg chg="mod">
          <ac:chgData name="Gudla, Natraj" userId="1b097815-ad51-435d-a557-eb69be7a0b69" providerId="ADAL" clId="{885BF526-5A81-402F-B48C-868EB245135F}" dt="2024-08-01T03:52:39.170" v="165" actId="404"/>
          <ac:spMkLst>
            <pc:docMk/>
            <pc:sldMk cId="94012907" sldId="2147474131"/>
            <ac:spMk id="242" creationId="{E39A69E4-FCBE-4FC5-B2B3-A67FC08DD9C9}"/>
          </ac:spMkLst>
        </pc:spChg>
        <pc:spChg chg="mod">
          <ac:chgData name="Gudla, Natraj" userId="1b097815-ad51-435d-a557-eb69be7a0b69" providerId="ADAL" clId="{885BF526-5A81-402F-B48C-868EB245135F}" dt="2024-08-01T03:52:39.170" v="165" actId="404"/>
          <ac:spMkLst>
            <pc:docMk/>
            <pc:sldMk cId="94012907" sldId="2147474131"/>
            <ac:spMk id="243" creationId="{5312251F-359C-4471-A9B9-1E32BD9C830C}"/>
          </ac:spMkLst>
        </pc:spChg>
        <pc:spChg chg="mod">
          <ac:chgData name="Gudla, Natraj" userId="1b097815-ad51-435d-a557-eb69be7a0b69" providerId="ADAL" clId="{885BF526-5A81-402F-B48C-868EB245135F}" dt="2024-08-01T03:52:39.170" v="165" actId="404"/>
          <ac:spMkLst>
            <pc:docMk/>
            <pc:sldMk cId="94012907" sldId="2147474131"/>
            <ac:spMk id="244" creationId="{871A043A-9274-4590-AA8B-FE64F0CE1862}"/>
          </ac:spMkLst>
        </pc:spChg>
        <pc:spChg chg="mod">
          <ac:chgData name="Gudla, Natraj" userId="1b097815-ad51-435d-a557-eb69be7a0b69" providerId="ADAL" clId="{885BF526-5A81-402F-B48C-868EB245135F}" dt="2024-08-01T03:52:39.170" v="165" actId="404"/>
          <ac:spMkLst>
            <pc:docMk/>
            <pc:sldMk cId="94012907" sldId="2147474131"/>
            <ac:spMk id="245" creationId="{586EB172-F3DA-4CD5-8806-4B544FE2D007}"/>
          </ac:spMkLst>
        </pc:spChg>
        <pc:spChg chg="mod">
          <ac:chgData name="Gudla, Natraj" userId="1b097815-ad51-435d-a557-eb69be7a0b69" providerId="ADAL" clId="{885BF526-5A81-402F-B48C-868EB245135F}" dt="2024-08-01T03:52:39.170" v="165" actId="404"/>
          <ac:spMkLst>
            <pc:docMk/>
            <pc:sldMk cId="94012907" sldId="2147474131"/>
            <ac:spMk id="248" creationId="{76C6BFE3-AE65-4B86-B01E-7BBCACAD528C}"/>
          </ac:spMkLst>
        </pc:spChg>
        <pc:spChg chg="mod">
          <ac:chgData name="Gudla, Natraj" userId="1b097815-ad51-435d-a557-eb69be7a0b69" providerId="ADAL" clId="{885BF526-5A81-402F-B48C-868EB245135F}" dt="2024-08-01T03:52:39.170" v="165" actId="404"/>
          <ac:spMkLst>
            <pc:docMk/>
            <pc:sldMk cId="94012907" sldId="2147474131"/>
            <ac:spMk id="249" creationId="{04883E63-66B7-4FD4-A695-B28076A76DD5}"/>
          </ac:spMkLst>
        </pc:spChg>
        <pc:spChg chg="mod">
          <ac:chgData name="Gudla, Natraj" userId="1b097815-ad51-435d-a557-eb69be7a0b69" providerId="ADAL" clId="{885BF526-5A81-402F-B48C-868EB245135F}" dt="2024-08-01T03:52:39.170" v="165" actId="404"/>
          <ac:spMkLst>
            <pc:docMk/>
            <pc:sldMk cId="94012907" sldId="2147474131"/>
            <ac:spMk id="250" creationId="{C6B17C27-70E4-47B4-8E63-369A14BA91B7}"/>
          </ac:spMkLst>
        </pc:spChg>
        <pc:spChg chg="mod">
          <ac:chgData name="Gudla, Natraj" userId="1b097815-ad51-435d-a557-eb69be7a0b69" providerId="ADAL" clId="{885BF526-5A81-402F-B48C-868EB245135F}" dt="2024-08-01T03:52:39.170" v="165" actId="404"/>
          <ac:spMkLst>
            <pc:docMk/>
            <pc:sldMk cId="94012907" sldId="2147474131"/>
            <ac:spMk id="251" creationId="{2EAD6ACC-4913-45F0-BD0C-CA7D01935515}"/>
          </ac:spMkLst>
        </pc:spChg>
        <pc:spChg chg="mod">
          <ac:chgData name="Gudla, Natraj" userId="1b097815-ad51-435d-a557-eb69be7a0b69" providerId="ADAL" clId="{885BF526-5A81-402F-B48C-868EB245135F}" dt="2024-08-01T03:52:39.170" v="165" actId="404"/>
          <ac:spMkLst>
            <pc:docMk/>
            <pc:sldMk cId="94012907" sldId="2147474131"/>
            <ac:spMk id="254" creationId="{54782BFA-9389-4B06-B613-773D7BE4F9D4}"/>
          </ac:spMkLst>
        </pc:spChg>
        <pc:spChg chg="mod">
          <ac:chgData name="Gudla, Natraj" userId="1b097815-ad51-435d-a557-eb69be7a0b69" providerId="ADAL" clId="{885BF526-5A81-402F-B48C-868EB245135F}" dt="2024-08-01T03:52:39.170" v="165" actId="404"/>
          <ac:spMkLst>
            <pc:docMk/>
            <pc:sldMk cId="94012907" sldId="2147474131"/>
            <ac:spMk id="255" creationId="{69ED4D2F-1DC6-434B-A001-EA76D5A2229E}"/>
          </ac:spMkLst>
        </pc:spChg>
        <pc:spChg chg="mod">
          <ac:chgData name="Gudla, Natraj" userId="1b097815-ad51-435d-a557-eb69be7a0b69" providerId="ADAL" clId="{885BF526-5A81-402F-B48C-868EB245135F}" dt="2024-08-01T03:52:39.170" v="165" actId="404"/>
          <ac:spMkLst>
            <pc:docMk/>
            <pc:sldMk cId="94012907" sldId="2147474131"/>
            <ac:spMk id="256" creationId="{EE4BB7A1-FAD5-4868-98BA-189B7AE123E9}"/>
          </ac:spMkLst>
        </pc:spChg>
        <pc:spChg chg="del mod">
          <ac:chgData name="Gudla, Natraj" userId="1b097815-ad51-435d-a557-eb69be7a0b69" providerId="ADAL" clId="{885BF526-5A81-402F-B48C-868EB245135F}" dt="2024-08-01T03:53:02.894" v="169" actId="478"/>
          <ac:spMkLst>
            <pc:docMk/>
            <pc:sldMk cId="94012907" sldId="2147474131"/>
            <ac:spMk id="263" creationId="{B44949CF-7E3A-4071-A2BB-7F985039B5A8}"/>
          </ac:spMkLst>
        </pc:spChg>
        <pc:spChg chg="mod">
          <ac:chgData name="Gudla, Natraj" userId="1b097815-ad51-435d-a557-eb69be7a0b69" providerId="ADAL" clId="{885BF526-5A81-402F-B48C-868EB245135F}" dt="2024-08-01T03:54:51.682" v="237" actId="1036"/>
          <ac:spMkLst>
            <pc:docMk/>
            <pc:sldMk cId="94012907" sldId="2147474131"/>
            <ac:spMk id="264" creationId="{F21D69F0-AB89-480F-BC08-EF71560BFB83}"/>
          </ac:spMkLst>
        </pc:spChg>
        <pc:spChg chg="mod">
          <ac:chgData name="Gudla, Natraj" userId="1b097815-ad51-435d-a557-eb69be7a0b69" providerId="ADAL" clId="{885BF526-5A81-402F-B48C-868EB245135F}" dt="2024-08-01T03:54:51.682" v="237" actId="1036"/>
          <ac:spMkLst>
            <pc:docMk/>
            <pc:sldMk cId="94012907" sldId="2147474131"/>
            <ac:spMk id="266" creationId="{939BC84F-4B82-460E-B4EE-58F17B18532C}"/>
          </ac:spMkLst>
        </pc:spChg>
        <pc:spChg chg="mod">
          <ac:chgData name="Gudla, Natraj" userId="1b097815-ad51-435d-a557-eb69be7a0b69" providerId="ADAL" clId="{885BF526-5A81-402F-B48C-868EB245135F}" dt="2024-08-01T03:54:51.682" v="237" actId="1036"/>
          <ac:spMkLst>
            <pc:docMk/>
            <pc:sldMk cId="94012907" sldId="2147474131"/>
            <ac:spMk id="272" creationId="{47B2F331-2D96-4330-86F7-827B3F01C7ED}"/>
          </ac:spMkLst>
        </pc:spChg>
        <pc:spChg chg="mod">
          <ac:chgData name="Gudla, Natraj" userId="1b097815-ad51-435d-a557-eb69be7a0b69" providerId="ADAL" clId="{885BF526-5A81-402F-B48C-868EB245135F}" dt="2024-08-01T03:54:51.682" v="237" actId="1036"/>
          <ac:spMkLst>
            <pc:docMk/>
            <pc:sldMk cId="94012907" sldId="2147474131"/>
            <ac:spMk id="274" creationId="{580EBCAD-EDB5-4C0A-9610-912894AAFF38}"/>
          </ac:spMkLst>
        </pc:spChg>
        <pc:spChg chg="mod">
          <ac:chgData name="Gudla, Natraj" userId="1b097815-ad51-435d-a557-eb69be7a0b69" providerId="ADAL" clId="{885BF526-5A81-402F-B48C-868EB245135F}" dt="2024-08-01T03:54:51.682" v="237" actId="1036"/>
          <ac:spMkLst>
            <pc:docMk/>
            <pc:sldMk cId="94012907" sldId="2147474131"/>
            <ac:spMk id="277" creationId="{14290F40-AD13-436A-BABF-F1ED7277E295}"/>
          </ac:spMkLst>
        </pc:spChg>
        <pc:spChg chg="mod">
          <ac:chgData name="Gudla, Natraj" userId="1b097815-ad51-435d-a557-eb69be7a0b69" providerId="ADAL" clId="{885BF526-5A81-402F-B48C-868EB245135F}" dt="2024-08-01T03:52:39.170" v="165" actId="404"/>
          <ac:spMkLst>
            <pc:docMk/>
            <pc:sldMk cId="94012907" sldId="2147474131"/>
            <ac:spMk id="290" creationId="{E2D82C3D-3103-4087-B43A-380DFCFEBB80}"/>
          </ac:spMkLst>
        </pc:spChg>
        <pc:spChg chg="mod">
          <ac:chgData name="Gudla, Natraj" userId="1b097815-ad51-435d-a557-eb69be7a0b69" providerId="ADAL" clId="{885BF526-5A81-402F-B48C-868EB245135F}" dt="2024-08-01T03:52:39.170" v="165" actId="404"/>
          <ac:spMkLst>
            <pc:docMk/>
            <pc:sldMk cId="94012907" sldId="2147474131"/>
            <ac:spMk id="291" creationId="{B24EC3D3-24A9-48FD-A170-1670603099C6}"/>
          </ac:spMkLst>
        </pc:spChg>
        <pc:spChg chg="mod">
          <ac:chgData name="Gudla, Natraj" userId="1b097815-ad51-435d-a557-eb69be7a0b69" providerId="ADAL" clId="{885BF526-5A81-402F-B48C-868EB245135F}" dt="2024-08-01T03:52:39.170" v="165" actId="404"/>
          <ac:spMkLst>
            <pc:docMk/>
            <pc:sldMk cId="94012907" sldId="2147474131"/>
            <ac:spMk id="292" creationId="{95679BDB-E720-4CAE-B965-C6F0BABB3E69}"/>
          </ac:spMkLst>
        </pc:spChg>
        <pc:spChg chg="mod">
          <ac:chgData name="Gudla, Natraj" userId="1b097815-ad51-435d-a557-eb69be7a0b69" providerId="ADAL" clId="{885BF526-5A81-402F-B48C-868EB245135F}" dt="2024-08-01T03:52:39.170" v="165" actId="404"/>
          <ac:spMkLst>
            <pc:docMk/>
            <pc:sldMk cId="94012907" sldId="2147474131"/>
            <ac:spMk id="296" creationId="{1A99CFE2-497D-46DF-B285-36E3C1CC443D}"/>
          </ac:spMkLst>
        </pc:spChg>
        <pc:spChg chg="mod">
          <ac:chgData name="Gudla, Natraj" userId="1b097815-ad51-435d-a557-eb69be7a0b69" providerId="ADAL" clId="{885BF526-5A81-402F-B48C-868EB245135F}" dt="2024-08-01T03:52:39.170" v="165" actId="404"/>
          <ac:spMkLst>
            <pc:docMk/>
            <pc:sldMk cId="94012907" sldId="2147474131"/>
            <ac:spMk id="297" creationId="{5E2A87E1-CB9E-4D6D-B8D6-FB919D3D3190}"/>
          </ac:spMkLst>
        </pc:spChg>
        <pc:spChg chg="mod">
          <ac:chgData name="Gudla, Natraj" userId="1b097815-ad51-435d-a557-eb69be7a0b69" providerId="ADAL" clId="{885BF526-5A81-402F-B48C-868EB245135F}" dt="2024-08-01T03:52:39.170" v="165" actId="404"/>
          <ac:spMkLst>
            <pc:docMk/>
            <pc:sldMk cId="94012907" sldId="2147474131"/>
            <ac:spMk id="298" creationId="{2986133A-AFD4-4913-8AC8-D055A0E340EC}"/>
          </ac:spMkLst>
        </pc:spChg>
        <pc:spChg chg="mod">
          <ac:chgData name="Gudla, Natraj" userId="1b097815-ad51-435d-a557-eb69be7a0b69" providerId="ADAL" clId="{885BF526-5A81-402F-B48C-868EB245135F}" dt="2024-08-01T03:52:39.170" v="165" actId="404"/>
          <ac:spMkLst>
            <pc:docMk/>
            <pc:sldMk cId="94012907" sldId="2147474131"/>
            <ac:spMk id="299" creationId="{241A389C-C37B-433C-ACE8-C138C0D45D9D}"/>
          </ac:spMkLst>
        </pc:spChg>
        <pc:spChg chg="mod">
          <ac:chgData name="Gudla, Natraj" userId="1b097815-ad51-435d-a557-eb69be7a0b69" providerId="ADAL" clId="{885BF526-5A81-402F-B48C-868EB245135F}" dt="2024-08-01T03:52:39.170" v="165" actId="404"/>
          <ac:spMkLst>
            <pc:docMk/>
            <pc:sldMk cId="94012907" sldId="2147474131"/>
            <ac:spMk id="300" creationId="{B0F795C6-666D-4042-BA2C-65F8F4FD4407}"/>
          </ac:spMkLst>
        </pc:spChg>
        <pc:spChg chg="mod">
          <ac:chgData name="Gudla, Natraj" userId="1b097815-ad51-435d-a557-eb69be7a0b69" providerId="ADAL" clId="{885BF526-5A81-402F-B48C-868EB245135F}" dt="2024-08-01T03:52:39.170" v="165" actId="404"/>
          <ac:spMkLst>
            <pc:docMk/>
            <pc:sldMk cId="94012907" sldId="2147474131"/>
            <ac:spMk id="301" creationId="{349274CA-4538-43A8-A3FE-2750660E2F20}"/>
          </ac:spMkLst>
        </pc:spChg>
        <pc:spChg chg="mod">
          <ac:chgData name="Gudla, Natraj" userId="1b097815-ad51-435d-a557-eb69be7a0b69" providerId="ADAL" clId="{885BF526-5A81-402F-B48C-868EB245135F}" dt="2024-08-01T03:52:39.170" v="165" actId="404"/>
          <ac:spMkLst>
            <pc:docMk/>
            <pc:sldMk cId="94012907" sldId="2147474131"/>
            <ac:spMk id="302" creationId="{85C8ACCE-F154-453E-B0E3-F6B3580C2B59}"/>
          </ac:spMkLst>
        </pc:spChg>
        <pc:spChg chg="mod">
          <ac:chgData name="Gudla, Natraj" userId="1b097815-ad51-435d-a557-eb69be7a0b69" providerId="ADAL" clId="{885BF526-5A81-402F-B48C-868EB245135F}" dt="2024-08-01T03:52:39.170" v="165" actId="404"/>
          <ac:spMkLst>
            <pc:docMk/>
            <pc:sldMk cId="94012907" sldId="2147474131"/>
            <ac:spMk id="303" creationId="{CD4E0E41-E5F7-4F57-B9FB-5C0F3E1070C8}"/>
          </ac:spMkLst>
        </pc:spChg>
        <pc:spChg chg="mod">
          <ac:chgData name="Gudla, Natraj" userId="1b097815-ad51-435d-a557-eb69be7a0b69" providerId="ADAL" clId="{885BF526-5A81-402F-B48C-868EB245135F}" dt="2024-08-01T03:52:39.170" v="165" actId="404"/>
          <ac:spMkLst>
            <pc:docMk/>
            <pc:sldMk cId="94012907" sldId="2147474131"/>
            <ac:spMk id="304" creationId="{2F8673D8-2CA9-4BCB-969D-D7A464F3E7D8}"/>
          </ac:spMkLst>
        </pc:spChg>
        <pc:spChg chg="mod">
          <ac:chgData name="Gudla, Natraj" userId="1b097815-ad51-435d-a557-eb69be7a0b69" providerId="ADAL" clId="{885BF526-5A81-402F-B48C-868EB245135F}" dt="2024-08-01T03:52:39.170" v="165" actId="404"/>
          <ac:spMkLst>
            <pc:docMk/>
            <pc:sldMk cId="94012907" sldId="2147474131"/>
            <ac:spMk id="305" creationId="{DB0E9E65-87AE-4412-B8AD-8A543F7AE2EF}"/>
          </ac:spMkLst>
        </pc:spChg>
        <pc:spChg chg="mod">
          <ac:chgData name="Gudla, Natraj" userId="1b097815-ad51-435d-a557-eb69be7a0b69" providerId="ADAL" clId="{885BF526-5A81-402F-B48C-868EB245135F}" dt="2024-08-01T03:52:39.170" v="165" actId="404"/>
          <ac:spMkLst>
            <pc:docMk/>
            <pc:sldMk cId="94012907" sldId="2147474131"/>
            <ac:spMk id="310" creationId="{2FD3BB6C-A66D-4860-859B-53E965DBB2E9}"/>
          </ac:spMkLst>
        </pc:spChg>
        <pc:spChg chg="mod">
          <ac:chgData name="Gudla, Natraj" userId="1b097815-ad51-435d-a557-eb69be7a0b69" providerId="ADAL" clId="{885BF526-5A81-402F-B48C-868EB245135F}" dt="2024-08-01T03:52:39.170" v="165" actId="404"/>
          <ac:spMkLst>
            <pc:docMk/>
            <pc:sldMk cId="94012907" sldId="2147474131"/>
            <ac:spMk id="311" creationId="{5E694002-3944-40B7-85C4-1AD35BBF59DF}"/>
          </ac:spMkLst>
        </pc:spChg>
        <pc:spChg chg="mod">
          <ac:chgData name="Gudla, Natraj" userId="1b097815-ad51-435d-a557-eb69be7a0b69" providerId="ADAL" clId="{885BF526-5A81-402F-B48C-868EB245135F}" dt="2024-08-01T03:52:39.170" v="165" actId="404"/>
          <ac:spMkLst>
            <pc:docMk/>
            <pc:sldMk cId="94012907" sldId="2147474131"/>
            <ac:spMk id="312" creationId="{1D4144D9-1586-4B22-A68E-D03B66C72D3B}"/>
          </ac:spMkLst>
        </pc:spChg>
        <pc:spChg chg="mod">
          <ac:chgData name="Gudla, Natraj" userId="1b097815-ad51-435d-a557-eb69be7a0b69" providerId="ADAL" clId="{885BF526-5A81-402F-B48C-868EB245135F}" dt="2024-08-01T03:52:39.170" v="165" actId="404"/>
          <ac:spMkLst>
            <pc:docMk/>
            <pc:sldMk cId="94012907" sldId="2147474131"/>
            <ac:spMk id="313" creationId="{EFF52E1C-3305-46BE-8724-3FF8D73806A9}"/>
          </ac:spMkLst>
        </pc:spChg>
        <pc:spChg chg="mod">
          <ac:chgData name="Gudla, Natraj" userId="1b097815-ad51-435d-a557-eb69be7a0b69" providerId="ADAL" clId="{885BF526-5A81-402F-B48C-868EB245135F}" dt="2024-08-01T03:52:39.170" v="165" actId="404"/>
          <ac:spMkLst>
            <pc:docMk/>
            <pc:sldMk cId="94012907" sldId="2147474131"/>
            <ac:spMk id="314" creationId="{521AAD54-27DA-4C15-9910-855F1E30CEDD}"/>
          </ac:spMkLst>
        </pc:spChg>
        <pc:spChg chg="mod">
          <ac:chgData name="Gudla, Natraj" userId="1b097815-ad51-435d-a557-eb69be7a0b69" providerId="ADAL" clId="{885BF526-5A81-402F-B48C-868EB245135F}" dt="2024-08-01T03:52:39.170" v="165" actId="404"/>
          <ac:spMkLst>
            <pc:docMk/>
            <pc:sldMk cId="94012907" sldId="2147474131"/>
            <ac:spMk id="315" creationId="{5F99CAE8-65DA-4E5C-8268-AFF44C71A603}"/>
          </ac:spMkLst>
        </pc:spChg>
        <pc:spChg chg="mod">
          <ac:chgData name="Gudla, Natraj" userId="1b097815-ad51-435d-a557-eb69be7a0b69" providerId="ADAL" clId="{885BF526-5A81-402F-B48C-868EB245135F}" dt="2024-08-01T03:52:39.170" v="165" actId="404"/>
          <ac:spMkLst>
            <pc:docMk/>
            <pc:sldMk cId="94012907" sldId="2147474131"/>
            <ac:spMk id="316" creationId="{24929EAE-ED47-4320-B1FD-0010313CA78C}"/>
          </ac:spMkLst>
        </pc:spChg>
        <pc:spChg chg="mod">
          <ac:chgData name="Gudla, Natraj" userId="1b097815-ad51-435d-a557-eb69be7a0b69" providerId="ADAL" clId="{885BF526-5A81-402F-B48C-868EB245135F}" dt="2024-08-01T03:52:39.170" v="165" actId="404"/>
          <ac:spMkLst>
            <pc:docMk/>
            <pc:sldMk cId="94012907" sldId="2147474131"/>
            <ac:spMk id="317" creationId="{E0F49AF5-8080-4F33-856E-46607E8770B4}"/>
          </ac:spMkLst>
        </pc:spChg>
        <pc:grpChg chg="mod">
          <ac:chgData name="Gudla, Natraj" userId="1b097815-ad51-435d-a557-eb69be7a0b69" providerId="ADAL" clId="{885BF526-5A81-402F-B48C-868EB245135F}" dt="2024-08-01T03:54:51.682" v="237" actId="1036"/>
          <ac:grpSpMkLst>
            <pc:docMk/>
            <pc:sldMk cId="94012907" sldId="2147474131"/>
            <ac:grpSpMk id="240" creationId="{0AD6B8E0-7A48-43B0-A78D-E2BA87395289}"/>
          </ac:grpSpMkLst>
        </pc:grpChg>
        <pc:grpChg chg="mod">
          <ac:chgData name="Gudla, Natraj" userId="1b097815-ad51-435d-a557-eb69be7a0b69" providerId="ADAL" clId="{885BF526-5A81-402F-B48C-868EB245135F}" dt="2024-08-01T03:54:51.682" v="237" actId="1036"/>
          <ac:grpSpMkLst>
            <pc:docMk/>
            <pc:sldMk cId="94012907" sldId="2147474131"/>
            <ac:grpSpMk id="267" creationId="{97F9C9C9-C0DF-4534-B3E3-F481AEF20307}"/>
          </ac:grpSpMkLst>
        </pc:grpChg>
        <pc:grpChg chg="mod">
          <ac:chgData name="Gudla, Natraj" userId="1b097815-ad51-435d-a557-eb69be7a0b69" providerId="ADAL" clId="{885BF526-5A81-402F-B48C-868EB245135F}" dt="2024-08-01T03:54:51.682" v="237" actId="1036"/>
          <ac:grpSpMkLst>
            <pc:docMk/>
            <pc:sldMk cId="94012907" sldId="2147474131"/>
            <ac:grpSpMk id="268" creationId="{4B8EDD88-008B-47EE-9EAD-C6E2A9CB192E}"/>
          </ac:grpSpMkLst>
        </pc:grpChg>
        <pc:grpChg chg="mod">
          <ac:chgData name="Gudla, Natraj" userId="1b097815-ad51-435d-a557-eb69be7a0b69" providerId="ADAL" clId="{885BF526-5A81-402F-B48C-868EB245135F}" dt="2024-08-01T03:54:51.682" v="237" actId="1036"/>
          <ac:grpSpMkLst>
            <pc:docMk/>
            <pc:sldMk cId="94012907" sldId="2147474131"/>
            <ac:grpSpMk id="270" creationId="{CCE85377-FE3C-4168-9101-18D00085ED1D}"/>
          </ac:grpSpMkLst>
        </pc:grpChg>
        <pc:grpChg chg="mod">
          <ac:chgData name="Gudla, Natraj" userId="1b097815-ad51-435d-a557-eb69be7a0b69" providerId="ADAL" clId="{885BF526-5A81-402F-B48C-868EB245135F}" dt="2024-08-01T03:54:51.682" v="237" actId="1036"/>
          <ac:grpSpMkLst>
            <pc:docMk/>
            <pc:sldMk cId="94012907" sldId="2147474131"/>
            <ac:grpSpMk id="271" creationId="{125DF1AA-A355-4A88-9957-03FC029B5321}"/>
          </ac:grpSpMkLst>
        </pc:grpChg>
        <pc:grpChg chg="mod">
          <ac:chgData name="Gudla, Natraj" userId="1b097815-ad51-435d-a557-eb69be7a0b69" providerId="ADAL" clId="{885BF526-5A81-402F-B48C-868EB245135F}" dt="2024-08-01T03:54:51.682" v="237" actId="1036"/>
          <ac:grpSpMkLst>
            <pc:docMk/>
            <pc:sldMk cId="94012907" sldId="2147474131"/>
            <ac:grpSpMk id="273" creationId="{A05D0334-FD2F-4A32-98BC-D99A3616BB6D}"/>
          </ac:grpSpMkLst>
        </pc:grpChg>
        <pc:grpChg chg="mod">
          <ac:chgData name="Gudla, Natraj" userId="1b097815-ad51-435d-a557-eb69be7a0b69" providerId="ADAL" clId="{885BF526-5A81-402F-B48C-868EB245135F}" dt="2024-08-01T03:54:51.682" v="237" actId="1036"/>
          <ac:grpSpMkLst>
            <pc:docMk/>
            <pc:sldMk cId="94012907" sldId="2147474131"/>
            <ac:grpSpMk id="276" creationId="{604E9A5A-6933-468D-835B-D72FFB98E725}"/>
          </ac:grpSpMkLst>
        </pc:grpChg>
        <pc:picChg chg="del mod">
          <ac:chgData name="Gudla, Natraj" userId="1b097815-ad51-435d-a557-eb69be7a0b69" providerId="ADAL" clId="{885BF526-5A81-402F-B48C-868EB245135F}" dt="2024-08-01T03:54:01.152" v="204" actId="478"/>
          <ac:picMkLst>
            <pc:docMk/>
            <pc:sldMk cId="94012907" sldId="2147474131"/>
            <ac:picMk id="4" creationId="{146E5F6D-6643-47FE-6E1D-560A3CB24D3C}"/>
          </ac:picMkLst>
        </pc:picChg>
        <pc:picChg chg="mod">
          <ac:chgData name="Gudla, Natraj" userId="1b097815-ad51-435d-a557-eb69be7a0b69" providerId="ADAL" clId="{885BF526-5A81-402F-B48C-868EB245135F}" dt="2024-08-01T03:54:35.798" v="212" actId="208"/>
          <ac:picMkLst>
            <pc:docMk/>
            <pc:sldMk cId="94012907" sldId="2147474131"/>
            <ac:picMk id="5" creationId="{452B0ED1-301B-4CE7-E88C-AEB33B422D9C}"/>
          </ac:picMkLst>
        </pc:picChg>
      </pc:sldChg>
      <pc:sldChg chg="modSp add del mod ord">
        <pc:chgData name="Gudla, Natraj" userId="1b097815-ad51-435d-a557-eb69be7a0b69" providerId="ADAL" clId="{885BF526-5A81-402F-B48C-868EB245135F}" dt="2024-08-01T03:56:48.467" v="243" actId="47"/>
        <pc:sldMkLst>
          <pc:docMk/>
          <pc:sldMk cId="1939245060" sldId="2147474180"/>
        </pc:sldMkLst>
        <pc:spChg chg="mod">
          <ac:chgData name="Gudla, Natraj" userId="1b097815-ad51-435d-a557-eb69be7a0b69" providerId="ADAL" clId="{885BF526-5A81-402F-B48C-868EB245135F}" dt="2024-08-01T03:36:15.821" v="40" actId="20577"/>
          <ac:spMkLst>
            <pc:docMk/>
            <pc:sldMk cId="1939245060" sldId="2147474180"/>
            <ac:spMk id="2" creationId="{35A7E95B-1030-0B65-DF76-240B296CAFC6}"/>
          </ac:spMkLst>
        </pc:spChg>
      </pc:sldChg>
      <pc:sldChg chg="ord">
        <pc:chgData name="Gudla, Natraj" userId="1b097815-ad51-435d-a557-eb69be7a0b69" providerId="ADAL" clId="{885BF526-5A81-402F-B48C-868EB245135F}" dt="2024-08-01T03:57:37.184" v="245"/>
        <pc:sldMkLst>
          <pc:docMk/>
          <pc:sldMk cId="2644422550" sldId="2147474183"/>
        </pc:sldMkLst>
      </pc:sldChg>
      <pc:sldChg chg="del">
        <pc:chgData name="Gudla, Natraj" userId="1b097815-ad51-435d-a557-eb69be7a0b69" providerId="ADAL" clId="{885BF526-5A81-402F-B48C-868EB245135F}" dt="2024-08-01T03:35:17.555" v="14" actId="47"/>
        <pc:sldMkLst>
          <pc:docMk/>
          <pc:sldMk cId="590396206" sldId="2147474186"/>
        </pc:sldMkLst>
      </pc:sldChg>
      <pc:sldChg chg="add del ord">
        <pc:chgData name="Gudla, Natraj" userId="1b097815-ad51-435d-a557-eb69be7a0b69" providerId="ADAL" clId="{885BF526-5A81-402F-B48C-868EB245135F}" dt="2024-08-01T03:35:38.319" v="18" actId="47"/>
        <pc:sldMkLst>
          <pc:docMk/>
          <pc:sldMk cId="191821147" sldId="2147475628"/>
        </pc:sldMkLst>
      </pc:sldChg>
      <pc:sldChg chg="add del">
        <pc:chgData name="Gudla, Natraj" userId="1b097815-ad51-435d-a557-eb69be7a0b69" providerId="ADAL" clId="{885BF526-5A81-402F-B48C-868EB245135F}" dt="2024-08-01T03:36:27.472" v="41" actId="47"/>
        <pc:sldMkLst>
          <pc:docMk/>
          <pc:sldMk cId="3844007076" sldId="2147475689"/>
        </pc:sldMkLst>
      </pc:sldChg>
      <pc:sldChg chg="ord">
        <pc:chgData name="Gudla, Natraj" userId="1b097815-ad51-435d-a557-eb69be7a0b69" providerId="ADAL" clId="{885BF526-5A81-402F-B48C-868EB245135F}" dt="2024-08-01T03:41:37.166" v="62"/>
        <pc:sldMkLst>
          <pc:docMk/>
          <pc:sldMk cId="1615154504" sldId="2147475690"/>
        </pc:sldMkLst>
      </pc:sldChg>
      <pc:sldChg chg="ord">
        <pc:chgData name="Gudla, Natraj" userId="1b097815-ad51-435d-a557-eb69be7a0b69" providerId="ADAL" clId="{885BF526-5A81-402F-B48C-868EB245135F}" dt="2024-08-01T03:41:37.166" v="62"/>
        <pc:sldMkLst>
          <pc:docMk/>
          <pc:sldMk cId="186549925" sldId="2147475731"/>
        </pc:sldMkLst>
      </pc:sldChg>
      <pc:sldChg chg="add del ord">
        <pc:chgData name="Gudla, Natraj" userId="1b097815-ad51-435d-a557-eb69be7a0b69" providerId="ADAL" clId="{885BF526-5A81-402F-B48C-868EB245135F}" dt="2024-08-01T03:55:04.877" v="239" actId="47"/>
        <pc:sldMkLst>
          <pc:docMk/>
          <pc:sldMk cId="999684693" sldId="2147475779"/>
        </pc:sldMkLst>
      </pc:sldChg>
      <pc:sldChg chg="add del">
        <pc:chgData name="Gudla, Natraj" userId="1b097815-ad51-435d-a557-eb69be7a0b69" providerId="ADAL" clId="{885BF526-5A81-402F-B48C-868EB245135F}" dt="2024-08-01T03:38:42.250" v="49" actId="47"/>
        <pc:sldMkLst>
          <pc:docMk/>
          <pc:sldMk cId="3994067603" sldId="2147475780"/>
        </pc:sldMkLst>
      </pc:sldChg>
      <pc:sldChg chg="add">
        <pc:chgData name="Gudla, Natraj" userId="1b097815-ad51-435d-a557-eb69be7a0b69" providerId="ADAL" clId="{885BF526-5A81-402F-B48C-868EB245135F}" dt="2024-08-01T03:34:48.705" v="10"/>
        <pc:sldMkLst>
          <pc:docMk/>
          <pc:sldMk cId="3809828046" sldId="2147475788"/>
        </pc:sldMkLst>
      </pc:sldChg>
      <pc:sldChg chg="del">
        <pc:chgData name="Gudla, Natraj" userId="1b097815-ad51-435d-a557-eb69be7a0b69" providerId="ADAL" clId="{885BF526-5A81-402F-B48C-868EB245135F}" dt="2024-08-01T03:33:07.137" v="5" actId="47"/>
        <pc:sldMkLst>
          <pc:docMk/>
          <pc:sldMk cId="543256361" sldId="2147475789"/>
        </pc:sldMkLst>
      </pc:sldChg>
      <pc:sldChg chg="add">
        <pc:chgData name="Gudla, Natraj" userId="1b097815-ad51-435d-a557-eb69be7a0b69" providerId="ADAL" clId="{885BF526-5A81-402F-B48C-868EB245135F}" dt="2024-08-01T03:34:48.705" v="10"/>
        <pc:sldMkLst>
          <pc:docMk/>
          <pc:sldMk cId="3460164977" sldId="2147475789"/>
        </pc:sldMkLst>
      </pc:sldChg>
      <pc:sldChg chg="add del">
        <pc:chgData name="Gudla, Natraj" userId="1b097815-ad51-435d-a557-eb69be7a0b69" providerId="ADAL" clId="{885BF526-5A81-402F-B48C-868EB245135F}" dt="2024-08-01T03:37:16.811" v="44" actId="47"/>
        <pc:sldMkLst>
          <pc:docMk/>
          <pc:sldMk cId="1996082183" sldId="2147475790"/>
        </pc:sldMkLst>
      </pc:sldChg>
      <pc:sldChg chg="add del ord">
        <pc:chgData name="Gudla, Natraj" userId="1b097815-ad51-435d-a557-eb69be7a0b69" providerId="ADAL" clId="{885BF526-5A81-402F-B48C-868EB245135F}" dt="2024-08-01T03:55:38.979" v="242" actId="47"/>
        <pc:sldMkLst>
          <pc:docMk/>
          <pc:sldMk cId="3265012114" sldId="2147475791"/>
        </pc:sldMkLst>
      </pc:sldChg>
      <pc:sldChg chg="del">
        <pc:chgData name="Gudla, Natraj" userId="1b097815-ad51-435d-a557-eb69be7a0b69" providerId="ADAL" clId="{885BF526-5A81-402F-B48C-868EB245135F}" dt="2024-08-01T03:32:38.641" v="2" actId="47"/>
        <pc:sldMkLst>
          <pc:docMk/>
          <pc:sldMk cId="415626969" sldId="2147475792"/>
        </pc:sldMkLst>
      </pc:sldChg>
      <pc:sldChg chg="del">
        <pc:chgData name="Gudla, Natraj" userId="1b097815-ad51-435d-a557-eb69be7a0b69" providerId="ADAL" clId="{885BF526-5A81-402F-B48C-868EB245135F}" dt="2024-08-01T03:33:24.169" v="7" actId="47"/>
        <pc:sldMkLst>
          <pc:docMk/>
          <pc:sldMk cId="2981211752" sldId="2147475813"/>
        </pc:sldMkLst>
      </pc:sldChg>
      <pc:sldChg chg="del">
        <pc:chgData name="Gudla, Natraj" userId="1b097815-ad51-435d-a557-eb69be7a0b69" providerId="ADAL" clId="{885BF526-5A81-402F-B48C-868EB245135F}" dt="2024-08-01T03:32:48.168" v="4" actId="47"/>
        <pc:sldMkLst>
          <pc:docMk/>
          <pc:sldMk cId="3468048512" sldId="2147475818"/>
        </pc:sldMkLst>
      </pc:sldChg>
      <pc:sldChg chg="del">
        <pc:chgData name="Gudla, Natraj" userId="1b097815-ad51-435d-a557-eb69be7a0b69" providerId="ADAL" clId="{885BF526-5A81-402F-B48C-868EB245135F}" dt="2024-08-01T03:32:47.102" v="3" actId="47"/>
        <pc:sldMkLst>
          <pc:docMk/>
          <pc:sldMk cId="3204792641" sldId="2147475819"/>
        </pc:sldMkLst>
      </pc:sldChg>
      <pc:sldChg chg="add del">
        <pc:chgData name="Gudla, Natraj" userId="1b097815-ad51-435d-a557-eb69be7a0b69" providerId="ADAL" clId="{885BF526-5A81-402F-B48C-868EB245135F}" dt="2024-08-01T03:36:27.472" v="41" actId="47"/>
        <pc:sldMkLst>
          <pc:docMk/>
          <pc:sldMk cId="1635902401" sldId="2147475827"/>
        </pc:sldMkLst>
      </pc:sldChg>
      <pc:sldChg chg="addSp modSp add ord">
        <pc:chgData name="Gudla, Natraj" userId="1b097815-ad51-435d-a557-eb69be7a0b69" providerId="ADAL" clId="{885BF526-5A81-402F-B48C-868EB245135F}" dt="2024-08-01T03:55:20.086" v="241" actId="571"/>
        <pc:sldMkLst>
          <pc:docMk/>
          <pc:sldMk cId="2717286121" sldId="2147475828"/>
        </pc:sldMkLst>
        <pc:spChg chg="add mod">
          <ac:chgData name="Gudla, Natraj" userId="1b097815-ad51-435d-a557-eb69be7a0b69" providerId="ADAL" clId="{885BF526-5A81-402F-B48C-868EB245135F}" dt="2024-08-01T03:55:20.086" v="241" actId="571"/>
          <ac:spMkLst>
            <pc:docMk/>
            <pc:sldMk cId="2717286121" sldId="2147475828"/>
            <ac:spMk id="2" creationId="{F44B9FA0-61D7-5B42-24B0-35B148D9045A}"/>
          </ac:spMkLst>
        </pc:spChg>
        <pc:spChg chg="add mod">
          <ac:chgData name="Gudla, Natraj" userId="1b097815-ad51-435d-a557-eb69be7a0b69" providerId="ADAL" clId="{885BF526-5A81-402F-B48C-868EB245135F}" dt="2024-08-01T03:55:20.086" v="241" actId="571"/>
          <ac:spMkLst>
            <pc:docMk/>
            <pc:sldMk cId="2717286121" sldId="2147475828"/>
            <ac:spMk id="7" creationId="{8D7DD868-6A84-4BAE-E8B7-6A98CB386135}"/>
          </ac:spMkLst>
        </pc:spChg>
        <pc:spChg chg="mod">
          <ac:chgData name="Gudla, Natraj" userId="1b097815-ad51-435d-a557-eb69be7a0b69" providerId="ADAL" clId="{885BF526-5A81-402F-B48C-868EB245135F}" dt="2024-08-01T03:55:16.822" v="240" actId="1076"/>
          <ac:spMkLst>
            <pc:docMk/>
            <pc:sldMk cId="2717286121" sldId="2147475828"/>
            <ac:spMk id="8" creationId="{4D9DB7C2-D184-1A2B-8635-97541270320E}"/>
          </ac:spMkLst>
        </pc:spChg>
        <pc:spChg chg="add mod">
          <ac:chgData name="Gudla, Natraj" userId="1b097815-ad51-435d-a557-eb69be7a0b69" providerId="ADAL" clId="{885BF526-5A81-402F-B48C-868EB245135F}" dt="2024-08-01T03:55:20.086" v="241" actId="571"/>
          <ac:spMkLst>
            <pc:docMk/>
            <pc:sldMk cId="2717286121" sldId="2147475828"/>
            <ac:spMk id="16" creationId="{1F0F94CD-F570-C44D-8AA1-0FF2BDC3F664}"/>
          </ac:spMkLst>
        </pc:spChg>
      </pc:sldChg>
      <pc:sldMasterChg chg="delSldLayout">
        <pc:chgData name="Gudla, Natraj" userId="1b097815-ad51-435d-a557-eb69be7a0b69" providerId="ADAL" clId="{885BF526-5A81-402F-B48C-868EB245135F}" dt="2024-08-01T03:43:41.301" v="69" actId="47"/>
        <pc:sldMasterMkLst>
          <pc:docMk/>
          <pc:sldMasterMk cId="3148905397" sldId="2147483899"/>
        </pc:sldMasterMkLst>
        <pc:sldLayoutChg chg="del">
          <pc:chgData name="Gudla, Natraj" userId="1b097815-ad51-435d-a557-eb69be7a0b69" providerId="ADAL" clId="{885BF526-5A81-402F-B48C-868EB245135F}" dt="2024-08-01T03:43:41.301" v="69" actId="47"/>
          <pc:sldLayoutMkLst>
            <pc:docMk/>
            <pc:sldMasterMk cId="3148905397" sldId="2147483899"/>
            <pc:sldLayoutMk cId="1955070369" sldId="2147484156"/>
          </pc:sldLayoutMkLst>
        </pc:sldLayoutChg>
        <pc:sldLayoutChg chg="del">
          <pc:chgData name="Gudla, Natraj" userId="1b097815-ad51-435d-a557-eb69be7a0b69" providerId="ADAL" clId="{885BF526-5A81-402F-B48C-868EB245135F}" dt="2024-08-01T03:42:07.578" v="63" actId="47"/>
          <pc:sldLayoutMkLst>
            <pc:docMk/>
            <pc:sldMasterMk cId="3148905397" sldId="2147483899"/>
            <pc:sldLayoutMk cId="3189244105" sldId="2147484227"/>
          </pc:sldLayoutMkLst>
        </pc:sldLayoutChg>
      </pc:sldMasterChg>
      <pc:sldMasterChg chg="delSldLayout">
        <pc:chgData name="Gudla, Natraj" userId="1b097815-ad51-435d-a557-eb69be7a0b69" providerId="ADAL" clId="{885BF526-5A81-402F-B48C-868EB245135F}" dt="2024-08-01T03:36:27.472" v="41" actId="47"/>
        <pc:sldMasterMkLst>
          <pc:docMk/>
          <pc:sldMasterMk cId="1156514210" sldId="2147484229"/>
        </pc:sldMasterMkLst>
        <pc:sldLayoutChg chg="del">
          <pc:chgData name="Gudla, Natraj" userId="1b097815-ad51-435d-a557-eb69be7a0b69" providerId="ADAL" clId="{885BF526-5A81-402F-B48C-868EB245135F}" dt="2024-08-01T03:36:27.472" v="41" actId="47"/>
          <pc:sldLayoutMkLst>
            <pc:docMk/>
            <pc:sldMasterMk cId="1156514210" sldId="2147484229"/>
            <pc:sldLayoutMk cId="1116063643" sldId="2147484253"/>
          </pc:sldLayoutMkLst>
        </pc:sldLayoutChg>
      </pc:sldMasterChg>
    </pc:docChg>
  </pc:docChgLst>
  <pc:docChgLst>
    <pc:chgData name="Sivaramakrishnan, Narayanan" userId="341b1ffd-5577-42b1-9704-45069781f0b3" providerId="ADAL" clId="{4119E6DF-4461-490F-8993-9E5D3CAD123A}"/>
    <pc:docChg chg="custSel modSld">
      <pc:chgData name="Sivaramakrishnan, Narayanan" userId="341b1ffd-5577-42b1-9704-45069781f0b3" providerId="ADAL" clId="{4119E6DF-4461-490F-8993-9E5D3CAD123A}" dt="2024-06-12T07:35:24.085" v="69"/>
      <pc:docMkLst>
        <pc:docMk/>
      </pc:docMkLst>
      <pc:sldChg chg="modSp mod">
        <pc:chgData name="Sivaramakrishnan, Narayanan" userId="341b1ffd-5577-42b1-9704-45069781f0b3" providerId="ADAL" clId="{4119E6DF-4461-490F-8993-9E5D3CAD123A}" dt="2024-06-11T20:47:59.397" v="68" actId="27636"/>
        <pc:sldMkLst>
          <pc:docMk/>
          <pc:sldMk cId="4240461515" sldId="2076137833"/>
        </pc:sldMkLst>
        <pc:spChg chg="mod">
          <ac:chgData name="Sivaramakrishnan, Narayanan" userId="341b1ffd-5577-42b1-9704-45069781f0b3" providerId="ADAL" clId="{4119E6DF-4461-490F-8993-9E5D3CAD123A}" dt="2024-06-11T20:47:59.397" v="68" actId="27636"/>
          <ac:spMkLst>
            <pc:docMk/>
            <pc:sldMk cId="4240461515" sldId="2076137833"/>
            <ac:spMk id="4" creationId="{6A9D0897-80A0-45C9-B608-935DC2E7176D}"/>
          </ac:spMkLst>
        </pc:spChg>
      </pc:sldChg>
      <pc:sldChg chg="modSp">
        <pc:chgData name="Sivaramakrishnan, Narayanan" userId="341b1ffd-5577-42b1-9704-45069781f0b3" providerId="ADAL" clId="{4119E6DF-4461-490F-8993-9E5D3CAD123A}" dt="2024-06-12T07:35:24.085" v="69"/>
        <pc:sldMkLst>
          <pc:docMk/>
          <pc:sldMk cId="3571720637" sldId="2147474170"/>
        </pc:sldMkLst>
        <pc:graphicFrameChg chg="mod">
          <ac:chgData name="Sivaramakrishnan, Narayanan" userId="341b1ffd-5577-42b1-9704-45069781f0b3" providerId="ADAL" clId="{4119E6DF-4461-490F-8993-9E5D3CAD123A}" dt="2024-06-12T07:35:24.085" v="69"/>
          <ac:graphicFrameMkLst>
            <pc:docMk/>
            <pc:sldMk cId="3571720637" sldId="2147474170"/>
            <ac:graphicFrameMk id="4" creationId="{92C95F7B-5896-B5F4-6F5B-44982AD2CE73}"/>
          </ac:graphicFrameMkLst>
        </pc:graphicFrameChg>
      </pc:sldChg>
    </pc:docChg>
  </pc:docChgLst>
  <pc:docChgLst>
    <pc:chgData name="Gudla, Natraj" userId="1b097815-ad51-435d-a557-eb69be7a0b69" providerId="ADAL" clId="{283283F4-033F-4442-A5D9-8DA66D387EF6}"/>
    <pc:docChg chg="undo redo custSel addSld delSld modSld sldOrd modMainMaster">
      <pc:chgData name="Gudla, Natraj" userId="1b097815-ad51-435d-a557-eb69be7a0b69" providerId="ADAL" clId="{283283F4-033F-4442-A5D9-8DA66D387EF6}" dt="2024-06-09T04:33:06.466" v="6415" actId="20577"/>
      <pc:docMkLst>
        <pc:docMk/>
      </pc:docMkLst>
      <pc:sldChg chg="modSp mod">
        <pc:chgData name="Gudla, Natraj" userId="1b097815-ad51-435d-a557-eb69be7a0b69" providerId="ADAL" clId="{283283F4-033F-4442-A5D9-8DA66D387EF6}" dt="2024-06-09T03:38:02.103" v="4816" actId="14100"/>
        <pc:sldMkLst>
          <pc:docMk/>
          <pc:sldMk cId="1817871902" sldId="961"/>
        </pc:sldMkLst>
        <pc:spChg chg="mod">
          <ac:chgData name="Gudla, Natraj" userId="1b097815-ad51-435d-a557-eb69be7a0b69" providerId="ADAL" clId="{283283F4-033F-4442-A5D9-8DA66D387EF6}" dt="2024-06-09T03:36:56.638" v="4759" actId="14100"/>
          <ac:spMkLst>
            <pc:docMk/>
            <pc:sldMk cId="1817871902" sldId="961"/>
            <ac:spMk id="149" creationId="{00000000-0000-0000-0000-000000000000}"/>
          </ac:spMkLst>
        </pc:spChg>
        <pc:spChg chg="mod">
          <ac:chgData name="Gudla, Natraj" userId="1b097815-ad51-435d-a557-eb69be7a0b69" providerId="ADAL" clId="{283283F4-033F-4442-A5D9-8DA66D387EF6}" dt="2024-06-09T03:38:02.103" v="4816" actId="14100"/>
          <ac:spMkLst>
            <pc:docMk/>
            <pc:sldMk cId="1817871902" sldId="961"/>
            <ac:spMk id="150" creationId="{00000000-0000-0000-0000-000000000000}"/>
          </ac:spMkLst>
        </pc:spChg>
      </pc:sldChg>
      <pc:sldChg chg="delSp modSp mod">
        <pc:chgData name="Gudla, Natraj" userId="1b097815-ad51-435d-a557-eb69be7a0b69" providerId="ADAL" clId="{283283F4-033F-4442-A5D9-8DA66D387EF6}" dt="2024-06-05T04:00:13.951" v="1523" actId="478"/>
        <pc:sldMkLst>
          <pc:docMk/>
          <pc:sldMk cId="1236684026" sldId="2076137828"/>
        </pc:sldMkLst>
        <pc:spChg chg="del">
          <ac:chgData name="Gudla, Natraj" userId="1b097815-ad51-435d-a557-eb69be7a0b69" providerId="ADAL" clId="{283283F4-033F-4442-A5D9-8DA66D387EF6}" dt="2024-06-05T04:00:13.951" v="1523" actId="478"/>
          <ac:spMkLst>
            <pc:docMk/>
            <pc:sldMk cId="1236684026" sldId="2076137828"/>
            <ac:spMk id="2" creationId="{7732F6CB-DB91-C12A-158B-5CDC315ED8A5}"/>
          </ac:spMkLst>
        </pc:spChg>
        <pc:spChg chg="mod">
          <ac:chgData name="Gudla, Natraj" userId="1b097815-ad51-435d-a557-eb69be7a0b69" providerId="ADAL" clId="{283283F4-033F-4442-A5D9-8DA66D387EF6}" dt="2024-06-05T04:00:10.350" v="1522" actId="6549"/>
          <ac:spMkLst>
            <pc:docMk/>
            <pc:sldMk cId="1236684026" sldId="2076137828"/>
            <ac:spMk id="11" creationId="{BD1FE32F-2D4A-4864-8834-0CDF5388B5CA}"/>
          </ac:spMkLst>
        </pc:spChg>
      </pc:sldChg>
      <pc:sldChg chg="delSp modSp mod">
        <pc:chgData name="Gudla, Natraj" userId="1b097815-ad51-435d-a557-eb69be7a0b69" providerId="ADAL" clId="{283283F4-033F-4442-A5D9-8DA66D387EF6}" dt="2024-06-05T04:00:29.630" v="1525" actId="6549"/>
        <pc:sldMkLst>
          <pc:docMk/>
          <pc:sldMk cId="1580444266" sldId="2076137829"/>
        </pc:sldMkLst>
        <pc:spChg chg="del">
          <ac:chgData name="Gudla, Natraj" userId="1b097815-ad51-435d-a557-eb69be7a0b69" providerId="ADAL" clId="{283283F4-033F-4442-A5D9-8DA66D387EF6}" dt="2024-06-05T04:00:24.665" v="1524" actId="478"/>
          <ac:spMkLst>
            <pc:docMk/>
            <pc:sldMk cId="1580444266" sldId="2076137829"/>
            <ac:spMk id="2" creationId="{1956936D-8C33-ED48-4667-A545162AC522}"/>
          </ac:spMkLst>
        </pc:spChg>
        <pc:spChg chg="mod">
          <ac:chgData name="Gudla, Natraj" userId="1b097815-ad51-435d-a557-eb69be7a0b69" providerId="ADAL" clId="{283283F4-033F-4442-A5D9-8DA66D387EF6}" dt="2024-06-05T04:00:29.630" v="1525" actId="6549"/>
          <ac:spMkLst>
            <pc:docMk/>
            <pc:sldMk cId="1580444266" sldId="2076137829"/>
            <ac:spMk id="11" creationId="{16DBE447-0C57-40E0-A880-17248A4DB971}"/>
          </ac:spMkLst>
        </pc:spChg>
      </pc:sldChg>
      <pc:sldChg chg="modSp mod">
        <pc:chgData name="Gudla, Natraj" userId="1b097815-ad51-435d-a557-eb69be7a0b69" providerId="ADAL" clId="{283283F4-033F-4442-A5D9-8DA66D387EF6}" dt="2024-06-06T04:30:10.472" v="1879" actId="6549"/>
        <pc:sldMkLst>
          <pc:docMk/>
          <pc:sldMk cId="2815566877" sldId="2076137832"/>
        </pc:sldMkLst>
        <pc:spChg chg="mod">
          <ac:chgData name="Gudla, Natraj" userId="1b097815-ad51-435d-a557-eb69be7a0b69" providerId="ADAL" clId="{283283F4-033F-4442-A5D9-8DA66D387EF6}" dt="2024-06-02T04:56:40.959" v="1126" actId="20577"/>
          <ac:spMkLst>
            <pc:docMk/>
            <pc:sldMk cId="2815566877" sldId="2076137832"/>
            <ac:spMk id="4" creationId="{9DEA6A68-7127-43C5-B571-DE7EA006AD85}"/>
          </ac:spMkLst>
        </pc:spChg>
        <pc:spChg chg="mod">
          <ac:chgData name="Gudla, Natraj" userId="1b097815-ad51-435d-a557-eb69be7a0b69" providerId="ADAL" clId="{283283F4-033F-4442-A5D9-8DA66D387EF6}" dt="2024-06-06T04:30:10.472" v="1879" actId="6549"/>
          <ac:spMkLst>
            <pc:docMk/>
            <pc:sldMk cId="2815566877" sldId="2076137832"/>
            <ac:spMk id="10" creationId="{D725078B-CAAE-427C-A710-816929E536C7}"/>
          </ac:spMkLst>
        </pc:spChg>
      </pc:sldChg>
      <pc:sldChg chg="modSp mod">
        <pc:chgData name="Gudla, Natraj" userId="1b097815-ad51-435d-a557-eb69be7a0b69" providerId="ADAL" clId="{283283F4-033F-4442-A5D9-8DA66D387EF6}" dt="2024-06-02T03:57:31.960" v="237" actId="27636"/>
        <pc:sldMkLst>
          <pc:docMk/>
          <pc:sldMk cId="4240461515" sldId="2076137833"/>
        </pc:sldMkLst>
        <pc:spChg chg="mod">
          <ac:chgData name="Gudla, Natraj" userId="1b097815-ad51-435d-a557-eb69be7a0b69" providerId="ADAL" clId="{283283F4-033F-4442-A5D9-8DA66D387EF6}" dt="2024-06-02T03:57:31.960" v="237" actId="27636"/>
          <ac:spMkLst>
            <pc:docMk/>
            <pc:sldMk cId="4240461515" sldId="2076137833"/>
            <ac:spMk id="4" creationId="{6A9D0897-80A0-45C9-B608-935DC2E7176D}"/>
          </ac:spMkLst>
        </pc:spChg>
      </pc:sldChg>
      <pc:sldChg chg="del">
        <pc:chgData name="Gudla, Natraj" userId="1b097815-ad51-435d-a557-eb69be7a0b69" providerId="ADAL" clId="{283283F4-033F-4442-A5D9-8DA66D387EF6}" dt="2024-06-06T04:29:54.732" v="1878" actId="47"/>
        <pc:sldMkLst>
          <pc:docMk/>
          <pc:sldMk cId="716975616" sldId="2076137880"/>
        </pc:sldMkLst>
      </pc:sldChg>
      <pc:sldChg chg="add del">
        <pc:chgData name="Gudla, Natraj" userId="1b097815-ad51-435d-a557-eb69be7a0b69" providerId="ADAL" clId="{283283F4-033F-4442-A5D9-8DA66D387EF6}" dt="2024-06-09T04:15:02.461" v="5498" actId="2696"/>
        <pc:sldMkLst>
          <pc:docMk/>
          <pc:sldMk cId="2361152025" sldId="2141412298"/>
        </pc:sldMkLst>
      </pc:sldChg>
      <pc:sldChg chg="delCm">
        <pc:chgData name="Gudla, Natraj" userId="1b097815-ad51-435d-a557-eb69be7a0b69" providerId="ADAL" clId="{283283F4-033F-4442-A5D9-8DA66D387EF6}" dt="2024-06-09T04:13:39.753" v="5494"/>
        <pc:sldMkLst>
          <pc:docMk/>
          <pc:sldMk cId="1531364721" sldId="2141412306"/>
        </pc:sldMkLst>
        <pc:extLst>
          <p:ext xmlns:p="http://schemas.openxmlformats.org/presentationml/2006/main" uri="{D6D511B9-2390-475A-947B-AFAB55BFBCF1}">
            <pc226:cmChg xmlns:pc226="http://schemas.microsoft.com/office/powerpoint/2022/06/main/command" chg="del">
              <pc226:chgData name="Gudla, Natraj" userId="1b097815-ad51-435d-a557-eb69be7a0b69" providerId="ADAL" clId="{283283F4-033F-4442-A5D9-8DA66D387EF6}" dt="2024-06-09T04:13:39.753" v="5494"/>
              <pc2:cmMkLst xmlns:pc2="http://schemas.microsoft.com/office/powerpoint/2019/9/main/command">
                <pc:docMk/>
                <pc:sldMk cId="1531364721" sldId="2141412306"/>
                <pc2:cmMk id="{8504ED33-874D-47B0-AADD-2E65ADAF0BC8}"/>
              </pc2:cmMkLst>
            </pc226:cmChg>
          </p:ext>
        </pc:extLst>
      </pc:sldChg>
      <pc:sldChg chg="modSp mod">
        <pc:chgData name="Gudla, Natraj" userId="1b097815-ad51-435d-a557-eb69be7a0b69" providerId="ADAL" clId="{283283F4-033F-4442-A5D9-8DA66D387EF6}" dt="2024-06-06T05:34:16.043" v="1918" actId="20577"/>
        <pc:sldMkLst>
          <pc:docMk/>
          <pc:sldMk cId="2377744435" sldId="2141412313"/>
        </pc:sldMkLst>
        <pc:spChg chg="mod">
          <ac:chgData name="Gudla, Natraj" userId="1b097815-ad51-435d-a557-eb69be7a0b69" providerId="ADAL" clId="{283283F4-033F-4442-A5D9-8DA66D387EF6}" dt="2024-06-06T05:34:16.043" v="1918" actId="20577"/>
          <ac:spMkLst>
            <pc:docMk/>
            <pc:sldMk cId="2377744435" sldId="2141412313"/>
            <ac:spMk id="6" creationId="{01849744-D068-2C37-3877-5FC78DFF8767}"/>
          </ac:spMkLst>
        </pc:spChg>
      </pc:sldChg>
      <pc:sldChg chg="modSp del mod">
        <pc:chgData name="Gudla, Natraj" userId="1b097815-ad51-435d-a557-eb69be7a0b69" providerId="ADAL" clId="{283283F4-033F-4442-A5D9-8DA66D387EF6}" dt="2024-06-09T03:57:48.110" v="5432" actId="47"/>
        <pc:sldMkLst>
          <pc:docMk/>
          <pc:sldMk cId="3414426561" sldId="2141412321"/>
        </pc:sldMkLst>
        <pc:graphicFrameChg chg="mod modGraphic">
          <ac:chgData name="Gudla, Natraj" userId="1b097815-ad51-435d-a557-eb69be7a0b69" providerId="ADAL" clId="{283283F4-033F-4442-A5D9-8DA66D387EF6}" dt="2024-06-09T03:55:57.125" v="5420" actId="1036"/>
          <ac:graphicFrameMkLst>
            <pc:docMk/>
            <pc:sldMk cId="3414426561" sldId="2141412321"/>
            <ac:graphicFrameMk id="3" creationId="{91A6E857-1EF2-486C-A171-821E92D3D2A3}"/>
          </ac:graphicFrameMkLst>
        </pc:graphicFrameChg>
      </pc:sldChg>
      <pc:sldChg chg="modSp del mod">
        <pc:chgData name="Gudla, Natraj" userId="1b097815-ad51-435d-a557-eb69be7a0b69" providerId="ADAL" clId="{283283F4-033F-4442-A5D9-8DA66D387EF6}" dt="2024-06-09T03:58:25.958" v="5438" actId="47"/>
        <pc:sldMkLst>
          <pc:docMk/>
          <pc:sldMk cId="1881052012" sldId="2141412324"/>
        </pc:sldMkLst>
        <pc:graphicFrameChg chg="mod modGraphic">
          <ac:chgData name="Gudla, Natraj" userId="1b097815-ad51-435d-a557-eb69be7a0b69" providerId="ADAL" clId="{283283F4-033F-4442-A5D9-8DA66D387EF6}" dt="2024-06-09T03:56:05.202" v="5421" actId="14100"/>
          <ac:graphicFrameMkLst>
            <pc:docMk/>
            <pc:sldMk cId="1881052012" sldId="2141412324"/>
            <ac:graphicFrameMk id="3" creationId="{91A6E857-1EF2-486C-A171-821E92D3D2A3}"/>
          </ac:graphicFrameMkLst>
        </pc:graphicFrameChg>
      </pc:sldChg>
      <pc:sldChg chg="delSp modSp mod">
        <pc:chgData name="Gudla, Natraj" userId="1b097815-ad51-435d-a557-eb69be7a0b69" providerId="ADAL" clId="{283283F4-033F-4442-A5D9-8DA66D387EF6}" dt="2024-06-09T03:50:32.456" v="5396" actId="20577"/>
        <pc:sldMkLst>
          <pc:docMk/>
          <pc:sldMk cId="2075032058" sldId="2141412334"/>
        </pc:sldMkLst>
        <pc:spChg chg="del">
          <ac:chgData name="Gudla, Natraj" userId="1b097815-ad51-435d-a557-eb69be7a0b69" providerId="ADAL" clId="{283283F4-033F-4442-A5D9-8DA66D387EF6}" dt="2024-06-09T03:50:13.436" v="5394" actId="478"/>
          <ac:spMkLst>
            <pc:docMk/>
            <pc:sldMk cId="2075032058" sldId="2141412334"/>
            <ac:spMk id="2" creationId="{8949F255-B385-E426-C303-190570749C53}"/>
          </ac:spMkLst>
        </pc:spChg>
        <pc:graphicFrameChg chg="mod">
          <ac:chgData name="Gudla, Natraj" userId="1b097815-ad51-435d-a557-eb69be7a0b69" providerId="ADAL" clId="{283283F4-033F-4442-A5D9-8DA66D387EF6}" dt="2024-06-09T03:50:32.456" v="5396" actId="20577"/>
          <ac:graphicFrameMkLst>
            <pc:docMk/>
            <pc:sldMk cId="2075032058" sldId="2141412334"/>
            <ac:graphicFrameMk id="4" creationId="{B10DAC52-42A1-42F3-9DE7-D08C6FF1A103}"/>
          </ac:graphicFrameMkLst>
        </pc:graphicFrameChg>
      </pc:sldChg>
      <pc:sldChg chg="ord">
        <pc:chgData name="Gudla, Natraj" userId="1b097815-ad51-435d-a557-eb69be7a0b69" providerId="ADAL" clId="{283283F4-033F-4442-A5D9-8DA66D387EF6}" dt="2024-06-06T04:30:48.017" v="1883"/>
        <pc:sldMkLst>
          <pc:docMk/>
          <pc:sldMk cId="903015477" sldId="2145706627"/>
        </pc:sldMkLst>
      </pc:sldChg>
      <pc:sldChg chg="addSp delSp modSp mod">
        <pc:chgData name="Gudla, Natraj" userId="1b097815-ad51-435d-a557-eb69be7a0b69" providerId="ADAL" clId="{283283F4-033F-4442-A5D9-8DA66D387EF6}" dt="2024-06-09T04:33:06.466" v="6415" actId="20577"/>
        <pc:sldMkLst>
          <pc:docMk/>
          <pc:sldMk cId="336240612" sldId="2147474119"/>
        </pc:sldMkLst>
        <pc:spChg chg="mod">
          <ac:chgData name="Gudla, Natraj" userId="1b097815-ad51-435d-a557-eb69be7a0b69" providerId="ADAL" clId="{283283F4-033F-4442-A5D9-8DA66D387EF6}" dt="2024-06-09T04:26:26.449" v="5654" actId="1076"/>
          <ac:spMkLst>
            <pc:docMk/>
            <pc:sldMk cId="336240612" sldId="2147474119"/>
            <ac:spMk id="3" creationId="{E8D7E566-D0A0-BDA1-692E-AEC1850354BA}"/>
          </ac:spMkLst>
        </pc:spChg>
        <pc:spChg chg="del mod">
          <ac:chgData name="Gudla, Natraj" userId="1b097815-ad51-435d-a557-eb69be7a0b69" providerId="ADAL" clId="{283283F4-033F-4442-A5D9-8DA66D387EF6}" dt="2024-06-09T04:27:46.994" v="5679" actId="478"/>
          <ac:spMkLst>
            <pc:docMk/>
            <pc:sldMk cId="336240612" sldId="2147474119"/>
            <ac:spMk id="4" creationId="{12F5E7F4-21B2-ECB1-1775-9F3F04E9F92D}"/>
          </ac:spMkLst>
        </pc:spChg>
        <pc:spChg chg="mod">
          <ac:chgData name="Gudla, Natraj" userId="1b097815-ad51-435d-a557-eb69be7a0b69" providerId="ADAL" clId="{283283F4-033F-4442-A5D9-8DA66D387EF6}" dt="2024-06-09T04:26:12.618" v="5651" actId="404"/>
          <ac:spMkLst>
            <pc:docMk/>
            <pc:sldMk cId="336240612" sldId="2147474119"/>
            <ac:spMk id="7" creationId="{E11ECEF2-9C2A-4D25-707D-105F042E2365}"/>
          </ac:spMkLst>
        </pc:spChg>
        <pc:spChg chg="mod">
          <ac:chgData name="Gudla, Natraj" userId="1b097815-ad51-435d-a557-eb69be7a0b69" providerId="ADAL" clId="{283283F4-033F-4442-A5D9-8DA66D387EF6}" dt="2024-06-09T04:28:09.958" v="5684" actId="14100"/>
          <ac:spMkLst>
            <pc:docMk/>
            <pc:sldMk cId="336240612" sldId="2147474119"/>
            <ac:spMk id="8" creationId="{3DF60BF4-8471-6F8A-A08C-AC619450B681}"/>
          </ac:spMkLst>
        </pc:spChg>
        <pc:spChg chg="mod">
          <ac:chgData name="Gudla, Natraj" userId="1b097815-ad51-435d-a557-eb69be7a0b69" providerId="ADAL" clId="{283283F4-033F-4442-A5D9-8DA66D387EF6}" dt="2024-06-09T04:26:22.800" v="5653" actId="1076"/>
          <ac:spMkLst>
            <pc:docMk/>
            <pc:sldMk cId="336240612" sldId="2147474119"/>
            <ac:spMk id="9" creationId="{E83694F7-709F-E499-3ECD-0339AC00CC39}"/>
          </ac:spMkLst>
        </pc:spChg>
        <pc:spChg chg="add mod">
          <ac:chgData name="Gudla, Natraj" userId="1b097815-ad51-435d-a557-eb69be7a0b69" providerId="ADAL" clId="{283283F4-033F-4442-A5D9-8DA66D387EF6}" dt="2024-06-09T04:33:06.466" v="6415" actId="20577"/>
          <ac:spMkLst>
            <pc:docMk/>
            <pc:sldMk cId="336240612" sldId="2147474119"/>
            <ac:spMk id="12" creationId="{50280BEC-25C8-3568-24B3-1FCF36C54A23}"/>
          </ac:spMkLst>
        </pc:spChg>
        <pc:spChg chg="add mod">
          <ac:chgData name="Gudla, Natraj" userId="1b097815-ad51-435d-a557-eb69be7a0b69" providerId="ADAL" clId="{283283F4-033F-4442-A5D9-8DA66D387EF6}" dt="2024-06-09T04:28:18.539" v="5697" actId="20577"/>
          <ac:spMkLst>
            <pc:docMk/>
            <pc:sldMk cId="336240612" sldId="2147474119"/>
            <ac:spMk id="13" creationId="{599EEC2C-403D-50AC-F43F-FDECC7125E5F}"/>
          </ac:spMkLst>
        </pc:spChg>
        <pc:graphicFrameChg chg="mod">
          <ac:chgData name="Gudla, Natraj" userId="1b097815-ad51-435d-a557-eb69be7a0b69" providerId="ADAL" clId="{283283F4-033F-4442-A5D9-8DA66D387EF6}" dt="2024-06-09T04:27:41.995" v="5678" actId="20577"/>
          <ac:graphicFrameMkLst>
            <pc:docMk/>
            <pc:sldMk cId="336240612" sldId="2147474119"/>
            <ac:graphicFrameMk id="5" creationId="{896ED968-B0D0-B357-BD13-0D83CFF33D69}"/>
          </ac:graphicFrameMkLst>
        </pc:graphicFrameChg>
        <pc:graphicFrameChg chg="del mod">
          <ac:chgData name="Gudla, Natraj" userId="1b097815-ad51-435d-a557-eb69be7a0b69" providerId="ADAL" clId="{283283F4-033F-4442-A5D9-8DA66D387EF6}" dt="2024-06-09T04:27:21.753" v="5664" actId="478"/>
          <ac:graphicFrameMkLst>
            <pc:docMk/>
            <pc:sldMk cId="336240612" sldId="2147474119"/>
            <ac:graphicFrameMk id="6" creationId="{FD1B7925-B52C-F0E2-BD24-1FCAE823D2AE}"/>
          </ac:graphicFrameMkLst>
        </pc:graphicFrameChg>
        <pc:graphicFrameChg chg="add mod">
          <ac:chgData name="Gudla, Natraj" userId="1b097815-ad51-435d-a557-eb69be7a0b69" providerId="ADAL" clId="{283283F4-033F-4442-A5D9-8DA66D387EF6}" dt="2024-06-09T04:27:27.579" v="5665"/>
          <ac:graphicFrameMkLst>
            <pc:docMk/>
            <pc:sldMk cId="336240612" sldId="2147474119"/>
            <ac:graphicFrameMk id="10" creationId="{DCB97072-A0EA-9C39-0B52-293B9025E2D1}"/>
          </ac:graphicFrameMkLst>
        </pc:graphicFrameChg>
        <pc:graphicFrameChg chg="add del mod">
          <ac:chgData name="Gudla, Natraj" userId="1b097815-ad51-435d-a557-eb69be7a0b69" providerId="ADAL" clId="{283283F4-033F-4442-A5D9-8DA66D387EF6}" dt="2024-06-09T04:27:58.116" v="5681"/>
          <ac:graphicFrameMkLst>
            <pc:docMk/>
            <pc:sldMk cId="336240612" sldId="2147474119"/>
            <ac:graphicFrameMk id="11" creationId="{742E2EB4-AF91-657C-8198-1B39DEFB97FA}"/>
          </ac:graphicFrameMkLst>
        </pc:graphicFrameChg>
      </pc:sldChg>
      <pc:sldChg chg="modSp mod">
        <pc:chgData name="Gudla, Natraj" userId="1b097815-ad51-435d-a557-eb69be7a0b69" providerId="ADAL" clId="{283283F4-033F-4442-A5D9-8DA66D387EF6}" dt="2024-06-03T06:55:15.280" v="1333" actId="20577"/>
        <pc:sldMkLst>
          <pc:docMk/>
          <pc:sldMk cId="1411463970" sldId="2147474152"/>
        </pc:sldMkLst>
        <pc:graphicFrameChg chg="modGraphic">
          <ac:chgData name="Gudla, Natraj" userId="1b097815-ad51-435d-a557-eb69be7a0b69" providerId="ADAL" clId="{283283F4-033F-4442-A5D9-8DA66D387EF6}" dt="2024-06-03T06:55:15.280" v="1333" actId="20577"/>
          <ac:graphicFrameMkLst>
            <pc:docMk/>
            <pc:sldMk cId="1411463970" sldId="2147474152"/>
            <ac:graphicFrameMk id="8" creationId="{0449F75F-2706-876C-71DE-D728F38E233D}"/>
          </ac:graphicFrameMkLst>
        </pc:graphicFrameChg>
      </pc:sldChg>
      <pc:sldChg chg="modSp mod">
        <pc:chgData name="Gudla, Natraj" userId="1b097815-ad51-435d-a557-eb69be7a0b69" providerId="ADAL" clId="{283283F4-033F-4442-A5D9-8DA66D387EF6}" dt="2024-06-03T06:58:53.215" v="1521" actId="20577"/>
        <pc:sldMkLst>
          <pc:docMk/>
          <pc:sldMk cId="2001861423" sldId="2147474153"/>
        </pc:sldMkLst>
        <pc:graphicFrameChg chg="modGraphic">
          <ac:chgData name="Gudla, Natraj" userId="1b097815-ad51-435d-a557-eb69be7a0b69" providerId="ADAL" clId="{283283F4-033F-4442-A5D9-8DA66D387EF6}" dt="2024-06-03T06:58:53.215" v="1521" actId="20577"/>
          <ac:graphicFrameMkLst>
            <pc:docMk/>
            <pc:sldMk cId="2001861423" sldId="2147474153"/>
            <ac:graphicFrameMk id="8" creationId="{0449F75F-2706-876C-71DE-D728F38E233D}"/>
          </ac:graphicFrameMkLst>
        </pc:graphicFrameChg>
      </pc:sldChg>
      <pc:sldChg chg="modSp mod">
        <pc:chgData name="Gudla, Natraj" userId="1b097815-ad51-435d-a557-eb69be7a0b69" providerId="ADAL" clId="{283283F4-033F-4442-A5D9-8DA66D387EF6}" dt="2024-06-09T03:52:47.870" v="5404" actId="1076"/>
        <pc:sldMkLst>
          <pc:docMk/>
          <pc:sldMk cId="3447131155" sldId="2147474155"/>
        </pc:sldMkLst>
        <pc:spChg chg="mod">
          <ac:chgData name="Gudla, Natraj" userId="1b097815-ad51-435d-a557-eb69be7a0b69" providerId="ADAL" clId="{283283F4-033F-4442-A5D9-8DA66D387EF6}" dt="2024-06-09T03:52:43.811" v="5403" actId="403"/>
          <ac:spMkLst>
            <pc:docMk/>
            <pc:sldMk cId="3447131155" sldId="2147474155"/>
            <ac:spMk id="3" creationId="{E7A0A04E-4539-76F3-C369-AD07AF8FA944}"/>
          </ac:spMkLst>
        </pc:spChg>
        <pc:graphicFrameChg chg="mod">
          <ac:chgData name="Gudla, Natraj" userId="1b097815-ad51-435d-a557-eb69be7a0b69" providerId="ADAL" clId="{283283F4-033F-4442-A5D9-8DA66D387EF6}" dt="2024-06-09T03:52:47.870" v="5404" actId="1076"/>
          <ac:graphicFrameMkLst>
            <pc:docMk/>
            <pc:sldMk cId="3447131155" sldId="2147474155"/>
            <ac:graphicFrameMk id="2" creationId="{D0BCB5DE-6896-5F5C-6600-0AA0464C3ADF}"/>
          </ac:graphicFrameMkLst>
        </pc:graphicFrameChg>
      </pc:sldChg>
      <pc:sldChg chg="modSp mod">
        <pc:chgData name="Gudla, Natraj" userId="1b097815-ad51-435d-a557-eb69be7a0b69" providerId="ADAL" clId="{283283F4-033F-4442-A5D9-8DA66D387EF6}" dt="2024-06-06T03:35:45.923" v="1854" actId="20577"/>
        <pc:sldMkLst>
          <pc:docMk/>
          <pc:sldMk cId="1414742847" sldId="2147474160"/>
        </pc:sldMkLst>
        <pc:spChg chg="mod">
          <ac:chgData name="Gudla, Natraj" userId="1b097815-ad51-435d-a557-eb69be7a0b69" providerId="ADAL" clId="{283283F4-033F-4442-A5D9-8DA66D387EF6}" dt="2024-06-06T03:35:45.923" v="1854" actId="20577"/>
          <ac:spMkLst>
            <pc:docMk/>
            <pc:sldMk cId="1414742847" sldId="2147474160"/>
            <ac:spMk id="2" creationId="{7ABEDC45-D233-285E-C54D-7BC3DD866E43}"/>
          </ac:spMkLst>
        </pc:spChg>
      </pc:sldChg>
      <pc:sldChg chg="modSp mod">
        <pc:chgData name="Gudla, Natraj" userId="1b097815-ad51-435d-a557-eb69be7a0b69" providerId="ADAL" clId="{283283F4-033F-4442-A5D9-8DA66D387EF6}" dt="2024-06-02T02:15:13.401" v="23" actId="20577"/>
        <pc:sldMkLst>
          <pc:docMk/>
          <pc:sldMk cId="3760393550" sldId="2147474165"/>
        </pc:sldMkLst>
        <pc:spChg chg="mod">
          <ac:chgData name="Gudla, Natraj" userId="1b097815-ad51-435d-a557-eb69be7a0b69" providerId="ADAL" clId="{283283F4-033F-4442-A5D9-8DA66D387EF6}" dt="2024-06-02T02:15:13.401" v="23" actId="20577"/>
          <ac:spMkLst>
            <pc:docMk/>
            <pc:sldMk cId="3760393550" sldId="2147474165"/>
            <ac:spMk id="7" creationId="{8EC98EDC-8444-49BE-CF85-0B5E7AF3B701}"/>
          </ac:spMkLst>
        </pc:spChg>
      </pc:sldChg>
      <pc:sldChg chg="delSp modSp mod">
        <pc:chgData name="Gudla, Natraj" userId="1b097815-ad51-435d-a557-eb69be7a0b69" providerId="ADAL" clId="{283283F4-033F-4442-A5D9-8DA66D387EF6}" dt="2024-06-06T03:50:29.635" v="1863" actId="14100"/>
        <pc:sldMkLst>
          <pc:docMk/>
          <pc:sldMk cId="3571720637" sldId="2147474170"/>
        </pc:sldMkLst>
        <pc:picChg chg="mod">
          <ac:chgData name="Gudla, Natraj" userId="1b097815-ad51-435d-a557-eb69be7a0b69" providerId="ADAL" clId="{283283F4-033F-4442-A5D9-8DA66D387EF6}" dt="2024-06-06T03:50:29.635" v="1863" actId="14100"/>
          <ac:picMkLst>
            <pc:docMk/>
            <pc:sldMk cId="3571720637" sldId="2147474170"/>
            <ac:picMk id="5" creationId="{13AB448D-9EA6-3508-6E8D-1CA6A0CBB945}"/>
          </ac:picMkLst>
        </pc:picChg>
        <pc:picChg chg="del">
          <ac:chgData name="Gudla, Natraj" userId="1b097815-ad51-435d-a557-eb69be7a0b69" providerId="ADAL" clId="{283283F4-033F-4442-A5D9-8DA66D387EF6}" dt="2024-06-06T03:49:46.745" v="1855" actId="478"/>
          <ac:picMkLst>
            <pc:docMk/>
            <pc:sldMk cId="3571720637" sldId="2147474170"/>
            <ac:picMk id="7" creationId="{26B00931-F075-D402-CDB3-605F27766024}"/>
          </ac:picMkLst>
        </pc:picChg>
      </pc:sldChg>
      <pc:sldChg chg="ord">
        <pc:chgData name="Gudla, Natraj" userId="1b097815-ad51-435d-a557-eb69be7a0b69" providerId="ADAL" clId="{283283F4-033F-4442-A5D9-8DA66D387EF6}" dt="2024-06-06T04:30:41.440" v="1881"/>
        <pc:sldMkLst>
          <pc:docMk/>
          <pc:sldMk cId="1322890075" sldId="2147474179"/>
        </pc:sldMkLst>
      </pc:sldChg>
      <pc:sldChg chg="addSp modSp mod">
        <pc:chgData name="Gudla, Natraj" userId="1b097815-ad51-435d-a557-eb69be7a0b69" providerId="ADAL" clId="{283283F4-033F-4442-A5D9-8DA66D387EF6}" dt="2024-06-02T04:11:24.950" v="655" actId="6549"/>
        <pc:sldMkLst>
          <pc:docMk/>
          <pc:sldMk cId="1600209829" sldId="2147474180"/>
        </pc:sldMkLst>
        <pc:spChg chg="add mod">
          <ac:chgData name="Gudla, Natraj" userId="1b097815-ad51-435d-a557-eb69be7a0b69" providerId="ADAL" clId="{283283F4-033F-4442-A5D9-8DA66D387EF6}" dt="2024-06-02T04:11:24.950" v="655" actId="6549"/>
          <ac:spMkLst>
            <pc:docMk/>
            <pc:sldMk cId="1600209829" sldId="2147474180"/>
            <ac:spMk id="5" creationId="{D36196F6-A46C-D758-E63D-51D4959744B8}"/>
          </ac:spMkLst>
        </pc:spChg>
      </pc:sldChg>
      <pc:sldChg chg="modSp mod">
        <pc:chgData name="Gudla, Natraj" userId="1b097815-ad51-435d-a557-eb69be7a0b69" providerId="ADAL" clId="{283283F4-033F-4442-A5D9-8DA66D387EF6}" dt="2024-06-06T12:08:46.353" v="4402" actId="404"/>
        <pc:sldMkLst>
          <pc:docMk/>
          <pc:sldMk cId="3314845531" sldId="2147474195"/>
        </pc:sldMkLst>
        <pc:spChg chg="mod">
          <ac:chgData name="Gudla, Natraj" userId="1b097815-ad51-435d-a557-eb69be7a0b69" providerId="ADAL" clId="{283283F4-033F-4442-A5D9-8DA66D387EF6}" dt="2024-06-06T12:08:46.353" v="4402" actId="404"/>
          <ac:spMkLst>
            <pc:docMk/>
            <pc:sldMk cId="3314845531" sldId="2147474195"/>
            <ac:spMk id="7" creationId="{DB6F70B5-642E-E428-E2B9-E4ADAE527FBE}"/>
          </ac:spMkLst>
        </pc:spChg>
        <pc:spChg chg="mod">
          <ac:chgData name="Gudla, Natraj" userId="1b097815-ad51-435d-a557-eb69be7a0b69" providerId="ADAL" clId="{283283F4-033F-4442-A5D9-8DA66D387EF6}" dt="2024-06-03T03:51:41.888" v="1131" actId="20578"/>
          <ac:spMkLst>
            <pc:docMk/>
            <pc:sldMk cId="3314845531" sldId="2147474195"/>
            <ac:spMk id="10" creationId="{2D2AF330-23A5-254C-D45F-71CCE51D3C15}"/>
          </ac:spMkLst>
        </pc:spChg>
      </pc:sldChg>
      <pc:sldChg chg="modSp mod">
        <pc:chgData name="Gudla, Natraj" userId="1b097815-ad51-435d-a557-eb69be7a0b69" providerId="ADAL" clId="{283283F4-033F-4442-A5D9-8DA66D387EF6}" dt="2024-06-09T03:35:47.949" v="4708" actId="20577"/>
        <pc:sldMkLst>
          <pc:docMk/>
          <pc:sldMk cId="4112435908" sldId="2147475721"/>
        </pc:sldMkLst>
        <pc:spChg chg="mod">
          <ac:chgData name="Gudla, Natraj" userId="1b097815-ad51-435d-a557-eb69be7a0b69" providerId="ADAL" clId="{283283F4-033F-4442-A5D9-8DA66D387EF6}" dt="2024-06-09T03:35:47.949" v="4708" actId="20577"/>
          <ac:spMkLst>
            <pc:docMk/>
            <pc:sldMk cId="4112435908" sldId="2147475721"/>
            <ac:spMk id="53" creationId="{E65706E5-6946-4C8C-FD20-8F273602B74D}"/>
          </ac:spMkLst>
        </pc:spChg>
      </pc:sldChg>
      <pc:sldChg chg="addSp delSp modSp mod">
        <pc:chgData name="Gudla, Natraj" userId="1b097815-ad51-435d-a557-eb69be7a0b69" providerId="ADAL" clId="{283283F4-033F-4442-A5D9-8DA66D387EF6}" dt="2024-06-09T03:49:08.142" v="5393" actId="404"/>
        <pc:sldMkLst>
          <pc:docMk/>
          <pc:sldMk cId="752373959" sldId="2147475731"/>
        </pc:sldMkLst>
        <pc:spChg chg="mod">
          <ac:chgData name="Gudla, Natraj" userId="1b097815-ad51-435d-a557-eb69be7a0b69" providerId="ADAL" clId="{283283F4-033F-4442-A5D9-8DA66D387EF6}" dt="2024-06-09T03:39:22.299" v="4841" actId="1076"/>
          <ac:spMkLst>
            <pc:docMk/>
            <pc:sldMk cId="752373959" sldId="2147475731"/>
            <ac:spMk id="2" creationId="{6C30B6E6-93EE-EB5F-0B40-029B34AF39DA}"/>
          </ac:spMkLst>
        </pc:spChg>
        <pc:spChg chg="mod">
          <ac:chgData name="Gudla, Natraj" userId="1b097815-ad51-435d-a557-eb69be7a0b69" providerId="ADAL" clId="{283283F4-033F-4442-A5D9-8DA66D387EF6}" dt="2024-06-09T03:39:13.699" v="4840" actId="1035"/>
          <ac:spMkLst>
            <pc:docMk/>
            <pc:sldMk cId="752373959" sldId="2147475731"/>
            <ac:spMk id="3" creationId="{23275E9A-CE8A-EC0B-90B5-37D7C194F9D2}"/>
          </ac:spMkLst>
        </pc:spChg>
        <pc:spChg chg="mod">
          <ac:chgData name="Gudla, Natraj" userId="1b097815-ad51-435d-a557-eb69be7a0b69" providerId="ADAL" clId="{283283F4-033F-4442-A5D9-8DA66D387EF6}" dt="2024-06-09T03:39:13.699" v="4840" actId="1035"/>
          <ac:spMkLst>
            <pc:docMk/>
            <pc:sldMk cId="752373959" sldId="2147475731"/>
            <ac:spMk id="4" creationId="{C3209A12-BCEA-ABD4-70A4-F8319A709275}"/>
          </ac:spMkLst>
        </pc:spChg>
        <pc:spChg chg="mod">
          <ac:chgData name="Gudla, Natraj" userId="1b097815-ad51-435d-a557-eb69be7a0b69" providerId="ADAL" clId="{283283F4-033F-4442-A5D9-8DA66D387EF6}" dt="2024-06-09T03:42:03.356" v="5142" actId="20577"/>
          <ac:spMkLst>
            <pc:docMk/>
            <pc:sldMk cId="752373959" sldId="2147475731"/>
            <ac:spMk id="8" creationId="{CC400892-942D-10BD-42F8-D43114A7A136}"/>
          </ac:spMkLst>
        </pc:spChg>
        <pc:spChg chg="mod">
          <ac:chgData name="Gudla, Natraj" userId="1b097815-ad51-435d-a557-eb69be7a0b69" providerId="ADAL" clId="{283283F4-033F-4442-A5D9-8DA66D387EF6}" dt="2024-06-09T03:39:13.699" v="4840" actId="1035"/>
          <ac:spMkLst>
            <pc:docMk/>
            <pc:sldMk cId="752373959" sldId="2147475731"/>
            <ac:spMk id="11" creationId="{7C260DFB-FD1B-645B-F0DB-6AC19B7D88C4}"/>
          </ac:spMkLst>
        </pc:spChg>
        <pc:spChg chg="mod">
          <ac:chgData name="Gudla, Natraj" userId="1b097815-ad51-435d-a557-eb69be7a0b69" providerId="ADAL" clId="{283283F4-033F-4442-A5D9-8DA66D387EF6}" dt="2024-06-09T03:39:13.699" v="4840" actId="1035"/>
          <ac:spMkLst>
            <pc:docMk/>
            <pc:sldMk cId="752373959" sldId="2147475731"/>
            <ac:spMk id="12" creationId="{5B724A04-733C-5314-DFBE-143783341498}"/>
          </ac:spMkLst>
        </pc:spChg>
        <pc:spChg chg="mod">
          <ac:chgData name="Gudla, Natraj" userId="1b097815-ad51-435d-a557-eb69be7a0b69" providerId="ADAL" clId="{283283F4-033F-4442-A5D9-8DA66D387EF6}" dt="2024-06-09T03:39:13.699" v="4840" actId="1035"/>
          <ac:spMkLst>
            <pc:docMk/>
            <pc:sldMk cId="752373959" sldId="2147475731"/>
            <ac:spMk id="13" creationId="{46178112-2AF7-66AC-08D9-7B989FE13AC0}"/>
          </ac:spMkLst>
        </pc:spChg>
        <pc:spChg chg="mod">
          <ac:chgData name="Gudla, Natraj" userId="1b097815-ad51-435d-a557-eb69be7a0b69" providerId="ADAL" clId="{283283F4-033F-4442-A5D9-8DA66D387EF6}" dt="2024-06-09T03:39:13.699" v="4840" actId="1035"/>
          <ac:spMkLst>
            <pc:docMk/>
            <pc:sldMk cId="752373959" sldId="2147475731"/>
            <ac:spMk id="14" creationId="{981CFB56-21F8-B7E4-0135-7F07079E9D11}"/>
          </ac:spMkLst>
        </pc:spChg>
        <pc:spChg chg="mod">
          <ac:chgData name="Gudla, Natraj" userId="1b097815-ad51-435d-a557-eb69be7a0b69" providerId="ADAL" clId="{283283F4-033F-4442-A5D9-8DA66D387EF6}" dt="2024-06-09T03:39:13.699" v="4840" actId="1035"/>
          <ac:spMkLst>
            <pc:docMk/>
            <pc:sldMk cId="752373959" sldId="2147475731"/>
            <ac:spMk id="15" creationId="{3B7C47F1-1B28-FED1-3A8C-98FA44AE764B}"/>
          </ac:spMkLst>
        </pc:spChg>
        <pc:spChg chg="mod">
          <ac:chgData name="Gudla, Natraj" userId="1b097815-ad51-435d-a557-eb69be7a0b69" providerId="ADAL" clId="{283283F4-033F-4442-A5D9-8DA66D387EF6}" dt="2024-06-09T03:39:13.699" v="4840" actId="1035"/>
          <ac:spMkLst>
            <pc:docMk/>
            <pc:sldMk cId="752373959" sldId="2147475731"/>
            <ac:spMk id="21" creationId="{5942E402-2D0F-D308-8A68-161B1D940ED7}"/>
          </ac:spMkLst>
        </pc:spChg>
        <pc:spChg chg="mod">
          <ac:chgData name="Gudla, Natraj" userId="1b097815-ad51-435d-a557-eb69be7a0b69" providerId="ADAL" clId="{283283F4-033F-4442-A5D9-8DA66D387EF6}" dt="2024-06-09T03:39:13.699" v="4840" actId="1035"/>
          <ac:spMkLst>
            <pc:docMk/>
            <pc:sldMk cId="752373959" sldId="2147475731"/>
            <ac:spMk id="22" creationId="{0F528021-9B47-CB73-5532-70F3F7FC1445}"/>
          </ac:spMkLst>
        </pc:spChg>
        <pc:spChg chg="mod">
          <ac:chgData name="Gudla, Natraj" userId="1b097815-ad51-435d-a557-eb69be7a0b69" providerId="ADAL" clId="{283283F4-033F-4442-A5D9-8DA66D387EF6}" dt="2024-06-09T03:39:13.699" v="4840" actId="1035"/>
          <ac:spMkLst>
            <pc:docMk/>
            <pc:sldMk cId="752373959" sldId="2147475731"/>
            <ac:spMk id="25" creationId="{E90844FC-C4EE-60E5-3226-A5A95338D4F2}"/>
          </ac:spMkLst>
        </pc:spChg>
        <pc:spChg chg="mod">
          <ac:chgData name="Gudla, Natraj" userId="1b097815-ad51-435d-a557-eb69be7a0b69" providerId="ADAL" clId="{283283F4-033F-4442-A5D9-8DA66D387EF6}" dt="2024-06-09T03:41:31.271" v="5103" actId="122"/>
          <ac:spMkLst>
            <pc:docMk/>
            <pc:sldMk cId="752373959" sldId="2147475731"/>
            <ac:spMk id="26" creationId="{3852D9C9-7A64-4BFD-AE25-C610D119C158}"/>
          </ac:spMkLst>
        </pc:spChg>
        <pc:spChg chg="mod">
          <ac:chgData name="Gudla, Natraj" userId="1b097815-ad51-435d-a557-eb69be7a0b69" providerId="ADAL" clId="{283283F4-033F-4442-A5D9-8DA66D387EF6}" dt="2024-06-09T03:39:13.699" v="4840" actId="1035"/>
          <ac:spMkLst>
            <pc:docMk/>
            <pc:sldMk cId="752373959" sldId="2147475731"/>
            <ac:spMk id="27" creationId="{7F9454E1-CD28-5885-FE14-03DE94844F26}"/>
          </ac:spMkLst>
        </pc:spChg>
        <pc:spChg chg="mod">
          <ac:chgData name="Gudla, Natraj" userId="1b097815-ad51-435d-a557-eb69be7a0b69" providerId="ADAL" clId="{283283F4-033F-4442-A5D9-8DA66D387EF6}" dt="2024-06-09T03:39:13.699" v="4840" actId="1035"/>
          <ac:spMkLst>
            <pc:docMk/>
            <pc:sldMk cId="752373959" sldId="2147475731"/>
            <ac:spMk id="28" creationId="{FA0C9BBA-759F-42DE-CA13-1E12AD1789E9}"/>
          </ac:spMkLst>
        </pc:spChg>
        <pc:spChg chg="mod">
          <ac:chgData name="Gudla, Natraj" userId="1b097815-ad51-435d-a557-eb69be7a0b69" providerId="ADAL" clId="{283283F4-033F-4442-A5D9-8DA66D387EF6}" dt="2024-06-09T03:39:13.699" v="4840" actId="1035"/>
          <ac:spMkLst>
            <pc:docMk/>
            <pc:sldMk cId="752373959" sldId="2147475731"/>
            <ac:spMk id="29" creationId="{A62F9747-5B0B-2B6A-062F-4EFAC990AA10}"/>
          </ac:spMkLst>
        </pc:spChg>
        <pc:spChg chg="add del mod">
          <ac:chgData name="Gudla, Natraj" userId="1b097815-ad51-435d-a557-eb69be7a0b69" providerId="ADAL" clId="{283283F4-033F-4442-A5D9-8DA66D387EF6}" dt="2024-06-09T03:36:26.164" v="4710" actId="478"/>
          <ac:spMkLst>
            <pc:docMk/>
            <pc:sldMk cId="752373959" sldId="2147475731"/>
            <ac:spMk id="31" creationId="{0D9EDE40-B826-7985-9A2A-AFB6CDF3B676}"/>
          </ac:spMkLst>
        </pc:spChg>
        <pc:spChg chg="mod">
          <ac:chgData name="Gudla, Natraj" userId="1b097815-ad51-435d-a557-eb69be7a0b69" providerId="ADAL" clId="{283283F4-033F-4442-A5D9-8DA66D387EF6}" dt="2024-06-09T03:39:13.699" v="4840" actId="1035"/>
          <ac:spMkLst>
            <pc:docMk/>
            <pc:sldMk cId="752373959" sldId="2147475731"/>
            <ac:spMk id="32" creationId="{9A5281AF-BEB4-78AB-4064-117307E1FB86}"/>
          </ac:spMkLst>
        </pc:spChg>
        <pc:spChg chg="add mod">
          <ac:chgData name="Gudla, Natraj" userId="1b097815-ad51-435d-a557-eb69be7a0b69" providerId="ADAL" clId="{283283F4-033F-4442-A5D9-8DA66D387EF6}" dt="2024-06-09T03:38:53.679" v="4821" actId="571"/>
          <ac:spMkLst>
            <pc:docMk/>
            <pc:sldMk cId="752373959" sldId="2147475731"/>
            <ac:spMk id="37" creationId="{791F0D1C-9E4D-F2CC-5C49-8EC64C4A4097}"/>
          </ac:spMkLst>
        </pc:spChg>
        <pc:spChg chg="add mod">
          <ac:chgData name="Gudla, Natraj" userId="1b097815-ad51-435d-a557-eb69be7a0b69" providerId="ADAL" clId="{283283F4-033F-4442-A5D9-8DA66D387EF6}" dt="2024-06-09T03:38:53.679" v="4821" actId="571"/>
          <ac:spMkLst>
            <pc:docMk/>
            <pc:sldMk cId="752373959" sldId="2147475731"/>
            <ac:spMk id="38" creationId="{95B75569-A954-B886-C4B6-77E54D683672}"/>
          </ac:spMkLst>
        </pc:spChg>
        <pc:spChg chg="add mod">
          <ac:chgData name="Gudla, Natraj" userId="1b097815-ad51-435d-a557-eb69be7a0b69" providerId="ADAL" clId="{283283F4-033F-4442-A5D9-8DA66D387EF6}" dt="2024-06-09T03:38:53.679" v="4821" actId="571"/>
          <ac:spMkLst>
            <pc:docMk/>
            <pc:sldMk cId="752373959" sldId="2147475731"/>
            <ac:spMk id="41" creationId="{CE9F52FE-0637-5579-C51A-F498CC825F96}"/>
          </ac:spMkLst>
        </pc:spChg>
        <pc:spChg chg="add mod">
          <ac:chgData name="Gudla, Natraj" userId="1b097815-ad51-435d-a557-eb69be7a0b69" providerId="ADAL" clId="{283283F4-033F-4442-A5D9-8DA66D387EF6}" dt="2024-06-09T03:38:53.679" v="4821" actId="571"/>
          <ac:spMkLst>
            <pc:docMk/>
            <pc:sldMk cId="752373959" sldId="2147475731"/>
            <ac:spMk id="42" creationId="{9A4EF8F1-3BA9-F4D6-89FA-99D8CE51B85D}"/>
          </ac:spMkLst>
        </pc:spChg>
        <pc:spChg chg="add mod">
          <ac:chgData name="Gudla, Natraj" userId="1b097815-ad51-435d-a557-eb69be7a0b69" providerId="ADAL" clId="{283283F4-033F-4442-A5D9-8DA66D387EF6}" dt="2024-06-09T03:38:53.679" v="4821" actId="571"/>
          <ac:spMkLst>
            <pc:docMk/>
            <pc:sldMk cId="752373959" sldId="2147475731"/>
            <ac:spMk id="43" creationId="{E9420A50-1671-336F-5FBB-F61427C3CA21}"/>
          </ac:spMkLst>
        </pc:spChg>
        <pc:spChg chg="mod">
          <ac:chgData name="Gudla, Natraj" userId="1b097815-ad51-435d-a557-eb69be7a0b69" providerId="ADAL" clId="{283283F4-033F-4442-A5D9-8DA66D387EF6}" dt="2024-06-09T03:49:08.142" v="5393" actId="404"/>
          <ac:spMkLst>
            <pc:docMk/>
            <pc:sldMk cId="752373959" sldId="2147475731"/>
            <ac:spMk id="45" creationId="{F8A5AFA3-0A5A-5F88-7F8F-EE973027226F}"/>
          </ac:spMkLst>
        </pc:spChg>
        <pc:spChg chg="add mod">
          <ac:chgData name="Gudla, Natraj" userId="1b097815-ad51-435d-a557-eb69be7a0b69" providerId="ADAL" clId="{283283F4-033F-4442-A5D9-8DA66D387EF6}" dt="2024-06-09T03:38:53.679" v="4821" actId="571"/>
          <ac:spMkLst>
            <pc:docMk/>
            <pc:sldMk cId="752373959" sldId="2147475731"/>
            <ac:spMk id="46" creationId="{2820AD33-B238-AFE5-8760-895F5189CFC3}"/>
          </ac:spMkLst>
        </pc:spChg>
        <pc:spChg chg="add mod">
          <ac:chgData name="Gudla, Natraj" userId="1b097815-ad51-435d-a557-eb69be7a0b69" providerId="ADAL" clId="{283283F4-033F-4442-A5D9-8DA66D387EF6}" dt="2024-06-09T03:38:53.679" v="4821" actId="571"/>
          <ac:spMkLst>
            <pc:docMk/>
            <pc:sldMk cId="752373959" sldId="2147475731"/>
            <ac:spMk id="47" creationId="{034BF7BC-F9D8-55C9-B5BD-557F08934A5F}"/>
          </ac:spMkLst>
        </pc:spChg>
        <pc:spChg chg="add mod">
          <ac:chgData name="Gudla, Natraj" userId="1b097815-ad51-435d-a557-eb69be7a0b69" providerId="ADAL" clId="{283283F4-033F-4442-A5D9-8DA66D387EF6}" dt="2024-06-09T03:38:53.679" v="4821" actId="571"/>
          <ac:spMkLst>
            <pc:docMk/>
            <pc:sldMk cId="752373959" sldId="2147475731"/>
            <ac:spMk id="48" creationId="{F37CA278-55FB-F6BB-3EB0-B825D6F7CF07}"/>
          </ac:spMkLst>
        </pc:spChg>
        <pc:graphicFrameChg chg="mod">
          <ac:chgData name="Gudla, Natraj" userId="1b097815-ad51-435d-a557-eb69be7a0b69" providerId="ADAL" clId="{283283F4-033F-4442-A5D9-8DA66D387EF6}" dt="2024-06-09T03:39:13.699" v="4840" actId="1035"/>
          <ac:graphicFrameMkLst>
            <pc:docMk/>
            <pc:sldMk cId="752373959" sldId="2147475731"/>
            <ac:graphicFrameMk id="24" creationId="{F56C9134-0E48-89C1-8C8D-269393E169D9}"/>
          </ac:graphicFrameMkLst>
        </pc:graphicFrameChg>
        <pc:graphicFrameChg chg="add mod">
          <ac:chgData name="Gudla, Natraj" userId="1b097815-ad51-435d-a557-eb69be7a0b69" providerId="ADAL" clId="{283283F4-033F-4442-A5D9-8DA66D387EF6}" dt="2024-06-09T03:38:53.679" v="4821" actId="571"/>
          <ac:graphicFrameMkLst>
            <pc:docMk/>
            <pc:sldMk cId="752373959" sldId="2147475731"/>
            <ac:graphicFrameMk id="34" creationId="{391B3F61-3741-A17F-393C-9F4634B78030}"/>
          </ac:graphicFrameMkLst>
        </pc:graphicFrameChg>
        <pc:cxnChg chg="mod">
          <ac:chgData name="Gudla, Natraj" userId="1b097815-ad51-435d-a557-eb69be7a0b69" providerId="ADAL" clId="{283283F4-033F-4442-A5D9-8DA66D387EF6}" dt="2024-06-09T03:39:13.699" v="4840" actId="1035"/>
          <ac:cxnSpMkLst>
            <pc:docMk/>
            <pc:sldMk cId="752373959" sldId="2147475731"/>
            <ac:cxnSpMk id="30" creationId="{855C72A7-6BCE-7E0A-8F92-13A7C5E858CF}"/>
          </ac:cxnSpMkLst>
        </pc:cxnChg>
        <pc:cxnChg chg="add mod">
          <ac:chgData name="Gudla, Natraj" userId="1b097815-ad51-435d-a557-eb69be7a0b69" providerId="ADAL" clId="{283283F4-033F-4442-A5D9-8DA66D387EF6}" dt="2024-06-09T03:44:05.257" v="5158" actId="692"/>
          <ac:cxnSpMkLst>
            <pc:docMk/>
            <pc:sldMk cId="752373959" sldId="2147475731"/>
            <ac:cxnSpMk id="50" creationId="{5D492A4A-6FA5-D9EE-6EA8-E39BE9FCF2C9}"/>
          </ac:cxnSpMkLst>
        </pc:cxnChg>
        <pc:cxnChg chg="add mod">
          <ac:chgData name="Gudla, Natraj" userId="1b097815-ad51-435d-a557-eb69be7a0b69" providerId="ADAL" clId="{283283F4-033F-4442-A5D9-8DA66D387EF6}" dt="2024-06-09T03:44:29.491" v="5160" actId="1076"/>
          <ac:cxnSpMkLst>
            <pc:docMk/>
            <pc:sldMk cId="752373959" sldId="2147475731"/>
            <ac:cxnSpMk id="52" creationId="{4B4570A2-A2B1-3421-916D-B30BBC8554C3}"/>
          </ac:cxnSpMkLst>
        </pc:cxnChg>
        <pc:cxnChg chg="add mod">
          <ac:chgData name="Gudla, Natraj" userId="1b097815-ad51-435d-a557-eb69be7a0b69" providerId="ADAL" clId="{283283F4-033F-4442-A5D9-8DA66D387EF6}" dt="2024-06-09T03:44:50.921" v="5162" actId="1076"/>
          <ac:cxnSpMkLst>
            <pc:docMk/>
            <pc:sldMk cId="752373959" sldId="2147475731"/>
            <ac:cxnSpMk id="53" creationId="{DEA6A2F2-8F27-35AA-79D9-D763C35100BD}"/>
          </ac:cxnSpMkLst>
        </pc:cxnChg>
      </pc:sldChg>
      <pc:sldChg chg="addSp delSp modSp add del mod modClrScheme chgLayout">
        <pc:chgData name="Gudla, Natraj" userId="1b097815-ad51-435d-a557-eb69be7a0b69" providerId="ADAL" clId="{283283F4-033F-4442-A5D9-8DA66D387EF6}" dt="2024-06-09T04:15:24.121" v="5502" actId="700"/>
        <pc:sldMkLst>
          <pc:docMk/>
          <pc:sldMk cId="3460164977" sldId="2147475789"/>
        </pc:sldMkLst>
        <pc:spChg chg="add del mod ord">
          <ac:chgData name="Gudla, Natraj" userId="1b097815-ad51-435d-a557-eb69be7a0b69" providerId="ADAL" clId="{283283F4-033F-4442-A5D9-8DA66D387EF6}" dt="2024-06-09T04:15:24.121" v="5502" actId="700"/>
          <ac:spMkLst>
            <pc:docMk/>
            <pc:sldMk cId="3460164977" sldId="2147475789"/>
            <ac:spMk id="2" creationId="{4E1FDBE3-B725-6F83-4B18-FB6D77B1FA19}"/>
          </ac:spMkLst>
        </pc:spChg>
        <pc:spChg chg="add del mod ord">
          <ac:chgData name="Gudla, Natraj" userId="1b097815-ad51-435d-a557-eb69be7a0b69" providerId="ADAL" clId="{283283F4-033F-4442-A5D9-8DA66D387EF6}" dt="2024-06-09T04:15:22.467" v="5501" actId="700"/>
          <ac:spMkLst>
            <pc:docMk/>
            <pc:sldMk cId="3460164977" sldId="2147475789"/>
            <ac:spMk id="4" creationId="{CB4EABBA-3290-6D37-4C54-DD0B26ED6104}"/>
          </ac:spMkLst>
        </pc:spChg>
        <pc:spChg chg="add del mod ord">
          <ac:chgData name="Gudla, Natraj" userId="1b097815-ad51-435d-a557-eb69be7a0b69" providerId="ADAL" clId="{283283F4-033F-4442-A5D9-8DA66D387EF6}" dt="2024-06-09T04:15:22.467" v="5501" actId="700"/>
          <ac:spMkLst>
            <pc:docMk/>
            <pc:sldMk cId="3460164977" sldId="2147475789"/>
            <ac:spMk id="5" creationId="{BD5D969C-D530-190D-2959-7DAA926F41C1}"/>
          </ac:spMkLst>
        </pc:spChg>
      </pc:sldChg>
      <pc:sldChg chg="modSp mod">
        <pc:chgData name="Gudla, Natraj" userId="1b097815-ad51-435d-a557-eb69be7a0b69" providerId="ADAL" clId="{283283F4-033F-4442-A5D9-8DA66D387EF6}" dt="2024-06-02T05:17:33.522" v="1130" actId="1076"/>
        <pc:sldMkLst>
          <pc:docMk/>
          <pc:sldMk cId="3191873016" sldId="2147475791"/>
        </pc:sldMkLst>
        <pc:spChg chg="mod">
          <ac:chgData name="Gudla, Natraj" userId="1b097815-ad51-435d-a557-eb69be7a0b69" providerId="ADAL" clId="{283283F4-033F-4442-A5D9-8DA66D387EF6}" dt="2024-06-02T05:17:33.522" v="1130" actId="1076"/>
          <ac:spMkLst>
            <pc:docMk/>
            <pc:sldMk cId="3191873016" sldId="2147475791"/>
            <ac:spMk id="20" creationId="{60209D52-104F-3F5C-41CB-7730759A57E6}"/>
          </ac:spMkLst>
        </pc:spChg>
        <pc:spChg chg="mod">
          <ac:chgData name="Gudla, Natraj" userId="1b097815-ad51-435d-a557-eb69be7a0b69" providerId="ADAL" clId="{283283F4-033F-4442-A5D9-8DA66D387EF6}" dt="2024-06-02T05:17:28.558" v="1129" actId="1076"/>
          <ac:spMkLst>
            <pc:docMk/>
            <pc:sldMk cId="3191873016" sldId="2147475791"/>
            <ac:spMk id="22" creationId="{762BDE76-75E5-704F-A9F6-7A490C4D587A}"/>
          </ac:spMkLst>
        </pc:spChg>
      </pc:sldChg>
      <pc:sldChg chg="del">
        <pc:chgData name="Gudla, Natraj" userId="1b097815-ad51-435d-a557-eb69be7a0b69" providerId="ADAL" clId="{283283F4-033F-4442-A5D9-8DA66D387EF6}" dt="2024-06-09T04:07:20.657" v="5487" actId="47"/>
        <pc:sldMkLst>
          <pc:docMk/>
          <pc:sldMk cId="982538659" sldId="2147475797"/>
        </pc:sldMkLst>
      </pc:sldChg>
      <pc:sldChg chg="del">
        <pc:chgData name="Gudla, Natraj" userId="1b097815-ad51-435d-a557-eb69be7a0b69" providerId="ADAL" clId="{283283F4-033F-4442-A5D9-8DA66D387EF6}" dt="2024-06-09T04:07:26.808" v="5489" actId="47"/>
        <pc:sldMkLst>
          <pc:docMk/>
          <pc:sldMk cId="1639103724" sldId="2147475798"/>
        </pc:sldMkLst>
      </pc:sldChg>
      <pc:sldChg chg="del">
        <pc:chgData name="Gudla, Natraj" userId="1b097815-ad51-435d-a557-eb69be7a0b69" providerId="ADAL" clId="{283283F4-033F-4442-A5D9-8DA66D387EF6}" dt="2024-06-09T04:07:25.825" v="5488" actId="47"/>
        <pc:sldMkLst>
          <pc:docMk/>
          <pc:sldMk cId="1723140974" sldId="2147475799"/>
        </pc:sldMkLst>
      </pc:sldChg>
      <pc:sldChg chg="modSp mod ord">
        <pc:chgData name="Gudla, Natraj" userId="1b097815-ad51-435d-a557-eb69be7a0b69" providerId="ADAL" clId="{283283F4-033F-4442-A5D9-8DA66D387EF6}" dt="2024-06-09T04:08:26.050" v="5493"/>
        <pc:sldMkLst>
          <pc:docMk/>
          <pc:sldMk cId="2957828277" sldId="2147475800"/>
        </pc:sldMkLst>
        <pc:spChg chg="mod">
          <ac:chgData name="Gudla, Natraj" userId="1b097815-ad51-435d-a557-eb69be7a0b69" providerId="ADAL" clId="{283283F4-033F-4442-A5D9-8DA66D387EF6}" dt="2024-06-06T06:24:04.615" v="4084" actId="20577"/>
          <ac:spMkLst>
            <pc:docMk/>
            <pc:sldMk cId="2957828277" sldId="2147475800"/>
            <ac:spMk id="3" creationId="{2AF865AE-0F78-49F3-A0CB-D4F57A104432}"/>
          </ac:spMkLst>
        </pc:spChg>
        <pc:spChg chg="mod">
          <ac:chgData name="Gudla, Natraj" userId="1b097815-ad51-435d-a557-eb69be7a0b69" providerId="ADAL" clId="{283283F4-033F-4442-A5D9-8DA66D387EF6}" dt="2024-06-06T06:27:25.998" v="4249" actId="6549"/>
          <ac:spMkLst>
            <pc:docMk/>
            <pc:sldMk cId="2957828277" sldId="2147475800"/>
            <ac:spMk id="74" creationId="{B8F35326-3745-BD15-0F99-2EFB277E8EF9}"/>
          </ac:spMkLst>
        </pc:spChg>
      </pc:sldChg>
      <pc:sldChg chg="delSp modSp new mod">
        <pc:chgData name="Gudla, Natraj" userId="1b097815-ad51-435d-a557-eb69be7a0b69" providerId="ADAL" clId="{283283F4-033F-4442-A5D9-8DA66D387EF6}" dt="2024-06-06T04:29:21.242" v="1877" actId="403"/>
        <pc:sldMkLst>
          <pc:docMk/>
          <pc:sldMk cId="110292139" sldId="2147475801"/>
        </pc:sldMkLst>
        <pc:spChg chg="mod">
          <ac:chgData name="Gudla, Natraj" userId="1b097815-ad51-435d-a557-eb69be7a0b69" providerId="ADAL" clId="{283283F4-033F-4442-A5D9-8DA66D387EF6}" dt="2024-06-06T04:29:21.242" v="1877" actId="403"/>
          <ac:spMkLst>
            <pc:docMk/>
            <pc:sldMk cId="110292139" sldId="2147475801"/>
            <ac:spMk id="2" creationId="{D0CDCBC3-44D2-90BC-3C36-118AD36D0C57}"/>
          </ac:spMkLst>
        </pc:spChg>
        <pc:spChg chg="del">
          <ac:chgData name="Gudla, Natraj" userId="1b097815-ad51-435d-a557-eb69be7a0b69" providerId="ADAL" clId="{283283F4-033F-4442-A5D9-8DA66D387EF6}" dt="2024-06-06T04:29:12.821" v="1875" actId="478"/>
          <ac:spMkLst>
            <pc:docMk/>
            <pc:sldMk cId="110292139" sldId="2147475801"/>
            <ac:spMk id="3" creationId="{46BF7152-3FFA-F56C-8CAF-1C75E58696ED}"/>
          </ac:spMkLst>
        </pc:spChg>
      </pc:sldChg>
      <pc:sldChg chg="modSp mod ord">
        <pc:chgData name="Gudla, Natraj" userId="1b097815-ad51-435d-a557-eb69be7a0b69" providerId="ADAL" clId="{283283F4-033F-4442-A5D9-8DA66D387EF6}" dt="2024-06-09T04:08:20.136" v="5491"/>
        <pc:sldMkLst>
          <pc:docMk/>
          <pc:sldMk cId="2720965184" sldId="2147475802"/>
        </pc:sldMkLst>
        <pc:spChg chg="mod">
          <ac:chgData name="Gudla, Natraj" userId="1b097815-ad51-435d-a557-eb69be7a0b69" providerId="ADAL" clId="{283283F4-033F-4442-A5D9-8DA66D387EF6}" dt="2024-06-06T08:00:06.906" v="4319" actId="14100"/>
          <ac:spMkLst>
            <pc:docMk/>
            <pc:sldMk cId="2720965184" sldId="2147475802"/>
            <ac:spMk id="161" creationId="{D9672B36-56E2-B6FA-2711-EB61A22BC675}"/>
          </ac:spMkLst>
        </pc:spChg>
        <pc:spChg chg="mod">
          <ac:chgData name="Gudla, Natraj" userId="1b097815-ad51-435d-a557-eb69be7a0b69" providerId="ADAL" clId="{283283F4-033F-4442-A5D9-8DA66D387EF6}" dt="2024-06-06T07:59:29.016" v="4257" actId="14100"/>
          <ac:spMkLst>
            <pc:docMk/>
            <pc:sldMk cId="2720965184" sldId="2147475802"/>
            <ac:spMk id="162" creationId="{710EF47A-BE43-8338-B86A-A421466C42C0}"/>
          </ac:spMkLst>
        </pc:spChg>
        <pc:spChg chg="mod">
          <ac:chgData name="Gudla, Natraj" userId="1b097815-ad51-435d-a557-eb69be7a0b69" providerId="ADAL" clId="{283283F4-033F-4442-A5D9-8DA66D387EF6}" dt="2024-06-06T08:02:16.189" v="4379" actId="20577"/>
          <ac:spMkLst>
            <pc:docMk/>
            <pc:sldMk cId="2720965184" sldId="2147475802"/>
            <ac:spMk id="165" creationId="{29EFD10C-E24F-7477-2FFD-7E3578E3F28F}"/>
          </ac:spMkLst>
        </pc:spChg>
        <pc:spChg chg="mod">
          <ac:chgData name="Gudla, Natraj" userId="1b097815-ad51-435d-a557-eb69be7a0b69" providerId="ADAL" clId="{283283F4-033F-4442-A5D9-8DA66D387EF6}" dt="2024-06-06T08:02:43.105" v="4400" actId="6549"/>
          <ac:spMkLst>
            <pc:docMk/>
            <pc:sldMk cId="2720965184" sldId="2147475802"/>
            <ac:spMk id="166" creationId="{36923CEA-8A27-0FE8-2C93-6B7BC044D208}"/>
          </ac:spMkLst>
        </pc:spChg>
        <pc:spChg chg="mod">
          <ac:chgData name="Gudla, Natraj" userId="1b097815-ad51-435d-a557-eb69be7a0b69" providerId="ADAL" clId="{283283F4-033F-4442-A5D9-8DA66D387EF6}" dt="2024-06-06T08:02:24.579" v="4384" actId="6549"/>
          <ac:spMkLst>
            <pc:docMk/>
            <pc:sldMk cId="2720965184" sldId="2147475802"/>
            <ac:spMk id="167" creationId="{18E39404-F392-E884-27B6-7220A78985CC}"/>
          </ac:spMkLst>
        </pc:spChg>
        <pc:spChg chg="mod">
          <ac:chgData name="Gudla, Natraj" userId="1b097815-ad51-435d-a557-eb69be7a0b69" providerId="ADAL" clId="{283283F4-033F-4442-A5D9-8DA66D387EF6}" dt="2024-06-06T08:00:11.909" v="4320" actId="1076"/>
          <ac:spMkLst>
            <pc:docMk/>
            <pc:sldMk cId="2720965184" sldId="2147475802"/>
            <ac:spMk id="169" creationId="{DF677468-2A85-BD0D-CE4C-F483E8DC4F4B}"/>
          </ac:spMkLst>
        </pc:spChg>
        <pc:spChg chg="mod">
          <ac:chgData name="Gudla, Natraj" userId="1b097815-ad51-435d-a557-eb69be7a0b69" providerId="ADAL" clId="{283283F4-033F-4442-A5D9-8DA66D387EF6}" dt="2024-06-06T07:59:42.520" v="4300" actId="20577"/>
          <ac:spMkLst>
            <pc:docMk/>
            <pc:sldMk cId="2720965184" sldId="2147475802"/>
            <ac:spMk id="172" creationId="{D84B2AB8-5CD4-2E32-61AB-CAEBD0074C0F}"/>
          </ac:spMkLst>
        </pc:spChg>
      </pc:sldChg>
      <pc:sldChg chg="addSp modSp new mod">
        <pc:chgData name="Gudla, Natraj" userId="1b097815-ad51-435d-a557-eb69be7a0b69" providerId="ADAL" clId="{283283F4-033F-4442-A5D9-8DA66D387EF6}" dt="2024-06-09T03:59:24.467" v="5486" actId="1035"/>
        <pc:sldMkLst>
          <pc:docMk/>
          <pc:sldMk cId="35362297" sldId="2147475803"/>
        </pc:sldMkLst>
        <pc:spChg chg="add mod">
          <ac:chgData name="Gudla, Natraj" userId="1b097815-ad51-435d-a557-eb69be7a0b69" providerId="ADAL" clId="{283283F4-033F-4442-A5D9-8DA66D387EF6}" dt="2024-06-09T03:59:14.730" v="5477" actId="14100"/>
          <ac:spMkLst>
            <pc:docMk/>
            <pc:sldMk cId="35362297" sldId="2147475803"/>
            <ac:spMk id="4" creationId="{3D19B077-312B-E5CB-E944-0A26809E9E4B}"/>
          </ac:spMkLst>
        </pc:spChg>
        <pc:graphicFrameChg chg="add mod modGraphic">
          <ac:chgData name="Gudla, Natraj" userId="1b097815-ad51-435d-a557-eb69be7a0b69" providerId="ADAL" clId="{283283F4-033F-4442-A5D9-8DA66D387EF6}" dt="2024-06-09T03:59:24.467" v="5486" actId="1035"/>
          <ac:graphicFrameMkLst>
            <pc:docMk/>
            <pc:sldMk cId="35362297" sldId="2147475803"/>
            <ac:graphicFrameMk id="3" creationId="{FD56C828-1453-6F9B-E693-F4560ABB5040}"/>
          </ac:graphicFrameMkLst>
        </pc:graphicFrameChg>
      </pc:sldChg>
      <pc:sldChg chg="addSp delSp modSp add mod">
        <pc:chgData name="Gudla, Natraj" userId="1b097815-ad51-435d-a557-eb69be7a0b69" providerId="ADAL" clId="{283283F4-033F-4442-A5D9-8DA66D387EF6}" dt="2024-06-09T03:59:05.014" v="5475" actId="1036"/>
        <pc:sldMkLst>
          <pc:docMk/>
          <pc:sldMk cId="1422036111" sldId="2147475804"/>
        </pc:sldMkLst>
        <pc:spChg chg="del">
          <ac:chgData name="Gudla, Natraj" userId="1b097815-ad51-435d-a557-eb69be7a0b69" providerId="ADAL" clId="{283283F4-033F-4442-A5D9-8DA66D387EF6}" dt="2024-06-09T03:58:01.828" v="5436" actId="478"/>
          <ac:spMkLst>
            <pc:docMk/>
            <pc:sldMk cId="1422036111" sldId="2147475804"/>
            <ac:spMk id="2" creationId="{F68DAF40-5928-077B-58E5-0A5E2710E345}"/>
          </ac:spMkLst>
        </pc:spChg>
        <pc:spChg chg="del">
          <ac:chgData name="Gudla, Natraj" userId="1b097815-ad51-435d-a557-eb69be7a0b69" providerId="ADAL" clId="{283283F4-033F-4442-A5D9-8DA66D387EF6}" dt="2024-06-09T03:57:59.712" v="5435" actId="478"/>
          <ac:spMkLst>
            <pc:docMk/>
            <pc:sldMk cId="1422036111" sldId="2147475804"/>
            <ac:spMk id="4" creationId="{3D19B077-312B-E5CB-E944-0A26809E9E4B}"/>
          </ac:spMkLst>
        </pc:spChg>
        <pc:spChg chg="add mod">
          <ac:chgData name="Gudla, Natraj" userId="1b097815-ad51-435d-a557-eb69be7a0b69" providerId="ADAL" clId="{283283F4-033F-4442-A5D9-8DA66D387EF6}" dt="2024-06-09T03:59:00.729" v="5469" actId="14100"/>
          <ac:spMkLst>
            <pc:docMk/>
            <pc:sldMk cId="1422036111" sldId="2147475804"/>
            <ac:spMk id="6" creationId="{AA3CCECA-29C2-C3F0-7F76-9B0213F4444B}"/>
          </ac:spMkLst>
        </pc:spChg>
        <pc:graphicFrameChg chg="del">
          <ac:chgData name="Gudla, Natraj" userId="1b097815-ad51-435d-a557-eb69be7a0b69" providerId="ADAL" clId="{283283F4-033F-4442-A5D9-8DA66D387EF6}" dt="2024-06-09T03:57:57.133" v="5434" actId="478"/>
          <ac:graphicFrameMkLst>
            <pc:docMk/>
            <pc:sldMk cId="1422036111" sldId="2147475804"/>
            <ac:graphicFrameMk id="3" creationId="{FD56C828-1453-6F9B-E693-F4560ABB5040}"/>
          </ac:graphicFrameMkLst>
        </pc:graphicFrameChg>
        <pc:graphicFrameChg chg="add mod modGraphic">
          <ac:chgData name="Gudla, Natraj" userId="1b097815-ad51-435d-a557-eb69be7a0b69" providerId="ADAL" clId="{283283F4-033F-4442-A5D9-8DA66D387EF6}" dt="2024-06-09T03:59:05.014" v="5475" actId="1036"/>
          <ac:graphicFrameMkLst>
            <pc:docMk/>
            <pc:sldMk cId="1422036111" sldId="2147475804"/>
            <ac:graphicFrameMk id="5" creationId="{CF6892CF-D00C-EE57-C7AC-17CD8F880C65}"/>
          </ac:graphicFrameMkLst>
        </pc:graphicFrameChg>
      </pc:sldChg>
      <pc:sldMasterChg chg="modSp mod">
        <pc:chgData name="Gudla, Natraj" userId="1b097815-ad51-435d-a557-eb69be7a0b69" providerId="ADAL" clId="{283283F4-033F-4442-A5D9-8DA66D387EF6}" dt="2024-06-09T04:23:08.202" v="5613" actId="20577"/>
        <pc:sldMasterMkLst>
          <pc:docMk/>
          <pc:sldMasterMk cId="3148905397" sldId="2147483899"/>
        </pc:sldMasterMkLst>
        <pc:spChg chg="mod">
          <ac:chgData name="Gudla, Natraj" userId="1b097815-ad51-435d-a557-eb69be7a0b69" providerId="ADAL" clId="{283283F4-033F-4442-A5D9-8DA66D387EF6}" dt="2024-06-09T03:51:37.318" v="5397" actId="1076"/>
          <ac:spMkLst>
            <pc:docMk/>
            <pc:sldMasterMk cId="3148905397" sldId="2147483899"/>
            <ac:spMk id="5" creationId="{3FA11B39-3F99-4FEF-9C7B-F4C2A6873C69}"/>
          </ac:spMkLst>
        </pc:spChg>
        <pc:spChg chg="mod">
          <ac:chgData name="Gudla, Natraj" userId="1b097815-ad51-435d-a557-eb69be7a0b69" providerId="ADAL" clId="{283283F4-033F-4442-A5D9-8DA66D387EF6}" dt="2024-06-09T04:23:08.202" v="5613" actId="20577"/>
          <ac:spMkLst>
            <pc:docMk/>
            <pc:sldMasterMk cId="3148905397" sldId="2147483899"/>
            <ac:spMk id="65" creationId="{5B538C81-213B-41EC-BB81-FEF313C9D880}"/>
          </ac:spMkLst>
        </pc:spChg>
      </pc:sldMasterChg>
      <pc:sldMasterChg chg="addSp modSp mod">
        <pc:chgData name="Gudla, Natraj" userId="1b097815-ad51-435d-a557-eb69be7a0b69" providerId="ADAL" clId="{283283F4-033F-4442-A5D9-8DA66D387EF6}" dt="2024-06-09T04:23:21.344" v="5614"/>
        <pc:sldMasterMkLst>
          <pc:docMk/>
          <pc:sldMasterMk cId="3148905397" sldId="2147483980"/>
        </pc:sldMasterMkLst>
        <pc:spChg chg="mod">
          <ac:chgData name="Gudla, Natraj" userId="1b097815-ad51-435d-a557-eb69be7a0b69" providerId="ADAL" clId="{283283F4-033F-4442-A5D9-8DA66D387EF6}" dt="2024-06-09T04:23:21.344" v="5614"/>
          <ac:spMkLst>
            <pc:docMk/>
            <pc:sldMasterMk cId="3148905397" sldId="2147483980"/>
            <ac:spMk id="2" creationId="{D17879E2-3C96-3A06-90FD-9E1200992292}"/>
          </ac:spMkLst>
        </pc:spChg>
        <pc:spChg chg="add mod">
          <ac:chgData name="Gudla, Natraj" userId="1b097815-ad51-435d-a557-eb69be7a0b69" providerId="ADAL" clId="{283283F4-033F-4442-A5D9-8DA66D387EF6}" dt="2024-06-09T03:51:52.018" v="5398"/>
          <ac:spMkLst>
            <pc:docMk/>
            <pc:sldMasterMk cId="3148905397" sldId="2147483980"/>
            <ac:spMk id="3" creationId="{CD20865B-54CD-8D7B-ED7C-4D5A15D76942}"/>
          </ac:spMkLst>
        </pc:spChg>
      </pc:sldMasterChg>
      <pc:sldMasterChg chg="addSp modSp mod">
        <pc:chgData name="Gudla, Natraj" userId="1b097815-ad51-435d-a557-eb69be7a0b69" providerId="ADAL" clId="{283283F4-033F-4442-A5D9-8DA66D387EF6}" dt="2024-06-09T04:23:34.715" v="5615"/>
        <pc:sldMasterMkLst>
          <pc:docMk/>
          <pc:sldMasterMk cId="3148905397" sldId="2147484005"/>
        </pc:sldMasterMkLst>
        <pc:spChg chg="mod">
          <ac:chgData name="Gudla, Natraj" userId="1b097815-ad51-435d-a557-eb69be7a0b69" providerId="ADAL" clId="{283283F4-033F-4442-A5D9-8DA66D387EF6}" dt="2024-06-09T04:23:34.715" v="5615"/>
          <ac:spMkLst>
            <pc:docMk/>
            <pc:sldMasterMk cId="3148905397" sldId="2147484005"/>
            <ac:spMk id="5" creationId="{95F909D2-4B72-A85F-1824-B72A61A5AF6C}"/>
          </ac:spMkLst>
        </pc:spChg>
        <pc:spChg chg="add mod">
          <ac:chgData name="Gudla, Natraj" userId="1b097815-ad51-435d-a557-eb69be7a0b69" providerId="ADAL" clId="{283283F4-033F-4442-A5D9-8DA66D387EF6}" dt="2024-06-09T03:54:28.030" v="5405"/>
          <ac:spMkLst>
            <pc:docMk/>
            <pc:sldMasterMk cId="3148905397" sldId="2147484005"/>
            <ac:spMk id="6" creationId="{893EBFCC-8079-3C6A-4D0A-BB13BC9E0121}"/>
          </ac:spMkLst>
        </pc:spChg>
      </pc:sldMasterChg>
      <pc:sldMasterChg chg="addSp modSp mod">
        <pc:chgData name="Gudla, Natraj" userId="1b097815-ad51-435d-a557-eb69be7a0b69" providerId="ADAL" clId="{283283F4-033F-4442-A5D9-8DA66D387EF6}" dt="2024-06-09T04:23:44.236" v="5616"/>
        <pc:sldMasterMkLst>
          <pc:docMk/>
          <pc:sldMasterMk cId="260528291" sldId="2147484030"/>
        </pc:sldMasterMkLst>
        <pc:spChg chg="mod">
          <ac:chgData name="Gudla, Natraj" userId="1b097815-ad51-435d-a557-eb69be7a0b69" providerId="ADAL" clId="{283283F4-033F-4442-A5D9-8DA66D387EF6}" dt="2024-06-09T04:23:44.236" v="5616"/>
          <ac:spMkLst>
            <pc:docMk/>
            <pc:sldMasterMk cId="260528291" sldId="2147484030"/>
            <ac:spMk id="2" creationId="{C201F874-4263-EB0E-4A19-FB74904E4D3B}"/>
          </ac:spMkLst>
        </pc:spChg>
        <pc:spChg chg="add mod">
          <ac:chgData name="Gudla, Natraj" userId="1b097815-ad51-435d-a557-eb69be7a0b69" providerId="ADAL" clId="{283283F4-033F-4442-A5D9-8DA66D387EF6}" dt="2024-06-09T03:54:45.500" v="5407" actId="1036"/>
          <ac:spMkLst>
            <pc:docMk/>
            <pc:sldMasterMk cId="260528291" sldId="2147484030"/>
            <ac:spMk id="3" creationId="{A2E19E46-5B16-2699-F2D6-15BCDA7B020F}"/>
          </ac:spMkLst>
        </pc:spChg>
      </pc:sldMasterChg>
      <pc:sldMasterChg chg="addSp modSp mod">
        <pc:chgData name="Gudla, Natraj" userId="1b097815-ad51-435d-a557-eb69be7a0b69" providerId="ADAL" clId="{283283F4-033F-4442-A5D9-8DA66D387EF6}" dt="2024-06-09T04:23:54.424" v="5617"/>
        <pc:sldMasterMkLst>
          <pc:docMk/>
          <pc:sldMasterMk cId="3038761969" sldId="2147484068"/>
        </pc:sldMasterMkLst>
        <pc:spChg chg="mod">
          <ac:chgData name="Gudla, Natraj" userId="1b097815-ad51-435d-a557-eb69be7a0b69" providerId="ADAL" clId="{283283F4-033F-4442-A5D9-8DA66D387EF6}" dt="2024-06-09T04:23:54.424" v="5617"/>
          <ac:spMkLst>
            <pc:docMk/>
            <pc:sldMasterMk cId="3038761969" sldId="2147484068"/>
            <ac:spMk id="2" creationId="{28BB344A-D0C7-2ABD-C194-00D5F70A79E5}"/>
          </ac:spMkLst>
        </pc:spChg>
        <pc:spChg chg="add mod">
          <ac:chgData name="Gudla, Natraj" userId="1b097815-ad51-435d-a557-eb69be7a0b69" providerId="ADAL" clId="{283283F4-033F-4442-A5D9-8DA66D387EF6}" dt="2024-06-09T03:55:00.935" v="5408"/>
          <ac:spMkLst>
            <pc:docMk/>
            <pc:sldMasterMk cId="3038761969" sldId="2147484068"/>
            <ac:spMk id="5" creationId="{636D3451-F1B4-430F-E5E4-49B54A3851DF}"/>
          </ac:spMkLst>
        </pc:spChg>
      </pc:sldMasterChg>
      <pc:sldMasterChg chg="delSldLayout">
        <pc:chgData name="Gudla, Natraj" userId="1b097815-ad51-435d-a557-eb69be7a0b69" providerId="ADAL" clId="{283283F4-033F-4442-A5D9-8DA66D387EF6}" dt="2024-06-09T04:16:24.972" v="5556" actId="2696"/>
        <pc:sldMasterMkLst>
          <pc:docMk/>
          <pc:sldMasterMk cId="3224598341" sldId="2147484098"/>
        </pc:sldMasterMkLst>
        <pc:sldLayoutChg chg="del">
          <pc:chgData name="Gudla, Natraj" userId="1b097815-ad51-435d-a557-eb69be7a0b69" providerId="ADAL" clId="{283283F4-033F-4442-A5D9-8DA66D387EF6}" dt="2024-06-09T04:16:24.732" v="5518" actId="2696"/>
          <pc:sldLayoutMkLst>
            <pc:docMk/>
            <pc:sldMasterMk cId="3224598341" sldId="2147484098"/>
            <pc:sldLayoutMk cId="3109190606" sldId="2147484101"/>
          </pc:sldLayoutMkLst>
        </pc:sldLayoutChg>
        <pc:sldLayoutChg chg="del">
          <pc:chgData name="Gudla, Natraj" userId="1b097815-ad51-435d-a557-eb69be7a0b69" providerId="ADAL" clId="{283283F4-033F-4442-A5D9-8DA66D387EF6}" dt="2024-06-09T04:16:24.743" v="5519" actId="2696"/>
          <pc:sldLayoutMkLst>
            <pc:docMk/>
            <pc:sldMasterMk cId="3224598341" sldId="2147484098"/>
            <pc:sldLayoutMk cId="3887050960" sldId="2147484102"/>
          </pc:sldLayoutMkLst>
        </pc:sldLayoutChg>
        <pc:sldLayoutChg chg="del">
          <pc:chgData name="Gudla, Natraj" userId="1b097815-ad51-435d-a557-eb69be7a0b69" providerId="ADAL" clId="{283283F4-033F-4442-A5D9-8DA66D387EF6}" dt="2024-06-09T04:16:24.749" v="5520" actId="2696"/>
          <pc:sldLayoutMkLst>
            <pc:docMk/>
            <pc:sldMasterMk cId="3224598341" sldId="2147484098"/>
            <pc:sldLayoutMk cId="1958872992" sldId="2147484103"/>
          </pc:sldLayoutMkLst>
        </pc:sldLayoutChg>
        <pc:sldLayoutChg chg="del">
          <pc:chgData name="Gudla, Natraj" userId="1b097815-ad51-435d-a557-eb69be7a0b69" providerId="ADAL" clId="{283283F4-033F-4442-A5D9-8DA66D387EF6}" dt="2024-06-09T04:16:24.753" v="5521" actId="2696"/>
          <pc:sldLayoutMkLst>
            <pc:docMk/>
            <pc:sldMasterMk cId="3224598341" sldId="2147484098"/>
            <pc:sldLayoutMk cId="508287123" sldId="2147484104"/>
          </pc:sldLayoutMkLst>
        </pc:sldLayoutChg>
        <pc:sldLayoutChg chg="del">
          <pc:chgData name="Gudla, Natraj" userId="1b097815-ad51-435d-a557-eb69be7a0b69" providerId="ADAL" clId="{283283F4-033F-4442-A5D9-8DA66D387EF6}" dt="2024-06-09T04:16:24.760" v="5522" actId="2696"/>
          <pc:sldLayoutMkLst>
            <pc:docMk/>
            <pc:sldMasterMk cId="3224598341" sldId="2147484098"/>
            <pc:sldLayoutMk cId="2261071814" sldId="2147484105"/>
          </pc:sldLayoutMkLst>
        </pc:sldLayoutChg>
        <pc:sldLayoutChg chg="del">
          <pc:chgData name="Gudla, Natraj" userId="1b097815-ad51-435d-a557-eb69be7a0b69" providerId="ADAL" clId="{283283F4-033F-4442-A5D9-8DA66D387EF6}" dt="2024-06-09T04:16:24.768" v="5523" actId="2696"/>
          <pc:sldLayoutMkLst>
            <pc:docMk/>
            <pc:sldMasterMk cId="3224598341" sldId="2147484098"/>
            <pc:sldLayoutMk cId="712339287" sldId="2147484106"/>
          </pc:sldLayoutMkLst>
        </pc:sldLayoutChg>
        <pc:sldLayoutChg chg="del">
          <pc:chgData name="Gudla, Natraj" userId="1b097815-ad51-435d-a557-eb69be7a0b69" providerId="ADAL" clId="{283283F4-033F-4442-A5D9-8DA66D387EF6}" dt="2024-06-09T04:16:24.773" v="5524" actId="2696"/>
          <pc:sldLayoutMkLst>
            <pc:docMk/>
            <pc:sldMasterMk cId="3224598341" sldId="2147484098"/>
            <pc:sldLayoutMk cId="3613652909" sldId="2147484107"/>
          </pc:sldLayoutMkLst>
        </pc:sldLayoutChg>
        <pc:sldLayoutChg chg="del">
          <pc:chgData name="Gudla, Natraj" userId="1b097815-ad51-435d-a557-eb69be7a0b69" providerId="ADAL" clId="{283283F4-033F-4442-A5D9-8DA66D387EF6}" dt="2024-06-09T04:16:24.779" v="5525" actId="2696"/>
          <pc:sldLayoutMkLst>
            <pc:docMk/>
            <pc:sldMasterMk cId="3224598341" sldId="2147484098"/>
            <pc:sldLayoutMk cId="1222153669" sldId="2147484108"/>
          </pc:sldLayoutMkLst>
        </pc:sldLayoutChg>
        <pc:sldLayoutChg chg="del">
          <pc:chgData name="Gudla, Natraj" userId="1b097815-ad51-435d-a557-eb69be7a0b69" providerId="ADAL" clId="{283283F4-033F-4442-A5D9-8DA66D387EF6}" dt="2024-06-09T04:16:24.785" v="5526" actId="2696"/>
          <pc:sldLayoutMkLst>
            <pc:docMk/>
            <pc:sldMasterMk cId="3224598341" sldId="2147484098"/>
            <pc:sldLayoutMk cId="255101388" sldId="2147484109"/>
          </pc:sldLayoutMkLst>
        </pc:sldLayoutChg>
        <pc:sldLayoutChg chg="del">
          <pc:chgData name="Gudla, Natraj" userId="1b097815-ad51-435d-a557-eb69be7a0b69" providerId="ADAL" clId="{283283F4-033F-4442-A5D9-8DA66D387EF6}" dt="2024-06-09T04:16:24.791" v="5527" actId="2696"/>
          <pc:sldLayoutMkLst>
            <pc:docMk/>
            <pc:sldMasterMk cId="3224598341" sldId="2147484098"/>
            <pc:sldLayoutMk cId="3637886913" sldId="2147484110"/>
          </pc:sldLayoutMkLst>
        </pc:sldLayoutChg>
        <pc:sldLayoutChg chg="del">
          <pc:chgData name="Gudla, Natraj" userId="1b097815-ad51-435d-a557-eb69be7a0b69" providerId="ADAL" clId="{283283F4-033F-4442-A5D9-8DA66D387EF6}" dt="2024-06-09T04:16:24.798" v="5528" actId="2696"/>
          <pc:sldLayoutMkLst>
            <pc:docMk/>
            <pc:sldMasterMk cId="3224598341" sldId="2147484098"/>
            <pc:sldLayoutMk cId="3941732843" sldId="2147484111"/>
          </pc:sldLayoutMkLst>
        </pc:sldLayoutChg>
        <pc:sldLayoutChg chg="del">
          <pc:chgData name="Gudla, Natraj" userId="1b097815-ad51-435d-a557-eb69be7a0b69" providerId="ADAL" clId="{283283F4-033F-4442-A5D9-8DA66D387EF6}" dt="2024-06-09T04:16:24.804" v="5529" actId="2696"/>
          <pc:sldLayoutMkLst>
            <pc:docMk/>
            <pc:sldMasterMk cId="3224598341" sldId="2147484098"/>
            <pc:sldLayoutMk cId="1291872211" sldId="2147484112"/>
          </pc:sldLayoutMkLst>
        </pc:sldLayoutChg>
        <pc:sldLayoutChg chg="del">
          <pc:chgData name="Gudla, Natraj" userId="1b097815-ad51-435d-a557-eb69be7a0b69" providerId="ADAL" clId="{283283F4-033F-4442-A5D9-8DA66D387EF6}" dt="2024-06-09T04:16:24.810" v="5530" actId="2696"/>
          <pc:sldLayoutMkLst>
            <pc:docMk/>
            <pc:sldMasterMk cId="3224598341" sldId="2147484098"/>
            <pc:sldLayoutMk cId="975691231" sldId="2147484113"/>
          </pc:sldLayoutMkLst>
        </pc:sldLayoutChg>
        <pc:sldLayoutChg chg="del">
          <pc:chgData name="Gudla, Natraj" userId="1b097815-ad51-435d-a557-eb69be7a0b69" providerId="ADAL" clId="{283283F4-033F-4442-A5D9-8DA66D387EF6}" dt="2024-06-09T04:16:24.816" v="5531" actId="2696"/>
          <pc:sldLayoutMkLst>
            <pc:docMk/>
            <pc:sldMasterMk cId="3224598341" sldId="2147484098"/>
            <pc:sldLayoutMk cId="1497361672" sldId="2147484114"/>
          </pc:sldLayoutMkLst>
        </pc:sldLayoutChg>
        <pc:sldLayoutChg chg="del">
          <pc:chgData name="Gudla, Natraj" userId="1b097815-ad51-435d-a557-eb69be7a0b69" providerId="ADAL" clId="{283283F4-033F-4442-A5D9-8DA66D387EF6}" dt="2024-06-09T04:16:24.822" v="5532" actId="2696"/>
          <pc:sldLayoutMkLst>
            <pc:docMk/>
            <pc:sldMasterMk cId="3224598341" sldId="2147484098"/>
            <pc:sldLayoutMk cId="2265561827" sldId="2147484115"/>
          </pc:sldLayoutMkLst>
        </pc:sldLayoutChg>
        <pc:sldLayoutChg chg="del">
          <pc:chgData name="Gudla, Natraj" userId="1b097815-ad51-435d-a557-eb69be7a0b69" providerId="ADAL" clId="{283283F4-033F-4442-A5D9-8DA66D387EF6}" dt="2024-06-09T04:16:24.826" v="5533" actId="2696"/>
          <pc:sldLayoutMkLst>
            <pc:docMk/>
            <pc:sldMasterMk cId="3224598341" sldId="2147484098"/>
            <pc:sldLayoutMk cId="2944043018" sldId="2147484116"/>
          </pc:sldLayoutMkLst>
        </pc:sldLayoutChg>
        <pc:sldLayoutChg chg="del">
          <pc:chgData name="Gudla, Natraj" userId="1b097815-ad51-435d-a557-eb69be7a0b69" providerId="ADAL" clId="{283283F4-033F-4442-A5D9-8DA66D387EF6}" dt="2024-06-09T04:16:24.832" v="5534" actId="2696"/>
          <pc:sldLayoutMkLst>
            <pc:docMk/>
            <pc:sldMasterMk cId="3224598341" sldId="2147484098"/>
            <pc:sldLayoutMk cId="2749346545" sldId="2147484117"/>
          </pc:sldLayoutMkLst>
        </pc:sldLayoutChg>
        <pc:sldLayoutChg chg="del">
          <pc:chgData name="Gudla, Natraj" userId="1b097815-ad51-435d-a557-eb69be7a0b69" providerId="ADAL" clId="{283283F4-033F-4442-A5D9-8DA66D387EF6}" dt="2024-06-09T04:16:24.839" v="5535" actId="2696"/>
          <pc:sldLayoutMkLst>
            <pc:docMk/>
            <pc:sldMasterMk cId="3224598341" sldId="2147484098"/>
            <pc:sldLayoutMk cId="935611589" sldId="2147484118"/>
          </pc:sldLayoutMkLst>
        </pc:sldLayoutChg>
        <pc:sldLayoutChg chg="del">
          <pc:chgData name="Gudla, Natraj" userId="1b097815-ad51-435d-a557-eb69be7a0b69" providerId="ADAL" clId="{283283F4-033F-4442-A5D9-8DA66D387EF6}" dt="2024-06-09T04:16:24.847" v="5536" actId="2696"/>
          <pc:sldLayoutMkLst>
            <pc:docMk/>
            <pc:sldMasterMk cId="3224598341" sldId="2147484098"/>
            <pc:sldLayoutMk cId="506344918" sldId="2147484119"/>
          </pc:sldLayoutMkLst>
        </pc:sldLayoutChg>
        <pc:sldLayoutChg chg="del">
          <pc:chgData name="Gudla, Natraj" userId="1b097815-ad51-435d-a557-eb69be7a0b69" providerId="ADAL" clId="{283283F4-033F-4442-A5D9-8DA66D387EF6}" dt="2024-06-09T04:16:24.854" v="5537" actId="2696"/>
          <pc:sldLayoutMkLst>
            <pc:docMk/>
            <pc:sldMasterMk cId="3224598341" sldId="2147484098"/>
            <pc:sldLayoutMk cId="733941446" sldId="2147484120"/>
          </pc:sldLayoutMkLst>
        </pc:sldLayoutChg>
        <pc:sldLayoutChg chg="del">
          <pc:chgData name="Gudla, Natraj" userId="1b097815-ad51-435d-a557-eb69be7a0b69" providerId="ADAL" clId="{283283F4-033F-4442-A5D9-8DA66D387EF6}" dt="2024-06-09T04:16:24.859" v="5538" actId="2696"/>
          <pc:sldLayoutMkLst>
            <pc:docMk/>
            <pc:sldMasterMk cId="3224598341" sldId="2147484098"/>
            <pc:sldLayoutMk cId="3539627632" sldId="2147484121"/>
          </pc:sldLayoutMkLst>
        </pc:sldLayoutChg>
        <pc:sldLayoutChg chg="del">
          <pc:chgData name="Gudla, Natraj" userId="1b097815-ad51-435d-a557-eb69be7a0b69" providerId="ADAL" clId="{283283F4-033F-4442-A5D9-8DA66D387EF6}" dt="2024-06-09T04:16:24.866" v="5539" actId="2696"/>
          <pc:sldLayoutMkLst>
            <pc:docMk/>
            <pc:sldMasterMk cId="3224598341" sldId="2147484098"/>
            <pc:sldLayoutMk cId="3695848139" sldId="2147484122"/>
          </pc:sldLayoutMkLst>
        </pc:sldLayoutChg>
        <pc:sldLayoutChg chg="del">
          <pc:chgData name="Gudla, Natraj" userId="1b097815-ad51-435d-a557-eb69be7a0b69" providerId="ADAL" clId="{283283F4-033F-4442-A5D9-8DA66D387EF6}" dt="2024-06-09T04:16:24.873" v="5540" actId="2696"/>
          <pc:sldLayoutMkLst>
            <pc:docMk/>
            <pc:sldMasterMk cId="3224598341" sldId="2147484098"/>
            <pc:sldLayoutMk cId="2603098550" sldId="2147484123"/>
          </pc:sldLayoutMkLst>
        </pc:sldLayoutChg>
        <pc:sldLayoutChg chg="del">
          <pc:chgData name="Gudla, Natraj" userId="1b097815-ad51-435d-a557-eb69be7a0b69" providerId="ADAL" clId="{283283F4-033F-4442-A5D9-8DA66D387EF6}" dt="2024-06-09T04:16:24.878" v="5541" actId="2696"/>
          <pc:sldLayoutMkLst>
            <pc:docMk/>
            <pc:sldMasterMk cId="3224598341" sldId="2147484098"/>
            <pc:sldLayoutMk cId="3036269213" sldId="2147484124"/>
          </pc:sldLayoutMkLst>
        </pc:sldLayoutChg>
        <pc:sldLayoutChg chg="del">
          <pc:chgData name="Gudla, Natraj" userId="1b097815-ad51-435d-a557-eb69be7a0b69" providerId="ADAL" clId="{283283F4-033F-4442-A5D9-8DA66D387EF6}" dt="2024-06-09T04:16:24.885" v="5542" actId="2696"/>
          <pc:sldLayoutMkLst>
            <pc:docMk/>
            <pc:sldMasterMk cId="3224598341" sldId="2147484098"/>
            <pc:sldLayoutMk cId="3022997145" sldId="2147484125"/>
          </pc:sldLayoutMkLst>
        </pc:sldLayoutChg>
        <pc:sldLayoutChg chg="del">
          <pc:chgData name="Gudla, Natraj" userId="1b097815-ad51-435d-a557-eb69be7a0b69" providerId="ADAL" clId="{283283F4-033F-4442-A5D9-8DA66D387EF6}" dt="2024-06-09T04:16:24.891" v="5543" actId="2696"/>
          <pc:sldLayoutMkLst>
            <pc:docMk/>
            <pc:sldMasterMk cId="3224598341" sldId="2147484098"/>
            <pc:sldLayoutMk cId="2778795005" sldId="2147484126"/>
          </pc:sldLayoutMkLst>
        </pc:sldLayoutChg>
        <pc:sldLayoutChg chg="del">
          <pc:chgData name="Gudla, Natraj" userId="1b097815-ad51-435d-a557-eb69be7a0b69" providerId="ADAL" clId="{283283F4-033F-4442-A5D9-8DA66D387EF6}" dt="2024-06-09T04:16:24.896" v="5544" actId="2696"/>
          <pc:sldLayoutMkLst>
            <pc:docMk/>
            <pc:sldMasterMk cId="3224598341" sldId="2147484098"/>
            <pc:sldLayoutMk cId="616036874" sldId="2147484127"/>
          </pc:sldLayoutMkLst>
        </pc:sldLayoutChg>
        <pc:sldLayoutChg chg="del">
          <pc:chgData name="Gudla, Natraj" userId="1b097815-ad51-435d-a557-eb69be7a0b69" providerId="ADAL" clId="{283283F4-033F-4442-A5D9-8DA66D387EF6}" dt="2024-06-09T04:16:24.902" v="5545" actId="2696"/>
          <pc:sldLayoutMkLst>
            <pc:docMk/>
            <pc:sldMasterMk cId="3224598341" sldId="2147484098"/>
            <pc:sldLayoutMk cId="808842011" sldId="2147484128"/>
          </pc:sldLayoutMkLst>
        </pc:sldLayoutChg>
        <pc:sldLayoutChg chg="del">
          <pc:chgData name="Gudla, Natraj" userId="1b097815-ad51-435d-a557-eb69be7a0b69" providerId="ADAL" clId="{283283F4-033F-4442-A5D9-8DA66D387EF6}" dt="2024-06-09T04:16:24.909" v="5546" actId="2696"/>
          <pc:sldLayoutMkLst>
            <pc:docMk/>
            <pc:sldMasterMk cId="3224598341" sldId="2147484098"/>
            <pc:sldLayoutMk cId="3373021951" sldId="2147484129"/>
          </pc:sldLayoutMkLst>
        </pc:sldLayoutChg>
        <pc:sldLayoutChg chg="del">
          <pc:chgData name="Gudla, Natraj" userId="1b097815-ad51-435d-a557-eb69be7a0b69" providerId="ADAL" clId="{283283F4-033F-4442-A5D9-8DA66D387EF6}" dt="2024-06-09T04:16:24.915" v="5547" actId="2696"/>
          <pc:sldLayoutMkLst>
            <pc:docMk/>
            <pc:sldMasterMk cId="3224598341" sldId="2147484098"/>
            <pc:sldLayoutMk cId="2539345926" sldId="2147484130"/>
          </pc:sldLayoutMkLst>
        </pc:sldLayoutChg>
        <pc:sldLayoutChg chg="del">
          <pc:chgData name="Gudla, Natraj" userId="1b097815-ad51-435d-a557-eb69be7a0b69" providerId="ADAL" clId="{283283F4-033F-4442-A5D9-8DA66D387EF6}" dt="2024-06-09T04:16:24.922" v="5548" actId="2696"/>
          <pc:sldLayoutMkLst>
            <pc:docMk/>
            <pc:sldMasterMk cId="3224598341" sldId="2147484098"/>
            <pc:sldLayoutMk cId="596079266" sldId="2147484131"/>
          </pc:sldLayoutMkLst>
        </pc:sldLayoutChg>
        <pc:sldLayoutChg chg="del">
          <pc:chgData name="Gudla, Natraj" userId="1b097815-ad51-435d-a557-eb69be7a0b69" providerId="ADAL" clId="{283283F4-033F-4442-A5D9-8DA66D387EF6}" dt="2024-06-09T04:16:24.931" v="5549" actId="2696"/>
          <pc:sldLayoutMkLst>
            <pc:docMk/>
            <pc:sldMasterMk cId="3224598341" sldId="2147484098"/>
            <pc:sldLayoutMk cId="2200858690" sldId="2147484132"/>
          </pc:sldLayoutMkLst>
        </pc:sldLayoutChg>
        <pc:sldLayoutChg chg="del">
          <pc:chgData name="Gudla, Natraj" userId="1b097815-ad51-435d-a557-eb69be7a0b69" providerId="ADAL" clId="{283283F4-033F-4442-A5D9-8DA66D387EF6}" dt="2024-06-09T04:16:24.939" v="5550" actId="2696"/>
          <pc:sldLayoutMkLst>
            <pc:docMk/>
            <pc:sldMasterMk cId="3224598341" sldId="2147484098"/>
            <pc:sldLayoutMk cId="954703313" sldId="2147484133"/>
          </pc:sldLayoutMkLst>
        </pc:sldLayoutChg>
        <pc:sldLayoutChg chg="del">
          <pc:chgData name="Gudla, Natraj" userId="1b097815-ad51-435d-a557-eb69be7a0b69" providerId="ADAL" clId="{283283F4-033F-4442-A5D9-8DA66D387EF6}" dt="2024-06-09T04:16:24.945" v="5551" actId="2696"/>
          <pc:sldLayoutMkLst>
            <pc:docMk/>
            <pc:sldMasterMk cId="3224598341" sldId="2147484098"/>
            <pc:sldLayoutMk cId="301280192" sldId="2147484134"/>
          </pc:sldLayoutMkLst>
        </pc:sldLayoutChg>
        <pc:sldLayoutChg chg="del">
          <pc:chgData name="Gudla, Natraj" userId="1b097815-ad51-435d-a557-eb69be7a0b69" providerId="ADAL" clId="{283283F4-033F-4442-A5D9-8DA66D387EF6}" dt="2024-06-09T04:16:24.951" v="5552" actId="2696"/>
          <pc:sldLayoutMkLst>
            <pc:docMk/>
            <pc:sldMasterMk cId="3224598341" sldId="2147484098"/>
            <pc:sldLayoutMk cId="2456629603" sldId="2147484135"/>
          </pc:sldLayoutMkLst>
        </pc:sldLayoutChg>
        <pc:sldLayoutChg chg="del">
          <pc:chgData name="Gudla, Natraj" userId="1b097815-ad51-435d-a557-eb69be7a0b69" providerId="ADAL" clId="{283283F4-033F-4442-A5D9-8DA66D387EF6}" dt="2024-06-09T04:16:24.956" v="5553" actId="2696"/>
          <pc:sldLayoutMkLst>
            <pc:docMk/>
            <pc:sldMasterMk cId="3224598341" sldId="2147484098"/>
            <pc:sldLayoutMk cId="113727192" sldId="2147484136"/>
          </pc:sldLayoutMkLst>
        </pc:sldLayoutChg>
        <pc:sldLayoutChg chg="del">
          <pc:chgData name="Gudla, Natraj" userId="1b097815-ad51-435d-a557-eb69be7a0b69" providerId="ADAL" clId="{283283F4-033F-4442-A5D9-8DA66D387EF6}" dt="2024-06-09T04:16:24.961" v="5554" actId="2696"/>
          <pc:sldLayoutMkLst>
            <pc:docMk/>
            <pc:sldMasterMk cId="3224598341" sldId="2147484098"/>
            <pc:sldLayoutMk cId="4285781734" sldId="2147484137"/>
          </pc:sldLayoutMkLst>
        </pc:sldLayoutChg>
        <pc:sldLayoutChg chg="del">
          <pc:chgData name="Gudla, Natraj" userId="1b097815-ad51-435d-a557-eb69be7a0b69" providerId="ADAL" clId="{283283F4-033F-4442-A5D9-8DA66D387EF6}" dt="2024-06-09T04:16:24.967" v="5555" actId="2696"/>
          <pc:sldLayoutMkLst>
            <pc:docMk/>
            <pc:sldMasterMk cId="3224598341" sldId="2147484098"/>
            <pc:sldLayoutMk cId="360261896" sldId="2147484138"/>
          </pc:sldLayoutMkLst>
        </pc:sldLayoutChg>
        <pc:sldLayoutChg chg="del">
          <pc:chgData name="Gudla, Natraj" userId="1b097815-ad51-435d-a557-eb69be7a0b69" providerId="ADAL" clId="{283283F4-033F-4442-A5D9-8DA66D387EF6}" dt="2024-06-09T04:16:24.972" v="5556" actId="2696"/>
          <pc:sldLayoutMkLst>
            <pc:docMk/>
            <pc:sldMasterMk cId="3224598341" sldId="2147484098"/>
            <pc:sldLayoutMk cId="151596120" sldId="2147484139"/>
          </pc:sldLayoutMkLst>
        </pc:sldLayoutChg>
        <pc:sldLayoutChg chg="del">
          <pc:chgData name="Gudla, Natraj" userId="1b097815-ad51-435d-a557-eb69be7a0b69" providerId="ADAL" clId="{283283F4-033F-4442-A5D9-8DA66D387EF6}" dt="2024-06-09T04:16:24.696" v="5517" actId="2696"/>
          <pc:sldLayoutMkLst>
            <pc:docMk/>
            <pc:sldMasterMk cId="3224598341" sldId="2147484098"/>
            <pc:sldLayoutMk cId="4219840383" sldId="2147484140"/>
          </pc:sldLayoutMkLst>
        </pc:sldLayoutChg>
        <pc:sldLayoutChg chg="del">
          <pc:chgData name="Gudla, Natraj" userId="1b097815-ad51-435d-a557-eb69be7a0b69" providerId="ADAL" clId="{283283F4-033F-4442-A5D9-8DA66D387EF6}" dt="2024-06-09T04:16:03.800" v="5508" actId="2696"/>
          <pc:sldLayoutMkLst>
            <pc:docMk/>
            <pc:sldMasterMk cId="3224598341" sldId="2147484098"/>
            <pc:sldLayoutMk cId="2454993973" sldId="2147484141"/>
          </pc:sldLayoutMkLst>
        </pc:sldLayoutChg>
        <pc:sldLayoutChg chg="del">
          <pc:chgData name="Gudla, Natraj" userId="1b097815-ad51-435d-a557-eb69be7a0b69" providerId="ADAL" clId="{283283F4-033F-4442-A5D9-8DA66D387EF6}" dt="2024-06-09T04:16:03.806" v="5509" actId="2696"/>
          <pc:sldLayoutMkLst>
            <pc:docMk/>
            <pc:sldMasterMk cId="3224598341" sldId="2147484098"/>
            <pc:sldLayoutMk cId="1426139619" sldId="2147484142"/>
          </pc:sldLayoutMkLst>
        </pc:sldLayoutChg>
        <pc:sldLayoutChg chg="del">
          <pc:chgData name="Gudla, Natraj" userId="1b097815-ad51-435d-a557-eb69be7a0b69" providerId="ADAL" clId="{283283F4-033F-4442-A5D9-8DA66D387EF6}" dt="2024-06-09T04:16:03.812" v="5510" actId="2696"/>
          <pc:sldLayoutMkLst>
            <pc:docMk/>
            <pc:sldMasterMk cId="3224598341" sldId="2147484098"/>
            <pc:sldLayoutMk cId="1644938627" sldId="2147484143"/>
          </pc:sldLayoutMkLst>
        </pc:sldLayoutChg>
        <pc:sldLayoutChg chg="del">
          <pc:chgData name="Gudla, Natraj" userId="1b097815-ad51-435d-a557-eb69be7a0b69" providerId="ADAL" clId="{283283F4-033F-4442-A5D9-8DA66D387EF6}" dt="2024-06-09T04:16:03.817" v="5511" actId="2696"/>
          <pc:sldLayoutMkLst>
            <pc:docMk/>
            <pc:sldMasterMk cId="3224598341" sldId="2147484098"/>
            <pc:sldLayoutMk cId="3191479528" sldId="2147484144"/>
          </pc:sldLayoutMkLst>
        </pc:sldLayoutChg>
        <pc:sldLayoutChg chg="del">
          <pc:chgData name="Gudla, Natraj" userId="1b097815-ad51-435d-a557-eb69be7a0b69" providerId="ADAL" clId="{283283F4-033F-4442-A5D9-8DA66D387EF6}" dt="2024-06-09T04:16:03.823" v="5512" actId="2696"/>
          <pc:sldLayoutMkLst>
            <pc:docMk/>
            <pc:sldMasterMk cId="3224598341" sldId="2147484098"/>
            <pc:sldLayoutMk cId="4074726430" sldId="2147484145"/>
          </pc:sldLayoutMkLst>
        </pc:sldLayoutChg>
        <pc:sldLayoutChg chg="del">
          <pc:chgData name="Gudla, Natraj" userId="1b097815-ad51-435d-a557-eb69be7a0b69" providerId="ADAL" clId="{283283F4-033F-4442-A5D9-8DA66D387EF6}" dt="2024-06-09T04:16:03.828" v="5513" actId="2696"/>
          <pc:sldLayoutMkLst>
            <pc:docMk/>
            <pc:sldMasterMk cId="3224598341" sldId="2147484098"/>
            <pc:sldLayoutMk cId="913196859" sldId="2147484146"/>
          </pc:sldLayoutMkLst>
        </pc:sldLayoutChg>
        <pc:sldLayoutChg chg="del">
          <pc:chgData name="Gudla, Natraj" userId="1b097815-ad51-435d-a557-eb69be7a0b69" providerId="ADAL" clId="{283283F4-033F-4442-A5D9-8DA66D387EF6}" dt="2024-06-09T04:16:03.836" v="5514" actId="2696"/>
          <pc:sldLayoutMkLst>
            <pc:docMk/>
            <pc:sldMasterMk cId="3224598341" sldId="2147484098"/>
            <pc:sldLayoutMk cId="1736405047" sldId="2147484147"/>
          </pc:sldLayoutMkLst>
        </pc:sldLayoutChg>
        <pc:sldLayoutChg chg="del">
          <pc:chgData name="Gudla, Natraj" userId="1b097815-ad51-435d-a557-eb69be7a0b69" providerId="ADAL" clId="{283283F4-033F-4442-A5D9-8DA66D387EF6}" dt="2024-06-09T04:16:03.846" v="5515" actId="2696"/>
          <pc:sldLayoutMkLst>
            <pc:docMk/>
            <pc:sldMasterMk cId="3224598341" sldId="2147484098"/>
            <pc:sldLayoutMk cId="1956527518" sldId="2147484148"/>
          </pc:sldLayoutMkLst>
        </pc:sldLayoutChg>
        <pc:sldLayoutChg chg="del">
          <pc:chgData name="Gudla, Natraj" userId="1b097815-ad51-435d-a557-eb69be7a0b69" providerId="ADAL" clId="{283283F4-033F-4442-A5D9-8DA66D387EF6}" dt="2024-06-09T04:16:03.852" v="5516" actId="2696"/>
          <pc:sldLayoutMkLst>
            <pc:docMk/>
            <pc:sldMasterMk cId="3224598341" sldId="2147484098"/>
            <pc:sldLayoutMk cId="1273798092" sldId="2147484149"/>
          </pc:sldLayoutMkLst>
        </pc:sldLayoutChg>
        <pc:sldLayoutChg chg="del">
          <pc:chgData name="Gudla, Natraj" userId="1b097815-ad51-435d-a557-eb69be7a0b69" providerId="ADAL" clId="{283283F4-033F-4442-A5D9-8DA66D387EF6}" dt="2024-06-09T04:15:56.922" v="5504" actId="2696"/>
          <pc:sldLayoutMkLst>
            <pc:docMk/>
            <pc:sldMasterMk cId="3224598341" sldId="2147484098"/>
            <pc:sldLayoutMk cId="222114239" sldId="2147484150"/>
          </pc:sldLayoutMkLst>
        </pc:sldLayoutChg>
        <pc:sldLayoutChg chg="del">
          <pc:chgData name="Gudla, Natraj" userId="1b097815-ad51-435d-a557-eb69be7a0b69" providerId="ADAL" clId="{283283F4-033F-4442-A5D9-8DA66D387EF6}" dt="2024-06-09T04:15:56.935" v="5505" actId="2696"/>
          <pc:sldLayoutMkLst>
            <pc:docMk/>
            <pc:sldMasterMk cId="3224598341" sldId="2147484098"/>
            <pc:sldLayoutMk cId="1083933979" sldId="2147484151"/>
          </pc:sldLayoutMkLst>
        </pc:sldLayoutChg>
        <pc:sldLayoutChg chg="del">
          <pc:chgData name="Gudla, Natraj" userId="1b097815-ad51-435d-a557-eb69be7a0b69" providerId="ADAL" clId="{283283F4-033F-4442-A5D9-8DA66D387EF6}" dt="2024-06-09T04:15:56.946" v="5506" actId="2696"/>
          <pc:sldLayoutMkLst>
            <pc:docMk/>
            <pc:sldMasterMk cId="3224598341" sldId="2147484098"/>
            <pc:sldLayoutMk cId="2442079030" sldId="2147484152"/>
          </pc:sldLayoutMkLst>
        </pc:sldLayoutChg>
        <pc:sldLayoutChg chg="del">
          <pc:chgData name="Gudla, Natraj" userId="1b097815-ad51-435d-a557-eb69be7a0b69" providerId="ADAL" clId="{283283F4-033F-4442-A5D9-8DA66D387EF6}" dt="2024-06-09T04:15:56.896" v="5503" actId="2696"/>
          <pc:sldLayoutMkLst>
            <pc:docMk/>
            <pc:sldMasterMk cId="3224598341" sldId="2147484098"/>
            <pc:sldLayoutMk cId="4079495911" sldId="2147484153"/>
          </pc:sldLayoutMkLst>
        </pc:sldLayoutChg>
        <pc:sldLayoutChg chg="del">
          <pc:chgData name="Gudla, Natraj" userId="1b097815-ad51-435d-a557-eb69be7a0b69" providerId="ADAL" clId="{283283F4-033F-4442-A5D9-8DA66D387EF6}" dt="2024-06-09T04:16:03.788" v="5507" actId="2696"/>
          <pc:sldLayoutMkLst>
            <pc:docMk/>
            <pc:sldMasterMk cId="3224598341" sldId="2147484098"/>
            <pc:sldLayoutMk cId="1362763715" sldId="2147484154"/>
          </pc:sldLayoutMkLst>
        </pc:sldLayoutChg>
      </pc:sldMasterChg>
      <pc:sldMasterChg chg="addSp modSp mod delSldLayout modSldLayout">
        <pc:chgData name="Gudla, Natraj" userId="1b097815-ad51-435d-a557-eb69be7a0b69" providerId="ADAL" clId="{283283F4-033F-4442-A5D9-8DA66D387EF6}" dt="2024-06-09T04:24:05.108" v="5618"/>
        <pc:sldMasterMkLst>
          <pc:docMk/>
          <pc:sldMasterMk cId="1439821657" sldId="2147484157"/>
        </pc:sldMasterMkLst>
        <pc:spChg chg="add mod">
          <ac:chgData name="Gudla, Natraj" userId="1b097815-ad51-435d-a557-eb69be7a0b69" providerId="ADAL" clId="{283283F4-033F-4442-A5D9-8DA66D387EF6}" dt="2024-06-09T04:19:08.292" v="5597"/>
          <ac:spMkLst>
            <pc:docMk/>
            <pc:sldMasterMk cId="1439821657" sldId="2147484157"/>
            <ac:spMk id="2" creationId="{E8A21D90-307F-0583-E4D1-934656AB54E8}"/>
          </ac:spMkLst>
        </pc:spChg>
        <pc:spChg chg="mod">
          <ac:chgData name="Gudla, Natraj" userId="1b097815-ad51-435d-a557-eb69be7a0b69" providerId="ADAL" clId="{283283F4-033F-4442-A5D9-8DA66D387EF6}" dt="2024-06-09T04:24:05.108" v="5618"/>
          <ac:spMkLst>
            <pc:docMk/>
            <pc:sldMasterMk cId="1439821657" sldId="2147484157"/>
            <ac:spMk id="5" creationId="{0003D807-BAAC-4720-450D-ABDEA3DA6794}"/>
          </ac:spMkLst>
        </pc:spChg>
        <pc:sldLayoutChg chg="addSp delSp modSp">
          <pc:chgData name="Gudla, Natraj" userId="1b097815-ad51-435d-a557-eb69be7a0b69" providerId="ADAL" clId="{283283F4-033F-4442-A5D9-8DA66D387EF6}" dt="2024-06-09T04:19:06.283" v="5596"/>
          <pc:sldLayoutMkLst>
            <pc:docMk/>
            <pc:sldMasterMk cId="1439821657" sldId="2147484157"/>
            <pc:sldLayoutMk cId="640472697" sldId="2147484160"/>
          </pc:sldLayoutMkLst>
          <pc:spChg chg="add del mod">
            <ac:chgData name="Gudla, Natraj" userId="1b097815-ad51-435d-a557-eb69be7a0b69" providerId="ADAL" clId="{283283F4-033F-4442-A5D9-8DA66D387EF6}" dt="2024-06-09T04:19:06.283" v="5596"/>
            <ac:spMkLst>
              <pc:docMk/>
              <pc:sldMasterMk cId="1439821657" sldId="2147484157"/>
              <pc:sldLayoutMk cId="640472697" sldId="2147484160"/>
              <ac:spMk id="4" creationId="{3B614BA7-A3C0-0B31-3BAA-250DB86FD946}"/>
            </ac:spMkLst>
          </pc:spChg>
        </pc:sldLayoutChg>
        <pc:sldLayoutChg chg="addSp modSp">
          <pc:chgData name="Gudla, Natraj" userId="1b097815-ad51-435d-a557-eb69be7a0b69" providerId="ADAL" clId="{283283F4-033F-4442-A5D9-8DA66D387EF6}" dt="2024-06-09T04:19:03.139" v="5594"/>
          <pc:sldLayoutMkLst>
            <pc:docMk/>
            <pc:sldMasterMk cId="1439821657" sldId="2147484157"/>
            <pc:sldLayoutMk cId="3952242094" sldId="2147484161"/>
          </pc:sldLayoutMkLst>
          <pc:spChg chg="add mod">
            <ac:chgData name="Gudla, Natraj" userId="1b097815-ad51-435d-a557-eb69be7a0b69" providerId="ADAL" clId="{283283F4-033F-4442-A5D9-8DA66D387EF6}" dt="2024-06-09T04:19:03.139" v="5594"/>
            <ac:spMkLst>
              <pc:docMk/>
              <pc:sldMasterMk cId="1439821657" sldId="2147484157"/>
              <pc:sldLayoutMk cId="3952242094" sldId="2147484161"/>
              <ac:spMk id="3" creationId="{3465709B-F77B-15A4-A9B6-628056491E0A}"/>
            </ac:spMkLst>
          </pc:spChg>
        </pc:sldLayoutChg>
        <pc:sldLayoutChg chg="addSp modSp">
          <pc:chgData name="Gudla, Natraj" userId="1b097815-ad51-435d-a557-eb69be7a0b69" providerId="ADAL" clId="{283283F4-033F-4442-A5D9-8DA66D387EF6}" dt="2024-06-09T04:19:01.354" v="5593"/>
          <pc:sldLayoutMkLst>
            <pc:docMk/>
            <pc:sldMasterMk cId="1439821657" sldId="2147484157"/>
            <pc:sldLayoutMk cId="746357434" sldId="2147484162"/>
          </pc:sldLayoutMkLst>
          <pc:spChg chg="add mod">
            <ac:chgData name="Gudla, Natraj" userId="1b097815-ad51-435d-a557-eb69be7a0b69" providerId="ADAL" clId="{283283F4-033F-4442-A5D9-8DA66D387EF6}" dt="2024-06-09T04:19:01.354" v="5593"/>
            <ac:spMkLst>
              <pc:docMk/>
              <pc:sldMasterMk cId="1439821657" sldId="2147484157"/>
              <pc:sldLayoutMk cId="746357434" sldId="2147484162"/>
              <ac:spMk id="3" creationId="{738AE900-E253-107C-3F81-42084DBB9B9C}"/>
            </ac:spMkLst>
          </pc:spChg>
        </pc:sldLayoutChg>
        <pc:sldLayoutChg chg="addSp modSp">
          <pc:chgData name="Gudla, Natraj" userId="1b097815-ad51-435d-a557-eb69be7a0b69" providerId="ADAL" clId="{283283F4-033F-4442-A5D9-8DA66D387EF6}" dt="2024-06-09T04:18:59.849" v="5592"/>
          <pc:sldLayoutMkLst>
            <pc:docMk/>
            <pc:sldMasterMk cId="1439821657" sldId="2147484157"/>
            <pc:sldLayoutMk cId="1305866826" sldId="2147484163"/>
          </pc:sldLayoutMkLst>
          <pc:spChg chg="add mod">
            <ac:chgData name="Gudla, Natraj" userId="1b097815-ad51-435d-a557-eb69be7a0b69" providerId="ADAL" clId="{283283F4-033F-4442-A5D9-8DA66D387EF6}" dt="2024-06-09T04:18:59.849" v="5592"/>
            <ac:spMkLst>
              <pc:docMk/>
              <pc:sldMasterMk cId="1439821657" sldId="2147484157"/>
              <pc:sldLayoutMk cId="1305866826" sldId="2147484163"/>
              <ac:spMk id="3" creationId="{3FC99E7A-CC96-CE05-7214-66318339E321}"/>
            </ac:spMkLst>
          </pc:spChg>
        </pc:sldLayoutChg>
        <pc:sldLayoutChg chg="addSp modSp">
          <pc:chgData name="Gudla, Natraj" userId="1b097815-ad51-435d-a557-eb69be7a0b69" providerId="ADAL" clId="{283283F4-033F-4442-A5D9-8DA66D387EF6}" dt="2024-06-09T04:18:58.462" v="5591"/>
          <pc:sldLayoutMkLst>
            <pc:docMk/>
            <pc:sldMasterMk cId="1439821657" sldId="2147484157"/>
            <pc:sldLayoutMk cId="3073069909" sldId="2147484164"/>
          </pc:sldLayoutMkLst>
          <pc:spChg chg="add mod">
            <ac:chgData name="Gudla, Natraj" userId="1b097815-ad51-435d-a557-eb69be7a0b69" providerId="ADAL" clId="{283283F4-033F-4442-A5D9-8DA66D387EF6}" dt="2024-06-09T04:18:58.462" v="5591"/>
            <ac:spMkLst>
              <pc:docMk/>
              <pc:sldMasterMk cId="1439821657" sldId="2147484157"/>
              <pc:sldLayoutMk cId="3073069909" sldId="2147484164"/>
              <ac:spMk id="3" creationId="{EA8DCE90-ABAA-F24B-CC1C-7342C37580F3}"/>
            </ac:spMkLst>
          </pc:spChg>
        </pc:sldLayoutChg>
        <pc:sldLayoutChg chg="addSp modSp">
          <pc:chgData name="Gudla, Natraj" userId="1b097815-ad51-435d-a557-eb69be7a0b69" providerId="ADAL" clId="{283283F4-033F-4442-A5D9-8DA66D387EF6}" dt="2024-06-09T04:18:56.249" v="5590"/>
          <pc:sldLayoutMkLst>
            <pc:docMk/>
            <pc:sldMasterMk cId="1439821657" sldId="2147484157"/>
            <pc:sldLayoutMk cId="736812765" sldId="2147484165"/>
          </pc:sldLayoutMkLst>
          <pc:spChg chg="add mod">
            <ac:chgData name="Gudla, Natraj" userId="1b097815-ad51-435d-a557-eb69be7a0b69" providerId="ADAL" clId="{283283F4-033F-4442-A5D9-8DA66D387EF6}" dt="2024-06-09T04:18:56.249" v="5590"/>
            <ac:spMkLst>
              <pc:docMk/>
              <pc:sldMasterMk cId="1439821657" sldId="2147484157"/>
              <pc:sldLayoutMk cId="736812765" sldId="2147484165"/>
              <ac:spMk id="2" creationId="{618585B2-96AC-7181-8D7E-D61C723FF4CF}"/>
            </ac:spMkLst>
          </pc:spChg>
        </pc:sldLayoutChg>
        <pc:sldLayoutChg chg="addSp modSp">
          <pc:chgData name="Gudla, Natraj" userId="1b097815-ad51-435d-a557-eb69be7a0b69" providerId="ADAL" clId="{283283F4-033F-4442-A5D9-8DA66D387EF6}" dt="2024-06-09T04:18:54.419" v="5589"/>
          <pc:sldLayoutMkLst>
            <pc:docMk/>
            <pc:sldMasterMk cId="1439821657" sldId="2147484157"/>
            <pc:sldLayoutMk cId="2343320845" sldId="2147484166"/>
          </pc:sldLayoutMkLst>
          <pc:spChg chg="add mod">
            <ac:chgData name="Gudla, Natraj" userId="1b097815-ad51-435d-a557-eb69be7a0b69" providerId="ADAL" clId="{283283F4-033F-4442-A5D9-8DA66D387EF6}" dt="2024-06-09T04:18:54.419" v="5589"/>
            <ac:spMkLst>
              <pc:docMk/>
              <pc:sldMasterMk cId="1439821657" sldId="2147484157"/>
              <pc:sldLayoutMk cId="2343320845" sldId="2147484166"/>
              <ac:spMk id="2" creationId="{9AEDEFE3-4327-4249-6DB3-5627E113F67D}"/>
            </ac:spMkLst>
          </pc:spChg>
        </pc:sldLayoutChg>
        <pc:sldLayoutChg chg="addSp modSp">
          <pc:chgData name="Gudla, Natraj" userId="1b097815-ad51-435d-a557-eb69be7a0b69" providerId="ADAL" clId="{283283F4-033F-4442-A5D9-8DA66D387EF6}" dt="2024-06-09T04:18:52.740" v="5588"/>
          <pc:sldLayoutMkLst>
            <pc:docMk/>
            <pc:sldMasterMk cId="1439821657" sldId="2147484157"/>
            <pc:sldLayoutMk cId="3627495633" sldId="2147484167"/>
          </pc:sldLayoutMkLst>
          <pc:spChg chg="add mod">
            <ac:chgData name="Gudla, Natraj" userId="1b097815-ad51-435d-a557-eb69be7a0b69" providerId="ADAL" clId="{283283F4-033F-4442-A5D9-8DA66D387EF6}" dt="2024-06-09T04:18:52.740" v="5588"/>
            <ac:spMkLst>
              <pc:docMk/>
              <pc:sldMasterMk cId="1439821657" sldId="2147484157"/>
              <pc:sldLayoutMk cId="3627495633" sldId="2147484167"/>
              <ac:spMk id="2" creationId="{3EA32169-7F82-5D98-56B3-3EE830E87FD6}"/>
            </ac:spMkLst>
          </pc:spChg>
        </pc:sldLayoutChg>
        <pc:sldLayoutChg chg="addSp modSp">
          <pc:chgData name="Gudla, Natraj" userId="1b097815-ad51-435d-a557-eb69be7a0b69" providerId="ADAL" clId="{283283F4-033F-4442-A5D9-8DA66D387EF6}" dt="2024-06-09T04:18:51.366" v="5587"/>
          <pc:sldLayoutMkLst>
            <pc:docMk/>
            <pc:sldMasterMk cId="1439821657" sldId="2147484157"/>
            <pc:sldLayoutMk cId="2956645508" sldId="2147484168"/>
          </pc:sldLayoutMkLst>
          <pc:spChg chg="add mod">
            <ac:chgData name="Gudla, Natraj" userId="1b097815-ad51-435d-a557-eb69be7a0b69" providerId="ADAL" clId="{283283F4-033F-4442-A5D9-8DA66D387EF6}" dt="2024-06-09T04:18:51.366" v="5587"/>
            <ac:spMkLst>
              <pc:docMk/>
              <pc:sldMasterMk cId="1439821657" sldId="2147484157"/>
              <pc:sldLayoutMk cId="2956645508" sldId="2147484168"/>
              <ac:spMk id="2" creationId="{DE05BE6B-CE3C-D1E7-5CB2-6B625DAC1D2C}"/>
            </ac:spMkLst>
          </pc:spChg>
        </pc:sldLayoutChg>
        <pc:sldLayoutChg chg="addSp modSp">
          <pc:chgData name="Gudla, Natraj" userId="1b097815-ad51-435d-a557-eb69be7a0b69" providerId="ADAL" clId="{283283F4-033F-4442-A5D9-8DA66D387EF6}" dt="2024-06-09T04:18:49.084" v="5586"/>
          <pc:sldLayoutMkLst>
            <pc:docMk/>
            <pc:sldMasterMk cId="1439821657" sldId="2147484157"/>
            <pc:sldLayoutMk cId="2216721454" sldId="2147484169"/>
          </pc:sldLayoutMkLst>
          <pc:spChg chg="add mod">
            <ac:chgData name="Gudla, Natraj" userId="1b097815-ad51-435d-a557-eb69be7a0b69" providerId="ADAL" clId="{283283F4-033F-4442-A5D9-8DA66D387EF6}" dt="2024-06-09T04:18:49.084" v="5586"/>
            <ac:spMkLst>
              <pc:docMk/>
              <pc:sldMasterMk cId="1439821657" sldId="2147484157"/>
              <pc:sldLayoutMk cId="2216721454" sldId="2147484169"/>
              <ac:spMk id="2" creationId="{D903D6BA-0D9C-CE85-405C-FF8E04FBE4F3}"/>
            </ac:spMkLst>
          </pc:spChg>
        </pc:sldLayoutChg>
        <pc:sldLayoutChg chg="addSp modSp">
          <pc:chgData name="Gudla, Natraj" userId="1b097815-ad51-435d-a557-eb69be7a0b69" providerId="ADAL" clId="{283283F4-033F-4442-A5D9-8DA66D387EF6}" dt="2024-06-09T04:18:47.488" v="5585"/>
          <pc:sldLayoutMkLst>
            <pc:docMk/>
            <pc:sldMasterMk cId="1439821657" sldId="2147484157"/>
            <pc:sldLayoutMk cId="1595956853" sldId="2147484170"/>
          </pc:sldLayoutMkLst>
          <pc:spChg chg="add mod">
            <ac:chgData name="Gudla, Natraj" userId="1b097815-ad51-435d-a557-eb69be7a0b69" providerId="ADAL" clId="{283283F4-033F-4442-A5D9-8DA66D387EF6}" dt="2024-06-09T04:18:47.488" v="5585"/>
            <ac:spMkLst>
              <pc:docMk/>
              <pc:sldMasterMk cId="1439821657" sldId="2147484157"/>
              <pc:sldLayoutMk cId="1595956853" sldId="2147484170"/>
              <ac:spMk id="2" creationId="{D61A7A9C-C636-6DD0-2F61-B6D5792225A3}"/>
            </ac:spMkLst>
          </pc:spChg>
        </pc:sldLayoutChg>
        <pc:sldLayoutChg chg="addSp modSp">
          <pc:chgData name="Gudla, Natraj" userId="1b097815-ad51-435d-a557-eb69be7a0b69" providerId="ADAL" clId="{283283F4-033F-4442-A5D9-8DA66D387EF6}" dt="2024-06-09T04:18:45.687" v="5584"/>
          <pc:sldLayoutMkLst>
            <pc:docMk/>
            <pc:sldMasterMk cId="1439821657" sldId="2147484157"/>
            <pc:sldLayoutMk cId="3059125586" sldId="2147484171"/>
          </pc:sldLayoutMkLst>
          <pc:spChg chg="add mod">
            <ac:chgData name="Gudla, Natraj" userId="1b097815-ad51-435d-a557-eb69be7a0b69" providerId="ADAL" clId="{283283F4-033F-4442-A5D9-8DA66D387EF6}" dt="2024-06-09T04:18:45.687" v="5584"/>
            <ac:spMkLst>
              <pc:docMk/>
              <pc:sldMasterMk cId="1439821657" sldId="2147484157"/>
              <pc:sldLayoutMk cId="3059125586" sldId="2147484171"/>
              <ac:spMk id="4" creationId="{40173BF7-590A-3DEA-D22F-9C9830AF0A7E}"/>
            </ac:spMkLst>
          </pc:spChg>
        </pc:sldLayoutChg>
        <pc:sldLayoutChg chg="addSp modSp">
          <pc:chgData name="Gudla, Natraj" userId="1b097815-ad51-435d-a557-eb69be7a0b69" providerId="ADAL" clId="{283283F4-033F-4442-A5D9-8DA66D387EF6}" dt="2024-06-09T04:18:44.599" v="5583"/>
          <pc:sldLayoutMkLst>
            <pc:docMk/>
            <pc:sldMasterMk cId="1439821657" sldId="2147484157"/>
            <pc:sldLayoutMk cId="1781425778" sldId="2147484172"/>
          </pc:sldLayoutMkLst>
          <pc:spChg chg="add mod">
            <ac:chgData name="Gudla, Natraj" userId="1b097815-ad51-435d-a557-eb69be7a0b69" providerId="ADAL" clId="{283283F4-033F-4442-A5D9-8DA66D387EF6}" dt="2024-06-09T04:18:44.599" v="5583"/>
            <ac:spMkLst>
              <pc:docMk/>
              <pc:sldMasterMk cId="1439821657" sldId="2147484157"/>
              <pc:sldLayoutMk cId="1781425778" sldId="2147484172"/>
              <ac:spMk id="3" creationId="{86400A54-7D60-DA91-9F99-DCFB16AFCE68}"/>
            </ac:spMkLst>
          </pc:spChg>
        </pc:sldLayoutChg>
        <pc:sldLayoutChg chg="addSp modSp">
          <pc:chgData name="Gudla, Natraj" userId="1b097815-ad51-435d-a557-eb69be7a0b69" providerId="ADAL" clId="{283283F4-033F-4442-A5D9-8DA66D387EF6}" dt="2024-06-09T04:18:41.111" v="5582"/>
          <pc:sldLayoutMkLst>
            <pc:docMk/>
            <pc:sldMasterMk cId="1439821657" sldId="2147484157"/>
            <pc:sldLayoutMk cId="2639952145" sldId="2147484173"/>
          </pc:sldLayoutMkLst>
          <pc:spChg chg="add mod">
            <ac:chgData name="Gudla, Natraj" userId="1b097815-ad51-435d-a557-eb69be7a0b69" providerId="ADAL" clId="{283283F4-033F-4442-A5D9-8DA66D387EF6}" dt="2024-06-09T04:18:41.111" v="5582"/>
            <ac:spMkLst>
              <pc:docMk/>
              <pc:sldMasterMk cId="1439821657" sldId="2147484157"/>
              <pc:sldLayoutMk cId="2639952145" sldId="2147484173"/>
              <ac:spMk id="2" creationId="{1B6BE2F7-5F14-945C-0FDD-9115CBD96008}"/>
            </ac:spMkLst>
          </pc:spChg>
        </pc:sldLayoutChg>
        <pc:sldLayoutChg chg="del">
          <pc:chgData name="Gudla, Natraj" userId="1b097815-ad51-435d-a557-eb69be7a0b69" providerId="ADAL" clId="{283283F4-033F-4442-A5D9-8DA66D387EF6}" dt="2024-06-09T04:18:39.027" v="5581" actId="2696"/>
          <pc:sldLayoutMkLst>
            <pc:docMk/>
            <pc:sldMasterMk cId="1439821657" sldId="2147484157"/>
            <pc:sldLayoutMk cId="478246729" sldId="2147484175"/>
          </pc:sldLayoutMkLst>
        </pc:sldLayoutChg>
        <pc:sldLayoutChg chg="addSp modSp">
          <pc:chgData name="Gudla, Natraj" userId="1b097815-ad51-435d-a557-eb69be7a0b69" providerId="ADAL" clId="{283283F4-033F-4442-A5D9-8DA66D387EF6}" dt="2024-06-09T04:18:33.666" v="5580"/>
          <pc:sldLayoutMkLst>
            <pc:docMk/>
            <pc:sldMasterMk cId="1439821657" sldId="2147484157"/>
            <pc:sldLayoutMk cId="577829065" sldId="2147484179"/>
          </pc:sldLayoutMkLst>
          <pc:spChg chg="add mod">
            <ac:chgData name="Gudla, Natraj" userId="1b097815-ad51-435d-a557-eb69be7a0b69" providerId="ADAL" clId="{283283F4-033F-4442-A5D9-8DA66D387EF6}" dt="2024-06-09T04:18:33.666" v="5580"/>
            <ac:spMkLst>
              <pc:docMk/>
              <pc:sldMasterMk cId="1439821657" sldId="2147484157"/>
              <pc:sldLayoutMk cId="577829065" sldId="2147484179"/>
              <ac:spMk id="3" creationId="{5BB18BFA-4F89-E135-E805-26E35F0AFC58}"/>
            </ac:spMkLst>
          </pc:spChg>
        </pc:sldLayoutChg>
        <pc:sldLayoutChg chg="addSp modSp">
          <pc:chgData name="Gudla, Natraj" userId="1b097815-ad51-435d-a557-eb69be7a0b69" providerId="ADAL" clId="{283283F4-033F-4442-A5D9-8DA66D387EF6}" dt="2024-06-09T04:18:31.885" v="5579"/>
          <pc:sldLayoutMkLst>
            <pc:docMk/>
            <pc:sldMasterMk cId="1439821657" sldId="2147484157"/>
            <pc:sldLayoutMk cId="3589779394" sldId="2147484180"/>
          </pc:sldLayoutMkLst>
          <pc:spChg chg="add mod">
            <ac:chgData name="Gudla, Natraj" userId="1b097815-ad51-435d-a557-eb69be7a0b69" providerId="ADAL" clId="{283283F4-033F-4442-A5D9-8DA66D387EF6}" dt="2024-06-09T04:18:31.885" v="5579"/>
            <ac:spMkLst>
              <pc:docMk/>
              <pc:sldMasterMk cId="1439821657" sldId="2147484157"/>
              <pc:sldLayoutMk cId="3589779394" sldId="2147484180"/>
              <ac:spMk id="3" creationId="{0A089CA9-53EA-4DD3-42AA-CEF065AFF505}"/>
            </ac:spMkLst>
          </pc:spChg>
        </pc:sldLayoutChg>
        <pc:sldLayoutChg chg="addSp modSp">
          <pc:chgData name="Gudla, Natraj" userId="1b097815-ad51-435d-a557-eb69be7a0b69" providerId="ADAL" clId="{283283F4-033F-4442-A5D9-8DA66D387EF6}" dt="2024-06-09T04:18:30.041" v="5578"/>
          <pc:sldLayoutMkLst>
            <pc:docMk/>
            <pc:sldMasterMk cId="1439821657" sldId="2147484157"/>
            <pc:sldLayoutMk cId="3705787485" sldId="2147484181"/>
          </pc:sldLayoutMkLst>
          <pc:spChg chg="add mod">
            <ac:chgData name="Gudla, Natraj" userId="1b097815-ad51-435d-a557-eb69be7a0b69" providerId="ADAL" clId="{283283F4-033F-4442-A5D9-8DA66D387EF6}" dt="2024-06-09T04:18:30.041" v="5578"/>
            <ac:spMkLst>
              <pc:docMk/>
              <pc:sldMasterMk cId="1439821657" sldId="2147484157"/>
              <pc:sldLayoutMk cId="3705787485" sldId="2147484181"/>
              <ac:spMk id="7" creationId="{931598C7-B2AE-749C-981C-69E255D54B48}"/>
            </ac:spMkLst>
          </pc:spChg>
        </pc:sldLayoutChg>
        <pc:sldLayoutChg chg="addSp modSp">
          <pc:chgData name="Gudla, Natraj" userId="1b097815-ad51-435d-a557-eb69be7a0b69" providerId="ADAL" clId="{283283F4-033F-4442-A5D9-8DA66D387EF6}" dt="2024-06-09T04:18:27.699" v="5577"/>
          <pc:sldLayoutMkLst>
            <pc:docMk/>
            <pc:sldMasterMk cId="1439821657" sldId="2147484157"/>
            <pc:sldLayoutMk cId="3235995933" sldId="2147484182"/>
          </pc:sldLayoutMkLst>
          <pc:spChg chg="add mod">
            <ac:chgData name="Gudla, Natraj" userId="1b097815-ad51-435d-a557-eb69be7a0b69" providerId="ADAL" clId="{283283F4-033F-4442-A5D9-8DA66D387EF6}" dt="2024-06-09T04:18:27.699" v="5577"/>
            <ac:spMkLst>
              <pc:docMk/>
              <pc:sldMasterMk cId="1439821657" sldId="2147484157"/>
              <pc:sldLayoutMk cId="3235995933" sldId="2147484182"/>
              <ac:spMk id="5" creationId="{9B654154-4F5B-FAE9-1AAD-A034E2846638}"/>
            </ac:spMkLst>
          </pc:spChg>
        </pc:sldLayoutChg>
        <pc:sldLayoutChg chg="addSp modSp">
          <pc:chgData name="Gudla, Natraj" userId="1b097815-ad51-435d-a557-eb69be7a0b69" providerId="ADAL" clId="{283283F4-033F-4442-A5D9-8DA66D387EF6}" dt="2024-06-09T04:18:25.301" v="5576"/>
          <pc:sldLayoutMkLst>
            <pc:docMk/>
            <pc:sldMasterMk cId="1439821657" sldId="2147484157"/>
            <pc:sldLayoutMk cId="2529274217" sldId="2147484183"/>
          </pc:sldLayoutMkLst>
          <pc:spChg chg="add mod">
            <ac:chgData name="Gudla, Natraj" userId="1b097815-ad51-435d-a557-eb69be7a0b69" providerId="ADAL" clId="{283283F4-033F-4442-A5D9-8DA66D387EF6}" dt="2024-06-09T04:18:25.301" v="5576"/>
            <ac:spMkLst>
              <pc:docMk/>
              <pc:sldMasterMk cId="1439821657" sldId="2147484157"/>
              <pc:sldLayoutMk cId="2529274217" sldId="2147484183"/>
              <ac:spMk id="6" creationId="{50593FF3-EF5C-3210-8289-57EDE7187235}"/>
            </ac:spMkLst>
          </pc:spChg>
        </pc:sldLayoutChg>
        <pc:sldLayoutChg chg="addSp modSp">
          <pc:chgData name="Gudla, Natraj" userId="1b097815-ad51-435d-a557-eb69be7a0b69" providerId="ADAL" clId="{283283F4-033F-4442-A5D9-8DA66D387EF6}" dt="2024-06-09T04:18:21.680" v="5575"/>
          <pc:sldLayoutMkLst>
            <pc:docMk/>
            <pc:sldMasterMk cId="1439821657" sldId="2147484157"/>
            <pc:sldLayoutMk cId="3344297609" sldId="2147484185"/>
          </pc:sldLayoutMkLst>
          <pc:spChg chg="add mod">
            <ac:chgData name="Gudla, Natraj" userId="1b097815-ad51-435d-a557-eb69be7a0b69" providerId="ADAL" clId="{283283F4-033F-4442-A5D9-8DA66D387EF6}" dt="2024-06-09T04:18:21.680" v="5575"/>
            <ac:spMkLst>
              <pc:docMk/>
              <pc:sldMasterMk cId="1439821657" sldId="2147484157"/>
              <pc:sldLayoutMk cId="3344297609" sldId="2147484185"/>
              <ac:spMk id="3" creationId="{A97C8BD5-DF96-834B-EAC6-7FB3CBB841C3}"/>
            </ac:spMkLst>
          </pc:spChg>
        </pc:sldLayoutChg>
      </pc:sldMasterChg>
      <pc:sldMasterChg chg="addSp modSp mod delSldLayout modSldLayout">
        <pc:chgData name="Gudla, Natraj" userId="1b097815-ad51-435d-a557-eb69be7a0b69" providerId="ADAL" clId="{283283F4-033F-4442-A5D9-8DA66D387EF6}" dt="2024-06-09T04:24:14.501" v="5619"/>
        <pc:sldMasterMkLst>
          <pc:docMk/>
          <pc:sldMasterMk cId="2277162753" sldId="2147484186"/>
        </pc:sldMasterMkLst>
        <pc:spChg chg="add mod">
          <ac:chgData name="Gudla, Natraj" userId="1b097815-ad51-435d-a557-eb69be7a0b69" providerId="ADAL" clId="{283283F4-033F-4442-A5D9-8DA66D387EF6}" dt="2024-06-09T04:18:19.287" v="5574"/>
          <ac:spMkLst>
            <pc:docMk/>
            <pc:sldMasterMk cId="2277162753" sldId="2147484186"/>
            <ac:spMk id="2" creationId="{0EB6A685-1DEF-388E-4DBE-5D0AA158E1EF}"/>
          </ac:spMkLst>
        </pc:spChg>
        <pc:spChg chg="mod">
          <ac:chgData name="Gudla, Natraj" userId="1b097815-ad51-435d-a557-eb69be7a0b69" providerId="ADAL" clId="{283283F4-033F-4442-A5D9-8DA66D387EF6}" dt="2024-06-09T04:24:14.501" v="5619"/>
          <ac:spMkLst>
            <pc:docMk/>
            <pc:sldMasterMk cId="2277162753" sldId="2147484186"/>
            <ac:spMk id="65" creationId="{5B538C81-213B-41EC-BB81-FEF313C9D880}"/>
          </ac:spMkLst>
        </pc:spChg>
        <pc:sldLayoutChg chg="addSp modSp">
          <pc:chgData name="Gudla, Natraj" userId="1b097815-ad51-435d-a557-eb69be7a0b69" providerId="ADAL" clId="{283283F4-033F-4442-A5D9-8DA66D387EF6}" dt="2024-06-09T03:57:24.392" v="5429"/>
          <pc:sldLayoutMkLst>
            <pc:docMk/>
            <pc:sldMasterMk cId="2277162753" sldId="2147484186"/>
            <pc:sldLayoutMk cId="2374422336" sldId="2147484190"/>
          </pc:sldLayoutMkLst>
          <pc:spChg chg="add mod">
            <ac:chgData name="Gudla, Natraj" userId="1b097815-ad51-435d-a557-eb69be7a0b69" providerId="ADAL" clId="{283283F4-033F-4442-A5D9-8DA66D387EF6}" dt="2024-06-09T03:57:24.392" v="5429"/>
            <ac:spMkLst>
              <pc:docMk/>
              <pc:sldMasterMk cId="2277162753" sldId="2147484186"/>
              <pc:sldLayoutMk cId="2374422336" sldId="2147484190"/>
              <ac:spMk id="3" creationId="{E82F2702-4C4D-A0C9-D7C5-F23AB977FFDF}"/>
            </ac:spMkLst>
          </pc:spChg>
        </pc:sldLayoutChg>
        <pc:sldLayoutChg chg="addSp modSp">
          <pc:chgData name="Gudla, Natraj" userId="1b097815-ad51-435d-a557-eb69be7a0b69" providerId="ADAL" clId="{283283F4-033F-4442-A5D9-8DA66D387EF6}" dt="2024-06-09T03:57:21.761" v="5428"/>
          <pc:sldLayoutMkLst>
            <pc:docMk/>
            <pc:sldMasterMk cId="2277162753" sldId="2147484186"/>
            <pc:sldLayoutMk cId="1788999460" sldId="2147484191"/>
          </pc:sldLayoutMkLst>
          <pc:spChg chg="add mod">
            <ac:chgData name="Gudla, Natraj" userId="1b097815-ad51-435d-a557-eb69be7a0b69" providerId="ADAL" clId="{283283F4-033F-4442-A5D9-8DA66D387EF6}" dt="2024-06-09T03:57:21.761" v="5428"/>
            <ac:spMkLst>
              <pc:docMk/>
              <pc:sldMasterMk cId="2277162753" sldId="2147484186"/>
              <pc:sldLayoutMk cId="1788999460" sldId="2147484191"/>
              <ac:spMk id="3" creationId="{7955A24A-68A6-CF39-3A24-555CF059A8ED}"/>
            </ac:spMkLst>
          </pc:spChg>
        </pc:sldLayoutChg>
        <pc:sldLayoutChg chg="addSp modSp">
          <pc:chgData name="Gudla, Natraj" userId="1b097815-ad51-435d-a557-eb69be7a0b69" providerId="ADAL" clId="{283283F4-033F-4442-A5D9-8DA66D387EF6}" dt="2024-06-09T03:57:18.198" v="5426"/>
          <pc:sldLayoutMkLst>
            <pc:docMk/>
            <pc:sldMasterMk cId="2277162753" sldId="2147484186"/>
            <pc:sldLayoutMk cId="3986656168" sldId="2147484192"/>
          </pc:sldLayoutMkLst>
          <pc:spChg chg="add mod">
            <ac:chgData name="Gudla, Natraj" userId="1b097815-ad51-435d-a557-eb69be7a0b69" providerId="ADAL" clId="{283283F4-033F-4442-A5D9-8DA66D387EF6}" dt="2024-06-09T03:57:18.198" v="5426"/>
            <ac:spMkLst>
              <pc:docMk/>
              <pc:sldMasterMk cId="2277162753" sldId="2147484186"/>
              <pc:sldLayoutMk cId="3986656168" sldId="2147484192"/>
              <ac:spMk id="3" creationId="{2D465798-4577-105A-8826-CCD70EE8AF77}"/>
            </ac:spMkLst>
          </pc:spChg>
        </pc:sldLayoutChg>
        <pc:sldLayoutChg chg="addSp modSp">
          <pc:chgData name="Gudla, Natraj" userId="1b097815-ad51-435d-a557-eb69be7a0b69" providerId="ADAL" clId="{283283F4-033F-4442-A5D9-8DA66D387EF6}" dt="2024-06-09T03:57:19.883" v="5427"/>
          <pc:sldLayoutMkLst>
            <pc:docMk/>
            <pc:sldMasterMk cId="2277162753" sldId="2147484186"/>
            <pc:sldLayoutMk cId="3393002338" sldId="2147484193"/>
          </pc:sldLayoutMkLst>
          <pc:spChg chg="add mod">
            <ac:chgData name="Gudla, Natraj" userId="1b097815-ad51-435d-a557-eb69be7a0b69" providerId="ADAL" clId="{283283F4-033F-4442-A5D9-8DA66D387EF6}" dt="2024-06-09T03:57:19.883" v="5427"/>
            <ac:spMkLst>
              <pc:docMk/>
              <pc:sldMasterMk cId="2277162753" sldId="2147484186"/>
              <pc:sldLayoutMk cId="3393002338" sldId="2147484193"/>
              <ac:spMk id="3" creationId="{265ADF3D-E852-9EE7-AB31-F21362C143B6}"/>
            </ac:spMkLst>
          </pc:spChg>
        </pc:sldLayoutChg>
        <pc:sldLayoutChg chg="addSp modSp">
          <pc:chgData name="Gudla, Natraj" userId="1b097815-ad51-435d-a557-eb69be7a0b69" providerId="ADAL" clId="{283283F4-033F-4442-A5D9-8DA66D387EF6}" dt="2024-06-09T03:57:15.938" v="5425"/>
          <pc:sldLayoutMkLst>
            <pc:docMk/>
            <pc:sldMasterMk cId="2277162753" sldId="2147484186"/>
            <pc:sldLayoutMk cId="3613011674" sldId="2147484194"/>
          </pc:sldLayoutMkLst>
          <pc:spChg chg="add mod">
            <ac:chgData name="Gudla, Natraj" userId="1b097815-ad51-435d-a557-eb69be7a0b69" providerId="ADAL" clId="{283283F4-033F-4442-A5D9-8DA66D387EF6}" dt="2024-06-09T03:57:15.938" v="5425"/>
            <ac:spMkLst>
              <pc:docMk/>
              <pc:sldMasterMk cId="2277162753" sldId="2147484186"/>
              <pc:sldLayoutMk cId="3613011674" sldId="2147484194"/>
              <ac:spMk id="2" creationId="{E3A8FEED-E8C1-5824-35D0-9E01DADE75D7}"/>
            </ac:spMkLst>
          </pc:spChg>
        </pc:sldLayoutChg>
        <pc:sldLayoutChg chg="addSp modSp">
          <pc:chgData name="Gudla, Natraj" userId="1b097815-ad51-435d-a557-eb69be7a0b69" providerId="ADAL" clId="{283283F4-033F-4442-A5D9-8DA66D387EF6}" dt="2024-06-09T04:18:04.924" v="5573"/>
          <pc:sldLayoutMkLst>
            <pc:docMk/>
            <pc:sldMasterMk cId="2277162753" sldId="2147484186"/>
            <pc:sldLayoutMk cId="2670088534" sldId="2147484195"/>
          </pc:sldLayoutMkLst>
          <pc:spChg chg="add mod">
            <ac:chgData name="Gudla, Natraj" userId="1b097815-ad51-435d-a557-eb69be7a0b69" providerId="ADAL" clId="{283283F4-033F-4442-A5D9-8DA66D387EF6}" dt="2024-06-09T04:18:04.924" v="5573"/>
            <ac:spMkLst>
              <pc:docMk/>
              <pc:sldMasterMk cId="2277162753" sldId="2147484186"/>
              <pc:sldLayoutMk cId="2670088534" sldId="2147484195"/>
              <ac:spMk id="2" creationId="{A22FF26E-B171-CAA5-2CE7-4C1B0F913F3B}"/>
            </ac:spMkLst>
          </pc:spChg>
        </pc:sldLayoutChg>
        <pc:sldLayoutChg chg="addSp modSp">
          <pc:chgData name="Gudla, Natraj" userId="1b097815-ad51-435d-a557-eb69be7a0b69" providerId="ADAL" clId="{283283F4-033F-4442-A5D9-8DA66D387EF6}" dt="2024-06-09T03:57:11.757" v="5424"/>
          <pc:sldLayoutMkLst>
            <pc:docMk/>
            <pc:sldMasterMk cId="2277162753" sldId="2147484186"/>
            <pc:sldLayoutMk cId="1688393968" sldId="2147484196"/>
          </pc:sldLayoutMkLst>
          <pc:spChg chg="add mod">
            <ac:chgData name="Gudla, Natraj" userId="1b097815-ad51-435d-a557-eb69be7a0b69" providerId="ADAL" clId="{283283F4-033F-4442-A5D9-8DA66D387EF6}" dt="2024-06-09T03:57:11.757" v="5424"/>
            <ac:spMkLst>
              <pc:docMk/>
              <pc:sldMasterMk cId="2277162753" sldId="2147484186"/>
              <pc:sldLayoutMk cId="1688393968" sldId="2147484196"/>
              <ac:spMk id="2" creationId="{262332A7-30BD-48BD-A8E3-828502307DEC}"/>
            </ac:spMkLst>
          </pc:spChg>
        </pc:sldLayoutChg>
        <pc:sldLayoutChg chg="addSp modSp">
          <pc:chgData name="Gudla, Natraj" userId="1b097815-ad51-435d-a557-eb69be7a0b69" providerId="ADAL" clId="{283283F4-033F-4442-A5D9-8DA66D387EF6}" dt="2024-06-09T04:18:00.584" v="5572"/>
          <pc:sldLayoutMkLst>
            <pc:docMk/>
            <pc:sldMasterMk cId="2277162753" sldId="2147484186"/>
            <pc:sldLayoutMk cId="1938187599" sldId="2147484197"/>
          </pc:sldLayoutMkLst>
          <pc:spChg chg="add mod">
            <ac:chgData name="Gudla, Natraj" userId="1b097815-ad51-435d-a557-eb69be7a0b69" providerId="ADAL" clId="{283283F4-033F-4442-A5D9-8DA66D387EF6}" dt="2024-06-09T04:18:00.584" v="5572"/>
            <ac:spMkLst>
              <pc:docMk/>
              <pc:sldMasterMk cId="2277162753" sldId="2147484186"/>
              <pc:sldLayoutMk cId="1938187599" sldId="2147484197"/>
              <ac:spMk id="2" creationId="{4E5533E3-4F69-4B23-AFF8-145E90B3342D}"/>
            </ac:spMkLst>
          </pc:spChg>
        </pc:sldLayoutChg>
        <pc:sldLayoutChg chg="del">
          <pc:chgData name="Gudla, Natraj" userId="1b097815-ad51-435d-a557-eb69be7a0b69" providerId="ADAL" clId="{283283F4-033F-4442-A5D9-8DA66D387EF6}" dt="2024-06-09T04:17:57.282" v="5571" actId="2696"/>
          <pc:sldLayoutMkLst>
            <pc:docMk/>
            <pc:sldMasterMk cId="2277162753" sldId="2147484186"/>
            <pc:sldLayoutMk cId="501173723" sldId="2147484198"/>
          </pc:sldLayoutMkLst>
        </pc:sldLayoutChg>
        <pc:sldLayoutChg chg="addSp modSp del">
          <pc:chgData name="Gudla, Natraj" userId="1b097815-ad51-435d-a557-eb69be7a0b69" providerId="ADAL" clId="{283283F4-033F-4442-A5D9-8DA66D387EF6}" dt="2024-06-09T04:17:56.424" v="5570" actId="2696"/>
          <pc:sldLayoutMkLst>
            <pc:docMk/>
            <pc:sldMasterMk cId="2277162753" sldId="2147484186"/>
            <pc:sldLayoutMk cId="2180715791" sldId="2147484199"/>
          </pc:sldLayoutMkLst>
          <pc:spChg chg="add mod">
            <ac:chgData name="Gudla, Natraj" userId="1b097815-ad51-435d-a557-eb69be7a0b69" providerId="ADAL" clId="{283283F4-033F-4442-A5D9-8DA66D387EF6}" dt="2024-06-09T03:57:08.413" v="5423"/>
            <ac:spMkLst>
              <pc:docMk/>
              <pc:sldMasterMk cId="2277162753" sldId="2147484186"/>
              <pc:sldLayoutMk cId="2180715791" sldId="2147484199"/>
              <ac:spMk id="2" creationId="{4E0056DE-92B5-F2B4-A39F-4C9714D91C71}"/>
            </ac:spMkLst>
          </pc:spChg>
        </pc:sldLayoutChg>
        <pc:sldLayoutChg chg="del">
          <pc:chgData name="Gudla, Natraj" userId="1b097815-ad51-435d-a557-eb69be7a0b69" providerId="ADAL" clId="{283283F4-033F-4442-A5D9-8DA66D387EF6}" dt="2024-06-09T04:17:02.019" v="5557" actId="2696"/>
          <pc:sldLayoutMkLst>
            <pc:docMk/>
            <pc:sldMasterMk cId="2277162753" sldId="2147484186"/>
            <pc:sldLayoutMk cId="87240102" sldId="2147484200"/>
          </pc:sldLayoutMkLst>
        </pc:sldLayoutChg>
        <pc:sldLayoutChg chg="del">
          <pc:chgData name="Gudla, Natraj" userId="1b097815-ad51-435d-a557-eb69be7a0b69" providerId="ADAL" clId="{283283F4-033F-4442-A5D9-8DA66D387EF6}" dt="2024-06-09T04:17:02.071" v="5558" actId="2696"/>
          <pc:sldLayoutMkLst>
            <pc:docMk/>
            <pc:sldMasterMk cId="2277162753" sldId="2147484186"/>
            <pc:sldLayoutMk cId="2713249070" sldId="2147484201"/>
          </pc:sldLayoutMkLst>
        </pc:sldLayoutChg>
        <pc:sldLayoutChg chg="del">
          <pc:chgData name="Gudla, Natraj" userId="1b097815-ad51-435d-a557-eb69be7a0b69" providerId="ADAL" clId="{283283F4-033F-4442-A5D9-8DA66D387EF6}" dt="2024-06-09T04:17:02.107" v="5559" actId="2696"/>
          <pc:sldLayoutMkLst>
            <pc:docMk/>
            <pc:sldMasterMk cId="2277162753" sldId="2147484186"/>
            <pc:sldLayoutMk cId="3568005048" sldId="2147484202"/>
          </pc:sldLayoutMkLst>
        </pc:sldLayoutChg>
        <pc:sldLayoutChg chg="del">
          <pc:chgData name="Gudla, Natraj" userId="1b097815-ad51-435d-a557-eb69be7a0b69" providerId="ADAL" clId="{283283F4-033F-4442-A5D9-8DA66D387EF6}" dt="2024-06-09T04:17:02.120" v="5560" actId="2696"/>
          <pc:sldLayoutMkLst>
            <pc:docMk/>
            <pc:sldMasterMk cId="2277162753" sldId="2147484186"/>
            <pc:sldLayoutMk cId="3772647279" sldId="2147484203"/>
          </pc:sldLayoutMkLst>
        </pc:sldLayoutChg>
        <pc:sldLayoutChg chg="del">
          <pc:chgData name="Gudla, Natraj" userId="1b097815-ad51-435d-a557-eb69be7a0b69" providerId="ADAL" clId="{283283F4-033F-4442-A5D9-8DA66D387EF6}" dt="2024-06-09T04:17:55.190" v="5569" actId="2696"/>
          <pc:sldLayoutMkLst>
            <pc:docMk/>
            <pc:sldMasterMk cId="2277162753" sldId="2147484186"/>
            <pc:sldLayoutMk cId="3195430909" sldId="2147484204"/>
          </pc:sldLayoutMkLst>
        </pc:sldLayoutChg>
        <pc:sldLayoutChg chg="del">
          <pc:chgData name="Gudla, Natraj" userId="1b097815-ad51-435d-a557-eb69be7a0b69" providerId="ADAL" clId="{283283F4-033F-4442-A5D9-8DA66D387EF6}" dt="2024-06-09T04:17:05.754" v="5561" actId="2696"/>
          <pc:sldLayoutMkLst>
            <pc:docMk/>
            <pc:sldMasterMk cId="2277162753" sldId="2147484186"/>
            <pc:sldLayoutMk cId="2009679037" sldId="2147484205"/>
          </pc:sldLayoutMkLst>
        </pc:sldLayoutChg>
        <pc:sldLayoutChg chg="del">
          <pc:chgData name="Gudla, Natraj" userId="1b097815-ad51-435d-a557-eb69be7a0b69" providerId="ADAL" clId="{283283F4-033F-4442-A5D9-8DA66D387EF6}" dt="2024-06-09T04:17:05.790" v="5562" actId="2696"/>
          <pc:sldLayoutMkLst>
            <pc:docMk/>
            <pc:sldMasterMk cId="2277162753" sldId="2147484186"/>
            <pc:sldLayoutMk cId="1325661635" sldId="2147484206"/>
          </pc:sldLayoutMkLst>
        </pc:sldLayoutChg>
        <pc:sldLayoutChg chg="del">
          <pc:chgData name="Gudla, Natraj" userId="1b097815-ad51-435d-a557-eb69be7a0b69" providerId="ADAL" clId="{283283F4-033F-4442-A5D9-8DA66D387EF6}" dt="2024-06-09T04:17:05.802" v="5563" actId="2696"/>
          <pc:sldLayoutMkLst>
            <pc:docMk/>
            <pc:sldMasterMk cId="2277162753" sldId="2147484186"/>
            <pc:sldLayoutMk cId="2008280155" sldId="2147484207"/>
          </pc:sldLayoutMkLst>
        </pc:sldLayoutChg>
        <pc:sldLayoutChg chg="addSp modSp">
          <pc:chgData name="Gudla, Natraj" userId="1b097815-ad51-435d-a557-eb69be7a0b69" providerId="ADAL" clId="{283283F4-033F-4442-A5D9-8DA66D387EF6}" dt="2024-06-09T04:17:52.630" v="5568"/>
          <pc:sldLayoutMkLst>
            <pc:docMk/>
            <pc:sldMasterMk cId="2277162753" sldId="2147484186"/>
            <pc:sldLayoutMk cId="2945530250" sldId="2147484208"/>
          </pc:sldLayoutMkLst>
          <pc:spChg chg="add mod">
            <ac:chgData name="Gudla, Natraj" userId="1b097815-ad51-435d-a557-eb69be7a0b69" providerId="ADAL" clId="{283283F4-033F-4442-A5D9-8DA66D387EF6}" dt="2024-06-09T04:17:52.630" v="5568"/>
            <ac:spMkLst>
              <pc:docMk/>
              <pc:sldMasterMk cId="2277162753" sldId="2147484186"/>
              <pc:sldLayoutMk cId="2945530250" sldId="2147484208"/>
              <ac:spMk id="3" creationId="{E9A186D8-2567-A6A5-1DB5-055CA426FD2F}"/>
            </ac:spMkLst>
          </pc:spChg>
        </pc:sldLayoutChg>
        <pc:sldLayoutChg chg="addSp modSp">
          <pc:chgData name="Gudla, Natraj" userId="1b097815-ad51-435d-a557-eb69be7a0b69" providerId="ADAL" clId="{283283F4-033F-4442-A5D9-8DA66D387EF6}" dt="2024-06-09T04:17:51.180" v="5567"/>
          <pc:sldLayoutMkLst>
            <pc:docMk/>
            <pc:sldMasterMk cId="2277162753" sldId="2147484186"/>
            <pc:sldLayoutMk cId="132604377" sldId="2147484209"/>
          </pc:sldLayoutMkLst>
          <pc:spChg chg="add mod">
            <ac:chgData name="Gudla, Natraj" userId="1b097815-ad51-435d-a557-eb69be7a0b69" providerId="ADAL" clId="{283283F4-033F-4442-A5D9-8DA66D387EF6}" dt="2024-06-09T04:17:51.180" v="5567"/>
            <ac:spMkLst>
              <pc:docMk/>
              <pc:sldMasterMk cId="2277162753" sldId="2147484186"/>
              <pc:sldLayoutMk cId="132604377" sldId="2147484209"/>
              <ac:spMk id="7" creationId="{FC68BD0E-6264-B80A-C6C3-F7FADB05D35C}"/>
            </ac:spMkLst>
          </pc:spChg>
        </pc:sldLayoutChg>
        <pc:sldLayoutChg chg="addSp modSp">
          <pc:chgData name="Gudla, Natraj" userId="1b097815-ad51-435d-a557-eb69be7a0b69" providerId="ADAL" clId="{283283F4-033F-4442-A5D9-8DA66D387EF6}" dt="2024-06-09T04:17:48.873" v="5566"/>
          <pc:sldLayoutMkLst>
            <pc:docMk/>
            <pc:sldMasterMk cId="2277162753" sldId="2147484186"/>
            <pc:sldLayoutMk cId="2904346813" sldId="2147484210"/>
          </pc:sldLayoutMkLst>
          <pc:spChg chg="add mod">
            <ac:chgData name="Gudla, Natraj" userId="1b097815-ad51-435d-a557-eb69be7a0b69" providerId="ADAL" clId="{283283F4-033F-4442-A5D9-8DA66D387EF6}" dt="2024-06-09T04:17:48.873" v="5566"/>
            <ac:spMkLst>
              <pc:docMk/>
              <pc:sldMasterMk cId="2277162753" sldId="2147484186"/>
              <pc:sldLayoutMk cId="2904346813" sldId="2147484210"/>
              <ac:spMk id="3" creationId="{38E0E0C4-4771-1FA8-87EE-300AA265EFF4}"/>
            </ac:spMkLst>
          </pc:spChg>
        </pc:sldLayoutChg>
        <pc:sldLayoutChg chg="del">
          <pc:chgData name="Gudla, Natraj" userId="1b097815-ad51-435d-a557-eb69be7a0b69" providerId="ADAL" clId="{283283F4-033F-4442-A5D9-8DA66D387EF6}" dt="2024-06-09T04:17:47.005" v="5565" actId="2696"/>
          <pc:sldLayoutMkLst>
            <pc:docMk/>
            <pc:sldMasterMk cId="2277162753" sldId="2147484186"/>
            <pc:sldLayoutMk cId="3478531847" sldId="2147484211"/>
          </pc:sldLayoutMkLst>
        </pc:sldLayoutChg>
        <pc:sldLayoutChg chg="del">
          <pc:chgData name="Gudla, Natraj" userId="1b097815-ad51-435d-a557-eb69be7a0b69" providerId="ADAL" clId="{283283F4-033F-4442-A5D9-8DA66D387EF6}" dt="2024-06-09T04:17:45.859" v="5564" actId="2696"/>
          <pc:sldLayoutMkLst>
            <pc:docMk/>
            <pc:sldMasterMk cId="2277162753" sldId="2147484186"/>
            <pc:sldLayoutMk cId="623068140" sldId="2147484212"/>
          </pc:sldLayoutMkLst>
        </pc:sldLayoutChg>
        <pc:sldLayoutChg chg="addSp modSp">
          <pc:chgData name="Gudla, Natraj" userId="1b097815-ad51-435d-a557-eb69be7a0b69" providerId="ADAL" clId="{283283F4-033F-4442-A5D9-8DA66D387EF6}" dt="2024-06-09T03:56:57.954" v="5422"/>
          <pc:sldLayoutMkLst>
            <pc:docMk/>
            <pc:sldMasterMk cId="2277162753" sldId="2147484186"/>
            <pc:sldLayoutMk cId="3340545520" sldId="2147484213"/>
          </pc:sldLayoutMkLst>
          <pc:spChg chg="add mod">
            <ac:chgData name="Gudla, Natraj" userId="1b097815-ad51-435d-a557-eb69be7a0b69" providerId="ADAL" clId="{283283F4-033F-4442-A5D9-8DA66D387EF6}" dt="2024-06-09T03:56:57.954" v="5422"/>
            <ac:spMkLst>
              <pc:docMk/>
              <pc:sldMasterMk cId="2277162753" sldId="2147484186"/>
              <pc:sldLayoutMk cId="3340545520" sldId="2147484213"/>
              <ac:spMk id="2" creationId="{4B9E4376-1115-9C1F-5D4D-2ECE8D766411}"/>
            </ac:spMkLst>
          </pc:spChg>
        </pc:sldLayoutChg>
      </pc:sldMasterChg>
    </pc:docChg>
  </pc:docChgLst>
  <pc:docChgLst>
    <pc:chgData name="Akula, Kiran" userId="S::kiran.akula@capgemini.com::4edd7db3-3f5e-4d95-b6aa-837b0f56c970" providerId="AD" clId="Web-{581EC650-7E2F-959F-698E-76B98C057297}"/>
    <pc:docChg chg="delSld">
      <pc:chgData name="Akula, Kiran" userId="S::kiran.akula@capgemini.com::4edd7db3-3f5e-4d95-b6aa-837b0f56c970" providerId="AD" clId="Web-{581EC650-7E2F-959F-698E-76B98C057297}" dt="2024-05-16T11:50:12.415" v="0"/>
      <pc:docMkLst>
        <pc:docMk/>
      </pc:docMkLst>
      <pc:sldChg chg="del">
        <pc:chgData name="Akula, Kiran" userId="S::kiran.akula@capgemini.com::4edd7db3-3f5e-4d95-b6aa-837b0f56c970" providerId="AD" clId="Web-{581EC650-7E2F-959F-698E-76B98C057297}" dt="2024-05-16T11:50:12.415" v="0"/>
        <pc:sldMkLst>
          <pc:docMk/>
          <pc:sldMk cId="1853885874" sldId="2141412330"/>
        </pc:sldMkLst>
      </pc:sldChg>
    </pc:docChg>
  </pc:docChgLst>
  <pc:docChgLst>
    <pc:chgData name="Kanduru, Raghava" userId="cf8c09de-c40c-47a2-971b-c612c06e0906" providerId="ADAL" clId="{4C56122D-C267-4AA5-B2AB-CAAC7D036D6C}"/>
    <pc:docChg chg="undo custSel addSld modSld sldOrd modMainMaster">
      <pc:chgData name="Kanduru, Raghava" userId="cf8c09de-c40c-47a2-971b-c612c06e0906" providerId="ADAL" clId="{4C56122D-C267-4AA5-B2AB-CAAC7D036D6C}" dt="2024-06-06T08:48:23.588" v="1434" actId="108"/>
      <pc:docMkLst>
        <pc:docMk/>
      </pc:docMkLst>
      <pc:sldChg chg="modSp mod">
        <pc:chgData name="Kanduru, Raghava" userId="cf8c09de-c40c-47a2-971b-c612c06e0906" providerId="ADAL" clId="{4C56122D-C267-4AA5-B2AB-CAAC7D036D6C}" dt="2024-06-05T17:40:03.449" v="482" actId="313"/>
        <pc:sldMkLst>
          <pc:docMk/>
          <pc:sldMk cId="1641999006" sldId="256"/>
        </pc:sldMkLst>
        <pc:spChg chg="mod">
          <ac:chgData name="Kanduru, Raghava" userId="cf8c09de-c40c-47a2-971b-c612c06e0906" providerId="ADAL" clId="{4C56122D-C267-4AA5-B2AB-CAAC7D036D6C}" dt="2024-06-05T17:39:25.566" v="479" actId="313"/>
          <ac:spMkLst>
            <pc:docMk/>
            <pc:sldMk cId="1641999006" sldId="256"/>
            <ac:spMk id="9" creationId="{B377CF75-617E-D0BD-4B85-386A209EC016}"/>
          </ac:spMkLst>
        </pc:spChg>
        <pc:spChg chg="mod">
          <ac:chgData name="Kanduru, Raghava" userId="cf8c09de-c40c-47a2-971b-c612c06e0906" providerId="ADAL" clId="{4C56122D-C267-4AA5-B2AB-CAAC7D036D6C}" dt="2024-06-05T17:39:26.851" v="480" actId="313"/>
          <ac:spMkLst>
            <pc:docMk/>
            <pc:sldMk cId="1641999006" sldId="256"/>
            <ac:spMk id="10" creationId="{8555B5BE-EC73-FC31-AFFA-4CB424755799}"/>
          </ac:spMkLst>
        </pc:spChg>
        <pc:spChg chg="mod">
          <ac:chgData name="Kanduru, Raghava" userId="cf8c09de-c40c-47a2-971b-c612c06e0906" providerId="ADAL" clId="{4C56122D-C267-4AA5-B2AB-CAAC7D036D6C}" dt="2024-06-05T17:31:39.048" v="417" actId="313"/>
          <ac:spMkLst>
            <pc:docMk/>
            <pc:sldMk cId="1641999006" sldId="256"/>
            <ac:spMk id="11" creationId="{CBC6DFDD-18B3-B3B1-E215-E4E760B9BE68}"/>
          </ac:spMkLst>
        </pc:spChg>
        <pc:spChg chg="mod">
          <ac:chgData name="Kanduru, Raghava" userId="cf8c09de-c40c-47a2-971b-c612c06e0906" providerId="ADAL" clId="{4C56122D-C267-4AA5-B2AB-CAAC7D036D6C}" dt="2024-06-05T17:35:06.280" v="437" actId="313"/>
          <ac:spMkLst>
            <pc:docMk/>
            <pc:sldMk cId="1641999006" sldId="256"/>
            <ac:spMk id="16" creationId="{F3A2DF66-68B8-333F-FE3D-5C1415282B14}"/>
          </ac:spMkLst>
        </pc:spChg>
        <pc:spChg chg="mod">
          <ac:chgData name="Kanduru, Raghava" userId="cf8c09de-c40c-47a2-971b-c612c06e0906" providerId="ADAL" clId="{4C56122D-C267-4AA5-B2AB-CAAC7D036D6C}" dt="2024-06-05T17:31:48.297" v="419" actId="313"/>
          <ac:spMkLst>
            <pc:docMk/>
            <pc:sldMk cId="1641999006" sldId="256"/>
            <ac:spMk id="22" creationId="{F79EAC5F-9B7C-E721-79E1-576EDC7F996F}"/>
          </ac:spMkLst>
        </pc:spChg>
        <pc:graphicFrameChg chg="modGraphic">
          <ac:chgData name="Kanduru, Raghava" userId="cf8c09de-c40c-47a2-971b-c612c06e0906" providerId="ADAL" clId="{4C56122D-C267-4AA5-B2AB-CAAC7D036D6C}" dt="2024-06-05T17:40:03.449" v="482" actId="313"/>
          <ac:graphicFrameMkLst>
            <pc:docMk/>
            <pc:sldMk cId="1641999006" sldId="256"/>
            <ac:graphicFrameMk id="7" creationId="{1251754D-DA2E-C1EA-4E43-F75331DFA29A}"/>
          </ac:graphicFrameMkLst>
        </pc:graphicFrameChg>
        <pc:graphicFrameChg chg="modGraphic">
          <ac:chgData name="Kanduru, Raghava" userId="cf8c09de-c40c-47a2-971b-c612c06e0906" providerId="ADAL" clId="{4C56122D-C267-4AA5-B2AB-CAAC7D036D6C}" dt="2024-06-05T17:35:02.204" v="435" actId="313"/>
          <ac:graphicFrameMkLst>
            <pc:docMk/>
            <pc:sldMk cId="1641999006" sldId="256"/>
            <ac:graphicFrameMk id="14" creationId="{00B8AB2B-3979-12DA-E250-EA46C89CCD63}"/>
          </ac:graphicFrameMkLst>
        </pc:graphicFrameChg>
        <pc:graphicFrameChg chg="modGraphic">
          <ac:chgData name="Kanduru, Raghava" userId="cf8c09de-c40c-47a2-971b-c612c06e0906" providerId="ADAL" clId="{4C56122D-C267-4AA5-B2AB-CAAC7D036D6C}" dt="2024-06-05T17:35:09.553" v="438" actId="313"/>
          <ac:graphicFrameMkLst>
            <pc:docMk/>
            <pc:sldMk cId="1641999006" sldId="256"/>
            <ac:graphicFrameMk id="21" creationId="{465BA34C-5399-F407-9FA6-8B90ECF7C420}"/>
          </ac:graphicFrameMkLst>
        </pc:graphicFrameChg>
      </pc:sldChg>
      <pc:sldChg chg="modSp mod">
        <pc:chgData name="Kanduru, Raghava" userId="cf8c09de-c40c-47a2-971b-c612c06e0906" providerId="ADAL" clId="{4C56122D-C267-4AA5-B2AB-CAAC7D036D6C}" dt="2024-06-05T17:34:45.488" v="431" actId="313"/>
        <pc:sldMkLst>
          <pc:docMk/>
          <pc:sldMk cId="168597767" sldId="258"/>
        </pc:sldMkLst>
        <pc:spChg chg="mod">
          <ac:chgData name="Kanduru, Raghava" userId="cf8c09de-c40c-47a2-971b-c612c06e0906" providerId="ADAL" clId="{4C56122D-C267-4AA5-B2AB-CAAC7D036D6C}" dt="2024-06-05T17:34:45.488" v="431" actId="313"/>
          <ac:spMkLst>
            <pc:docMk/>
            <pc:sldMk cId="168597767" sldId="258"/>
            <ac:spMk id="2" creationId="{90DA2FFE-9868-1F0F-8A4E-1DF6A5B07EC9}"/>
          </ac:spMkLst>
        </pc:spChg>
      </pc:sldChg>
      <pc:sldChg chg="modSp mod">
        <pc:chgData name="Kanduru, Raghava" userId="cf8c09de-c40c-47a2-971b-c612c06e0906" providerId="ADAL" clId="{4C56122D-C267-4AA5-B2AB-CAAC7D036D6C}" dt="2024-06-05T17:41:23.168" v="496" actId="313"/>
        <pc:sldMkLst>
          <pc:docMk/>
          <pc:sldMk cId="1236684026" sldId="2076137828"/>
        </pc:sldMkLst>
        <pc:spChg chg="mod">
          <ac:chgData name="Kanduru, Raghava" userId="cf8c09de-c40c-47a2-971b-c612c06e0906" providerId="ADAL" clId="{4C56122D-C267-4AA5-B2AB-CAAC7D036D6C}" dt="2024-06-05T17:41:23.168" v="496" actId="313"/>
          <ac:spMkLst>
            <pc:docMk/>
            <pc:sldMk cId="1236684026" sldId="2076137828"/>
            <ac:spMk id="10" creationId="{2ED5614F-4F0E-4F7B-8EA1-03BBFAA9A1C6}"/>
          </ac:spMkLst>
        </pc:spChg>
        <pc:spChg chg="mod">
          <ac:chgData name="Kanduru, Raghava" userId="cf8c09de-c40c-47a2-971b-c612c06e0906" providerId="ADAL" clId="{4C56122D-C267-4AA5-B2AB-CAAC7D036D6C}" dt="2024-06-05T17:36:00.208" v="446" actId="313"/>
          <ac:spMkLst>
            <pc:docMk/>
            <pc:sldMk cId="1236684026" sldId="2076137828"/>
            <ac:spMk id="93" creationId="{8FB2F3B1-A473-429B-B33E-45621EA72E01}"/>
          </ac:spMkLst>
        </pc:spChg>
        <pc:spChg chg="mod">
          <ac:chgData name="Kanduru, Raghava" userId="cf8c09de-c40c-47a2-971b-c612c06e0906" providerId="ADAL" clId="{4C56122D-C267-4AA5-B2AB-CAAC7D036D6C}" dt="2024-06-05T17:38:07.175" v="467" actId="313"/>
          <ac:spMkLst>
            <pc:docMk/>
            <pc:sldMk cId="1236684026" sldId="2076137828"/>
            <ac:spMk id="96" creationId="{0D7145B8-917E-4E6E-8C0F-E9C208221A73}"/>
          </ac:spMkLst>
        </pc:spChg>
        <pc:graphicFrameChg chg="modGraphic">
          <ac:chgData name="Kanduru, Raghava" userId="cf8c09de-c40c-47a2-971b-c612c06e0906" providerId="ADAL" clId="{4C56122D-C267-4AA5-B2AB-CAAC7D036D6C}" dt="2024-06-05T17:38:05.068" v="466" actId="313"/>
          <ac:graphicFrameMkLst>
            <pc:docMk/>
            <pc:sldMk cId="1236684026" sldId="2076137828"/>
            <ac:graphicFrameMk id="91" creationId="{9054FDD5-2488-465A-BD3E-08E7E0D90DB3}"/>
          </ac:graphicFrameMkLst>
        </pc:graphicFrameChg>
      </pc:sldChg>
      <pc:sldChg chg="modSp mod">
        <pc:chgData name="Kanduru, Raghava" userId="cf8c09de-c40c-47a2-971b-c612c06e0906" providerId="ADAL" clId="{4C56122D-C267-4AA5-B2AB-CAAC7D036D6C}" dt="2024-06-05T17:41:24.901" v="497" actId="313"/>
        <pc:sldMkLst>
          <pc:docMk/>
          <pc:sldMk cId="1580444266" sldId="2076137829"/>
        </pc:sldMkLst>
        <pc:spChg chg="mod">
          <ac:chgData name="Kanduru, Raghava" userId="cf8c09de-c40c-47a2-971b-c612c06e0906" providerId="ADAL" clId="{4C56122D-C267-4AA5-B2AB-CAAC7D036D6C}" dt="2024-06-05T17:33:09.553" v="422" actId="313"/>
          <ac:spMkLst>
            <pc:docMk/>
            <pc:sldMk cId="1580444266" sldId="2076137829"/>
            <ac:spMk id="5" creationId="{E6647112-C5BA-4176-86E9-A002536C02FE}"/>
          </ac:spMkLst>
        </pc:spChg>
        <pc:spChg chg="mod">
          <ac:chgData name="Kanduru, Raghava" userId="cf8c09de-c40c-47a2-971b-c612c06e0906" providerId="ADAL" clId="{4C56122D-C267-4AA5-B2AB-CAAC7D036D6C}" dt="2024-06-05T17:33:13.180" v="423" actId="313"/>
          <ac:spMkLst>
            <pc:docMk/>
            <pc:sldMk cId="1580444266" sldId="2076137829"/>
            <ac:spMk id="6" creationId="{F7ADF7FA-A030-4491-AB0F-A6AE13907664}"/>
          </ac:spMkLst>
        </pc:spChg>
        <pc:spChg chg="mod">
          <ac:chgData name="Kanduru, Raghava" userId="cf8c09de-c40c-47a2-971b-c612c06e0906" providerId="ADAL" clId="{4C56122D-C267-4AA5-B2AB-CAAC7D036D6C}" dt="2024-06-05T17:33:39.125" v="424" actId="313"/>
          <ac:spMkLst>
            <pc:docMk/>
            <pc:sldMk cId="1580444266" sldId="2076137829"/>
            <ac:spMk id="7" creationId="{DA416ACC-7E98-4CB4-9ED4-0130B100A8F1}"/>
          </ac:spMkLst>
        </pc:spChg>
        <pc:spChg chg="mod">
          <ac:chgData name="Kanduru, Raghava" userId="cf8c09de-c40c-47a2-971b-c612c06e0906" providerId="ADAL" clId="{4C56122D-C267-4AA5-B2AB-CAAC7D036D6C}" dt="2024-06-05T17:38:08.489" v="468" actId="313"/>
          <ac:spMkLst>
            <pc:docMk/>
            <pc:sldMk cId="1580444266" sldId="2076137829"/>
            <ac:spMk id="8" creationId="{EEE9BE9A-0216-411D-9AAB-ACDDBB71DBCD}"/>
          </ac:spMkLst>
        </pc:spChg>
        <pc:spChg chg="mod">
          <ac:chgData name="Kanduru, Raghava" userId="cf8c09de-c40c-47a2-971b-c612c06e0906" providerId="ADAL" clId="{4C56122D-C267-4AA5-B2AB-CAAC7D036D6C}" dt="2024-06-05T17:41:24.901" v="497" actId="313"/>
          <ac:spMkLst>
            <pc:docMk/>
            <pc:sldMk cId="1580444266" sldId="2076137829"/>
            <ac:spMk id="10" creationId="{B63CF1E7-0615-4EB2-B535-F32CDD84B3AA}"/>
          </ac:spMkLst>
        </pc:spChg>
        <pc:graphicFrameChg chg="modGraphic">
          <ac:chgData name="Kanduru, Raghava" userId="cf8c09de-c40c-47a2-971b-c612c06e0906" providerId="ADAL" clId="{4C56122D-C267-4AA5-B2AB-CAAC7D036D6C}" dt="2024-06-05T17:33:02.658" v="421" actId="313"/>
          <ac:graphicFrameMkLst>
            <pc:docMk/>
            <pc:sldMk cId="1580444266" sldId="2076137829"/>
            <ac:graphicFrameMk id="4" creationId="{917F5FFF-A6F9-40DE-811E-6E78646B22EA}"/>
          </ac:graphicFrameMkLst>
        </pc:graphicFrameChg>
      </pc:sldChg>
      <pc:sldChg chg="modSp mod">
        <pc:chgData name="Kanduru, Raghava" userId="cf8c09de-c40c-47a2-971b-c612c06e0906" providerId="ADAL" clId="{4C56122D-C267-4AA5-B2AB-CAAC7D036D6C}" dt="2024-06-05T17:41:30.938" v="499" actId="313"/>
        <pc:sldMkLst>
          <pc:docMk/>
          <pc:sldMk cId="2462143889" sldId="2076137830"/>
        </pc:sldMkLst>
        <pc:spChg chg="mod">
          <ac:chgData name="Kanduru, Raghava" userId="cf8c09de-c40c-47a2-971b-c612c06e0906" providerId="ADAL" clId="{4C56122D-C267-4AA5-B2AB-CAAC7D036D6C}" dt="2024-06-05T17:29:34.366" v="411" actId="313"/>
          <ac:spMkLst>
            <pc:docMk/>
            <pc:sldMk cId="2462143889" sldId="2076137830"/>
            <ac:spMk id="6" creationId="{DBF12C14-EF12-4ED5-9B62-8D1F4F53C626}"/>
          </ac:spMkLst>
        </pc:spChg>
        <pc:spChg chg="mod">
          <ac:chgData name="Kanduru, Raghava" userId="cf8c09de-c40c-47a2-971b-c612c06e0906" providerId="ADAL" clId="{4C56122D-C267-4AA5-B2AB-CAAC7D036D6C}" dt="2024-06-05T17:41:30.938" v="499" actId="313"/>
          <ac:spMkLst>
            <pc:docMk/>
            <pc:sldMk cId="2462143889" sldId="2076137830"/>
            <ac:spMk id="8" creationId="{67FC2665-4723-420E-8059-CA2735495D61}"/>
          </ac:spMkLst>
        </pc:spChg>
        <pc:graphicFrameChg chg="modGraphic">
          <ac:chgData name="Kanduru, Raghava" userId="cf8c09de-c40c-47a2-971b-c612c06e0906" providerId="ADAL" clId="{4C56122D-C267-4AA5-B2AB-CAAC7D036D6C}" dt="2024-06-05T17:41:27.221" v="498" actId="313"/>
          <ac:graphicFrameMkLst>
            <pc:docMk/>
            <pc:sldMk cId="2462143889" sldId="2076137830"/>
            <ac:graphicFrameMk id="4" creationId="{6EB7C3B9-542F-44E4-8EC3-CA871A2D464A}"/>
          </ac:graphicFrameMkLst>
        </pc:graphicFrameChg>
      </pc:sldChg>
      <pc:sldChg chg="modSp mod">
        <pc:chgData name="Kanduru, Raghava" userId="cf8c09de-c40c-47a2-971b-c612c06e0906" providerId="ADAL" clId="{4C56122D-C267-4AA5-B2AB-CAAC7D036D6C}" dt="2024-06-05T17:34:27.931" v="428" actId="313"/>
        <pc:sldMkLst>
          <pc:docMk/>
          <pc:sldMk cId="2815566877" sldId="2076137832"/>
        </pc:sldMkLst>
        <pc:spChg chg="mod">
          <ac:chgData name="Kanduru, Raghava" userId="cf8c09de-c40c-47a2-971b-c612c06e0906" providerId="ADAL" clId="{4C56122D-C267-4AA5-B2AB-CAAC7D036D6C}" dt="2024-06-05T17:34:27.931" v="428" actId="313"/>
          <ac:spMkLst>
            <pc:docMk/>
            <pc:sldMk cId="2815566877" sldId="2076137832"/>
            <ac:spMk id="3" creationId="{155FCA84-4387-498D-8202-97BC1B4142D0}"/>
          </ac:spMkLst>
        </pc:spChg>
      </pc:sldChg>
      <pc:sldChg chg="modSp mod">
        <pc:chgData name="Kanduru, Raghava" userId="cf8c09de-c40c-47a2-971b-c612c06e0906" providerId="ADAL" clId="{4C56122D-C267-4AA5-B2AB-CAAC7D036D6C}" dt="2024-06-05T17:41:09.033" v="492" actId="313"/>
        <pc:sldMkLst>
          <pc:docMk/>
          <pc:sldMk cId="199444538" sldId="2141412308"/>
        </pc:sldMkLst>
        <pc:spChg chg="mod">
          <ac:chgData name="Kanduru, Raghava" userId="cf8c09de-c40c-47a2-971b-c612c06e0906" providerId="ADAL" clId="{4C56122D-C267-4AA5-B2AB-CAAC7D036D6C}" dt="2024-06-05T17:41:09.033" v="492" actId="313"/>
          <ac:spMkLst>
            <pc:docMk/>
            <pc:sldMk cId="199444538" sldId="2141412308"/>
            <ac:spMk id="5" creationId="{ABF9F3CD-AA3F-4507-9769-2810EA11C225}"/>
          </ac:spMkLst>
        </pc:spChg>
      </pc:sldChg>
      <pc:sldChg chg="addSp modSp mod">
        <pc:chgData name="Kanduru, Raghava" userId="cf8c09de-c40c-47a2-971b-c612c06e0906" providerId="ADAL" clId="{4C56122D-C267-4AA5-B2AB-CAAC7D036D6C}" dt="2024-06-06T04:44:42.623" v="522" actId="20577"/>
        <pc:sldMkLst>
          <pc:docMk/>
          <pc:sldMk cId="2377744435" sldId="2141412313"/>
        </pc:sldMkLst>
        <pc:spChg chg="add mod">
          <ac:chgData name="Kanduru, Raghava" userId="cf8c09de-c40c-47a2-971b-c612c06e0906" providerId="ADAL" clId="{4C56122D-C267-4AA5-B2AB-CAAC7D036D6C}" dt="2024-06-06T04:44:29.672" v="521" actId="33524"/>
          <ac:spMkLst>
            <pc:docMk/>
            <pc:sldMk cId="2377744435" sldId="2141412313"/>
            <ac:spMk id="6" creationId="{01849744-D068-2C37-3877-5FC78DFF8767}"/>
          </ac:spMkLst>
        </pc:spChg>
        <pc:spChg chg="mod">
          <ac:chgData name="Kanduru, Raghava" userId="cf8c09de-c40c-47a2-971b-c612c06e0906" providerId="ADAL" clId="{4C56122D-C267-4AA5-B2AB-CAAC7D036D6C}" dt="2024-06-05T17:37:50.550" v="461" actId="313"/>
          <ac:spMkLst>
            <pc:docMk/>
            <pc:sldMk cId="2377744435" sldId="2141412313"/>
            <ac:spMk id="53" creationId="{EC0C2A1E-791A-4676-94BB-450CD8E94C6C}"/>
          </ac:spMkLst>
        </pc:spChg>
        <pc:spChg chg="mod">
          <ac:chgData name="Kanduru, Raghava" userId="cf8c09de-c40c-47a2-971b-c612c06e0906" providerId="ADAL" clId="{4C56122D-C267-4AA5-B2AB-CAAC7D036D6C}" dt="2024-06-06T04:44:42.623" v="522" actId="20577"/>
          <ac:spMkLst>
            <pc:docMk/>
            <pc:sldMk cId="2377744435" sldId="2141412313"/>
            <ac:spMk id="55" creationId="{92A95930-3900-4E10-8AD6-AC417B7A1DA0}"/>
          </ac:spMkLst>
        </pc:spChg>
      </pc:sldChg>
      <pc:sldChg chg="modSp mod">
        <pc:chgData name="Kanduru, Raghava" userId="cf8c09de-c40c-47a2-971b-c612c06e0906" providerId="ADAL" clId="{4C56122D-C267-4AA5-B2AB-CAAC7D036D6C}" dt="2024-06-05T17:41:21.453" v="495" actId="313"/>
        <pc:sldMkLst>
          <pc:docMk/>
          <pc:sldMk cId="4268486508" sldId="2141412314"/>
        </pc:sldMkLst>
        <pc:spChg chg="mod">
          <ac:chgData name="Kanduru, Raghava" userId="cf8c09de-c40c-47a2-971b-c612c06e0906" providerId="ADAL" clId="{4C56122D-C267-4AA5-B2AB-CAAC7D036D6C}" dt="2024-06-05T17:41:18.142" v="493" actId="313"/>
          <ac:spMkLst>
            <pc:docMk/>
            <pc:sldMk cId="4268486508" sldId="2141412314"/>
            <ac:spMk id="4" creationId="{2321A9E0-221C-4358-B2C7-BB322FBD777F}"/>
          </ac:spMkLst>
        </pc:spChg>
        <pc:spChg chg="mod">
          <ac:chgData name="Kanduru, Raghava" userId="cf8c09de-c40c-47a2-971b-c612c06e0906" providerId="ADAL" clId="{4C56122D-C267-4AA5-B2AB-CAAC7D036D6C}" dt="2024-06-05T17:41:19.486" v="494" actId="313"/>
          <ac:spMkLst>
            <pc:docMk/>
            <pc:sldMk cId="4268486508" sldId="2141412314"/>
            <ac:spMk id="51" creationId="{36CCF0BC-FA73-489E-92B7-F27488F8431A}"/>
          </ac:spMkLst>
        </pc:spChg>
        <pc:spChg chg="mod">
          <ac:chgData name="Kanduru, Raghava" userId="cf8c09de-c40c-47a2-971b-c612c06e0906" providerId="ADAL" clId="{4C56122D-C267-4AA5-B2AB-CAAC7D036D6C}" dt="2024-06-05T17:41:21.453" v="495" actId="313"/>
          <ac:spMkLst>
            <pc:docMk/>
            <pc:sldMk cId="4268486508" sldId="2141412314"/>
            <ac:spMk id="53" creationId="{EC0C2A1E-791A-4676-94BB-450CD8E94C6C}"/>
          </ac:spMkLst>
        </pc:spChg>
      </pc:sldChg>
      <pc:sldChg chg="modSp mod">
        <pc:chgData name="Kanduru, Raghava" userId="cf8c09de-c40c-47a2-971b-c612c06e0906" providerId="ADAL" clId="{4C56122D-C267-4AA5-B2AB-CAAC7D036D6C}" dt="2024-06-05T17:41:50.070" v="507" actId="313"/>
        <pc:sldMkLst>
          <pc:docMk/>
          <pc:sldMk cId="1754236133" sldId="2141412320"/>
        </pc:sldMkLst>
        <pc:spChg chg="mod">
          <ac:chgData name="Kanduru, Raghava" userId="cf8c09de-c40c-47a2-971b-c612c06e0906" providerId="ADAL" clId="{4C56122D-C267-4AA5-B2AB-CAAC7D036D6C}" dt="2024-06-05T17:41:41.944" v="502" actId="313"/>
          <ac:spMkLst>
            <pc:docMk/>
            <pc:sldMk cId="1754236133" sldId="2141412320"/>
            <ac:spMk id="10" creationId="{90CD1261-F78D-45F4-84D7-609CE97DDA20}"/>
          </ac:spMkLst>
        </pc:spChg>
        <pc:spChg chg="mod">
          <ac:chgData name="Kanduru, Raghava" userId="cf8c09de-c40c-47a2-971b-c612c06e0906" providerId="ADAL" clId="{4C56122D-C267-4AA5-B2AB-CAAC7D036D6C}" dt="2024-06-05T17:41:45.586" v="503" actId="313"/>
          <ac:spMkLst>
            <pc:docMk/>
            <pc:sldMk cId="1754236133" sldId="2141412320"/>
            <ac:spMk id="42" creationId="{2C73AB5A-1D7B-48E8-8925-50E92522ED50}"/>
          </ac:spMkLst>
        </pc:spChg>
        <pc:spChg chg="mod">
          <ac:chgData name="Kanduru, Raghava" userId="cf8c09de-c40c-47a2-971b-c612c06e0906" providerId="ADAL" clId="{4C56122D-C267-4AA5-B2AB-CAAC7D036D6C}" dt="2024-06-05T17:41:46.634" v="504" actId="313"/>
          <ac:spMkLst>
            <pc:docMk/>
            <pc:sldMk cId="1754236133" sldId="2141412320"/>
            <ac:spMk id="43" creationId="{9DCFA583-BDA3-44C3-B2F5-DCEF3D29F503}"/>
          </ac:spMkLst>
        </pc:spChg>
        <pc:spChg chg="mod">
          <ac:chgData name="Kanduru, Raghava" userId="cf8c09de-c40c-47a2-971b-c612c06e0906" providerId="ADAL" clId="{4C56122D-C267-4AA5-B2AB-CAAC7D036D6C}" dt="2024-06-05T17:41:47.795" v="505" actId="313"/>
          <ac:spMkLst>
            <pc:docMk/>
            <pc:sldMk cId="1754236133" sldId="2141412320"/>
            <ac:spMk id="44" creationId="{EE863DC6-6693-4BEE-B851-5FC67115CC0A}"/>
          </ac:spMkLst>
        </pc:spChg>
        <pc:spChg chg="mod">
          <ac:chgData name="Kanduru, Raghava" userId="cf8c09de-c40c-47a2-971b-c612c06e0906" providerId="ADAL" clId="{4C56122D-C267-4AA5-B2AB-CAAC7D036D6C}" dt="2024-06-05T17:41:49.003" v="506" actId="313"/>
          <ac:spMkLst>
            <pc:docMk/>
            <pc:sldMk cId="1754236133" sldId="2141412320"/>
            <ac:spMk id="45" creationId="{E54521F5-5C8C-4B55-9633-5B242ACC99A7}"/>
          </ac:spMkLst>
        </pc:spChg>
        <pc:spChg chg="mod">
          <ac:chgData name="Kanduru, Raghava" userId="cf8c09de-c40c-47a2-971b-c612c06e0906" providerId="ADAL" clId="{4C56122D-C267-4AA5-B2AB-CAAC7D036D6C}" dt="2024-06-05T17:41:50.070" v="507" actId="313"/>
          <ac:spMkLst>
            <pc:docMk/>
            <pc:sldMk cId="1754236133" sldId="2141412320"/>
            <ac:spMk id="47" creationId="{E4746BB3-3B64-4D62-918E-F949F6C0A08A}"/>
          </ac:spMkLst>
        </pc:spChg>
      </pc:sldChg>
      <pc:sldChg chg="modSp mod">
        <pc:chgData name="Kanduru, Raghava" userId="cf8c09de-c40c-47a2-971b-c612c06e0906" providerId="ADAL" clId="{4C56122D-C267-4AA5-B2AB-CAAC7D036D6C}" dt="2024-06-05T17:41:04.623" v="491" actId="313"/>
        <pc:sldMkLst>
          <pc:docMk/>
          <pc:sldMk cId="3414426561" sldId="2141412321"/>
        </pc:sldMkLst>
        <pc:graphicFrameChg chg="modGraphic">
          <ac:chgData name="Kanduru, Raghava" userId="cf8c09de-c40c-47a2-971b-c612c06e0906" providerId="ADAL" clId="{4C56122D-C267-4AA5-B2AB-CAAC7D036D6C}" dt="2024-06-05T17:41:04.623" v="491" actId="313"/>
          <ac:graphicFrameMkLst>
            <pc:docMk/>
            <pc:sldMk cId="3414426561" sldId="2141412321"/>
            <ac:graphicFrameMk id="3" creationId="{91A6E857-1EF2-486C-A171-821E92D3D2A3}"/>
          </ac:graphicFrameMkLst>
        </pc:graphicFrameChg>
      </pc:sldChg>
      <pc:sldChg chg="modSp mod">
        <pc:chgData name="Kanduru, Raghava" userId="cf8c09de-c40c-47a2-971b-c612c06e0906" providerId="ADAL" clId="{4C56122D-C267-4AA5-B2AB-CAAC7D036D6C}" dt="2024-06-05T17:37:47.374" v="460" actId="313"/>
        <pc:sldMkLst>
          <pc:docMk/>
          <pc:sldMk cId="1881052012" sldId="2141412324"/>
        </pc:sldMkLst>
        <pc:graphicFrameChg chg="modGraphic">
          <ac:chgData name="Kanduru, Raghava" userId="cf8c09de-c40c-47a2-971b-c612c06e0906" providerId="ADAL" clId="{4C56122D-C267-4AA5-B2AB-CAAC7D036D6C}" dt="2024-06-05T17:37:47.374" v="460" actId="313"/>
          <ac:graphicFrameMkLst>
            <pc:docMk/>
            <pc:sldMk cId="1881052012" sldId="2141412324"/>
            <ac:graphicFrameMk id="3" creationId="{91A6E857-1EF2-486C-A171-821E92D3D2A3}"/>
          </ac:graphicFrameMkLst>
        </pc:graphicFrameChg>
      </pc:sldChg>
      <pc:sldChg chg="modSp mod">
        <pc:chgData name="Kanduru, Raghava" userId="cf8c09de-c40c-47a2-971b-c612c06e0906" providerId="ADAL" clId="{4C56122D-C267-4AA5-B2AB-CAAC7D036D6C}" dt="2024-06-05T17:42:00.873" v="511" actId="313"/>
        <pc:sldMkLst>
          <pc:docMk/>
          <pc:sldMk cId="2075032058" sldId="2141412334"/>
        </pc:sldMkLst>
        <pc:spChg chg="mod">
          <ac:chgData name="Kanduru, Raghava" userId="cf8c09de-c40c-47a2-971b-c612c06e0906" providerId="ADAL" clId="{4C56122D-C267-4AA5-B2AB-CAAC7D036D6C}" dt="2024-06-05T17:39:38.869" v="481" actId="313"/>
          <ac:spMkLst>
            <pc:docMk/>
            <pc:sldMk cId="2075032058" sldId="2141412334"/>
            <ac:spMk id="5" creationId="{7D0E4BD8-BE23-492A-BBB8-B96FF0716E0D}"/>
          </ac:spMkLst>
        </pc:spChg>
        <pc:graphicFrameChg chg="mod">
          <ac:chgData name="Kanduru, Raghava" userId="cf8c09de-c40c-47a2-971b-c612c06e0906" providerId="ADAL" clId="{4C56122D-C267-4AA5-B2AB-CAAC7D036D6C}" dt="2024-06-05T17:42:00.873" v="511" actId="313"/>
          <ac:graphicFrameMkLst>
            <pc:docMk/>
            <pc:sldMk cId="2075032058" sldId="2141412334"/>
            <ac:graphicFrameMk id="4" creationId="{B10DAC52-42A1-42F3-9DE7-D08C6FF1A103}"/>
          </ac:graphicFrameMkLst>
        </pc:graphicFrameChg>
      </pc:sldChg>
      <pc:sldChg chg="modSp mod">
        <pc:chgData name="Kanduru, Raghava" userId="cf8c09de-c40c-47a2-971b-c612c06e0906" providerId="ADAL" clId="{4C56122D-C267-4AA5-B2AB-CAAC7D036D6C}" dt="2024-06-05T17:40:57.480" v="488" actId="313"/>
        <pc:sldMkLst>
          <pc:docMk/>
          <pc:sldMk cId="2878614302" sldId="2147229685"/>
        </pc:sldMkLst>
        <pc:spChg chg="mod">
          <ac:chgData name="Kanduru, Raghava" userId="cf8c09de-c40c-47a2-971b-c612c06e0906" providerId="ADAL" clId="{4C56122D-C267-4AA5-B2AB-CAAC7D036D6C}" dt="2024-06-05T17:40:57.480" v="488" actId="313"/>
          <ac:spMkLst>
            <pc:docMk/>
            <pc:sldMk cId="2878614302" sldId="2147229685"/>
            <ac:spMk id="15" creationId="{834F62E9-EBF4-4CD6-B083-C5E0A5F7D910}"/>
          </ac:spMkLst>
        </pc:spChg>
      </pc:sldChg>
      <pc:sldChg chg="modSp mod">
        <pc:chgData name="Kanduru, Raghava" userId="cf8c09de-c40c-47a2-971b-c612c06e0906" providerId="ADAL" clId="{4C56122D-C267-4AA5-B2AB-CAAC7D036D6C}" dt="2024-06-05T17:35:48.195" v="443" actId="313"/>
        <pc:sldMkLst>
          <pc:docMk/>
          <pc:sldMk cId="1414742847" sldId="2147474160"/>
        </pc:sldMkLst>
        <pc:graphicFrameChg chg="modGraphic">
          <ac:chgData name="Kanduru, Raghava" userId="cf8c09de-c40c-47a2-971b-c612c06e0906" providerId="ADAL" clId="{4C56122D-C267-4AA5-B2AB-CAAC7D036D6C}" dt="2024-06-05T17:35:48.195" v="443" actId="313"/>
          <ac:graphicFrameMkLst>
            <pc:docMk/>
            <pc:sldMk cId="1414742847" sldId="2147474160"/>
            <ac:graphicFrameMk id="7" creationId="{1470A3E6-EED3-B469-6894-7ADF80D74BC2}"/>
          </ac:graphicFrameMkLst>
        </pc:graphicFrameChg>
      </pc:sldChg>
      <pc:sldChg chg="modSp mod">
        <pc:chgData name="Kanduru, Raghava" userId="cf8c09de-c40c-47a2-971b-c612c06e0906" providerId="ADAL" clId="{4C56122D-C267-4AA5-B2AB-CAAC7D036D6C}" dt="2024-06-05T17:35:45.753" v="442" actId="313"/>
        <pc:sldMkLst>
          <pc:docMk/>
          <pc:sldMk cId="885501633" sldId="2147474161"/>
        </pc:sldMkLst>
        <pc:graphicFrameChg chg="modGraphic">
          <ac:chgData name="Kanduru, Raghava" userId="cf8c09de-c40c-47a2-971b-c612c06e0906" providerId="ADAL" clId="{4C56122D-C267-4AA5-B2AB-CAAC7D036D6C}" dt="2024-06-05T17:35:45.753" v="442" actId="313"/>
          <ac:graphicFrameMkLst>
            <pc:docMk/>
            <pc:sldMk cId="885501633" sldId="2147474161"/>
            <ac:graphicFrameMk id="7" creationId="{F09AD3DE-54A7-DD92-2123-3432F75CB9A8}"/>
          </ac:graphicFrameMkLst>
        </pc:graphicFrameChg>
      </pc:sldChg>
      <pc:sldChg chg="modSp">
        <pc:chgData name="Kanduru, Raghava" userId="cf8c09de-c40c-47a2-971b-c612c06e0906" providerId="ADAL" clId="{4C56122D-C267-4AA5-B2AB-CAAC7D036D6C}" dt="2024-06-05T17:35:56.957" v="445" actId="313"/>
        <pc:sldMkLst>
          <pc:docMk/>
          <pc:sldMk cId="1322890075" sldId="2147474179"/>
        </pc:sldMkLst>
        <pc:graphicFrameChg chg="mod">
          <ac:chgData name="Kanduru, Raghava" userId="cf8c09de-c40c-47a2-971b-c612c06e0906" providerId="ADAL" clId="{4C56122D-C267-4AA5-B2AB-CAAC7D036D6C}" dt="2024-06-05T17:35:56.957" v="445" actId="313"/>
          <ac:graphicFrameMkLst>
            <pc:docMk/>
            <pc:sldMk cId="1322890075" sldId="2147474179"/>
            <ac:graphicFrameMk id="3" creationId="{2F44B11B-A71C-812C-B863-05CC98DFF384}"/>
          </ac:graphicFrameMkLst>
        </pc:graphicFrameChg>
      </pc:sldChg>
      <pc:sldChg chg="modSp mod">
        <pc:chgData name="Kanduru, Raghava" userId="cf8c09de-c40c-47a2-971b-c612c06e0906" providerId="ADAL" clId="{4C56122D-C267-4AA5-B2AB-CAAC7D036D6C}" dt="2024-06-05T17:40:49.577" v="484" actId="313"/>
        <pc:sldMkLst>
          <pc:docMk/>
          <pc:sldMk cId="1600209829" sldId="2147474180"/>
        </pc:sldMkLst>
        <pc:spChg chg="mod">
          <ac:chgData name="Kanduru, Raghava" userId="cf8c09de-c40c-47a2-971b-c612c06e0906" providerId="ADAL" clId="{4C56122D-C267-4AA5-B2AB-CAAC7D036D6C}" dt="2024-06-05T17:40:49.577" v="484" actId="313"/>
          <ac:spMkLst>
            <pc:docMk/>
            <pc:sldMk cId="1600209829" sldId="2147474180"/>
            <ac:spMk id="5" creationId="{D36196F6-A46C-D758-E63D-51D4959744B8}"/>
          </ac:spMkLst>
        </pc:spChg>
      </pc:sldChg>
      <pc:sldChg chg="modSp mod">
        <pc:chgData name="Kanduru, Raghava" userId="cf8c09de-c40c-47a2-971b-c612c06e0906" providerId="ADAL" clId="{4C56122D-C267-4AA5-B2AB-CAAC7D036D6C}" dt="2024-06-05T17:35:52.370" v="444" actId="313"/>
        <pc:sldMkLst>
          <pc:docMk/>
          <pc:sldMk cId="2644422550" sldId="2147474183"/>
        </pc:sldMkLst>
        <pc:graphicFrameChg chg="modGraphic">
          <ac:chgData name="Kanduru, Raghava" userId="cf8c09de-c40c-47a2-971b-c612c06e0906" providerId="ADAL" clId="{4C56122D-C267-4AA5-B2AB-CAAC7D036D6C}" dt="2024-06-05T17:35:52.370" v="444" actId="313"/>
          <ac:graphicFrameMkLst>
            <pc:docMk/>
            <pc:sldMk cId="2644422550" sldId="2147474183"/>
            <ac:graphicFrameMk id="4" creationId="{F708C304-FE42-4ADD-AC50-77DE33B73378}"/>
          </ac:graphicFrameMkLst>
        </pc:graphicFrameChg>
      </pc:sldChg>
      <pc:sldChg chg="modSp mod">
        <pc:chgData name="Kanduru, Raghava" userId="cf8c09de-c40c-47a2-971b-c612c06e0906" providerId="ADAL" clId="{4C56122D-C267-4AA5-B2AB-CAAC7D036D6C}" dt="2024-06-05T17:40:45.296" v="483" actId="313"/>
        <pc:sldMkLst>
          <pc:docMk/>
          <pc:sldMk cId="590396206" sldId="2147474186"/>
        </pc:sldMkLst>
        <pc:spChg chg="mod">
          <ac:chgData name="Kanduru, Raghava" userId="cf8c09de-c40c-47a2-971b-c612c06e0906" providerId="ADAL" clId="{4C56122D-C267-4AA5-B2AB-CAAC7D036D6C}" dt="2024-06-05T17:35:36.279" v="440" actId="313"/>
          <ac:spMkLst>
            <pc:docMk/>
            <pc:sldMk cId="590396206" sldId="2147474186"/>
            <ac:spMk id="2" creationId="{88C831B1-828F-E05F-B848-9448F9AD4D5E}"/>
          </ac:spMkLst>
        </pc:spChg>
        <pc:spChg chg="mod">
          <ac:chgData name="Kanduru, Raghava" userId="cf8c09de-c40c-47a2-971b-c612c06e0906" providerId="ADAL" clId="{4C56122D-C267-4AA5-B2AB-CAAC7D036D6C}" dt="2024-06-05T17:35:39.167" v="441" actId="313"/>
          <ac:spMkLst>
            <pc:docMk/>
            <pc:sldMk cId="590396206" sldId="2147474186"/>
            <ac:spMk id="3" creationId="{AFD1B015-EA31-5058-E509-16CDE420C07C}"/>
          </ac:spMkLst>
        </pc:spChg>
        <pc:spChg chg="mod">
          <ac:chgData name="Kanduru, Raghava" userId="cf8c09de-c40c-47a2-971b-c612c06e0906" providerId="ADAL" clId="{4C56122D-C267-4AA5-B2AB-CAAC7D036D6C}" dt="2024-06-05T17:40:45.296" v="483" actId="313"/>
          <ac:spMkLst>
            <pc:docMk/>
            <pc:sldMk cId="590396206" sldId="2147474186"/>
            <ac:spMk id="4" creationId="{0344F1EC-FF45-EC15-E89A-F13EDF8E73C4}"/>
          </ac:spMkLst>
        </pc:spChg>
        <pc:graphicFrameChg chg="mod">
          <ac:chgData name="Kanduru, Raghava" userId="cf8c09de-c40c-47a2-971b-c612c06e0906" providerId="ADAL" clId="{4C56122D-C267-4AA5-B2AB-CAAC7D036D6C}" dt="2024-06-05T17:35:32.556" v="439" actId="313"/>
          <ac:graphicFrameMkLst>
            <pc:docMk/>
            <pc:sldMk cId="590396206" sldId="2147474186"/>
            <ac:graphicFrameMk id="5" creationId="{C87CFD1B-3A84-DA77-0FFD-CCEEF703A9F8}"/>
          </ac:graphicFrameMkLst>
        </pc:graphicFrameChg>
      </pc:sldChg>
      <pc:sldChg chg="modSp mod">
        <pc:chgData name="Kanduru, Raghava" userId="cf8c09de-c40c-47a2-971b-c612c06e0906" providerId="ADAL" clId="{4C56122D-C267-4AA5-B2AB-CAAC7D036D6C}" dt="2024-06-05T17:40:55.748" v="487" actId="313"/>
        <pc:sldMkLst>
          <pc:docMk/>
          <pc:sldMk cId="4112435908" sldId="2147475721"/>
        </pc:sldMkLst>
        <pc:spChg chg="mod">
          <ac:chgData name="Kanduru, Raghava" userId="cf8c09de-c40c-47a2-971b-c612c06e0906" providerId="ADAL" clId="{4C56122D-C267-4AA5-B2AB-CAAC7D036D6C}" dt="2024-06-05T17:40:51.449" v="485" actId="313"/>
          <ac:spMkLst>
            <pc:docMk/>
            <pc:sldMk cId="4112435908" sldId="2147475721"/>
            <ac:spMk id="11" creationId="{9CD52457-6320-0ABD-9A29-173A47D5A2C5}"/>
          </ac:spMkLst>
        </pc:spChg>
        <pc:spChg chg="mod">
          <ac:chgData name="Kanduru, Raghava" userId="cf8c09de-c40c-47a2-971b-c612c06e0906" providerId="ADAL" clId="{4C56122D-C267-4AA5-B2AB-CAAC7D036D6C}" dt="2024-06-05T17:40:55.748" v="487" actId="313"/>
          <ac:spMkLst>
            <pc:docMk/>
            <pc:sldMk cId="4112435908" sldId="2147475721"/>
            <ac:spMk id="53" creationId="{E65706E5-6946-4C8C-FD20-8F273602B74D}"/>
          </ac:spMkLst>
        </pc:spChg>
      </pc:sldChg>
      <pc:sldChg chg="modSp mod">
        <pc:chgData name="Kanduru, Raghava" userId="cf8c09de-c40c-47a2-971b-c612c06e0906" providerId="ADAL" clId="{4C56122D-C267-4AA5-B2AB-CAAC7D036D6C}" dt="2024-06-05T17:41:39.761" v="501" actId="313"/>
        <pc:sldMkLst>
          <pc:docMk/>
          <pc:sldMk cId="3460164977" sldId="2147475789"/>
        </pc:sldMkLst>
        <pc:spChg chg="mod">
          <ac:chgData name="Kanduru, Raghava" userId="cf8c09de-c40c-47a2-971b-c612c06e0906" providerId="ADAL" clId="{4C56122D-C267-4AA5-B2AB-CAAC7D036D6C}" dt="2024-06-05T17:41:35.718" v="500" actId="313"/>
          <ac:spMkLst>
            <pc:docMk/>
            <pc:sldMk cId="3460164977" sldId="2147475789"/>
            <ac:spMk id="895" creationId="{7EF9E9C2-1C4A-F8BC-CBDE-B7CA40BCF6F3}"/>
          </ac:spMkLst>
        </pc:spChg>
        <pc:spChg chg="mod">
          <ac:chgData name="Kanduru, Raghava" userId="cf8c09de-c40c-47a2-971b-c612c06e0906" providerId="ADAL" clId="{4C56122D-C267-4AA5-B2AB-CAAC7D036D6C}" dt="2024-06-05T17:41:39.761" v="501" actId="313"/>
          <ac:spMkLst>
            <pc:docMk/>
            <pc:sldMk cId="3460164977" sldId="2147475789"/>
            <ac:spMk id="899" creationId="{4E486DD8-0E44-9816-0981-43F7F37965C6}"/>
          </ac:spMkLst>
        </pc:spChg>
      </pc:sldChg>
      <pc:sldChg chg="mod ord modShow">
        <pc:chgData name="Kanduru, Raghava" userId="cf8c09de-c40c-47a2-971b-c612c06e0906" providerId="ADAL" clId="{4C56122D-C267-4AA5-B2AB-CAAC7D036D6C}" dt="2024-06-06T07:37:27.933" v="1021"/>
        <pc:sldMkLst>
          <pc:docMk/>
          <pc:sldMk cId="982538659" sldId="2147475797"/>
        </pc:sldMkLst>
      </pc:sldChg>
      <pc:sldChg chg="addSp delSp modSp add mod">
        <pc:chgData name="Kanduru, Raghava" userId="cf8c09de-c40c-47a2-971b-c612c06e0906" providerId="ADAL" clId="{4C56122D-C267-4AA5-B2AB-CAAC7D036D6C}" dt="2024-06-06T05:28:33.736" v="531" actId="20577"/>
        <pc:sldMkLst>
          <pc:docMk/>
          <pc:sldMk cId="2957828277" sldId="2147475800"/>
        </pc:sldMkLst>
        <pc:spChg chg="add del mod">
          <ac:chgData name="Kanduru, Raghava" userId="cf8c09de-c40c-47a2-971b-c612c06e0906" providerId="ADAL" clId="{4C56122D-C267-4AA5-B2AB-CAAC7D036D6C}" dt="2024-06-06T04:52:49.048" v="523" actId="478"/>
          <ac:spMkLst>
            <pc:docMk/>
            <pc:sldMk cId="2957828277" sldId="2147475800"/>
            <ac:spMk id="2" creationId="{2A19AF7F-F83F-A06A-2A4A-987BB53C589C}"/>
          </ac:spMkLst>
        </pc:spChg>
        <pc:spChg chg="mod">
          <ac:chgData name="Kanduru, Raghava" userId="cf8c09de-c40c-47a2-971b-c612c06e0906" providerId="ADAL" clId="{4C56122D-C267-4AA5-B2AB-CAAC7D036D6C}" dt="2024-06-05T14:07:18.887" v="21" actId="20577"/>
          <ac:spMkLst>
            <pc:docMk/>
            <pc:sldMk cId="2957828277" sldId="2147475800"/>
            <ac:spMk id="3" creationId="{2AF865AE-0F78-49F3-A0CB-D4F57A104432}"/>
          </ac:spMkLst>
        </pc:spChg>
        <pc:spChg chg="add del mod">
          <ac:chgData name="Kanduru, Raghava" userId="cf8c09de-c40c-47a2-971b-c612c06e0906" providerId="ADAL" clId="{4C56122D-C267-4AA5-B2AB-CAAC7D036D6C}" dt="2024-06-06T04:52:49.048" v="523" actId="478"/>
          <ac:spMkLst>
            <pc:docMk/>
            <pc:sldMk cId="2957828277" sldId="2147475800"/>
            <ac:spMk id="4" creationId="{E4950E31-47BC-CF53-A896-7394A76AE365}"/>
          </ac:spMkLst>
        </pc:spChg>
        <pc:spChg chg="add del mod">
          <ac:chgData name="Kanduru, Raghava" userId="cf8c09de-c40c-47a2-971b-c612c06e0906" providerId="ADAL" clId="{4C56122D-C267-4AA5-B2AB-CAAC7D036D6C}" dt="2024-06-06T04:52:49.048" v="523" actId="478"/>
          <ac:spMkLst>
            <pc:docMk/>
            <pc:sldMk cId="2957828277" sldId="2147475800"/>
            <ac:spMk id="5" creationId="{F1F3E00D-FA19-295D-9F55-C5D3954E226B}"/>
          </ac:spMkLst>
        </pc:spChg>
        <pc:spChg chg="add del mod">
          <ac:chgData name="Kanduru, Raghava" userId="cf8c09de-c40c-47a2-971b-c612c06e0906" providerId="ADAL" clId="{4C56122D-C267-4AA5-B2AB-CAAC7D036D6C}" dt="2024-06-06T04:52:49.048" v="523" actId="478"/>
          <ac:spMkLst>
            <pc:docMk/>
            <pc:sldMk cId="2957828277" sldId="2147475800"/>
            <ac:spMk id="7" creationId="{10E67784-4E0C-B735-B3E8-7F5C2A59E375}"/>
          </ac:spMkLst>
        </pc:spChg>
        <pc:spChg chg="add del mod">
          <ac:chgData name="Kanduru, Raghava" userId="cf8c09de-c40c-47a2-971b-c612c06e0906" providerId="ADAL" clId="{4C56122D-C267-4AA5-B2AB-CAAC7D036D6C}" dt="2024-06-06T04:52:49.048" v="523" actId="478"/>
          <ac:spMkLst>
            <pc:docMk/>
            <pc:sldMk cId="2957828277" sldId="2147475800"/>
            <ac:spMk id="8" creationId="{76105572-206D-193E-650D-8153CE3B66DB}"/>
          </ac:spMkLst>
        </pc:spChg>
        <pc:spChg chg="mod">
          <ac:chgData name="Kanduru, Raghava" userId="cf8c09de-c40c-47a2-971b-c612c06e0906" providerId="ADAL" clId="{4C56122D-C267-4AA5-B2AB-CAAC7D036D6C}" dt="2024-06-05T14:15:12.206" v="42" actId="1076"/>
          <ac:spMkLst>
            <pc:docMk/>
            <pc:sldMk cId="2957828277" sldId="2147475800"/>
            <ac:spMk id="11" creationId="{1ABD3BB6-B5BF-DFD5-2BED-AA946C3CF916}"/>
          </ac:spMkLst>
        </pc:spChg>
        <pc:spChg chg="mod">
          <ac:chgData name="Kanduru, Raghava" userId="cf8c09de-c40c-47a2-971b-c612c06e0906" providerId="ADAL" clId="{4C56122D-C267-4AA5-B2AB-CAAC7D036D6C}" dt="2024-06-05T14:15:12.206" v="42" actId="1076"/>
          <ac:spMkLst>
            <pc:docMk/>
            <pc:sldMk cId="2957828277" sldId="2147475800"/>
            <ac:spMk id="12" creationId="{7F3DCA97-40E4-56FC-2A60-A752A01670AE}"/>
          </ac:spMkLst>
        </pc:spChg>
        <pc:spChg chg="add del mod">
          <ac:chgData name="Kanduru, Raghava" userId="cf8c09de-c40c-47a2-971b-c612c06e0906" providerId="ADAL" clId="{4C56122D-C267-4AA5-B2AB-CAAC7D036D6C}" dt="2024-06-06T04:52:49.048" v="523" actId="478"/>
          <ac:spMkLst>
            <pc:docMk/>
            <pc:sldMk cId="2957828277" sldId="2147475800"/>
            <ac:spMk id="13" creationId="{EF32E2B7-72F2-0B68-A4D2-5124514E1365}"/>
          </ac:spMkLst>
        </pc:spChg>
        <pc:spChg chg="add del mod">
          <ac:chgData name="Kanduru, Raghava" userId="cf8c09de-c40c-47a2-971b-c612c06e0906" providerId="ADAL" clId="{4C56122D-C267-4AA5-B2AB-CAAC7D036D6C}" dt="2024-06-06T04:52:49.048" v="523" actId="478"/>
          <ac:spMkLst>
            <pc:docMk/>
            <pc:sldMk cId="2957828277" sldId="2147475800"/>
            <ac:spMk id="14" creationId="{4CB31863-A3E0-B28F-6B75-8701ABF5D559}"/>
          </ac:spMkLst>
        </pc:spChg>
        <pc:spChg chg="add del mod">
          <ac:chgData name="Kanduru, Raghava" userId="cf8c09de-c40c-47a2-971b-c612c06e0906" providerId="ADAL" clId="{4C56122D-C267-4AA5-B2AB-CAAC7D036D6C}" dt="2024-06-06T04:52:49.048" v="523" actId="478"/>
          <ac:spMkLst>
            <pc:docMk/>
            <pc:sldMk cId="2957828277" sldId="2147475800"/>
            <ac:spMk id="15" creationId="{67DB161F-A65E-DDCD-785C-7ED42BF6074A}"/>
          </ac:spMkLst>
        </pc:spChg>
        <pc:spChg chg="del">
          <ac:chgData name="Kanduru, Raghava" userId="cf8c09de-c40c-47a2-971b-c612c06e0906" providerId="ADAL" clId="{4C56122D-C267-4AA5-B2AB-CAAC7D036D6C}" dt="2024-06-05T14:07:25.384" v="22" actId="478"/>
          <ac:spMkLst>
            <pc:docMk/>
            <pc:sldMk cId="2957828277" sldId="2147475800"/>
            <ac:spMk id="16" creationId="{DA2CD3A9-F886-BE92-3054-47578B43895A}"/>
          </ac:spMkLst>
        </pc:spChg>
        <pc:spChg chg="del">
          <ac:chgData name="Kanduru, Raghava" userId="cf8c09de-c40c-47a2-971b-c612c06e0906" providerId="ADAL" clId="{4C56122D-C267-4AA5-B2AB-CAAC7D036D6C}" dt="2024-06-05T14:07:25.384" v="22" actId="478"/>
          <ac:spMkLst>
            <pc:docMk/>
            <pc:sldMk cId="2957828277" sldId="2147475800"/>
            <ac:spMk id="17" creationId="{10F72F29-DBF6-2394-68A5-183CB5AD2624}"/>
          </ac:spMkLst>
        </pc:spChg>
        <pc:spChg chg="add del mod">
          <ac:chgData name="Kanduru, Raghava" userId="cf8c09de-c40c-47a2-971b-c612c06e0906" providerId="ADAL" clId="{4C56122D-C267-4AA5-B2AB-CAAC7D036D6C}" dt="2024-06-06T04:52:49.048" v="523" actId="478"/>
          <ac:spMkLst>
            <pc:docMk/>
            <pc:sldMk cId="2957828277" sldId="2147475800"/>
            <ac:spMk id="18" creationId="{2F9EF20E-C69B-8AED-7BE3-9E5DC63706CE}"/>
          </ac:spMkLst>
        </pc:spChg>
        <pc:spChg chg="add del mod">
          <ac:chgData name="Kanduru, Raghava" userId="cf8c09de-c40c-47a2-971b-c612c06e0906" providerId="ADAL" clId="{4C56122D-C267-4AA5-B2AB-CAAC7D036D6C}" dt="2024-06-06T04:52:49.048" v="523" actId="478"/>
          <ac:spMkLst>
            <pc:docMk/>
            <pc:sldMk cId="2957828277" sldId="2147475800"/>
            <ac:spMk id="19" creationId="{DDF7AECC-6B04-43A3-28A9-B9DE5A539796}"/>
          </ac:spMkLst>
        </pc:spChg>
        <pc:spChg chg="add del mod">
          <ac:chgData name="Kanduru, Raghava" userId="cf8c09de-c40c-47a2-971b-c612c06e0906" providerId="ADAL" clId="{4C56122D-C267-4AA5-B2AB-CAAC7D036D6C}" dt="2024-06-06T04:52:49.048" v="523" actId="478"/>
          <ac:spMkLst>
            <pc:docMk/>
            <pc:sldMk cId="2957828277" sldId="2147475800"/>
            <ac:spMk id="20" creationId="{B82A828D-BE74-6FB7-4141-FE88A5E11A80}"/>
          </ac:spMkLst>
        </pc:spChg>
        <pc:spChg chg="add del mod">
          <ac:chgData name="Kanduru, Raghava" userId="cf8c09de-c40c-47a2-971b-c612c06e0906" providerId="ADAL" clId="{4C56122D-C267-4AA5-B2AB-CAAC7D036D6C}" dt="2024-06-06T04:52:49.048" v="523" actId="478"/>
          <ac:spMkLst>
            <pc:docMk/>
            <pc:sldMk cId="2957828277" sldId="2147475800"/>
            <ac:spMk id="21" creationId="{F1B2D48A-1517-A05E-0D32-198FED3D4D7A}"/>
          </ac:spMkLst>
        </pc:spChg>
        <pc:spChg chg="del">
          <ac:chgData name="Kanduru, Raghava" userId="cf8c09de-c40c-47a2-971b-c612c06e0906" providerId="ADAL" clId="{4C56122D-C267-4AA5-B2AB-CAAC7D036D6C}" dt="2024-06-05T14:07:25.384" v="22" actId="478"/>
          <ac:spMkLst>
            <pc:docMk/>
            <pc:sldMk cId="2957828277" sldId="2147475800"/>
            <ac:spMk id="23" creationId="{19718FB8-A388-7CBA-6DAF-22D739FEB8CB}"/>
          </ac:spMkLst>
        </pc:spChg>
        <pc:spChg chg="add del mod">
          <ac:chgData name="Kanduru, Raghava" userId="cf8c09de-c40c-47a2-971b-c612c06e0906" providerId="ADAL" clId="{4C56122D-C267-4AA5-B2AB-CAAC7D036D6C}" dt="2024-06-06T04:52:49.048" v="523" actId="478"/>
          <ac:spMkLst>
            <pc:docMk/>
            <pc:sldMk cId="2957828277" sldId="2147475800"/>
            <ac:spMk id="24" creationId="{E90BF991-E242-05FB-D777-F4EE7B901E74}"/>
          </ac:spMkLst>
        </pc:spChg>
        <pc:spChg chg="del">
          <ac:chgData name="Kanduru, Raghava" userId="cf8c09de-c40c-47a2-971b-c612c06e0906" providerId="ADAL" clId="{4C56122D-C267-4AA5-B2AB-CAAC7D036D6C}" dt="2024-06-05T14:07:25.384" v="22" actId="478"/>
          <ac:spMkLst>
            <pc:docMk/>
            <pc:sldMk cId="2957828277" sldId="2147475800"/>
            <ac:spMk id="26" creationId="{811EF166-D4DC-931C-1543-5E5E4CC7E0B9}"/>
          </ac:spMkLst>
        </pc:spChg>
        <pc:spChg chg="add del mod">
          <ac:chgData name="Kanduru, Raghava" userId="cf8c09de-c40c-47a2-971b-c612c06e0906" providerId="ADAL" clId="{4C56122D-C267-4AA5-B2AB-CAAC7D036D6C}" dt="2024-06-06T04:52:49.048" v="523" actId="478"/>
          <ac:spMkLst>
            <pc:docMk/>
            <pc:sldMk cId="2957828277" sldId="2147475800"/>
            <ac:spMk id="27" creationId="{DDA18EEA-9739-2B8D-6DC3-8F4D1D25A89A}"/>
          </ac:spMkLst>
        </pc:spChg>
        <pc:spChg chg="add del mod">
          <ac:chgData name="Kanduru, Raghava" userId="cf8c09de-c40c-47a2-971b-c612c06e0906" providerId="ADAL" clId="{4C56122D-C267-4AA5-B2AB-CAAC7D036D6C}" dt="2024-06-06T04:52:49.048" v="523" actId="478"/>
          <ac:spMkLst>
            <pc:docMk/>
            <pc:sldMk cId="2957828277" sldId="2147475800"/>
            <ac:spMk id="29" creationId="{662B86EE-570B-640B-AA7D-DE4849F1E3E3}"/>
          </ac:spMkLst>
        </pc:spChg>
        <pc:spChg chg="add del mod">
          <ac:chgData name="Kanduru, Raghava" userId="cf8c09de-c40c-47a2-971b-c612c06e0906" providerId="ADAL" clId="{4C56122D-C267-4AA5-B2AB-CAAC7D036D6C}" dt="2024-06-06T04:52:49.048" v="523" actId="478"/>
          <ac:spMkLst>
            <pc:docMk/>
            <pc:sldMk cId="2957828277" sldId="2147475800"/>
            <ac:spMk id="30" creationId="{9E32E14E-C139-D3FB-8BC0-C3D4723F2796}"/>
          </ac:spMkLst>
        </pc:spChg>
        <pc:spChg chg="del">
          <ac:chgData name="Kanduru, Raghava" userId="cf8c09de-c40c-47a2-971b-c612c06e0906" providerId="ADAL" clId="{4C56122D-C267-4AA5-B2AB-CAAC7D036D6C}" dt="2024-06-05T14:07:25.384" v="22" actId="478"/>
          <ac:spMkLst>
            <pc:docMk/>
            <pc:sldMk cId="2957828277" sldId="2147475800"/>
            <ac:spMk id="31" creationId="{ED5A9685-9D80-3926-1251-7D68A778CD53}"/>
          </ac:spMkLst>
        </pc:spChg>
        <pc:spChg chg="add del mod">
          <ac:chgData name="Kanduru, Raghava" userId="cf8c09de-c40c-47a2-971b-c612c06e0906" providerId="ADAL" clId="{4C56122D-C267-4AA5-B2AB-CAAC7D036D6C}" dt="2024-06-06T04:52:49.048" v="523" actId="478"/>
          <ac:spMkLst>
            <pc:docMk/>
            <pc:sldMk cId="2957828277" sldId="2147475800"/>
            <ac:spMk id="33" creationId="{1180B0AC-D56B-404D-3C03-88831102B01E}"/>
          </ac:spMkLst>
        </pc:spChg>
        <pc:spChg chg="del">
          <ac:chgData name="Kanduru, Raghava" userId="cf8c09de-c40c-47a2-971b-c612c06e0906" providerId="ADAL" clId="{4C56122D-C267-4AA5-B2AB-CAAC7D036D6C}" dt="2024-06-05T14:07:25.384" v="22" actId="478"/>
          <ac:spMkLst>
            <pc:docMk/>
            <pc:sldMk cId="2957828277" sldId="2147475800"/>
            <ac:spMk id="34" creationId="{8EA7D47E-9A08-2FDD-4050-B9A0530BDCEA}"/>
          </ac:spMkLst>
        </pc:spChg>
        <pc:spChg chg="add del mod">
          <ac:chgData name="Kanduru, Raghava" userId="cf8c09de-c40c-47a2-971b-c612c06e0906" providerId="ADAL" clId="{4C56122D-C267-4AA5-B2AB-CAAC7D036D6C}" dt="2024-06-06T04:52:49.048" v="523" actId="478"/>
          <ac:spMkLst>
            <pc:docMk/>
            <pc:sldMk cId="2957828277" sldId="2147475800"/>
            <ac:spMk id="35" creationId="{065DCCBF-4309-AE3F-7122-682096D34B2B}"/>
          </ac:spMkLst>
        </pc:spChg>
        <pc:spChg chg="add del mod">
          <ac:chgData name="Kanduru, Raghava" userId="cf8c09de-c40c-47a2-971b-c612c06e0906" providerId="ADAL" clId="{4C56122D-C267-4AA5-B2AB-CAAC7D036D6C}" dt="2024-06-06T04:52:49.048" v="523" actId="478"/>
          <ac:spMkLst>
            <pc:docMk/>
            <pc:sldMk cId="2957828277" sldId="2147475800"/>
            <ac:spMk id="37" creationId="{545A8DC7-3C41-60FC-5305-78BCEFD429D5}"/>
          </ac:spMkLst>
        </pc:spChg>
        <pc:spChg chg="del">
          <ac:chgData name="Kanduru, Raghava" userId="cf8c09de-c40c-47a2-971b-c612c06e0906" providerId="ADAL" clId="{4C56122D-C267-4AA5-B2AB-CAAC7D036D6C}" dt="2024-06-05T14:07:25.384" v="22" actId="478"/>
          <ac:spMkLst>
            <pc:docMk/>
            <pc:sldMk cId="2957828277" sldId="2147475800"/>
            <ac:spMk id="39" creationId="{CB7B5346-8242-1EA4-FD1E-A05C15C694F2}"/>
          </ac:spMkLst>
        </pc:spChg>
        <pc:spChg chg="mod">
          <ac:chgData name="Kanduru, Raghava" userId="cf8c09de-c40c-47a2-971b-c612c06e0906" providerId="ADAL" clId="{4C56122D-C267-4AA5-B2AB-CAAC7D036D6C}" dt="2024-06-05T14:15:12.206" v="42" actId="1076"/>
          <ac:spMkLst>
            <pc:docMk/>
            <pc:sldMk cId="2957828277" sldId="2147475800"/>
            <ac:spMk id="42" creationId="{16FB6470-090C-52CE-DF7B-479335B96FA8}"/>
          </ac:spMkLst>
        </pc:spChg>
        <pc:spChg chg="mod">
          <ac:chgData name="Kanduru, Raghava" userId="cf8c09de-c40c-47a2-971b-c612c06e0906" providerId="ADAL" clId="{4C56122D-C267-4AA5-B2AB-CAAC7D036D6C}" dt="2024-06-05T14:15:12.206" v="42" actId="1076"/>
          <ac:spMkLst>
            <pc:docMk/>
            <pc:sldMk cId="2957828277" sldId="2147475800"/>
            <ac:spMk id="43" creationId="{FCC47BE6-0C84-7C34-16E8-BE645AC9D6F7}"/>
          </ac:spMkLst>
        </pc:spChg>
        <pc:spChg chg="del">
          <ac:chgData name="Kanduru, Raghava" userId="cf8c09de-c40c-47a2-971b-c612c06e0906" providerId="ADAL" clId="{4C56122D-C267-4AA5-B2AB-CAAC7D036D6C}" dt="2024-06-05T14:07:25.384" v="22" actId="478"/>
          <ac:spMkLst>
            <pc:docMk/>
            <pc:sldMk cId="2957828277" sldId="2147475800"/>
            <ac:spMk id="44" creationId="{980F3C88-B994-94DC-3FB2-7D1C65868F4C}"/>
          </ac:spMkLst>
        </pc:spChg>
        <pc:spChg chg="del">
          <ac:chgData name="Kanduru, Raghava" userId="cf8c09de-c40c-47a2-971b-c612c06e0906" providerId="ADAL" clId="{4C56122D-C267-4AA5-B2AB-CAAC7D036D6C}" dt="2024-06-05T14:07:25.384" v="22" actId="478"/>
          <ac:spMkLst>
            <pc:docMk/>
            <pc:sldMk cId="2957828277" sldId="2147475800"/>
            <ac:spMk id="46" creationId="{3DA69DCC-85C3-729A-D060-68D2FDE2138C}"/>
          </ac:spMkLst>
        </pc:spChg>
        <pc:spChg chg="del">
          <ac:chgData name="Kanduru, Raghava" userId="cf8c09de-c40c-47a2-971b-c612c06e0906" providerId="ADAL" clId="{4C56122D-C267-4AA5-B2AB-CAAC7D036D6C}" dt="2024-06-05T14:07:25.384" v="22" actId="478"/>
          <ac:spMkLst>
            <pc:docMk/>
            <pc:sldMk cId="2957828277" sldId="2147475800"/>
            <ac:spMk id="47" creationId="{BE049BEB-071C-21E2-E855-21C88E236726}"/>
          </ac:spMkLst>
        </pc:spChg>
        <pc:spChg chg="del">
          <ac:chgData name="Kanduru, Raghava" userId="cf8c09de-c40c-47a2-971b-c612c06e0906" providerId="ADAL" clId="{4C56122D-C267-4AA5-B2AB-CAAC7D036D6C}" dt="2024-06-05T14:07:25.384" v="22" actId="478"/>
          <ac:spMkLst>
            <pc:docMk/>
            <pc:sldMk cId="2957828277" sldId="2147475800"/>
            <ac:spMk id="48" creationId="{FDEEDC16-89F5-C9BC-D975-3B4C060F7975}"/>
          </ac:spMkLst>
        </pc:spChg>
        <pc:spChg chg="mod">
          <ac:chgData name="Kanduru, Raghava" userId="cf8c09de-c40c-47a2-971b-c612c06e0906" providerId="ADAL" clId="{4C56122D-C267-4AA5-B2AB-CAAC7D036D6C}" dt="2024-06-05T14:15:12.206" v="42" actId="1076"/>
          <ac:spMkLst>
            <pc:docMk/>
            <pc:sldMk cId="2957828277" sldId="2147475800"/>
            <ac:spMk id="49" creationId="{40BCD6B6-E7D6-B73D-ECE4-8BCF22B8E991}"/>
          </ac:spMkLst>
        </pc:spChg>
        <pc:spChg chg="del">
          <ac:chgData name="Kanduru, Raghava" userId="cf8c09de-c40c-47a2-971b-c612c06e0906" providerId="ADAL" clId="{4C56122D-C267-4AA5-B2AB-CAAC7D036D6C}" dt="2024-06-05T14:07:25.384" v="22" actId="478"/>
          <ac:spMkLst>
            <pc:docMk/>
            <pc:sldMk cId="2957828277" sldId="2147475800"/>
            <ac:spMk id="50" creationId="{94D20D2F-6DFA-A6A2-96D7-D0279D96BEFB}"/>
          </ac:spMkLst>
        </pc:spChg>
        <pc:spChg chg="mod">
          <ac:chgData name="Kanduru, Raghava" userId="cf8c09de-c40c-47a2-971b-c612c06e0906" providerId="ADAL" clId="{4C56122D-C267-4AA5-B2AB-CAAC7D036D6C}" dt="2024-06-05T14:15:12.206" v="42" actId="1076"/>
          <ac:spMkLst>
            <pc:docMk/>
            <pc:sldMk cId="2957828277" sldId="2147475800"/>
            <ac:spMk id="51" creationId="{696F86F9-D4D0-CE54-F63E-3F0F28C93107}"/>
          </ac:spMkLst>
        </pc:spChg>
        <pc:spChg chg="del">
          <ac:chgData name="Kanduru, Raghava" userId="cf8c09de-c40c-47a2-971b-c612c06e0906" providerId="ADAL" clId="{4C56122D-C267-4AA5-B2AB-CAAC7D036D6C}" dt="2024-06-05T14:07:25.384" v="22" actId="478"/>
          <ac:spMkLst>
            <pc:docMk/>
            <pc:sldMk cId="2957828277" sldId="2147475800"/>
            <ac:spMk id="53" creationId="{FBA4FE68-A515-EDCA-BC35-5913B7882425}"/>
          </ac:spMkLst>
        </pc:spChg>
        <pc:spChg chg="del">
          <ac:chgData name="Kanduru, Raghava" userId="cf8c09de-c40c-47a2-971b-c612c06e0906" providerId="ADAL" clId="{4C56122D-C267-4AA5-B2AB-CAAC7D036D6C}" dt="2024-06-05T14:07:25.384" v="22" actId="478"/>
          <ac:spMkLst>
            <pc:docMk/>
            <pc:sldMk cId="2957828277" sldId="2147475800"/>
            <ac:spMk id="54" creationId="{75990B78-7C97-7800-50E9-DB77C036164D}"/>
          </ac:spMkLst>
        </pc:spChg>
        <pc:spChg chg="del">
          <ac:chgData name="Kanduru, Raghava" userId="cf8c09de-c40c-47a2-971b-c612c06e0906" providerId="ADAL" clId="{4C56122D-C267-4AA5-B2AB-CAAC7D036D6C}" dt="2024-06-05T14:07:25.384" v="22" actId="478"/>
          <ac:spMkLst>
            <pc:docMk/>
            <pc:sldMk cId="2957828277" sldId="2147475800"/>
            <ac:spMk id="55" creationId="{3C4BC7F0-0E82-683B-478C-0B39A048E918}"/>
          </ac:spMkLst>
        </pc:spChg>
        <pc:spChg chg="del">
          <ac:chgData name="Kanduru, Raghava" userId="cf8c09de-c40c-47a2-971b-c612c06e0906" providerId="ADAL" clId="{4C56122D-C267-4AA5-B2AB-CAAC7D036D6C}" dt="2024-06-05T14:07:25.384" v="22" actId="478"/>
          <ac:spMkLst>
            <pc:docMk/>
            <pc:sldMk cId="2957828277" sldId="2147475800"/>
            <ac:spMk id="56" creationId="{93A12186-FC8C-958E-5428-4E4061CFA397}"/>
          </ac:spMkLst>
        </pc:spChg>
        <pc:spChg chg="mod">
          <ac:chgData name="Kanduru, Raghava" userId="cf8c09de-c40c-47a2-971b-c612c06e0906" providerId="ADAL" clId="{4C56122D-C267-4AA5-B2AB-CAAC7D036D6C}" dt="2024-06-05T14:15:12.206" v="42" actId="1076"/>
          <ac:spMkLst>
            <pc:docMk/>
            <pc:sldMk cId="2957828277" sldId="2147475800"/>
            <ac:spMk id="57" creationId="{EAD26FBA-1C91-4D18-1414-B3BF07AC2F3B}"/>
          </ac:spMkLst>
        </pc:spChg>
        <pc:spChg chg="mod">
          <ac:chgData name="Kanduru, Raghava" userId="cf8c09de-c40c-47a2-971b-c612c06e0906" providerId="ADAL" clId="{4C56122D-C267-4AA5-B2AB-CAAC7D036D6C}" dt="2024-06-05T14:15:12.206" v="42" actId="1076"/>
          <ac:spMkLst>
            <pc:docMk/>
            <pc:sldMk cId="2957828277" sldId="2147475800"/>
            <ac:spMk id="58" creationId="{C879996F-AA70-EDF9-89C4-D9D8C340EC6F}"/>
          </ac:spMkLst>
        </pc:spChg>
        <pc:spChg chg="mod">
          <ac:chgData name="Kanduru, Raghava" userId="cf8c09de-c40c-47a2-971b-c612c06e0906" providerId="ADAL" clId="{4C56122D-C267-4AA5-B2AB-CAAC7D036D6C}" dt="2024-06-05T14:15:12.206" v="42" actId="1076"/>
          <ac:spMkLst>
            <pc:docMk/>
            <pc:sldMk cId="2957828277" sldId="2147475800"/>
            <ac:spMk id="59" creationId="{C941D25C-95C1-CF95-03AC-33A31A735E96}"/>
          </ac:spMkLst>
        </pc:spChg>
        <pc:spChg chg="mod">
          <ac:chgData name="Kanduru, Raghava" userId="cf8c09de-c40c-47a2-971b-c612c06e0906" providerId="ADAL" clId="{4C56122D-C267-4AA5-B2AB-CAAC7D036D6C}" dt="2024-06-05T14:15:12.206" v="42" actId="1076"/>
          <ac:spMkLst>
            <pc:docMk/>
            <pc:sldMk cId="2957828277" sldId="2147475800"/>
            <ac:spMk id="60" creationId="{0BD69B8D-01D0-56BC-0F56-96AE53C220F2}"/>
          </ac:spMkLst>
        </pc:spChg>
        <pc:spChg chg="mod">
          <ac:chgData name="Kanduru, Raghava" userId="cf8c09de-c40c-47a2-971b-c612c06e0906" providerId="ADAL" clId="{4C56122D-C267-4AA5-B2AB-CAAC7D036D6C}" dt="2024-06-05T14:15:12.206" v="42" actId="1076"/>
          <ac:spMkLst>
            <pc:docMk/>
            <pc:sldMk cId="2957828277" sldId="2147475800"/>
            <ac:spMk id="61" creationId="{56072609-7B3F-1374-7644-FC445AF28A41}"/>
          </ac:spMkLst>
        </pc:spChg>
        <pc:spChg chg="mod">
          <ac:chgData name="Kanduru, Raghava" userId="cf8c09de-c40c-47a2-971b-c612c06e0906" providerId="ADAL" clId="{4C56122D-C267-4AA5-B2AB-CAAC7D036D6C}" dt="2024-06-05T14:15:12.206" v="42" actId="1076"/>
          <ac:spMkLst>
            <pc:docMk/>
            <pc:sldMk cId="2957828277" sldId="2147475800"/>
            <ac:spMk id="62" creationId="{BDEEB49F-5C3B-AECE-6C2B-69F5085C695C}"/>
          </ac:spMkLst>
        </pc:spChg>
        <pc:spChg chg="mod">
          <ac:chgData name="Kanduru, Raghava" userId="cf8c09de-c40c-47a2-971b-c612c06e0906" providerId="ADAL" clId="{4C56122D-C267-4AA5-B2AB-CAAC7D036D6C}" dt="2024-06-05T14:15:12.206" v="42" actId="1076"/>
          <ac:spMkLst>
            <pc:docMk/>
            <pc:sldMk cId="2957828277" sldId="2147475800"/>
            <ac:spMk id="63" creationId="{8564EB36-6CB9-B39E-FA82-D464F20DE62A}"/>
          </ac:spMkLst>
        </pc:spChg>
        <pc:spChg chg="mod">
          <ac:chgData name="Kanduru, Raghava" userId="cf8c09de-c40c-47a2-971b-c612c06e0906" providerId="ADAL" clId="{4C56122D-C267-4AA5-B2AB-CAAC7D036D6C}" dt="2024-06-05T14:15:12.206" v="42" actId="1076"/>
          <ac:spMkLst>
            <pc:docMk/>
            <pc:sldMk cId="2957828277" sldId="2147475800"/>
            <ac:spMk id="64" creationId="{4BB2F8FD-FFC5-4A48-3891-0EDAEC0FF4E1}"/>
          </ac:spMkLst>
        </pc:spChg>
        <pc:spChg chg="mod">
          <ac:chgData name="Kanduru, Raghava" userId="cf8c09de-c40c-47a2-971b-c612c06e0906" providerId="ADAL" clId="{4C56122D-C267-4AA5-B2AB-CAAC7D036D6C}" dt="2024-06-05T14:15:12.206" v="42" actId="1076"/>
          <ac:spMkLst>
            <pc:docMk/>
            <pc:sldMk cId="2957828277" sldId="2147475800"/>
            <ac:spMk id="65" creationId="{BB61055D-381E-6341-CD64-EF3E3F58F2FB}"/>
          </ac:spMkLst>
        </pc:spChg>
        <pc:spChg chg="mod">
          <ac:chgData name="Kanduru, Raghava" userId="cf8c09de-c40c-47a2-971b-c612c06e0906" providerId="ADAL" clId="{4C56122D-C267-4AA5-B2AB-CAAC7D036D6C}" dt="2024-06-05T14:15:12.206" v="42" actId="1076"/>
          <ac:spMkLst>
            <pc:docMk/>
            <pc:sldMk cId="2957828277" sldId="2147475800"/>
            <ac:spMk id="66" creationId="{FFD26242-B046-15AC-996C-E2C78778CC19}"/>
          </ac:spMkLst>
        </pc:spChg>
        <pc:spChg chg="mod">
          <ac:chgData name="Kanduru, Raghava" userId="cf8c09de-c40c-47a2-971b-c612c06e0906" providerId="ADAL" clId="{4C56122D-C267-4AA5-B2AB-CAAC7D036D6C}" dt="2024-06-05T14:15:12.206" v="42" actId="1076"/>
          <ac:spMkLst>
            <pc:docMk/>
            <pc:sldMk cId="2957828277" sldId="2147475800"/>
            <ac:spMk id="67" creationId="{E38408EE-D674-82E9-91A3-189E99F04B82}"/>
          </ac:spMkLst>
        </pc:spChg>
        <pc:spChg chg="mod">
          <ac:chgData name="Kanduru, Raghava" userId="cf8c09de-c40c-47a2-971b-c612c06e0906" providerId="ADAL" clId="{4C56122D-C267-4AA5-B2AB-CAAC7D036D6C}" dt="2024-06-05T14:15:12.206" v="42" actId="1076"/>
          <ac:spMkLst>
            <pc:docMk/>
            <pc:sldMk cId="2957828277" sldId="2147475800"/>
            <ac:spMk id="68" creationId="{FA18793C-31BF-9AA7-00BC-CBBE19B43A41}"/>
          </ac:spMkLst>
        </pc:spChg>
        <pc:spChg chg="add del mod">
          <ac:chgData name="Kanduru, Raghava" userId="cf8c09de-c40c-47a2-971b-c612c06e0906" providerId="ADAL" clId="{4C56122D-C267-4AA5-B2AB-CAAC7D036D6C}" dt="2024-06-06T04:52:49.048" v="523" actId="478"/>
          <ac:spMkLst>
            <pc:docMk/>
            <pc:sldMk cId="2957828277" sldId="2147475800"/>
            <ac:spMk id="69" creationId="{61FAA0D3-DD4E-3DAE-9685-626E31A05D8E}"/>
          </ac:spMkLst>
        </pc:spChg>
        <pc:spChg chg="add del mod">
          <ac:chgData name="Kanduru, Raghava" userId="cf8c09de-c40c-47a2-971b-c612c06e0906" providerId="ADAL" clId="{4C56122D-C267-4AA5-B2AB-CAAC7D036D6C}" dt="2024-06-05T14:15:28.956" v="46" actId="478"/>
          <ac:spMkLst>
            <pc:docMk/>
            <pc:sldMk cId="2957828277" sldId="2147475800"/>
            <ac:spMk id="71" creationId="{5A7CB24D-BD3D-788B-D24E-C2F993009551}"/>
          </ac:spMkLst>
        </pc:spChg>
        <pc:spChg chg="add del mod">
          <ac:chgData name="Kanduru, Raghava" userId="cf8c09de-c40c-47a2-971b-c612c06e0906" providerId="ADAL" clId="{4C56122D-C267-4AA5-B2AB-CAAC7D036D6C}" dt="2024-06-06T05:27:42.808" v="528" actId="478"/>
          <ac:spMkLst>
            <pc:docMk/>
            <pc:sldMk cId="2957828277" sldId="2147475800"/>
            <ac:spMk id="72" creationId="{4C81A672-E0AE-C28F-F8A9-424FB0996780}"/>
          </ac:spMkLst>
        </pc:spChg>
        <pc:spChg chg="add del mod">
          <ac:chgData name="Kanduru, Raghava" userId="cf8c09de-c40c-47a2-971b-c612c06e0906" providerId="ADAL" clId="{4C56122D-C267-4AA5-B2AB-CAAC7D036D6C}" dt="2024-06-06T05:27:42.808" v="528" actId="478"/>
          <ac:spMkLst>
            <pc:docMk/>
            <pc:sldMk cId="2957828277" sldId="2147475800"/>
            <ac:spMk id="73" creationId="{5BB1392C-DDD7-36C3-8AA7-8038FADB9DB2}"/>
          </ac:spMkLst>
        </pc:spChg>
        <pc:spChg chg="add mod">
          <ac:chgData name="Kanduru, Raghava" userId="cf8c09de-c40c-47a2-971b-c612c06e0906" providerId="ADAL" clId="{4C56122D-C267-4AA5-B2AB-CAAC7D036D6C}" dt="2024-06-06T05:28:33.736" v="531" actId="20577"/>
          <ac:spMkLst>
            <pc:docMk/>
            <pc:sldMk cId="2957828277" sldId="2147475800"/>
            <ac:spMk id="74" creationId="{B8F35326-3745-BD15-0F99-2EFB277E8EF9}"/>
          </ac:spMkLst>
        </pc:spChg>
        <pc:grpChg chg="add del mod">
          <ac:chgData name="Kanduru, Raghava" userId="cf8c09de-c40c-47a2-971b-c612c06e0906" providerId="ADAL" clId="{4C56122D-C267-4AA5-B2AB-CAAC7D036D6C}" dt="2024-06-06T04:52:49.048" v="523" actId="478"/>
          <ac:grpSpMkLst>
            <pc:docMk/>
            <pc:sldMk cId="2957828277" sldId="2147475800"/>
            <ac:grpSpMk id="10" creationId="{E0855547-F081-1E85-A1BD-0C96363CED6C}"/>
          </ac:grpSpMkLst>
        </pc:grpChg>
        <pc:grpChg chg="add del mod">
          <ac:chgData name="Kanduru, Raghava" userId="cf8c09de-c40c-47a2-971b-c612c06e0906" providerId="ADAL" clId="{4C56122D-C267-4AA5-B2AB-CAAC7D036D6C}" dt="2024-06-06T04:52:49.048" v="523" actId="478"/>
          <ac:grpSpMkLst>
            <pc:docMk/>
            <pc:sldMk cId="2957828277" sldId="2147475800"/>
            <ac:grpSpMk id="40" creationId="{5453119B-7B3A-D45F-6851-6EBBBF2703C7}"/>
          </ac:grpSpMkLst>
        </pc:grpChg>
        <pc:picChg chg="del">
          <ac:chgData name="Kanduru, Raghava" userId="cf8c09de-c40c-47a2-971b-c612c06e0906" providerId="ADAL" clId="{4C56122D-C267-4AA5-B2AB-CAAC7D036D6C}" dt="2024-06-05T14:07:25.384" v="22" actId="478"/>
          <ac:picMkLst>
            <pc:docMk/>
            <pc:sldMk cId="2957828277" sldId="2147475800"/>
            <ac:picMk id="22" creationId="{355F1750-401F-44A8-DB4A-FEE1156328A9}"/>
          </ac:picMkLst>
        </pc:picChg>
        <pc:picChg chg="del">
          <ac:chgData name="Kanduru, Raghava" userId="cf8c09de-c40c-47a2-971b-c612c06e0906" providerId="ADAL" clId="{4C56122D-C267-4AA5-B2AB-CAAC7D036D6C}" dt="2024-06-05T14:07:25.384" v="22" actId="478"/>
          <ac:picMkLst>
            <pc:docMk/>
            <pc:sldMk cId="2957828277" sldId="2147475800"/>
            <ac:picMk id="25" creationId="{26261AF2-EBB0-C89D-445C-501C1EBE5AA2}"/>
          </ac:picMkLst>
        </pc:picChg>
        <pc:picChg chg="del">
          <ac:chgData name="Kanduru, Raghava" userId="cf8c09de-c40c-47a2-971b-c612c06e0906" providerId="ADAL" clId="{4C56122D-C267-4AA5-B2AB-CAAC7D036D6C}" dt="2024-06-05T14:07:25.384" v="22" actId="478"/>
          <ac:picMkLst>
            <pc:docMk/>
            <pc:sldMk cId="2957828277" sldId="2147475800"/>
            <ac:picMk id="28" creationId="{9BD7E383-1A67-C2AF-40BC-706EA670C9CC}"/>
          </ac:picMkLst>
        </pc:picChg>
        <pc:picChg chg="del">
          <ac:chgData name="Kanduru, Raghava" userId="cf8c09de-c40c-47a2-971b-c612c06e0906" providerId="ADAL" clId="{4C56122D-C267-4AA5-B2AB-CAAC7D036D6C}" dt="2024-06-05T14:07:25.384" v="22" actId="478"/>
          <ac:picMkLst>
            <pc:docMk/>
            <pc:sldMk cId="2957828277" sldId="2147475800"/>
            <ac:picMk id="36" creationId="{99CE3311-A22C-9A6C-DF6C-5312AEBC04E9}"/>
          </ac:picMkLst>
        </pc:picChg>
        <pc:picChg chg="del">
          <ac:chgData name="Kanduru, Raghava" userId="cf8c09de-c40c-47a2-971b-c612c06e0906" providerId="ADAL" clId="{4C56122D-C267-4AA5-B2AB-CAAC7D036D6C}" dt="2024-06-05T14:07:25.384" v="22" actId="478"/>
          <ac:picMkLst>
            <pc:docMk/>
            <pc:sldMk cId="2957828277" sldId="2147475800"/>
            <ac:picMk id="38" creationId="{65A5D3E0-6AE1-15B4-E359-DFC04CC38E85}"/>
          </ac:picMkLst>
        </pc:picChg>
        <pc:picChg chg="del">
          <ac:chgData name="Kanduru, Raghava" userId="cf8c09de-c40c-47a2-971b-c612c06e0906" providerId="ADAL" clId="{4C56122D-C267-4AA5-B2AB-CAAC7D036D6C}" dt="2024-06-05T14:07:25.384" v="22" actId="478"/>
          <ac:picMkLst>
            <pc:docMk/>
            <pc:sldMk cId="2957828277" sldId="2147475800"/>
            <ac:picMk id="41" creationId="{87945CD3-E960-08A9-0592-3C5E8EA7A6BA}"/>
          </ac:picMkLst>
        </pc:picChg>
        <pc:picChg chg="del">
          <ac:chgData name="Kanduru, Raghava" userId="cf8c09de-c40c-47a2-971b-c612c06e0906" providerId="ADAL" clId="{4C56122D-C267-4AA5-B2AB-CAAC7D036D6C}" dt="2024-06-05T14:07:25.384" v="22" actId="478"/>
          <ac:picMkLst>
            <pc:docMk/>
            <pc:sldMk cId="2957828277" sldId="2147475800"/>
            <ac:picMk id="52" creationId="{5292FF7F-010F-D879-040E-DEBBA7636D92}"/>
          </ac:picMkLst>
        </pc:picChg>
        <pc:cxnChg chg="add del mod">
          <ac:chgData name="Kanduru, Raghava" userId="cf8c09de-c40c-47a2-971b-c612c06e0906" providerId="ADAL" clId="{4C56122D-C267-4AA5-B2AB-CAAC7D036D6C}" dt="2024-06-06T04:52:49.048" v="523" actId="478"/>
          <ac:cxnSpMkLst>
            <pc:docMk/>
            <pc:sldMk cId="2957828277" sldId="2147475800"/>
            <ac:cxnSpMk id="6" creationId="{DB2F0BDA-4983-09B7-5A9A-0281C10E6A99}"/>
          </ac:cxnSpMkLst>
        </pc:cxnChg>
        <pc:cxnChg chg="del">
          <ac:chgData name="Kanduru, Raghava" userId="cf8c09de-c40c-47a2-971b-c612c06e0906" providerId="ADAL" clId="{4C56122D-C267-4AA5-B2AB-CAAC7D036D6C}" dt="2024-06-05T14:07:25.384" v="22" actId="478"/>
          <ac:cxnSpMkLst>
            <pc:docMk/>
            <pc:sldMk cId="2957828277" sldId="2147475800"/>
            <ac:cxnSpMk id="9" creationId="{317B1094-E11C-5CD4-FA23-3353134633AD}"/>
          </ac:cxnSpMkLst>
        </pc:cxnChg>
        <pc:cxnChg chg="del">
          <ac:chgData name="Kanduru, Raghava" userId="cf8c09de-c40c-47a2-971b-c612c06e0906" providerId="ADAL" clId="{4C56122D-C267-4AA5-B2AB-CAAC7D036D6C}" dt="2024-06-05T14:07:25.384" v="22" actId="478"/>
          <ac:cxnSpMkLst>
            <pc:docMk/>
            <pc:sldMk cId="2957828277" sldId="2147475800"/>
            <ac:cxnSpMk id="32" creationId="{ECE5A8EA-1AAA-C105-4572-5C35D103A7C3}"/>
          </ac:cxnSpMkLst>
        </pc:cxnChg>
        <pc:cxnChg chg="del">
          <ac:chgData name="Kanduru, Raghava" userId="cf8c09de-c40c-47a2-971b-c612c06e0906" providerId="ADAL" clId="{4C56122D-C267-4AA5-B2AB-CAAC7D036D6C}" dt="2024-06-05T14:07:25.384" v="22" actId="478"/>
          <ac:cxnSpMkLst>
            <pc:docMk/>
            <pc:sldMk cId="2957828277" sldId="2147475800"/>
            <ac:cxnSpMk id="45" creationId="{E8479C54-AAB0-14AE-4935-18738F415F2B}"/>
          </ac:cxnSpMkLst>
        </pc:cxnChg>
      </pc:sldChg>
      <pc:sldChg chg="addSp delSp modSp add mod modAnim modShow">
        <pc:chgData name="Kanduru, Raghava" userId="cf8c09de-c40c-47a2-971b-c612c06e0906" providerId="ADAL" clId="{4C56122D-C267-4AA5-B2AB-CAAC7D036D6C}" dt="2024-06-06T08:46:37.977" v="1414" actId="1076"/>
        <pc:sldMkLst>
          <pc:docMk/>
          <pc:sldMk cId="2720965184" sldId="2147475802"/>
        </pc:sldMkLst>
        <pc:spChg chg="mod">
          <ac:chgData name="Kanduru, Raghava" userId="cf8c09de-c40c-47a2-971b-c612c06e0906" providerId="ADAL" clId="{4C56122D-C267-4AA5-B2AB-CAAC7D036D6C}" dt="2024-06-06T06:55:13.857" v="535" actId="20577"/>
          <ac:spMkLst>
            <pc:docMk/>
            <pc:sldMk cId="2720965184" sldId="2147475802"/>
            <ac:spMk id="3" creationId="{2AF865AE-0F78-49F3-A0CB-D4F57A104432}"/>
          </ac:spMkLst>
        </pc:spChg>
        <pc:spChg chg="add del mod">
          <ac:chgData name="Kanduru, Raghava" userId="cf8c09de-c40c-47a2-971b-c612c06e0906" providerId="ADAL" clId="{4C56122D-C267-4AA5-B2AB-CAAC7D036D6C}" dt="2024-06-06T07:36:56.020" v="1015" actId="478"/>
          <ac:spMkLst>
            <pc:docMk/>
            <pc:sldMk cId="2720965184" sldId="2147475802"/>
            <ac:spMk id="5" creationId="{DD2B2607-AED6-A68E-9808-EB422D940514}"/>
          </ac:spMkLst>
        </pc:spChg>
        <pc:spChg chg="add del mod">
          <ac:chgData name="Kanduru, Raghava" userId="cf8c09de-c40c-47a2-971b-c612c06e0906" providerId="ADAL" clId="{4C56122D-C267-4AA5-B2AB-CAAC7D036D6C}" dt="2024-06-06T07:36:56.020" v="1015" actId="478"/>
          <ac:spMkLst>
            <pc:docMk/>
            <pc:sldMk cId="2720965184" sldId="2147475802"/>
            <ac:spMk id="6" creationId="{C62A6C64-CED9-52E3-61AF-070A7466AA64}"/>
          </ac:spMkLst>
        </pc:spChg>
        <pc:spChg chg="mod">
          <ac:chgData name="Kanduru, Raghava" userId="cf8c09de-c40c-47a2-971b-c612c06e0906" providerId="ADAL" clId="{4C56122D-C267-4AA5-B2AB-CAAC7D036D6C}" dt="2024-06-06T06:58:26.882" v="587"/>
          <ac:spMkLst>
            <pc:docMk/>
            <pc:sldMk cId="2720965184" sldId="2147475802"/>
            <ac:spMk id="8" creationId="{332BC397-A56E-4F74-49EC-4034433B9E5A}"/>
          </ac:spMkLst>
        </pc:spChg>
        <pc:spChg chg="mod">
          <ac:chgData name="Kanduru, Raghava" userId="cf8c09de-c40c-47a2-971b-c612c06e0906" providerId="ADAL" clId="{4C56122D-C267-4AA5-B2AB-CAAC7D036D6C}" dt="2024-06-06T06:58:26.882" v="587"/>
          <ac:spMkLst>
            <pc:docMk/>
            <pc:sldMk cId="2720965184" sldId="2147475802"/>
            <ac:spMk id="12" creationId="{8D85F27A-EFC2-6484-6401-C6E0BE0EEDE6}"/>
          </ac:spMkLst>
        </pc:spChg>
        <pc:spChg chg="del">
          <ac:chgData name="Kanduru, Raghava" userId="cf8c09de-c40c-47a2-971b-c612c06e0906" providerId="ADAL" clId="{4C56122D-C267-4AA5-B2AB-CAAC7D036D6C}" dt="2024-06-06T06:54:38.494" v="534" actId="478"/>
          <ac:spMkLst>
            <pc:docMk/>
            <pc:sldMk cId="2720965184" sldId="2147475802"/>
            <ac:spMk id="16" creationId="{DA2CD3A9-F886-BE92-3054-47578B43895A}"/>
          </ac:spMkLst>
        </pc:spChg>
        <pc:spChg chg="del">
          <ac:chgData name="Kanduru, Raghava" userId="cf8c09de-c40c-47a2-971b-c612c06e0906" providerId="ADAL" clId="{4C56122D-C267-4AA5-B2AB-CAAC7D036D6C}" dt="2024-06-06T06:54:38.494" v="534" actId="478"/>
          <ac:spMkLst>
            <pc:docMk/>
            <pc:sldMk cId="2720965184" sldId="2147475802"/>
            <ac:spMk id="17" creationId="{10F72F29-DBF6-2394-68A5-183CB5AD2624}"/>
          </ac:spMkLst>
        </pc:spChg>
        <pc:spChg chg="mod">
          <ac:chgData name="Kanduru, Raghava" userId="cf8c09de-c40c-47a2-971b-c612c06e0906" providerId="ADAL" clId="{4C56122D-C267-4AA5-B2AB-CAAC7D036D6C}" dt="2024-06-06T06:58:26.882" v="587"/>
          <ac:spMkLst>
            <pc:docMk/>
            <pc:sldMk cId="2720965184" sldId="2147475802"/>
            <ac:spMk id="19" creationId="{345F6D87-09FC-A06A-F7EC-35BA1F1485F4}"/>
          </ac:spMkLst>
        </pc:spChg>
        <pc:spChg chg="mod">
          <ac:chgData name="Kanduru, Raghava" userId="cf8c09de-c40c-47a2-971b-c612c06e0906" providerId="ADAL" clId="{4C56122D-C267-4AA5-B2AB-CAAC7D036D6C}" dt="2024-06-06T06:58:26.882" v="587"/>
          <ac:spMkLst>
            <pc:docMk/>
            <pc:sldMk cId="2720965184" sldId="2147475802"/>
            <ac:spMk id="20" creationId="{4CCAECDF-4214-2795-FCEC-E24405120B63}"/>
          </ac:spMkLst>
        </pc:spChg>
        <pc:spChg chg="mod">
          <ac:chgData name="Kanduru, Raghava" userId="cf8c09de-c40c-47a2-971b-c612c06e0906" providerId="ADAL" clId="{4C56122D-C267-4AA5-B2AB-CAAC7D036D6C}" dt="2024-06-06T06:58:26.882" v="587"/>
          <ac:spMkLst>
            <pc:docMk/>
            <pc:sldMk cId="2720965184" sldId="2147475802"/>
            <ac:spMk id="21" creationId="{0BB71345-2018-CEF1-9F89-7766252D4074}"/>
          </ac:spMkLst>
        </pc:spChg>
        <pc:spChg chg="del">
          <ac:chgData name="Kanduru, Raghava" userId="cf8c09de-c40c-47a2-971b-c612c06e0906" providerId="ADAL" clId="{4C56122D-C267-4AA5-B2AB-CAAC7D036D6C}" dt="2024-06-06T06:54:38.494" v="534" actId="478"/>
          <ac:spMkLst>
            <pc:docMk/>
            <pc:sldMk cId="2720965184" sldId="2147475802"/>
            <ac:spMk id="23" creationId="{19718FB8-A388-7CBA-6DAF-22D739FEB8CB}"/>
          </ac:spMkLst>
        </pc:spChg>
        <pc:spChg chg="mod">
          <ac:chgData name="Kanduru, Raghava" userId="cf8c09de-c40c-47a2-971b-c612c06e0906" providerId="ADAL" clId="{4C56122D-C267-4AA5-B2AB-CAAC7D036D6C}" dt="2024-06-06T06:58:26.882" v="587"/>
          <ac:spMkLst>
            <pc:docMk/>
            <pc:sldMk cId="2720965184" sldId="2147475802"/>
            <ac:spMk id="24" creationId="{FE80FACE-90A9-3E73-0F9D-B1011A382986}"/>
          </ac:spMkLst>
        </pc:spChg>
        <pc:spChg chg="del">
          <ac:chgData name="Kanduru, Raghava" userId="cf8c09de-c40c-47a2-971b-c612c06e0906" providerId="ADAL" clId="{4C56122D-C267-4AA5-B2AB-CAAC7D036D6C}" dt="2024-06-06T06:54:38.494" v="534" actId="478"/>
          <ac:spMkLst>
            <pc:docMk/>
            <pc:sldMk cId="2720965184" sldId="2147475802"/>
            <ac:spMk id="26" creationId="{811EF166-D4DC-931C-1543-5E5E4CC7E0B9}"/>
          </ac:spMkLst>
        </pc:spChg>
        <pc:spChg chg="mod">
          <ac:chgData name="Kanduru, Raghava" userId="cf8c09de-c40c-47a2-971b-c612c06e0906" providerId="ADAL" clId="{4C56122D-C267-4AA5-B2AB-CAAC7D036D6C}" dt="2024-06-06T06:58:26.882" v="587"/>
          <ac:spMkLst>
            <pc:docMk/>
            <pc:sldMk cId="2720965184" sldId="2147475802"/>
            <ac:spMk id="27" creationId="{4256AA03-B6CA-C007-9146-4E91A4A55E9C}"/>
          </ac:spMkLst>
        </pc:spChg>
        <pc:spChg chg="mod">
          <ac:chgData name="Kanduru, Raghava" userId="cf8c09de-c40c-47a2-971b-c612c06e0906" providerId="ADAL" clId="{4C56122D-C267-4AA5-B2AB-CAAC7D036D6C}" dt="2024-06-06T06:58:26.882" v="587"/>
          <ac:spMkLst>
            <pc:docMk/>
            <pc:sldMk cId="2720965184" sldId="2147475802"/>
            <ac:spMk id="29" creationId="{37CD3BFC-DBDB-9F7D-B898-45E0267E04D2}"/>
          </ac:spMkLst>
        </pc:spChg>
        <pc:spChg chg="mod">
          <ac:chgData name="Kanduru, Raghava" userId="cf8c09de-c40c-47a2-971b-c612c06e0906" providerId="ADAL" clId="{4C56122D-C267-4AA5-B2AB-CAAC7D036D6C}" dt="2024-06-06T06:58:26.882" v="587"/>
          <ac:spMkLst>
            <pc:docMk/>
            <pc:sldMk cId="2720965184" sldId="2147475802"/>
            <ac:spMk id="30" creationId="{06FBF9E8-696F-5E96-482B-C490E5F9F3F3}"/>
          </ac:spMkLst>
        </pc:spChg>
        <pc:spChg chg="del">
          <ac:chgData name="Kanduru, Raghava" userId="cf8c09de-c40c-47a2-971b-c612c06e0906" providerId="ADAL" clId="{4C56122D-C267-4AA5-B2AB-CAAC7D036D6C}" dt="2024-06-06T06:54:38.494" v="534" actId="478"/>
          <ac:spMkLst>
            <pc:docMk/>
            <pc:sldMk cId="2720965184" sldId="2147475802"/>
            <ac:spMk id="31" creationId="{ED5A9685-9D80-3926-1251-7D68A778CD53}"/>
          </ac:spMkLst>
        </pc:spChg>
        <pc:spChg chg="mod">
          <ac:chgData name="Kanduru, Raghava" userId="cf8c09de-c40c-47a2-971b-c612c06e0906" providerId="ADAL" clId="{4C56122D-C267-4AA5-B2AB-CAAC7D036D6C}" dt="2024-06-06T06:58:26.882" v="587"/>
          <ac:spMkLst>
            <pc:docMk/>
            <pc:sldMk cId="2720965184" sldId="2147475802"/>
            <ac:spMk id="33" creationId="{E942531A-5DFA-AA12-A0DF-50ABA3E9686F}"/>
          </ac:spMkLst>
        </pc:spChg>
        <pc:spChg chg="del">
          <ac:chgData name="Kanduru, Raghava" userId="cf8c09de-c40c-47a2-971b-c612c06e0906" providerId="ADAL" clId="{4C56122D-C267-4AA5-B2AB-CAAC7D036D6C}" dt="2024-06-06T06:54:38.494" v="534" actId="478"/>
          <ac:spMkLst>
            <pc:docMk/>
            <pc:sldMk cId="2720965184" sldId="2147475802"/>
            <ac:spMk id="34" creationId="{8EA7D47E-9A08-2FDD-4050-B9A0530BDCEA}"/>
          </ac:spMkLst>
        </pc:spChg>
        <pc:spChg chg="mod">
          <ac:chgData name="Kanduru, Raghava" userId="cf8c09de-c40c-47a2-971b-c612c06e0906" providerId="ADAL" clId="{4C56122D-C267-4AA5-B2AB-CAAC7D036D6C}" dt="2024-06-06T06:58:26.882" v="587"/>
          <ac:spMkLst>
            <pc:docMk/>
            <pc:sldMk cId="2720965184" sldId="2147475802"/>
            <ac:spMk id="35" creationId="{8FF5DB1A-75E5-6F08-AAAA-024FC3131EEB}"/>
          </ac:spMkLst>
        </pc:spChg>
        <pc:spChg chg="mod">
          <ac:chgData name="Kanduru, Raghava" userId="cf8c09de-c40c-47a2-971b-c612c06e0906" providerId="ADAL" clId="{4C56122D-C267-4AA5-B2AB-CAAC7D036D6C}" dt="2024-06-06T06:58:26.882" v="587"/>
          <ac:spMkLst>
            <pc:docMk/>
            <pc:sldMk cId="2720965184" sldId="2147475802"/>
            <ac:spMk id="37" creationId="{D759808E-0981-A767-7F45-3B4C010D3A7F}"/>
          </ac:spMkLst>
        </pc:spChg>
        <pc:spChg chg="del">
          <ac:chgData name="Kanduru, Raghava" userId="cf8c09de-c40c-47a2-971b-c612c06e0906" providerId="ADAL" clId="{4C56122D-C267-4AA5-B2AB-CAAC7D036D6C}" dt="2024-06-06T06:54:38.494" v="534" actId="478"/>
          <ac:spMkLst>
            <pc:docMk/>
            <pc:sldMk cId="2720965184" sldId="2147475802"/>
            <ac:spMk id="39" creationId="{CB7B5346-8242-1EA4-FD1E-A05C15C694F2}"/>
          </ac:spMkLst>
        </pc:spChg>
        <pc:spChg chg="mod">
          <ac:chgData name="Kanduru, Raghava" userId="cf8c09de-c40c-47a2-971b-c612c06e0906" providerId="ADAL" clId="{4C56122D-C267-4AA5-B2AB-CAAC7D036D6C}" dt="2024-06-06T06:58:40.906" v="591"/>
          <ac:spMkLst>
            <pc:docMk/>
            <pc:sldMk cId="2720965184" sldId="2147475802"/>
            <ac:spMk id="43" creationId="{DC8CB22A-CC92-94F2-77F5-5E3C810D2505}"/>
          </ac:spMkLst>
        </pc:spChg>
        <pc:spChg chg="del">
          <ac:chgData name="Kanduru, Raghava" userId="cf8c09de-c40c-47a2-971b-c612c06e0906" providerId="ADAL" clId="{4C56122D-C267-4AA5-B2AB-CAAC7D036D6C}" dt="2024-06-06T06:54:38.494" v="534" actId="478"/>
          <ac:spMkLst>
            <pc:docMk/>
            <pc:sldMk cId="2720965184" sldId="2147475802"/>
            <ac:spMk id="44" creationId="{980F3C88-B994-94DC-3FB2-7D1C65868F4C}"/>
          </ac:spMkLst>
        </pc:spChg>
        <pc:spChg chg="del">
          <ac:chgData name="Kanduru, Raghava" userId="cf8c09de-c40c-47a2-971b-c612c06e0906" providerId="ADAL" clId="{4C56122D-C267-4AA5-B2AB-CAAC7D036D6C}" dt="2024-06-06T06:54:38.494" v="534" actId="478"/>
          <ac:spMkLst>
            <pc:docMk/>
            <pc:sldMk cId="2720965184" sldId="2147475802"/>
            <ac:spMk id="46" creationId="{3DA69DCC-85C3-729A-D060-68D2FDE2138C}"/>
          </ac:spMkLst>
        </pc:spChg>
        <pc:spChg chg="del">
          <ac:chgData name="Kanduru, Raghava" userId="cf8c09de-c40c-47a2-971b-c612c06e0906" providerId="ADAL" clId="{4C56122D-C267-4AA5-B2AB-CAAC7D036D6C}" dt="2024-06-06T06:54:38.494" v="534" actId="478"/>
          <ac:spMkLst>
            <pc:docMk/>
            <pc:sldMk cId="2720965184" sldId="2147475802"/>
            <ac:spMk id="47" creationId="{BE049BEB-071C-21E2-E855-21C88E236726}"/>
          </ac:spMkLst>
        </pc:spChg>
        <pc:spChg chg="del">
          <ac:chgData name="Kanduru, Raghava" userId="cf8c09de-c40c-47a2-971b-c612c06e0906" providerId="ADAL" clId="{4C56122D-C267-4AA5-B2AB-CAAC7D036D6C}" dt="2024-06-06T06:54:38.494" v="534" actId="478"/>
          <ac:spMkLst>
            <pc:docMk/>
            <pc:sldMk cId="2720965184" sldId="2147475802"/>
            <ac:spMk id="48" creationId="{FDEEDC16-89F5-C9BC-D975-3B4C060F7975}"/>
          </ac:spMkLst>
        </pc:spChg>
        <pc:spChg chg="del">
          <ac:chgData name="Kanduru, Raghava" userId="cf8c09de-c40c-47a2-971b-c612c06e0906" providerId="ADAL" clId="{4C56122D-C267-4AA5-B2AB-CAAC7D036D6C}" dt="2024-06-06T06:54:38.494" v="534" actId="478"/>
          <ac:spMkLst>
            <pc:docMk/>
            <pc:sldMk cId="2720965184" sldId="2147475802"/>
            <ac:spMk id="50" creationId="{94D20D2F-6DFA-A6A2-96D7-D0279D96BEFB}"/>
          </ac:spMkLst>
        </pc:spChg>
        <pc:spChg chg="del">
          <ac:chgData name="Kanduru, Raghava" userId="cf8c09de-c40c-47a2-971b-c612c06e0906" providerId="ADAL" clId="{4C56122D-C267-4AA5-B2AB-CAAC7D036D6C}" dt="2024-06-06T06:54:38.494" v="534" actId="478"/>
          <ac:spMkLst>
            <pc:docMk/>
            <pc:sldMk cId="2720965184" sldId="2147475802"/>
            <ac:spMk id="53" creationId="{FBA4FE68-A515-EDCA-BC35-5913B7882425}"/>
          </ac:spMkLst>
        </pc:spChg>
        <pc:spChg chg="del">
          <ac:chgData name="Kanduru, Raghava" userId="cf8c09de-c40c-47a2-971b-c612c06e0906" providerId="ADAL" clId="{4C56122D-C267-4AA5-B2AB-CAAC7D036D6C}" dt="2024-06-06T06:54:38.494" v="534" actId="478"/>
          <ac:spMkLst>
            <pc:docMk/>
            <pc:sldMk cId="2720965184" sldId="2147475802"/>
            <ac:spMk id="54" creationId="{75990B78-7C97-7800-50E9-DB77C036164D}"/>
          </ac:spMkLst>
        </pc:spChg>
        <pc:spChg chg="del">
          <ac:chgData name="Kanduru, Raghava" userId="cf8c09de-c40c-47a2-971b-c612c06e0906" providerId="ADAL" clId="{4C56122D-C267-4AA5-B2AB-CAAC7D036D6C}" dt="2024-06-06T06:54:38.494" v="534" actId="478"/>
          <ac:spMkLst>
            <pc:docMk/>
            <pc:sldMk cId="2720965184" sldId="2147475802"/>
            <ac:spMk id="55" creationId="{3C4BC7F0-0E82-683B-478C-0B39A048E918}"/>
          </ac:spMkLst>
        </pc:spChg>
        <pc:spChg chg="del">
          <ac:chgData name="Kanduru, Raghava" userId="cf8c09de-c40c-47a2-971b-c612c06e0906" providerId="ADAL" clId="{4C56122D-C267-4AA5-B2AB-CAAC7D036D6C}" dt="2024-06-06T06:54:38.494" v="534" actId="478"/>
          <ac:spMkLst>
            <pc:docMk/>
            <pc:sldMk cId="2720965184" sldId="2147475802"/>
            <ac:spMk id="56" creationId="{93A12186-FC8C-958E-5428-4E4061CFA397}"/>
          </ac:spMkLst>
        </pc:spChg>
        <pc:spChg chg="mod">
          <ac:chgData name="Kanduru, Raghava" userId="cf8c09de-c40c-47a2-971b-c612c06e0906" providerId="ADAL" clId="{4C56122D-C267-4AA5-B2AB-CAAC7D036D6C}" dt="2024-06-06T06:58:40.906" v="591"/>
          <ac:spMkLst>
            <pc:docMk/>
            <pc:sldMk cId="2720965184" sldId="2147475802"/>
            <ac:spMk id="57" creationId="{7C27DF2A-9C34-5E2E-D503-5FDE42364DD3}"/>
          </ac:spMkLst>
        </pc:spChg>
        <pc:spChg chg="mod">
          <ac:chgData name="Kanduru, Raghava" userId="cf8c09de-c40c-47a2-971b-c612c06e0906" providerId="ADAL" clId="{4C56122D-C267-4AA5-B2AB-CAAC7D036D6C}" dt="2024-06-06T06:58:40.906" v="591"/>
          <ac:spMkLst>
            <pc:docMk/>
            <pc:sldMk cId="2720965184" sldId="2147475802"/>
            <ac:spMk id="62" creationId="{74308C74-9AA3-EDE7-BF7F-5CD8964DE58B}"/>
          </ac:spMkLst>
        </pc:spChg>
        <pc:spChg chg="mod">
          <ac:chgData name="Kanduru, Raghava" userId="cf8c09de-c40c-47a2-971b-c612c06e0906" providerId="ADAL" clId="{4C56122D-C267-4AA5-B2AB-CAAC7D036D6C}" dt="2024-06-06T06:58:40.906" v="591"/>
          <ac:spMkLst>
            <pc:docMk/>
            <pc:sldMk cId="2720965184" sldId="2147475802"/>
            <ac:spMk id="63" creationId="{2589615C-7C40-4CC0-FD5D-1625B1EFF4A0}"/>
          </ac:spMkLst>
        </pc:spChg>
        <pc:spChg chg="mod">
          <ac:chgData name="Kanduru, Raghava" userId="cf8c09de-c40c-47a2-971b-c612c06e0906" providerId="ADAL" clId="{4C56122D-C267-4AA5-B2AB-CAAC7D036D6C}" dt="2024-06-06T06:58:40.906" v="591"/>
          <ac:spMkLst>
            <pc:docMk/>
            <pc:sldMk cId="2720965184" sldId="2147475802"/>
            <ac:spMk id="64" creationId="{DFD997F1-BC31-2A54-7754-B90977C4ABBA}"/>
          </ac:spMkLst>
        </pc:spChg>
        <pc:spChg chg="mod">
          <ac:chgData name="Kanduru, Raghava" userId="cf8c09de-c40c-47a2-971b-c612c06e0906" providerId="ADAL" clId="{4C56122D-C267-4AA5-B2AB-CAAC7D036D6C}" dt="2024-06-06T06:58:40.906" v="591"/>
          <ac:spMkLst>
            <pc:docMk/>
            <pc:sldMk cId="2720965184" sldId="2147475802"/>
            <ac:spMk id="65" creationId="{E9061FE1-7AC0-7FEA-F0F9-78E10A407E0F}"/>
          </ac:spMkLst>
        </pc:spChg>
        <pc:spChg chg="mod">
          <ac:chgData name="Kanduru, Raghava" userId="cf8c09de-c40c-47a2-971b-c612c06e0906" providerId="ADAL" clId="{4C56122D-C267-4AA5-B2AB-CAAC7D036D6C}" dt="2024-06-06T06:58:40.906" v="591"/>
          <ac:spMkLst>
            <pc:docMk/>
            <pc:sldMk cId="2720965184" sldId="2147475802"/>
            <ac:spMk id="66" creationId="{6424523B-F6F7-12F1-153E-AAE30D065ACF}"/>
          </ac:spMkLst>
        </pc:spChg>
        <pc:spChg chg="mod">
          <ac:chgData name="Kanduru, Raghava" userId="cf8c09de-c40c-47a2-971b-c612c06e0906" providerId="ADAL" clId="{4C56122D-C267-4AA5-B2AB-CAAC7D036D6C}" dt="2024-06-06T06:58:40.906" v="591"/>
          <ac:spMkLst>
            <pc:docMk/>
            <pc:sldMk cId="2720965184" sldId="2147475802"/>
            <ac:spMk id="67" creationId="{886F5669-ED31-8E1E-8BFD-B48387153C3D}"/>
          </ac:spMkLst>
        </pc:spChg>
        <pc:spChg chg="mod">
          <ac:chgData name="Kanduru, Raghava" userId="cf8c09de-c40c-47a2-971b-c612c06e0906" providerId="ADAL" clId="{4C56122D-C267-4AA5-B2AB-CAAC7D036D6C}" dt="2024-06-06T06:58:40.906" v="591"/>
          <ac:spMkLst>
            <pc:docMk/>
            <pc:sldMk cId="2720965184" sldId="2147475802"/>
            <ac:spMk id="68" creationId="{BAED7562-7ECD-4B43-D6B9-563615193D92}"/>
          </ac:spMkLst>
        </pc:spChg>
        <pc:spChg chg="mod">
          <ac:chgData name="Kanduru, Raghava" userId="cf8c09de-c40c-47a2-971b-c612c06e0906" providerId="ADAL" clId="{4C56122D-C267-4AA5-B2AB-CAAC7D036D6C}" dt="2024-06-06T06:58:40.906" v="591"/>
          <ac:spMkLst>
            <pc:docMk/>
            <pc:sldMk cId="2720965184" sldId="2147475802"/>
            <ac:spMk id="69" creationId="{4029EE3B-EEDD-5CA1-AF0A-6CADE15027FD}"/>
          </ac:spMkLst>
        </pc:spChg>
        <pc:spChg chg="mod">
          <ac:chgData name="Kanduru, Raghava" userId="cf8c09de-c40c-47a2-971b-c612c06e0906" providerId="ADAL" clId="{4C56122D-C267-4AA5-B2AB-CAAC7D036D6C}" dt="2024-06-06T06:58:40.906" v="591"/>
          <ac:spMkLst>
            <pc:docMk/>
            <pc:sldMk cId="2720965184" sldId="2147475802"/>
            <ac:spMk id="70" creationId="{01542DF9-7937-DA08-0BFC-666E807FAC86}"/>
          </ac:spMkLst>
        </pc:spChg>
        <pc:spChg chg="mod">
          <ac:chgData name="Kanduru, Raghava" userId="cf8c09de-c40c-47a2-971b-c612c06e0906" providerId="ADAL" clId="{4C56122D-C267-4AA5-B2AB-CAAC7D036D6C}" dt="2024-06-06T06:58:40.906" v="591"/>
          <ac:spMkLst>
            <pc:docMk/>
            <pc:sldMk cId="2720965184" sldId="2147475802"/>
            <ac:spMk id="71" creationId="{5BF2889B-1305-A16B-6C8B-552B858016F0}"/>
          </ac:spMkLst>
        </pc:spChg>
        <pc:spChg chg="add del mod">
          <ac:chgData name="Kanduru, Raghava" userId="cf8c09de-c40c-47a2-971b-c612c06e0906" providerId="ADAL" clId="{4C56122D-C267-4AA5-B2AB-CAAC7D036D6C}" dt="2024-06-06T07:36:56.020" v="1015" actId="478"/>
          <ac:spMkLst>
            <pc:docMk/>
            <pc:sldMk cId="2720965184" sldId="2147475802"/>
            <ac:spMk id="75" creationId="{8FA35E40-2F80-6640-495F-2998857EE747}"/>
          </ac:spMkLst>
        </pc:spChg>
        <pc:spChg chg="add del mod">
          <ac:chgData name="Kanduru, Raghava" userId="cf8c09de-c40c-47a2-971b-c612c06e0906" providerId="ADAL" clId="{4C56122D-C267-4AA5-B2AB-CAAC7D036D6C}" dt="2024-06-06T07:36:56.020" v="1015" actId="478"/>
          <ac:spMkLst>
            <pc:docMk/>
            <pc:sldMk cId="2720965184" sldId="2147475802"/>
            <ac:spMk id="76" creationId="{E49F41A0-62EC-2465-F237-D5DEBB5FC575}"/>
          </ac:spMkLst>
        </pc:spChg>
        <pc:spChg chg="add del mod">
          <ac:chgData name="Kanduru, Raghava" userId="cf8c09de-c40c-47a2-971b-c612c06e0906" providerId="ADAL" clId="{4C56122D-C267-4AA5-B2AB-CAAC7D036D6C}" dt="2024-06-06T07:12:38.717" v="797"/>
          <ac:spMkLst>
            <pc:docMk/>
            <pc:sldMk cId="2720965184" sldId="2147475802"/>
            <ac:spMk id="80" creationId="{A345BF47-DEA2-5176-132B-2F9DF4EB7634}"/>
          </ac:spMkLst>
        </pc:spChg>
        <pc:spChg chg="mod">
          <ac:chgData name="Kanduru, Raghava" userId="cf8c09de-c40c-47a2-971b-c612c06e0906" providerId="ADAL" clId="{4C56122D-C267-4AA5-B2AB-CAAC7D036D6C}" dt="2024-06-06T07:12:34.136" v="796"/>
          <ac:spMkLst>
            <pc:docMk/>
            <pc:sldMk cId="2720965184" sldId="2147475802"/>
            <ac:spMk id="82" creationId="{50984A28-D44D-A431-A34B-F82FD7E2C50F}"/>
          </ac:spMkLst>
        </pc:spChg>
        <pc:spChg chg="mod">
          <ac:chgData name="Kanduru, Raghava" userId="cf8c09de-c40c-47a2-971b-c612c06e0906" providerId="ADAL" clId="{4C56122D-C267-4AA5-B2AB-CAAC7D036D6C}" dt="2024-06-06T07:12:34.136" v="796"/>
          <ac:spMkLst>
            <pc:docMk/>
            <pc:sldMk cId="2720965184" sldId="2147475802"/>
            <ac:spMk id="83" creationId="{8ACA8DEE-43E2-62F7-E783-A89D20B64E06}"/>
          </ac:spMkLst>
        </pc:spChg>
        <pc:spChg chg="mod">
          <ac:chgData name="Kanduru, Raghava" userId="cf8c09de-c40c-47a2-971b-c612c06e0906" providerId="ADAL" clId="{4C56122D-C267-4AA5-B2AB-CAAC7D036D6C}" dt="2024-06-06T07:12:34.136" v="796"/>
          <ac:spMkLst>
            <pc:docMk/>
            <pc:sldMk cId="2720965184" sldId="2147475802"/>
            <ac:spMk id="85" creationId="{92E52BBD-2C34-70BC-1523-A7D53C9C62FE}"/>
          </ac:spMkLst>
        </pc:spChg>
        <pc:spChg chg="mod">
          <ac:chgData name="Kanduru, Raghava" userId="cf8c09de-c40c-47a2-971b-c612c06e0906" providerId="ADAL" clId="{4C56122D-C267-4AA5-B2AB-CAAC7D036D6C}" dt="2024-06-06T07:12:34.136" v="796"/>
          <ac:spMkLst>
            <pc:docMk/>
            <pc:sldMk cId="2720965184" sldId="2147475802"/>
            <ac:spMk id="86" creationId="{D1A4D2F2-8891-466F-7836-3C2D3F4F70D5}"/>
          </ac:spMkLst>
        </pc:spChg>
        <pc:spChg chg="mod">
          <ac:chgData name="Kanduru, Raghava" userId="cf8c09de-c40c-47a2-971b-c612c06e0906" providerId="ADAL" clId="{4C56122D-C267-4AA5-B2AB-CAAC7D036D6C}" dt="2024-06-06T07:12:34.136" v="796"/>
          <ac:spMkLst>
            <pc:docMk/>
            <pc:sldMk cId="2720965184" sldId="2147475802"/>
            <ac:spMk id="88" creationId="{C702068C-E9FE-5BF4-00DB-02E5584C40EB}"/>
          </ac:spMkLst>
        </pc:spChg>
        <pc:spChg chg="mod">
          <ac:chgData name="Kanduru, Raghava" userId="cf8c09de-c40c-47a2-971b-c612c06e0906" providerId="ADAL" clId="{4C56122D-C267-4AA5-B2AB-CAAC7D036D6C}" dt="2024-06-06T07:12:34.136" v="796"/>
          <ac:spMkLst>
            <pc:docMk/>
            <pc:sldMk cId="2720965184" sldId="2147475802"/>
            <ac:spMk id="90" creationId="{63E4F2E8-CF27-98D8-9F36-C97F7B17B4E5}"/>
          </ac:spMkLst>
        </pc:spChg>
        <pc:spChg chg="mod">
          <ac:chgData name="Kanduru, Raghava" userId="cf8c09de-c40c-47a2-971b-c612c06e0906" providerId="ADAL" clId="{4C56122D-C267-4AA5-B2AB-CAAC7D036D6C}" dt="2024-06-06T07:12:34.136" v="796"/>
          <ac:spMkLst>
            <pc:docMk/>
            <pc:sldMk cId="2720965184" sldId="2147475802"/>
            <ac:spMk id="92" creationId="{8A4009F9-9120-CD6D-444F-FB5250036B96}"/>
          </ac:spMkLst>
        </pc:spChg>
        <pc:spChg chg="mod">
          <ac:chgData name="Kanduru, Raghava" userId="cf8c09de-c40c-47a2-971b-c612c06e0906" providerId="ADAL" clId="{4C56122D-C267-4AA5-B2AB-CAAC7D036D6C}" dt="2024-06-06T07:12:34.136" v="796"/>
          <ac:spMkLst>
            <pc:docMk/>
            <pc:sldMk cId="2720965184" sldId="2147475802"/>
            <ac:spMk id="93" creationId="{D109FBAD-A008-385D-DB87-41C41319DEC7}"/>
          </ac:spMkLst>
        </pc:spChg>
        <pc:spChg chg="mod">
          <ac:chgData name="Kanduru, Raghava" userId="cf8c09de-c40c-47a2-971b-c612c06e0906" providerId="ADAL" clId="{4C56122D-C267-4AA5-B2AB-CAAC7D036D6C}" dt="2024-06-06T07:12:34.136" v="796"/>
          <ac:spMkLst>
            <pc:docMk/>
            <pc:sldMk cId="2720965184" sldId="2147475802"/>
            <ac:spMk id="95" creationId="{7CC17CBD-8C9F-255D-9C85-CB195749EE18}"/>
          </ac:spMkLst>
        </pc:spChg>
        <pc:spChg chg="mod">
          <ac:chgData name="Kanduru, Raghava" userId="cf8c09de-c40c-47a2-971b-c612c06e0906" providerId="ADAL" clId="{4C56122D-C267-4AA5-B2AB-CAAC7D036D6C}" dt="2024-06-06T07:12:34.136" v="796"/>
          <ac:spMkLst>
            <pc:docMk/>
            <pc:sldMk cId="2720965184" sldId="2147475802"/>
            <ac:spMk id="97" creationId="{353190A8-D9B3-9D90-F20F-616185C46430}"/>
          </ac:spMkLst>
        </pc:spChg>
        <pc:spChg chg="mod">
          <ac:chgData name="Kanduru, Raghava" userId="cf8c09de-c40c-47a2-971b-c612c06e0906" providerId="ADAL" clId="{4C56122D-C267-4AA5-B2AB-CAAC7D036D6C}" dt="2024-06-06T07:12:34.136" v="796"/>
          <ac:spMkLst>
            <pc:docMk/>
            <pc:sldMk cId="2720965184" sldId="2147475802"/>
            <ac:spMk id="98" creationId="{AC8E24BD-3F11-AA60-237E-85467D6A2392}"/>
          </ac:spMkLst>
        </pc:spChg>
        <pc:spChg chg="mod">
          <ac:chgData name="Kanduru, Raghava" userId="cf8c09de-c40c-47a2-971b-c612c06e0906" providerId="ADAL" clId="{4C56122D-C267-4AA5-B2AB-CAAC7D036D6C}" dt="2024-06-06T07:12:34.136" v="796"/>
          <ac:spMkLst>
            <pc:docMk/>
            <pc:sldMk cId="2720965184" sldId="2147475802"/>
            <ac:spMk id="99" creationId="{83AE4580-0EE6-F459-9126-8D27369659C5}"/>
          </ac:spMkLst>
        </pc:spChg>
        <pc:spChg chg="mod">
          <ac:chgData name="Kanduru, Raghava" userId="cf8c09de-c40c-47a2-971b-c612c06e0906" providerId="ADAL" clId="{4C56122D-C267-4AA5-B2AB-CAAC7D036D6C}" dt="2024-06-06T07:12:34.136" v="796"/>
          <ac:spMkLst>
            <pc:docMk/>
            <pc:sldMk cId="2720965184" sldId="2147475802"/>
            <ac:spMk id="101" creationId="{9965AEA2-2B7B-F5A8-76F8-FC1D4797DC4E}"/>
          </ac:spMkLst>
        </pc:spChg>
        <pc:spChg chg="mod">
          <ac:chgData name="Kanduru, Raghava" userId="cf8c09de-c40c-47a2-971b-c612c06e0906" providerId="ADAL" clId="{4C56122D-C267-4AA5-B2AB-CAAC7D036D6C}" dt="2024-06-06T07:12:34.136" v="796"/>
          <ac:spMkLst>
            <pc:docMk/>
            <pc:sldMk cId="2720965184" sldId="2147475802"/>
            <ac:spMk id="103" creationId="{108B8424-C500-53F9-998B-3F67DEF39338}"/>
          </ac:spMkLst>
        </pc:spChg>
        <pc:spChg chg="mod">
          <ac:chgData name="Kanduru, Raghava" userId="cf8c09de-c40c-47a2-971b-c612c06e0906" providerId="ADAL" clId="{4C56122D-C267-4AA5-B2AB-CAAC7D036D6C}" dt="2024-06-06T07:12:34.136" v="796"/>
          <ac:spMkLst>
            <pc:docMk/>
            <pc:sldMk cId="2720965184" sldId="2147475802"/>
            <ac:spMk id="104" creationId="{89FC8892-796D-45B8-0429-5EDE555A6E24}"/>
          </ac:spMkLst>
        </pc:spChg>
        <pc:spChg chg="mod">
          <ac:chgData name="Kanduru, Raghava" userId="cf8c09de-c40c-47a2-971b-c612c06e0906" providerId="ADAL" clId="{4C56122D-C267-4AA5-B2AB-CAAC7D036D6C}" dt="2024-06-06T07:12:34.136" v="796"/>
          <ac:spMkLst>
            <pc:docMk/>
            <pc:sldMk cId="2720965184" sldId="2147475802"/>
            <ac:spMk id="105" creationId="{F8C85FAE-745C-B851-985A-64F6298138F9}"/>
          </ac:spMkLst>
        </pc:spChg>
        <pc:spChg chg="add del mod">
          <ac:chgData name="Kanduru, Raghava" userId="cf8c09de-c40c-47a2-971b-c612c06e0906" providerId="ADAL" clId="{4C56122D-C267-4AA5-B2AB-CAAC7D036D6C}" dt="2024-06-06T07:22:35.749" v="909" actId="478"/>
          <ac:spMkLst>
            <pc:docMk/>
            <pc:sldMk cId="2720965184" sldId="2147475802"/>
            <ac:spMk id="106" creationId="{9A3DFB98-2022-2958-5606-6BFA07F30E59}"/>
          </ac:spMkLst>
        </pc:spChg>
        <pc:spChg chg="mod">
          <ac:chgData name="Kanduru, Raghava" userId="cf8c09de-c40c-47a2-971b-c612c06e0906" providerId="ADAL" clId="{4C56122D-C267-4AA5-B2AB-CAAC7D036D6C}" dt="2024-06-06T07:18:39.351" v="861" actId="1076"/>
          <ac:spMkLst>
            <pc:docMk/>
            <pc:sldMk cId="2720965184" sldId="2147475802"/>
            <ac:spMk id="108" creationId="{E534B734-C284-F02B-260D-7BC5C45BFA25}"/>
          </ac:spMkLst>
        </pc:spChg>
        <pc:spChg chg="mod">
          <ac:chgData name="Kanduru, Raghava" userId="cf8c09de-c40c-47a2-971b-c612c06e0906" providerId="ADAL" clId="{4C56122D-C267-4AA5-B2AB-CAAC7D036D6C}" dt="2024-06-06T07:18:39.351" v="861" actId="1076"/>
          <ac:spMkLst>
            <pc:docMk/>
            <pc:sldMk cId="2720965184" sldId="2147475802"/>
            <ac:spMk id="109" creationId="{F11F0692-838B-F693-CB85-C47BBA33F183}"/>
          </ac:spMkLst>
        </pc:spChg>
        <pc:spChg chg="mod">
          <ac:chgData name="Kanduru, Raghava" userId="cf8c09de-c40c-47a2-971b-c612c06e0906" providerId="ADAL" clId="{4C56122D-C267-4AA5-B2AB-CAAC7D036D6C}" dt="2024-06-06T07:18:39.351" v="861" actId="1076"/>
          <ac:spMkLst>
            <pc:docMk/>
            <pc:sldMk cId="2720965184" sldId="2147475802"/>
            <ac:spMk id="111" creationId="{99632D84-81E3-6095-3BD8-13CFDC37D69B}"/>
          </ac:spMkLst>
        </pc:spChg>
        <pc:spChg chg="mod">
          <ac:chgData name="Kanduru, Raghava" userId="cf8c09de-c40c-47a2-971b-c612c06e0906" providerId="ADAL" clId="{4C56122D-C267-4AA5-B2AB-CAAC7D036D6C}" dt="2024-06-06T07:18:39.351" v="861" actId="1076"/>
          <ac:spMkLst>
            <pc:docMk/>
            <pc:sldMk cId="2720965184" sldId="2147475802"/>
            <ac:spMk id="112" creationId="{EBD11699-5961-3CC3-C14A-2DFD4EE37654}"/>
          </ac:spMkLst>
        </pc:spChg>
        <pc:spChg chg="mod">
          <ac:chgData name="Kanduru, Raghava" userId="cf8c09de-c40c-47a2-971b-c612c06e0906" providerId="ADAL" clId="{4C56122D-C267-4AA5-B2AB-CAAC7D036D6C}" dt="2024-06-06T07:18:39.351" v="861" actId="1076"/>
          <ac:spMkLst>
            <pc:docMk/>
            <pc:sldMk cId="2720965184" sldId="2147475802"/>
            <ac:spMk id="114" creationId="{851A50B5-E231-474D-1B4F-ACE833113684}"/>
          </ac:spMkLst>
        </pc:spChg>
        <pc:spChg chg="mod">
          <ac:chgData name="Kanduru, Raghava" userId="cf8c09de-c40c-47a2-971b-c612c06e0906" providerId="ADAL" clId="{4C56122D-C267-4AA5-B2AB-CAAC7D036D6C}" dt="2024-06-06T07:18:39.351" v="861" actId="1076"/>
          <ac:spMkLst>
            <pc:docMk/>
            <pc:sldMk cId="2720965184" sldId="2147475802"/>
            <ac:spMk id="116" creationId="{E3D7E950-BB19-68BC-8153-B1DAE9529FC5}"/>
          </ac:spMkLst>
        </pc:spChg>
        <pc:spChg chg="mod">
          <ac:chgData name="Kanduru, Raghava" userId="cf8c09de-c40c-47a2-971b-c612c06e0906" providerId="ADAL" clId="{4C56122D-C267-4AA5-B2AB-CAAC7D036D6C}" dt="2024-06-06T07:18:39.351" v="861" actId="1076"/>
          <ac:spMkLst>
            <pc:docMk/>
            <pc:sldMk cId="2720965184" sldId="2147475802"/>
            <ac:spMk id="118" creationId="{B24E3AB4-F33D-2EB6-0D51-2B27FDD0E97F}"/>
          </ac:spMkLst>
        </pc:spChg>
        <pc:spChg chg="mod">
          <ac:chgData name="Kanduru, Raghava" userId="cf8c09de-c40c-47a2-971b-c612c06e0906" providerId="ADAL" clId="{4C56122D-C267-4AA5-B2AB-CAAC7D036D6C}" dt="2024-06-06T07:18:39.351" v="861" actId="1076"/>
          <ac:spMkLst>
            <pc:docMk/>
            <pc:sldMk cId="2720965184" sldId="2147475802"/>
            <ac:spMk id="119" creationId="{798BDF14-E037-CDAE-8A7E-B80F7AAFFDAC}"/>
          </ac:spMkLst>
        </pc:spChg>
        <pc:spChg chg="mod">
          <ac:chgData name="Kanduru, Raghava" userId="cf8c09de-c40c-47a2-971b-c612c06e0906" providerId="ADAL" clId="{4C56122D-C267-4AA5-B2AB-CAAC7D036D6C}" dt="2024-06-06T07:18:39.351" v="861" actId="1076"/>
          <ac:spMkLst>
            <pc:docMk/>
            <pc:sldMk cId="2720965184" sldId="2147475802"/>
            <ac:spMk id="121" creationId="{4A93F927-CF94-2D79-37B3-AC4907889AD0}"/>
          </ac:spMkLst>
        </pc:spChg>
        <pc:spChg chg="mod">
          <ac:chgData name="Kanduru, Raghava" userId="cf8c09de-c40c-47a2-971b-c612c06e0906" providerId="ADAL" clId="{4C56122D-C267-4AA5-B2AB-CAAC7D036D6C}" dt="2024-06-06T07:18:39.351" v="861" actId="1076"/>
          <ac:spMkLst>
            <pc:docMk/>
            <pc:sldMk cId="2720965184" sldId="2147475802"/>
            <ac:spMk id="123" creationId="{E8EF794A-5ACD-94DA-044B-293126BB993D}"/>
          </ac:spMkLst>
        </pc:spChg>
        <pc:spChg chg="mod">
          <ac:chgData name="Kanduru, Raghava" userId="cf8c09de-c40c-47a2-971b-c612c06e0906" providerId="ADAL" clId="{4C56122D-C267-4AA5-B2AB-CAAC7D036D6C}" dt="2024-06-06T07:18:39.351" v="861" actId="1076"/>
          <ac:spMkLst>
            <pc:docMk/>
            <pc:sldMk cId="2720965184" sldId="2147475802"/>
            <ac:spMk id="124" creationId="{A88F8808-D151-F3E8-C79A-DC7CFCF614D8}"/>
          </ac:spMkLst>
        </pc:spChg>
        <pc:spChg chg="mod">
          <ac:chgData name="Kanduru, Raghava" userId="cf8c09de-c40c-47a2-971b-c612c06e0906" providerId="ADAL" clId="{4C56122D-C267-4AA5-B2AB-CAAC7D036D6C}" dt="2024-06-06T07:18:39.351" v="861" actId="1076"/>
          <ac:spMkLst>
            <pc:docMk/>
            <pc:sldMk cId="2720965184" sldId="2147475802"/>
            <ac:spMk id="125" creationId="{106B7A5A-E2D1-C6D1-ED33-3DDC389035C3}"/>
          </ac:spMkLst>
        </pc:spChg>
        <pc:spChg chg="mod">
          <ac:chgData name="Kanduru, Raghava" userId="cf8c09de-c40c-47a2-971b-c612c06e0906" providerId="ADAL" clId="{4C56122D-C267-4AA5-B2AB-CAAC7D036D6C}" dt="2024-06-06T07:18:39.351" v="861" actId="1076"/>
          <ac:spMkLst>
            <pc:docMk/>
            <pc:sldMk cId="2720965184" sldId="2147475802"/>
            <ac:spMk id="127" creationId="{E06ABA83-2AF3-D584-7DC0-9CBAD010B705}"/>
          </ac:spMkLst>
        </pc:spChg>
        <pc:spChg chg="mod">
          <ac:chgData name="Kanduru, Raghava" userId="cf8c09de-c40c-47a2-971b-c612c06e0906" providerId="ADAL" clId="{4C56122D-C267-4AA5-B2AB-CAAC7D036D6C}" dt="2024-06-06T07:18:39.351" v="861" actId="1076"/>
          <ac:spMkLst>
            <pc:docMk/>
            <pc:sldMk cId="2720965184" sldId="2147475802"/>
            <ac:spMk id="129" creationId="{468B3F68-2DFF-D6AB-E1FA-AF25203CA804}"/>
          </ac:spMkLst>
        </pc:spChg>
        <pc:spChg chg="mod">
          <ac:chgData name="Kanduru, Raghava" userId="cf8c09de-c40c-47a2-971b-c612c06e0906" providerId="ADAL" clId="{4C56122D-C267-4AA5-B2AB-CAAC7D036D6C}" dt="2024-06-06T07:18:39.351" v="861" actId="1076"/>
          <ac:spMkLst>
            <pc:docMk/>
            <pc:sldMk cId="2720965184" sldId="2147475802"/>
            <ac:spMk id="130" creationId="{AC3EABDE-8D93-265C-8E4D-DE6438FC97BB}"/>
          </ac:spMkLst>
        </pc:spChg>
        <pc:spChg chg="mod">
          <ac:chgData name="Kanduru, Raghava" userId="cf8c09de-c40c-47a2-971b-c612c06e0906" providerId="ADAL" clId="{4C56122D-C267-4AA5-B2AB-CAAC7D036D6C}" dt="2024-06-06T07:18:39.351" v="861" actId="1076"/>
          <ac:spMkLst>
            <pc:docMk/>
            <pc:sldMk cId="2720965184" sldId="2147475802"/>
            <ac:spMk id="131" creationId="{20398D0A-9D60-31AE-4717-FD9BFCBCE491}"/>
          </ac:spMkLst>
        </pc:spChg>
        <pc:spChg chg="add del mod">
          <ac:chgData name="Kanduru, Raghava" userId="cf8c09de-c40c-47a2-971b-c612c06e0906" providerId="ADAL" clId="{4C56122D-C267-4AA5-B2AB-CAAC7D036D6C}" dt="2024-06-06T07:22:39.219" v="910" actId="478"/>
          <ac:spMkLst>
            <pc:docMk/>
            <pc:sldMk cId="2720965184" sldId="2147475802"/>
            <ac:spMk id="132" creationId="{15CE39DA-60EC-62BF-2E25-8C29742C6477}"/>
          </ac:spMkLst>
        </pc:spChg>
        <pc:spChg chg="mod">
          <ac:chgData name="Kanduru, Raghava" userId="cf8c09de-c40c-47a2-971b-c612c06e0906" providerId="ADAL" clId="{4C56122D-C267-4AA5-B2AB-CAAC7D036D6C}" dt="2024-06-06T07:18:18.065" v="860" actId="1076"/>
          <ac:spMkLst>
            <pc:docMk/>
            <pc:sldMk cId="2720965184" sldId="2147475802"/>
            <ac:spMk id="134" creationId="{D9833C74-89A9-2EB5-1758-A69AA0001632}"/>
          </ac:spMkLst>
        </pc:spChg>
        <pc:spChg chg="mod">
          <ac:chgData name="Kanduru, Raghava" userId="cf8c09de-c40c-47a2-971b-c612c06e0906" providerId="ADAL" clId="{4C56122D-C267-4AA5-B2AB-CAAC7D036D6C}" dt="2024-06-06T07:18:18.065" v="860" actId="1076"/>
          <ac:spMkLst>
            <pc:docMk/>
            <pc:sldMk cId="2720965184" sldId="2147475802"/>
            <ac:spMk id="135" creationId="{384CC802-ACFA-1A71-859D-06BA6513FFC8}"/>
          </ac:spMkLst>
        </pc:spChg>
        <pc:spChg chg="mod">
          <ac:chgData name="Kanduru, Raghava" userId="cf8c09de-c40c-47a2-971b-c612c06e0906" providerId="ADAL" clId="{4C56122D-C267-4AA5-B2AB-CAAC7D036D6C}" dt="2024-06-06T07:18:18.065" v="860" actId="1076"/>
          <ac:spMkLst>
            <pc:docMk/>
            <pc:sldMk cId="2720965184" sldId="2147475802"/>
            <ac:spMk id="137" creationId="{75912309-9EE0-F27F-4BCC-4071622C5142}"/>
          </ac:spMkLst>
        </pc:spChg>
        <pc:spChg chg="mod">
          <ac:chgData name="Kanduru, Raghava" userId="cf8c09de-c40c-47a2-971b-c612c06e0906" providerId="ADAL" clId="{4C56122D-C267-4AA5-B2AB-CAAC7D036D6C}" dt="2024-06-06T07:18:18.065" v="860" actId="1076"/>
          <ac:spMkLst>
            <pc:docMk/>
            <pc:sldMk cId="2720965184" sldId="2147475802"/>
            <ac:spMk id="138" creationId="{AAD1760F-6293-046F-E3D9-7D1F0F61254C}"/>
          </ac:spMkLst>
        </pc:spChg>
        <pc:spChg chg="mod">
          <ac:chgData name="Kanduru, Raghava" userId="cf8c09de-c40c-47a2-971b-c612c06e0906" providerId="ADAL" clId="{4C56122D-C267-4AA5-B2AB-CAAC7D036D6C}" dt="2024-06-06T07:18:18.065" v="860" actId="1076"/>
          <ac:spMkLst>
            <pc:docMk/>
            <pc:sldMk cId="2720965184" sldId="2147475802"/>
            <ac:spMk id="140" creationId="{754C1398-7226-289D-8DC3-A905878DC787}"/>
          </ac:spMkLst>
        </pc:spChg>
        <pc:spChg chg="mod">
          <ac:chgData name="Kanduru, Raghava" userId="cf8c09de-c40c-47a2-971b-c612c06e0906" providerId="ADAL" clId="{4C56122D-C267-4AA5-B2AB-CAAC7D036D6C}" dt="2024-06-06T07:18:18.065" v="860" actId="1076"/>
          <ac:spMkLst>
            <pc:docMk/>
            <pc:sldMk cId="2720965184" sldId="2147475802"/>
            <ac:spMk id="142" creationId="{72A65814-B6A3-6581-2C3F-F6C11676FD72}"/>
          </ac:spMkLst>
        </pc:spChg>
        <pc:spChg chg="mod">
          <ac:chgData name="Kanduru, Raghava" userId="cf8c09de-c40c-47a2-971b-c612c06e0906" providerId="ADAL" clId="{4C56122D-C267-4AA5-B2AB-CAAC7D036D6C}" dt="2024-06-06T07:18:18.065" v="860" actId="1076"/>
          <ac:spMkLst>
            <pc:docMk/>
            <pc:sldMk cId="2720965184" sldId="2147475802"/>
            <ac:spMk id="144" creationId="{3984BB10-CDB4-9EB4-BC2B-479A6280B0C9}"/>
          </ac:spMkLst>
        </pc:spChg>
        <pc:spChg chg="mod">
          <ac:chgData name="Kanduru, Raghava" userId="cf8c09de-c40c-47a2-971b-c612c06e0906" providerId="ADAL" clId="{4C56122D-C267-4AA5-B2AB-CAAC7D036D6C}" dt="2024-06-06T07:18:18.065" v="860" actId="1076"/>
          <ac:spMkLst>
            <pc:docMk/>
            <pc:sldMk cId="2720965184" sldId="2147475802"/>
            <ac:spMk id="145" creationId="{A1E0FBD7-0E0D-D93E-B169-DDAD0F5236B0}"/>
          </ac:spMkLst>
        </pc:spChg>
        <pc:spChg chg="mod">
          <ac:chgData name="Kanduru, Raghava" userId="cf8c09de-c40c-47a2-971b-c612c06e0906" providerId="ADAL" clId="{4C56122D-C267-4AA5-B2AB-CAAC7D036D6C}" dt="2024-06-06T07:18:18.065" v="860" actId="1076"/>
          <ac:spMkLst>
            <pc:docMk/>
            <pc:sldMk cId="2720965184" sldId="2147475802"/>
            <ac:spMk id="147" creationId="{82DD5FDE-CCA0-6F82-2BEC-2C05F3FB9939}"/>
          </ac:spMkLst>
        </pc:spChg>
        <pc:spChg chg="mod">
          <ac:chgData name="Kanduru, Raghava" userId="cf8c09de-c40c-47a2-971b-c612c06e0906" providerId="ADAL" clId="{4C56122D-C267-4AA5-B2AB-CAAC7D036D6C}" dt="2024-06-06T07:18:18.065" v="860" actId="1076"/>
          <ac:spMkLst>
            <pc:docMk/>
            <pc:sldMk cId="2720965184" sldId="2147475802"/>
            <ac:spMk id="149" creationId="{5E57EB35-AC35-81B8-989A-BAC521A65836}"/>
          </ac:spMkLst>
        </pc:spChg>
        <pc:spChg chg="mod">
          <ac:chgData name="Kanduru, Raghava" userId="cf8c09de-c40c-47a2-971b-c612c06e0906" providerId="ADAL" clId="{4C56122D-C267-4AA5-B2AB-CAAC7D036D6C}" dt="2024-06-06T07:18:18.065" v="860" actId="1076"/>
          <ac:spMkLst>
            <pc:docMk/>
            <pc:sldMk cId="2720965184" sldId="2147475802"/>
            <ac:spMk id="150" creationId="{F8FA8C5A-A3B1-B10E-18D8-BF9BD5B4DFD3}"/>
          </ac:spMkLst>
        </pc:spChg>
        <pc:spChg chg="mod">
          <ac:chgData name="Kanduru, Raghava" userId="cf8c09de-c40c-47a2-971b-c612c06e0906" providerId="ADAL" clId="{4C56122D-C267-4AA5-B2AB-CAAC7D036D6C}" dt="2024-06-06T07:18:18.065" v="860" actId="1076"/>
          <ac:spMkLst>
            <pc:docMk/>
            <pc:sldMk cId="2720965184" sldId="2147475802"/>
            <ac:spMk id="151" creationId="{E62EC097-4820-E529-73B1-65A6850E227B}"/>
          </ac:spMkLst>
        </pc:spChg>
        <pc:spChg chg="mod">
          <ac:chgData name="Kanduru, Raghava" userId="cf8c09de-c40c-47a2-971b-c612c06e0906" providerId="ADAL" clId="{4C56122D-C267-4AA5-B2AB-CAAC7D036D6C}" dt="2024-06-06T07:18:18.065" v="860" actId="1076"/>
          <ac:spMkLst>
            <pc:docMk/>
            <pc:sldMk cId="2720965184" sldId="2147475802"/>
            <ac:spMk id="153" creationId="{B62599A9-3E81-B7D6-5920-997D3F808F9F}"/>
          </ac:spMkLst>
        </pc:spChg>
        <pc:spChg chg="mod">
          <ac:chgData name="Kanduru, Raghava" userId="cf8c09de-c40c-47a2-971b-c612c06e0906" providerId="ADAL" clId="{4C56122D-C267-4AA5-B2AB-CAAC7D036D6C}" dt="2024-06-06T07:18:18.065" v="860" actId="1076"/>
          <ac:spMkLst>
            <pc:docMk/>
            <pc:sldMk cId="2720965184" sldId="2147475802"/>
            <ac:spMk id="155" creationId="{CAE76BA0-160A-11CA-D6A7-D7508792CA5C}"/>
          </ac:spMkLst>
        </pc:spChg>
        <pc:spChg chg="mod">
          <ac:chgData name="Kanduru, Raghava" userId="cf8c09de-c40c-47a2-971b-c612c06e0906" providerId="ADAL" clId="{4C56122D-C267-4AA5-B2AB-CAAC7D036D6C}" dt="2024-06-06T07:18:18.065" v="860" actId="1076"/>
          <ac:spMkLst>
            <pc:docMk/>
            <pc:sldMk cId="2720965184" sldId="2147475802"/>
            <ac:spMk id="156" creationId="{F50EF845-43AF-8204-E81D-8CAB986C5B4B}"/>
          </ac:spMkLst>
        </pc:spChg>
        <pc:spChg chg="mod">
          <ac:chgData name="Kanduru, Raghava" userId="cf8c09de-c40c-47a2-971b-c612c06e0906" providerId="ADAL" clId="{4C56122D-C267-4AA5-B2AB-CAAC7D036D6C}" dt="2024-06-06T07:18:18.065" v="860" actId="1076"/>
          <ac:spMkLst>
            <pc:docMk/>
            <pc:sldMk cId="2720965184" sldId="2147475802"/>
            <ac:spMk id="157" creationId="{613DBE4E-05A6-704B-648D-05C8E9399A88}"/>
          </ac:spMkLst>
        </pc:spChg>
        <pc:spChg chg="add del mod">
          <ac:chgData name="Kanduru, Raghava" userId="cf8c09de-c40c-47a2-971b-c612c06e0906" providerId="ADAL" clId="{4C56122D-C267-4AA5-B2AB-CAAC7D036D6C}" dt="2024-06-06T07:36:56.020" v="1015" actId="478"/>
          <ac:spMkLst>
            <pc:docMk/>
            <pc:sldMk cId="2720965184" sldId="2147475802"/>
            <ac:spMk id="158" creationId="{34C2DF26-8ED3-2D4D-97A9-957FBC3CFBA8}"/>
          </ac:spMkLst>
        </pc:spChg>
        <pc:spChg chg="add del mod">
          <ac:chgData name="Kanduru, Raghava" userId="cf8c09de-c40c-47a2-971b-c612c06e0906" providerId="ADAL" clId="{4C56122D-C267-4AA5-B2AB-CAAC7D036D6C}" dt="2024-06-06T07:36:56.020" v="1015" actId="478"/>
          <ac:spMkLst>
            <pc:docMk/>
            <pc:sldMk cId="2720965184" sldId="2147475802"/>
            <ac:spMk id="159" creationId="{98C1B734-E308-415A-4213-C8CB58612187}"/>
          </ac:spMkLst>
        </pc:spChg>
        <pc:spChg chg="add mod">
          <ac:chgData name="Kanduru, Raghava" userId="cf8c09de-c40c-47a2-971b-c612c06e0906" providerId="ADAL" clId="{4C56122D-C267-4AA5-B2AB-CAAC7D036D6C}" dt="2024-06-06T07:37:05.910" v="1017"/>
          <ac:spMkLst>
            <pc:docMk/>
            <pc:sldMk cId="2720965184" sldId="2147475802"/>
            <ac:spMk id="161" creationId="{D9672B36-56E2-B6FA-2711-EB61A22BC675}"/>
          </ac:spMkLst>
        </pc:spChg>
        <pc:spChg chg="add mod">
          <ac:chgData name="Kanduru, Raghava" userId="cf8c09de-c40c-47a2-971b-c612c06e0906" providerId="ADAL" clId="{4C56122D-C267-4AA5-B2AB-CAAC7D036D6C}" dt="2024-06-06T07:37:05.910" v="1017"/>
          <ac:spMkLst>
            <pc:docMk/>
            <pc:sldMk cId="2720965184" sldId="2147475802"/>
            <ac:spMk id="162" creationId="{710EF47A-BE43-8338-B86A-A421466C42C0}"/>
          </ac:spMkLst>
        </pc:spChg>
        <pc:spChg chg="add mod">
          <ac:chgData name="Kanduru, Raghava" userId="cf8c09de-c40c-47a2-971b-c612c06e0906" providerId="ADAL" clId="{4C56122D-C267-4AA5-B2AB-CAAC7D036D6C}" dt="2024-06-06T07:37:05.910" v="1017"/>
          <ac:spMkLst>
            <pc:docMk/>
            <pc:sldMk cId="2720965184" sldId="2147475802"/>
            <ac:spMk id="165" creationId="{29EFD10C-E24F-7477-2FFD-7E3578E3F28F}"/>
          </ac:spMkLst>
        </pc:spChg>
        <pc:spChg chg="add mod">
          <ac:chgData name="Kanduru, Raghava" userId="cf8c09de-c40c-47a2-971b-c612c06e0906" providerId="ADAL" clId="{4C56122D-C267-4AA5-B2AB-CAAC7D036D6C}" dt="2024-06-06T08:31:22.851" v="1054" actId="20577"/>
          <ac:spMkLst>
            <pc:docMk/>
            <pc:sldMk cId="2720965184" sldId="2147475802"/>
            <ac:spMk id="166" creationId="{36923CEA-8A27-0FE8-2C93-6B7BC044D208}"/>
          </ac:spMkLst>
        </pc:spChg>
        <pc:spChg chg="add mod">
          <ac:chgData name="Kanduru, Raghava" userId="cf8c09de-c40c-47a2-971b-c612c06e0906" providerId="ADAL" clId="{4C56122D-C267-4AA5-B2AB-CAAC7D036D6C}" dt="2024-06-06T08:35:29.440" v="1298" actId="20577"/>
          <ac:spMkLst>
            <pc:docMk/>
            <pc:sldMk cId="2720965184" sldId="2147475802"/>
            <ac:spMk id="167" creationId="{18E39404-F392-E884-27B6-7220A78985CC}"/>
          </ac:spMkLst>
        </pc:spChg>
        <pc:spChg chg="add mod">
          <ac:chgData name="Kanduru, Raghava" userId="cf8c09de-c40c-47a2-971b-c612c06e0906" providerId="ADAL" clId="{4C56122D-C267-4AA5-B2AB-CAAC7D036D6C}" dt="2024-06-06T08:36:04.124" v="1307" actId="1076"/>
          <ac:spMkLst>
            <pc:docMk/>
            <pc:sldMk cId="2720965184" sldId="2147475802"/>
            <ac:spMk id="168" creationId="{B3F3B66A-4E36-0B8C-C1B5-D7FF093518E6}"/>
          </ac:spMkLst>
        </pc:spChg>
        <pc:spChg chg="add mod">
          <ac:chgData name="Kanduru, Raghava" userId="cf8c09de-c40c-47a2-971b-c612c06e0906" providerId="ADAL" clId="{4C56122D-C267-4AA5-B2AB-CAAC7D036D6C}" dt="2024-06-06T07:37:05.910" v="1017"/>
          <ac:spMkLst>
            <pc:docMk/>
            <pc:sldMk cId="2720965184" sldId="2147475802"/>
            <ac:spMk id="169" creationId="{DF677468-2A85-BD0D-CE4C-F483E8DC4F4B}"/>
          </ac:spMkLst>
        </pc:spChg>
        <pc:spChg chg="add mod">
          <ac:chgData name="Kanduru, Raghava" userId="cf8c09de-c40c-47a2-971b-c612c06e0906" providerId="ADAL" clId="{4C56122D-C267-4AA5-B2AB-CAAC7D036D6C}" dt="2024-06-06T08:30:36.768" v="1050" actId="6549"/>
          <ac:spMkLst>
            <pc:docMk/>
            <pc:sldMk cId="2720965184" sldId="2147475802"/>
            <ac:spMk id="170" creationId="{5A113194-9A35-4212-44E0-E339A4B4D015}"/>
          </ac:spMkLst>
        </pc:spChg>
        <pc:spChg chg="add del mod">
          <ac:chgData name="Kanduru, Raghava" userId="cf8c09de-c40c-47a2-971b-c612c06e0906" providerId="ADAL" clId="{4C56122D-C267-4AA5-B2AB-CAAC7D036D6C}" dt="2024-06-06T07:51:53.034" v="1023" actId="478"/>
          <ac:spMkLst>
            <pc:docMk/>
            <pc:sldMk cId="2720965184" sldId="2147475802"/>
            <ac:spMk id="171" creationId="{081C1712-B410-1D7E-0488-0F2202DB0373}"/>
          </ac:spMkLst>
        </pc:spChg>
        <pc:spChg chg="add mod">
          <ac:chgData name="Kanduru, Raghava" userId="cf8c09de-c40c-47a2-971b-c612c06e0906" providerId="ADAL" clId="{4C56122D-C267-4AA5-B2AB-CAAC7D036D6C}" dt="2024-06-06T07:51:53.371" v="1024"/>
          <ac:spMkLst>
            <pc:docMk/>
            <pc:sldMk cId="2720965184" sldId="2147475802"/>
            <ac:spMk id="172" creationId="{D84B2AB8-5CD4-2E32-61AB-CAEBD0074C0F}"/>
          </ac:spMkLst>
        </pc:spChg>
        <pc:spChg chg="add mod">
          <ac:chgData name="Kanduru, Raghava" userId="cf8c09de-c40c-47a2-971b-c612c06e0906" providerId="ADAL" clId="{4C56122D-C267-4AA5-B2AB-CAAC7D036D6C}" dt="2024-06-06T08:46:37.977" v="1414" actId="1076"/>
          <ac:spMkLst>
            <pc:docMk/>
            <pc:sldMk cId="2720965184" sldId="2147475802"/>
            <ac:spMk id="173" creationId="{064CB3CA-496A-DEB3-3FF2-66485FF24C2C}"/>
          </ac:spMkLst>
        </pc:spChg>
        <pc:grpChg chg="add del mod">
          <ac:chgData name="Kanduru, Raghava" userId="cf8c09de-c40c-47a2-971b-c612c06e0906" providerId="ADAL" clId="{4C56122D-C267-4AA5-B2AB-CAAC7D036D6C}" dt="2024-06-06T06:58:39.876" v="590"/>
          <ac:grpSpMkLst>
            <pc:docMk/>
            <pc:sldMk cId="2720965184" sldId="2147475802"/>
            <ac:grpSpMk id="7" creationId="{8A62F637-E37C-CDA0-F2D0-38C2A005C97C}"/>
          </ac:grpSpMkLst>
        </pc:grpChg>
        <pc:grpChg chg="mod">
          <ac:chgData name="Kanduru, Raghava" userId="cf8c09de-c40c-47a2-971b-c612c06e0906" providerId="ADAL" clId="{4C56122D-C267-4AA5-B2AB-CAAC7D036D6C}" dt="2024-06-06T06:58:26.882" v="587"/>
          <ac:grpSpMkLst>
            <pc:docMk/>
            <pc:sldMk cId="2720965184" sldId="2147475802"/>
            <ac:grpSpMk id="10" creationId="{ECA681F0-19CA-1DF7-C258-B62B89E32F4E}"/>
          </ac:grpSpMkLst>
        </pc:grpChg>
        <pc:grpChg chg="mod">
          <ac:chgData name="Kanduru, Raghava" userId="cf8c09de-c40c-47a2-971b-c612c06e0906" providerId="ADAL" clId="{4C56122D-C267-4AA5-B2AB-CAAC7D036D6C}" dt="2024-06-06T06:58:26.882" v="587"/>
          <ac:grpSpMkLst>
            <pc:docMk/>
            <pc:sldMk cId="2720965184" sldId="2147475802"/>
            <ac:grpSpMk id="11" creationId="{0C143FC3-94C4-6E62-8BD3-2DF611FAF495}"/>
          </ac:grpSpMkLst>
        </pc:grpChg>
        <pc:grpChg chg="add del mod">
          <ac:chgData name="Kanduru, Raghava" userId="cf8c09de-c40c-47a2-971b-c612c06e0906" providerId="ADAL" clId="{4C56122D-C267-4AA5-B2AB-CAAC7D036D6C}" dt="2024-06-06T06:58:43.775" v="592"/>
          <ac:grpSpMkLst>
            <pc:docMk/>
            <pc:sldMk cId="2720965184" sldId="2147475802"/>
            <ac:grpSpMk id="42" creationId="{CB0D0D6A-3E1F-EC91-1900-4E090612F98A}"/>
          </ac:grpSpMkLst>
        </pc:grpChg>
        <pc:grpChg chg="mod">
          <ac:chgData name="Kanduru, Raghava" userId="cf8c09de-c40c-47a2-971b-c612c06e0906" providerId="ADAL" clId="{4C56122D-C267-4AA5-B2AB-CAAC7D036D6C}" dt="2024-06-06T06:58:40.906" v="591"/>
          <ac:grpSpMkLst>
            <pc:docMk/>
            <pc:sldMk cId="2720965184" sldId="2147475802"/>
            <ac:grpSpMk id="49" creationId="{74ED74E6-0BBF-8C6C-B066-B97AA004F482}"/>
          </ac:grpSpMkLst>
        </pc:grpChg>
        <pc:grpChg chg="mod">
          <ac:chgData name="Kanduru, Raghava" userId="cf8c09de-c40c-47a2-971b-c612c06e0906" providerId="ADAL" clId="{4C56122D-C267-4AA5-B2AB-CAAC7D036D6C}" dt="2024-06-06T06:58:40.906" v="591"/>
          <ac:grpSpMkLst>
            <pc:docMk/>
            <pc:sldMk cId="2720965184" sldId="2147475802"/>
            <ac:grpSpMk id="51" creationId="{AAAD82BD-3065-99F7-45E6-51B86F16B134}"/>
          </ac:grpSpMkLst>
        </pc:grpChg>
        <pc:grpChg chg="add del mod">
          <ac:chgData name="Kanduru, Raghava" userId="cf8c09de-c40c-47a2-971b-c612c06e0906" providerId="ADAL" clId="{4C56122D-C267-4AA5-B2AB-CAAC7D036D6C}" dt="2024-06-06T07:12:38.717" v="797"/>
          <ac:grpSpMkLst>
            <pc:docMk/>
            <pc:sldMk cId="2720965184" sldId="2147475802"/>
            <ac:grpSpMk id="81" creationId="{67171EAA-C1B0-E6D1-3F04-9B916524E332}"/>
          </ac:grpSpMkLst>
        </pc:grpChg>
        <pc:grpChg chg="add del mod">
          <ac:chgData name="Kanduru, Raghava" userId="cf8c09de-c40c-47a2-971b-c612c06e0906" providerId="ADAL" clId="{4C56122D-C267-4AA5-B2AB-CAAC7D036D6C}" dt="2024-06-06T07:12:38.717" v="797"/>
          <ac:grpSpMkLst>
            <pc:docMk/>
            <pc:sldMk cId="2720965184" sldId="2147475802"/>
            <ac:grpSpMk id="84" creationId="{F1D2FBF7-C990-1903-3A57-D9A9850255F3}"/>
          </ac:grpSpMkLst>
        </pc:grpChg>
        <pc:grpChg chg="add del mod">
          <ac:chgData name="Kanduru, Raghava" userId="cf8c09de-c40c-47a2-971b-c612c06e0906" providerId="ADAL" clId="{4C56122D-C267-4AA5-B2AB-CAAC7D036D6C}" dt="2024-06-06T07:12:38.717" v="797"/>
          <ac:grpSpMkLst>
            <pc:docMk/>
            <pc:sldMk cId="2720965184" sldId="2147475802"/>
            <ac:grpSpMk id="87" creationId="{DC8D3390-137D-FF01-7053-FB143502E5ED}"/>
          </ac:grpSpMkLst>
        </pc:grpChg>
        <pc:grpChg chg="mod">
          <ac:chgData name="Kanduru, Raghava" userId="cf8c09de-c40c-47a2-971b-c612c06e0906" providerId="ADAL" clId="{4C56122D-C267-4AA5-B2AB-CAAC7D036D6C}" dt="2024-06-06T07:12:34.136" v="796"/>
          <ac:grpSpMkLst>
            <pc:docMk/>
            <pc:sldMk cId="2720965184" sldId="2147475802"/>
            <ac:grpSpMk id="89" creationId="{0B9ED44D-5497-CD32-D0AD-C6F9F3E53BCD}"/>
          </ac:grpSpMkLst>
        </pc:grpChg>
        <pc:grpChg chg="mod">
          <ac:chgData name="Kanduru, Raghava" userId="cf8c09de-c40c-47a2-971b-c612c06e0906" providerId="ADAL" clId="{4C56122D-C267-4AA5-B2AB-CAAC7D036D6C}" dt="2024-06-06T07:12:34.136" v="796"/>
          <ac:grpSpMkLst>
            <pc:docMk/>
            <pc:sldMk cId="2720965184" sldId="2147475802"/>
            <ac:grpSpMk id="91" creationId="{0E7574B0-9368-1366-7F18-DCC44C60FA42}"/>
          </ac:grpSpMkLst>
        </pc:grpChg>
        <pc:grpChg chg="add del mod">
          <ac:chgData name="Kanduru, Raghava" userId="cf8c09de-c40c-47a2-971b-c612c06e0906" providerId="ADAL" clId="{4C56122D-C267-4AA5-B2AB-CAAC7D036D6C}" dt="2024-06-06T07:12:38.717" v="797"/>
          <ac:grpSpMkLst>
            <pc:docMk/>
            <pc:sldMk cId="2720965184" sldId="2147475802"/>
            <ac:grpSpMk id="94" creationId="{2DACDF6E-74AF-BC56-CDCD-ADEBC7E154CB}"/>
          </ac:grpSpMkLst>
        </pc:grpChg>
        <pc:grpChg chg="mod">
          <ac:chgData name="Kanduru, Raghava" userId="cf8c09de-c40c-47a2-971b-c612c06e0906" providerId="ADAL" clId="{4C56122D-C267-4AA5-B2AB-CAAC7D036D6C}" dt="2024-06-06T07:12:34.136" v="796"/>
          <ac:grpSpMkLst>
            <pc:docMk/>
            <pc:sldMk cId="2720965184" sldId="2147475802"/>
            <ac:grpSpMk id="96" creationId="{B51C258F-74F8-B7C7-55E7-3C96882D31BC}"/>
          </ac:grpSpMkLst>
        </pc:grpChg>
        <pc:grpChg chg="add del mod">
          <ac:chgData name="Kanduru, Raghava" userId="cf8c09de-c40c-47a2-971b-c612c06e0906" providerId="ADAL" clId="{4C56122D-C267-4AA5-B2AB-CAAC7D036D6C}" dt="2024-06-06T07:12:38.717" v="797"/>
          <ac:grpSpMkLst>
            <pc:docMk/>
            <pc:sldMk cId="2720965184" sldId="2147475802"/>
            <ac:grpSpMk id="100" creationId="{0FBEC311-D86A-ECA4-7274-76D22AD457AB}"/>
          </ac:grpSpMkLst>
        </pc:grpChg>
        <pc:grpChg chg="mod">
          <ac:chgData name="Kanduru, Raghava" userId="cf8c09de-c40c-47a2-971b-c612c06e0906" providerId="ADAL" clId="{4C56122D-C267-4AA5-B2AB-CAAC7D036D6C}" dt="2024-06-06T07:12:34.136" v="796"/>
          <ac:grpSpMkLst>
            <pc:docMk/>
            <pc:sldMk cId="2720965184" sldId="2147475802"/>
            <ac:grpSpMk id="102" creationId="{956FB2C9-93FA-FF81-43F5-3A2E271A450B}"/>
          </ac:grpSpMkLst>
        </pc:grpChg>
        <pc:grpChg chg="add del mod">
          <ac:chgData name="Kanduru, Raghava" userId="cf8c09de-c40c-47a2-971b-c612c06e0906" providerId="ADAL" clId="{4C56122D-C267-4AA5-B2AB-CAAC7D036D6C}" dt="2024-06-06T07:22:32.553" v="908" actId="478"/>
          <ac:grpSpMkLst>
            <pc:docMk/>
            <pc:sldMk cId="2720965184" sldId="2147475802"/>
            <ac:grpSpMk id="107" creationId="{E3B8648D-31A7-315D-C8E3-4594A8D9561A}"/>
          </ac:grpSpMkLst>
        </pc:grpChg>
        <pc:grpChg chg="add del mod">
          <ac:chgData name="Kanduru, Raghava" userId="cf8c09de-c40c-47a2-971b-c612c06e0906" providerId="ADAL" clId="{4C56122D-C267-4AA5-B2AB-CAAC7D036D6C}" dt="2024-06-06T07:22:32.553" v="908" actId="478"/>
          <ac:grpSpMkLst>
            <pc:docMk/>
            <pc:sldMk cId="2720965184" sldId="2147475802"/>
            <ac:grpSpMk id="110" creationId="{6D2D355E-E74E-A610-C027-C37558B8246E}"/>
          </ac:grpSpMkLst>
        </pc:grpChg>
        <pc:grpChg chg="add del mod">
          <ac:chgData name="Kanduru, Raghava" userId="cf8c09de-c40c-47a2-971b-c612c06e0906" providerId="ADAL" clId="{4C56122D-C267-4AA5-B2AB-CAAC7D036D6C}" dt="2024-06-06T07:22:32.553" v="908" actId="478"/>
          <ac:grpSpMkLst>
            <pc:docMk/>
            <pc:sldMk cId="2720965184" sldId="2147475802"/>
            <ac:grpSpMk id="113" creationId="{49B0823B-C2F3-5367-664A-FC3E3B7F6BCA}"/>
          </ac:grpSpMkLst>
        </pc:grpChg>
        <pc:grpChg chg="mod">
          <ac:chgData name="Kanduru, Raghava" userId="cf8c09de-c40c-47a2-971b-c612c06e0906" providerId="ADAL" clId="{4C56122D-C267-4AA5-B2AB-CAAC7D036D6C}" dt="2024-06-06T07:18:39.351" v="861" actId="1076"/>
          <ac:grpSpMkLst>
            <pc:docMk/>
            <pc:sldMk cId="2720965184" sldId="2147475802"/>
            <ac:grpSpMk id="115" creationId="{B27F7AF7-27F0-1314-CF05-9EF26342102A}"/>
          </ac:grpSpMkLst>
        </pc:grpChg>
        <pc:grpChg chg="mod">
          <ac:chgData name="Kanduru, Raghava" userId="cf8c09de-c40c-47a2-971b-c612c06e0906" providerId="ADAL" clId="{4C56122D-C267-4AA5-B2AB-CAAC7D036D6C}" dt="2024-06-06T07:18:39.351" v="861" actId="1076"/>
          <ac:grpSpMkLst>
            <pc:docMk/>
            <pc:sldMk cId="2720965184" sldId="2147475802"/>
            <ac:grpSpMk id="117" creationId="{862CDC3B-FF3D-DED9-7B8A-C21F3911543D}"/>
          </ac:grpSpMkLst>
        </pc:grpChg>
        <pc:grpChg chg="add del mod">
          <ac:chgData name="Kanduru, Raghava" userId="cf8c09de-c40c-47a2-971b-c612c06e0906" providerId="ADAL" clId="{4C56122D-C267-4AA5-B2AB-CAAC7D036D6C}" dt="2024-06-06T07:22:32.553" v="908" actId="478"/>
          <ac:grpSpMkLst>
            <pc:docMk/>
            <pc:sldMk cId="2720965184" sldId="2147475802"/>
            <ac:grpSpMk id="120" creationId="{D6FB8A0D-D991-2279-A642-8474279784B1}"/>
          </ac:grpSpMkLst>
        </pc:grpChg>
        <pc:grpChg chg="mod">
          <ac:chgData name="Kanduru, Raghava" userId="cf8c09de-c40c-47a2-971b-c612c06e0906" providerId="ADAL" clId="{4C56122D-C267-4AA5-B2AB-CAAC7D036D6C}" dt="2024-06-06T07:18:39.351" v="861" actId="1076"/>
          <ac:grpSpMkLst>
            <pc:docMk/>
            <pc:sldMk cId="2720965184" sldId="2147475802"/>
            <ac:grpSpMk id="122" creationId="{0A47F515-3756-5846-C819-AD2F992971D0}"/>
          </ac:grpSpMkLst>
        </pc:grpChg>
        <pc:grpChg chg="add del mod">
          <ac:chgData name="Kanduru, Raghava" userId="cf8c09de-c40c-47a2-971b-c612c06e0906" providerId="ADAL" clId="{4C56122D-C267-4AA5-B2AB-CAAC7D036D6C}" dt="2024-06-06T07:22:32.553" v="908" actId="478"/>
          <ac:grpSpMkLst>
            <pc:docMk/>
            <pc:sldMk cId="2720965184" sldId="2147475802"/>
            <ac:grpSpMk id="126" creationId="{F4194FC7-798B-F19E-BD76-C3F98AFAE019}"/>
          </ac:grpSpMkLst>
        </pc:grpChg>
        <pc:grpChg chg="mod">
          <ac:chgData name="Kanduru, Raghava" userId="cf8c09de-c40c-47a2-971b-c612c06e0906" providerId="ADAL" clId="{4C56122D-C267-4AA5-B2AB-CAAC7D036D6C}" dt="2024-06-06T07:18:39.351" v="861" actId="1076"/>
          <ac:grpSpMkLst>
            <pc:docMk/>
            <pc:sldMk cId="2720965184" sldId="2147475802"/>
            <ac:grpSpMk id="128" creationId="{742A8911-9202-C222-EB98-EB3E766E9F99}"/>
          </ac:grpSpMkLst>
        </pc:grpChg>
        <pc:grpChg chg="add del mod">
          <ac:chgData name="Kanduru, Raghava" userId="cf8c09de-c40c-47a2-971b-c612c06e0906" providerId="ADAL" clId="{4C56122D-C267-4AA5-B2AB-CAAC7D036D6C}" dt="2024-06-06T07:22:39.219" v="910" actId="478"/>
          <ac:grpSpMkLst>
            <pc:docMk/>
            <pc:sldMk cId="2720965184" sldId="2147475802"/>
            <ac:grpSpMk id="133" creationId="{E4F7F4D7-55D2-41C2-F8ED-0B3DE6C6ED75}"/>
          </ac:grpSpMkLst>
        </pc:grpChg>
        <pc:grpChg chg="add del mod">
          <ac:chgData name="Kanduru, Raghava" userId="cf8c09de-c40c-47a2-971b-c612c06e0906" providerId="ADAL" clId="{4C56122D-C267-4AA5-B2AB-CAAC7D036D6C}" dt="2024-06-06T07:22:39.219" v="910" actId="478"/>
          <ac:grpSpMkLst>
            <pc:docMk/>
            <pc:sldMk cId="2720965184" sldId="2147475802"/>
            <ac:grpSpMk id="136" creationId="{CE8A680B-63EC-48F2-8A63-1B800F162E64}"/>
          </ac:grpSpMkLst>
        </pc:grpChg>
        <pc:grpChg chg="add del mod">
          <ac:chgData name="Kanduru, Raghava" userId="cf8c09de-c40c-47a2-971b-c612c06e0906" providerId="ADAL" clId="{4C56122D-C267-4AA5-B2AB-CAAC7D036D6C}" dt="2024-06-06T07:22:39.219" v="910" actId="478"/>
          <ac:grpSpMkLst>
            <pc:docMk/>
            <pc:sldMk cId="2720965184" sldId="2147475802"/>
            <ac:grpSpMk id="139" creationId="{D0762CDC-9849-FC6C-D7E5-C0C2AC760DC5}"/>
          </ac:grpSpMkLst>
        </pc:grpChg>
        <pc:grpChg chg="mod">
          <ac:chgData name="Kanduru, Raghava" userId="cf8c09de-c40c-47a2-971b-c612c06e0906" providerId="ADAL" clId="{4C56122D-C267-4AA5-B2AB-CAAC7D036D6C}" dt="2024-06-06T07:18:18.065" v="860" actId="1076"/>
          <ac:grpSpMkLst>
            <pc:docMk/>
            <pc:sldMk cId="2720965184" sldId="2147475802"/>
            <ac:grpSpMk id="141" creationId="{ACF109C2-4C97-23A1-2447-B47C225FFD45}"/>
          </ac:grpSpMkLst>
        </pc:grpChg>
        <pc:grpChg chg="mod">
          <ac:chgData name="Kanduru, Raghava" userId="cf8c09de-c40c-47a2-971b-c612c06e0906" providerId="ADAL" clId="{4C56122D-C267-4AA5-B2AB-CAAC7D036D6C}" dt="2024-06-06T07:18:18.065" v="860" actId="1076"/>
          <ac:grpSpMkLst>
            <pc:docMk/>
            <pc:sldMk cId="2720965184" sldId="2147475802"/>
            <ac:grpSpMk id="143" creationId="{11E09E6B-5B49-AC3C-8D76-09357BF61140}"/>
          </ac:grpSpMkLst>
        </pc:grpChg>
        <pc:grpChg chg="add del mod">
          <ac:chgData name="Kanduru, Raghava" userId="cf8c09de-c40c-47a2-971b-c612c06e0906" providerId="ADAL" clId="{4C56122D-C267-4AA5-B2AB-CAAC7D036D6C}" dt="2024-06-06T07:22:39.219" v="910" actId="478"/>
          <ac:grpSpMkLst>
            <pc:docMk/>
            <pc:sldMk cId="2720965184" sldId="2147475802"/>
            <ac:grpSpMk id="146" creationId="{6A5153AA-8E51-05A1-D25A-C4CB692FDF33}"/>
          </ac:grpSpMkLst>
        </pc:grpChg>
        <pc:grpChg chg="mod">
          <ac:chgData name="Kanduru, Raghava" userId="cf8c09de-c40c-47a2-971b-c612c06e0906" providerId="ADAL" clId="{4C56122D-C267-4AA5-B2AB-CAAC7D036D6C}" dt="2024-06-06T07:18:18.065" v="860" actId="1076"/>
          <ac:grpSpMkLst>
            <pc:docMk/>
            <pc:sldMk cId="2720965184" sldId="2147475802"/>
            <ac:grpSpMk id="148" creationId="{8888A70D-A6EA-F11B-A4C7-7F53BAD457B9}"/>
          </ac:grpSpMkLst>
        </pc:grpChg>
        <pc:grpChg chg="add del mod">
          <ac:chgData name="Kanduru, Raghava" userId="cf8c09de-c40c-47a2-971b-c612c06e0906" providerId="ADAL" clId="{4C56122D-C267-4AA5-B2AB-CAAC7D036D6C}" dt="2024-06-06T07:22:39.219" v="910" actId="478"/>
          <ac:grpSpMkLst>
            <pc:docMk/>
            <pc:sldMk cId="2720965184" sldId="2147475802"/>
            <ac:grpSpMk id="152" creationId="{4FE788A6-3413-70ED-159A-C383FAA3AE44}"/>
          </ac:grpSpMkLst>
        </pc:grpChg>
        <pc:grpChg chg="mod">
          <ac:chgData name="Kanduru, Raghava" userId="cf8c09de-c40c-47a2-971b-c612c06e0906" providerId="ADAL" clId="{4C56122D-C267-4AA5-B2AB-CAAC7D036D6C}" dt="2024-06-06T07:18:18.065" v="860" actId="1076"/>
          <ac:grpSpMkLst>
            <pc:docMk/>
            <pc:sldMk cId="2720965184" sldId="2147475802"/>
            <ac:grpSpMk id="154" creationId="{A8F259B0-A5D3-1D93-19E0-625FF2ABFA22}"/>
          </ac:grpSpMkLst>
        </pc:grpChg>
        <pc:picChg chg="mod">
          <ac:chgData name="Kanduru, Raghava" userId="cf8c09de-c40c-47a2-971b-c612c06e0906" providerId="ADAL" clId="{4C56122D-C267-4AA5-B2AB-CAAC7D036D6C}" dt="2024-06-06T06:58:26.882" v="587"/>
          <ac:picMkLst>
            <pc:docMk/>
            <pc:sldMk cId="2720965184" sldId="2147475802"/>
            <ac:picMk id="13" creationId="{EC6948AE-46CE-61E8-249D-93EF721D7A35}"/>
          </ac:picMkLst>
        </pc:picChg>
        <pc:picChg chg="mod">
          <ac:chgData name="Kanduru, Raghava" userId="cf8c09de-c40c-47a2-971b-c612c06e0906" providerId="ADAL" clId="{4C56122D-C267-4AA5-B2AB-CAAC7D036D6C}" dt="2024-06-06T06:58:26.882" v="587"/>
          <ac:picMkLst>
            <pc:docMk/>
            <pc:sldMk cId="2720965184" sldId="2147475802"/>
            <ac:picMk id="14" creationId="{A2CDC69D-7E07-E33B-76CF-4E8942E1B1B8}"/>
          </ac:picMkLst>
        </pc:picChg>
        <pc:picChg chg="mod">
          <ac:chgData name="Kanduru, Raghava" userId="cf8c09de-c40c-47a2-971b-c612c06e0906" providerId="ADAL" clId="{4C56122D-C267-4AA5-B2AB-CAAC7D036D6C}" dt="2024-06-06T06:58:26.882" v="587"/>
          <ac:picMkLst>
            <pc:docMk/>
            <pc:sldMk cId="2720965184" sldId="2147475802"/>
            <ac:picMk id="15" creationId="{9D2F9065-DBB8-A7B5-AC8B-1C9CB5DE5DF5}"/>
          </ac:picMkLst>
        </pc:picChg>
        <pc:picChg chg="mod">
          <ac:chgData name="Kanduru, Raghava" userId="cf8c09de-c40c-47a2-971b-c612c06e0906" providerId="ADAL" clId="{4C56122D-C267-4AA5-B2AB-CAAC7D036D6C}" dt="2024-06-06T06:58:26.882" v="587"/>
          <ac:picMkLst>
            <pc:docMk/>
            <pc:sldMk cId="2720965184" sldId="2147475802"/>
            <ac:picMk id="18" creationId="{AFE6001B-8D78-E327-6E92-1A1E89EAF3D5}"/>
          </ac:picMkLst>
        </pc:picChg>
        <pc:picChg chg="del">
          <ac:chgData name="Kanduru, Raghava" userId="cf8c09de-c40c-47a2-971b-c612c06e0906" providerId="ADAL" clId="{4C56122D-C267-4AA5-B2AB-CAAC7D036D6C}" dt="2024-06-06T06:54:38.494" v="534" actId="478"/>
          <ac:picMkLst>
            <pc:docMk/>
            <pc:sldMk cId="2720965184" sldId="2147475802"/>
            <ac:picMk id="22" creationId="{355F1750-401F-44A8-DB4A-FEE1156328A9}"/>
          </ac:picMkLst>
        </pc:picChg>
        <pc:picChg chg="del">
          <ac:chgData name="Kanduru, Raghava" userId="cf8c09de-c40c-47a2-971b-c612c06e0906" providerId="ADAL" clId="{4C56122D-C267-4AA5-B2AB-CAAC7D036D6C}" dt="2024-06-06T06:54:38.494" v="534" actId="478"/>
          <ac:picMkLst>
            <pc:docMk/>
            <pc:sldMk cId="2720965184" sldId="2147475802"/>
            <ac:picMk id="25" creationId="{26261AF2-EBB0-C89D-445C-501C1EBE5AA2}"/>
          </ac:picMkLst>
        </pc:picChg>
        <pc:picChg chg="del">
          <ac:chgData name="Kanduru, Raghava" userId="cf8c09de-c40c-47a2-971b-c612c06e0906" providerId="ADAL" clId="{4C56122D-C267-4AA5-B2AB-CAAC7D036D6C}" dt="2024-06-06T06:54:38.494" v="534" actId="478"/>
          <ac:picMkLst>
            <pc:docMk/>
            <pc:sldMk cId="2720965184" sldId="2147475802"/>
            <ac:picMk id="28" creationId="{9BD7E383-1A67-C2AF-40BC-706EA670C9CC}"/>
          </ac:picMkLst>
        </pc:picChg>
        <pc:picChg chg="del">
          <ac:chgData name="Kanduru, Raghava" userId="cf8c09de-c40c-47a2-971b-c612c06e0906" providerId="ADAL" clId="{4C56122D-C267-4AA5-B2AB-CAAC7D036D6C}" dt="2024-06-06T06:54:38.494" v="534" actId="478"/>
          <ac:picMkLst>
            <pc:docMk/>
            <pc:sldMk cId="2720965184" sldId="2147475802"/>
            <ac:picMk id="36" creationId="{99CE3311-A22C-9A6C-DF6C-5312AEBC04E9}"/>
          </ac:picMkLst>
        </pc:picChg>
        <pc:picChg chg="del">
          <ac:chgData name="Kanduru, Raghava" userId="cf8c09de-c40c-47a2-971b-c612c06e0906" providerId="ADAL" clId="{4C56122D-C267-4AA5-B2AB-CAAC7D036D6C}" dt="2024-06-06T06:54:38.494" v="534" actId="478"/>
          <ac:picMkLst>
            <pc:docMk/>
            <pc:sldMk cId="2720965184" sldId="2147475802"/>
            <ac:picMk id="38" creationId="{65A5D3E0-6AE1-15B4-E359-DFC04CC38E85}"/>
          </ac:picMkLst>
        </pc:picChg>
        <pc:picChg chg="add del mod">
          <ac:chgData name="Kanduru, Raghava" userId="cf8c09de-c40c-47a2-971b-c612c06e0906" providerId="ADAL" clId="{4C56122D-C267-4AA5-B2AB-CAAC7D036D6C}" dt="2024-06-06T06:58:39.876" v="590"/>
          <ac:picMkLst>
            <pc:docMk/>
            <pc:sldMk cId="2720965184" sldId="2147475802"/>
            <ac:picMk id="40" creationId="{AF9A71A0-DD7E-72EB-C32A-C2DE47344077}"/>
          </ac:picMkLst>
        </pc:picChg>
        <pc:picChg chg="del">
          <ac:chgData name="Kanduru, Raghava" userId="cf8c09de-c40c-47a2-971b-c612c06e0906" providerId="ADAL" clId="{4C56122D-C267-4AA5-B2AB-CAAC7D036D6C}" dt="2024-06-06T06:54:38.494" v="534" actId="478"/>
          <ac:picMkLst>
            <pc:docMk/>
            <pc:sldMk cId="2720965184" sldId="2147475802"/>
            <ac:picMk id="41" creationId="{87945CD3-E960-08A9-0592-3C5E8EA7A6BA}"/>
          </ac:picMkLst>
        </pc:picChg>
        <pc:picChg chg="del">
          <ac:chgData name="Kanduru, Raghava" userId="cf8c09de-c40c-47a2-971b-c612c06e0906" providerId="ADAL" clId="{4C56122D-C267-4AA5-B2AB-CAAC7D036D6C}" dt="2024-06-06T06:54:38.494" v="534" actId="478"/>
          <ac:picMkLst>
            <pc:docMk/>
            <pc:sldMk cId="2720965184" sldId="2147475802"/>
            <ac:picMk id="52" creationId="{5292FF7F-010F-D879-040E-DEBBA7636D92}"/>
          </ac:picMkLst>
        </pc:picChg>
        <pc:picChg chg="mod">
          <ac:chgData name="Kanduru, Raghava" userId="cf8c09de-c40c-47a2-971b-c612c06e0906" providerId="ADAL" clId="{4C56122D-C267-4AA5-B2AB-CAAC7D036D6C}" dt="2024-06-06T06:58:40.906" v="591"/>
          <ac:picMkLst>
            <pc:docMk/>
            <pc:sldMk cId="2720965184" sldId="2147475802"/>
            <ac:picMk id="58" creationId="{D01241CB-06AB-4AC7-1687-D044E8982845}"/>
          </ac:picMkLst>
        </pc:picChg>
        <pc:picChg chg="mod">
          <ac:chgData name="Kanduru, Raghava" userId="cf8c09de-c40c-47a2-971b-c612c06e0906" providerId="ADAL" clId="{4C56122D-C267-4AA5-B2AB-CAAC7D036D6C}" dt="2024-06-06T06:58:40.906" v="591"/>
          <ac:picMkLst>
            <pc:docMk/>
            <pc:sldMk cId="2720965184" sldId="2147475802"/>
            <ac:picMk id="59" creationId="{172560DA-2CF6-B87B-5D1D-54C27C7A9947}"/>
          </ac:picMkLst>
        </pc:picChg>
        <pc:picChg chg="mod">
          <ac:chgData name="Kanduru, Raghava" userId="cf8c09de-c40c-47a2-971b-c612c06e0906" providerId="ADAL" clId="{4C56122D-C267-4AA5-B2AB-CAAC7D036D6C}" dt="2024-06-06T06:58:40.906" v="591"/>
          <ac:picMkLst>
            <pc:docMk/>
            <pc:sldMk cId="2720965184" sldId="2147475802"/>
            <ac:picMk id="60" creationId="{1D32E229-9A03-23E5-13C4-7DEAFB863F9B}"/>
          </ac:picMkLst>
        </pc:picChg>
        <pc:picChg chg="mod">
          <ac:chgData name="Kanduru, Raghava" userId="cf8c09de-c40c-47a2-971b-c612c06e0906" providerId="ADAL" clId="{4C56122D-C267-4AA5-B2AB-CAAC7D036D6C}" dt="2024-06-06T06:58:40.906" v="591"/>
          <ac:picMkLst>
            <pc:docMk/>
            <pc:sldMk cId="2720965184" sldId="2147475802"/>
            <ac:picMk id="61" creationId="{85F27880-AE44-57CF-16D7-BBA92C5825ED}"/>
          </ac:picMkLst>
        </pc:picChg>
        <pc:picChg chg="add del mod">
          <ac:chgData name="Kanduru, Raghava" userId="cf8c09de-c40c-47a2-971b-c612c06e0906" providerId="ADAL" clId="{4C56122D-C267-4AA5-B2AB-CAAC7D036D6C}" dt="2024-06-06T06:58:43.775" v="592"/>
          <ac:picMkLst>
            <pc:docMk/>
            <pc:sldMk cId="2720965184" sldId="2147475802"/>
            <ac:picMk id="72" creationId="{9EF7A000-379E-6D0F-74F1-A48DB4B11F56}"/>
          </ac:picMkLst>
        </pc:picChg>
        <pc:picChg chg="add del mod">
          <ac:chgData name="Kanduru, Raghava" userId="cf8c09de-c40c-47a2-971b-c612c06e0906" providerId="ADAL" clId="{4C56122D-C267-4AA5-B2AB-CAAC7D036D6C}" dt="2024-06-06T07:36:56.020" v="1015" actId="478"/>
          <ac:picMkLst>
            <pc:docMk/>
            <pc:sldMk cId="2720965184" sldId="2147475802"/>
            <ac:picMk id="73" creationId="{0DB2838B-5ACA-BE49-FF73-DA66028952B6}"/>
          </ac:picMkLst>
        </pc:picChg>
        <pc:picChg chg="add del mod">
          <ac:chgData name="Kanduru, Raghava" userId="cf8c09de-c40c-47a2-971b-c612c06e0906" providerId="ADAL" clId="{4C56122D-C267-4AA5-B2AB-CAAC7D036D6C}" dt="2024-06-06T07:36:56.020" v="1015" actId="478"/>
          <ac:picMkLst>
            <pc:docMk/>
            <pc:sldMk cId="2720965184" sldId="2147475802"/>
            <ac:picMk id="74" creationId="{809A5DF4-C7D6-DFA1-ECD5-CFADB18EA582}"/>
          </ac:picMkLst>
        </pc:picChg>
        <pc:picChg chg="add mod">
          <ac:chgData name="Kanduru, Raghava" userId="cf8c09de-c40c-47a2-971b-c612c06e0906" providerId="ADAL" clId="{4C56122D-C267-4AA5-B2AB-CAAC7D036D6C}" dt="2024-06-06T07:37:05.910" v="1017"/>
          <ac:picMkLst>
            <pc:docMk/>
            <pc:sldMk cId="2720965184" sldId="2147475802"/>
            <ac:picMk id="163" creationId="{1AA2A080-5914-D332-6965-057C31C40E98}"/>
          </ac:picMkLst>
        </pc:picChg>
        <pc:picChg chg="add mod">
          <ac:chgData name="Kanduru, Raghava" userId="cf8c09de-c40c-47a2-971b-c612c06e0906" providerId="ADAL" clId="{4C56122D-C267-4AA5-B2AB-CAAC7D036D6C}" dt="2024-06-06T07:37:05.910" v="1017"/>
          <ac:picMkLst>
            <pc:docMk/>
            <pc:sldMk cId="2720965184" sldId="2147475802"/>
            <ac:picMk id="164" creationId="{821D6546-ECE0-8F29-4127-55952449C8CB}"/>
          </ac:picMkLst>
        </pc:picChg>
        <pc:cxnChg chg="add del mod">
          <ac:chgData name="Kanduru, Raghava" userId="cf8c09de-c40c-47a2-971b-c612c06e0906" providerId="ADAL" clId="{4C56122D-C267-4AA5-B2AB-CAAC7D036D6C}" dt="2024-06-06T07:36:59.696" v="1016" actId="478"/>
          <ac:cxnSpMkLst>
            <pc:docMk/>
            <pc:sldMk cId="2720965184" sldId="2147475802"/>
            <ac:cxnSpMk id="4" creationId="{2FCD347E-E1EA-E7D8-B3D2-92EE63242D90}"/>
          </ac:cxnSpMkLst>
        </pc:cxnChg>
        <pc:cxnChg chg="del">
          <ac:chgData name="Kanduru, Raghava" userId="cf8c09de-c40c-47a2-971b-c612c06e0906" providerId="ADAL" clId="{4C56122D-C267-4AA5-B2AB-CAAC7D036D6C}" dt="2024-06-06T06:54:38.494" v="534" actId="478"/>
          <ac:cxnSpMkLst>
            <pc:docMk/>
            <pc:sldMk cId="2720965184" sldId="2147475802"/>
            <ac:cxnSpMk id="9" creationId="{317B1094-E11C-5CD4-FA23-3353134633AD}"/>
          </ac:cxnSpMkLst>
        </pc:cxnChg>
        <pc:cxnChg chg="del">
          <ac:chgData name="Kanduru, Raghava" userId="cf8c09de-c40c-47a2-971b-c612c06e0906" providerId="ADAL" clId="{4C56122D-C267-4AA5-B2AB-CAAC7D036D6C}" dt="2024-06-06T06:54:38.494" v="534" actId="478"/>
          <ac:cxnSpMkLst>
            <pc:docMk/>
            <pc:sldMk cId="2720965184" sldId="2147475802"/>
            <ac:cxnSpMk id="32" creationId="{ECE5A8EA-1AAA-C105-4572-5C35D103A7C3}"/>
          </ac:cxnSpMkLst>
        </pc:cxnChg>
        <pc:cxnChg chg="del">
          <ac:chgData name="Kanduru, Raghava" userId="cf8c09de-c40c-47a2-971b-c612c06e0906" providerId="ADAL" clId="{4C56122D-C267-4AA5-B2AB-CAAC7D036D6C}" dt="2024-06-06T06:54:38.494" v="534" actId="478"/>
          <ac:cxnSpMkLst>
            <pc:docMk/>
            <pc:sldMk cId="2720965184" sldId="2147475802"/>
            <ac:cxnSpMk id="45" creationId="{E8479C54-AAB0-14AE-4935-18738F415F2B}"/>
          </ac:cxnSpMkLst>
        </pc:cxnChg>
        <pc:cxnChg chg="add mod">
          <ac:chgData name="Kanduru, Raghava" userId="cf8c09de-c40c-47a2-971b-c612c06e0906" providerId="ADAL" clId="{4C56122D-C267-4AA5-B2AB-CAAC7D036D6C}" dt="2024-06-06T07:37:05.910" v="1017"/>
          <ac:cxnSpMkLst>
            <pc:docMk/>
            <pc:sldMk cId="2720965184" sldId="2147475802"/>
            <ac:cxnSpMk id="160" creationId="{528D6727-320C-979C-AFDE-4714D05041E5}"/>
          </ac:cxnSpMkLst>
        </pc:cxnChg>
      </pc:sldChg>
      <pc:sldMasterChg chg="addSp modSp mod modSldLayout">
        <pc:chgData name="Kanduru, Raghava" userId="cf8c09de-c40c-47a2-971b-c612c06e0906" providerId="ADAL" clId="{4C56122D-C267-4AA5-B2AB-CAAC7D036D6C}" dt="2024-06-06T08:48:23.588" v="1434" actId="108"/>
        <pc:sldMasterMkLst>
          <pc:docMk/>
          <pc:sldMasterMk cId="3148905397" sldId="2147483899"/>
        </pc:sldMasterMkLst>
        <pc:spChg chg="add mod">
          <ac:chgData name="Kanduru, Raghava" userId="cf8c09de-c40c-47a2-971b-c612c06e0906" providerId="ADAL" clId="{4C56122D-C267-4AA5-B2AB-CAAC7D036D6C}" dt="2024-06-06T08:48:23.588" v="1434" actId="108"/>
          <ac:spMkLst>
            <pc:docMk/>
            <pc:sldMasterMk cId="3148905397" sldId="2147483899"/>
            <ac:spMk id="5" creationId="{3FA11B39-3F99-4FEF-9C7B-F4C2A6873C69}"/>
          </ac:spMkLst>
        </pc:spChg>
        <pc:spChg chg="mod">
          <ac:chgData name="Kanduru, Raghava" userId="cf8c09de-c40c-47a2-971b-c612c06e0906" providerId="ADAL" clId="{4C56122D-C267-4AA5-B2AB-CAAC7D036D6C}" dt="2024-06-06T08:48:05.638" v="1432" actId="20577"/>
          <ac:spMkLst>
            <pc:docMk/>
            <pc:sldMasterMk cId="3148905397" sldId="2147483899"/>
            <ac:spMk id="65" creationId="{5B538C81-213B-41EC-BB81-FEF313C9D880}"/>
          </ac:spMkLst>
        </pc:spChg>
        <pc:sldLayoutChg chg="modSp mod">
          <pc:chgData name="Kanduru, Raghava" userId="cf8c09de-c40c-47a2-971b-c612c06e0906" providerId="ADAL" clId="{4C56122D-C267-4AA5-B2AB-CAAC7D036D6C}" dt="2024-06-06T08:41:19.253" v="1413" actId="20577"/>
          <pc:sldLayoutMkLst>
            <pc:docMk/>
            <pc:sldMasterMk cId="3148905397" sldId="2147483899"/>
            <pc:sldLayoutMk cId="140181552" sldId="2147484097"/>
          </pc:sldLayoutMkLst>
          <pc:spChg chg="mod">
            <ac:chgData name="Kanduru, Raghava" userId="cf8c09de-c40c-47a2-971b-c612c06e0906" providerId="ADAL" clId="{4C56122D-C267-4AA5-B2AB-CAAC7D036D6C}" dt="2024-06-06T08:41:19.253" v="1413" actId="20577"/>
            <ac:spMkLst>
              <pc:docMk/>
              <pc:sldMasterMk cId="3148905397" sldId="2147483899"/>
              <pc:sldLayoutMk cId="140181552" sldId="2147484097"/>
              <ac:spMk id="4" creationId="{2D3A384A-808A-4F76-B2EA-38B99153B74E}"/>
            </ac:spMkLst>
          </pc:spChg>
        </pc:sldLayoutChg>
        <pc:sldLayoutChg chg="modSp mod">
          <pc:chgData name="Kanduru, Raghava" userId="cf8c09de-c40c-47a2-971b-c612c06e0906" providerId="ADAL" clId="{4C56122D-C267-4AA5-B2AB-CAAC7D036D6C}" dt="2024-06-06T08:40:37.575" v="1412" actId="6549"/>
          <pc:sldLayoutMkLst>
            <pc:docMk/>
            <pc:sldMasterMk cId="3148905397" sldId="2147483899"/>
            <pc:sldLayoutMk cId="45015724" sldId="2147484155"/>
          </pc:sldLayoutMkLst>
          <pc:spChg chg="mod">
            <ac:chgData name="Kanduru, Raghava" userId="cf8c09de-c40c-47a2-971b-c612c06e0906" providerId="ADAL" clId="{4C56122D-C267-4AA5-B2AB-CAAC7D036D6C}" dt="2024-06-06T08:40:30.274" v="1411" actId="6549"/>
            <ac:spMkLst>
              <pc:docMk/>
              <pc:sldMasterMk cId="3148905397" sldId="2147483899"/>
              <pc:sldLayoutMk cId="45015724" sldId="2147484155"/>
              <ac:spMk id="3" creationId="{D88196A4-F67C-4FA9-BC80-1229B1578153}"/>
            </ac:spMkLst>
          </pc:spChg>
          <pc:spChg chg="mod">
            <ac:chgData name="Kanduru, Raghava" userId="cf8c09de-c40c-47a2-971b-c612c06e0906" providerId="ADAL" clId="{4C56122D-C267-4AA5-B2AB-CAAC7D036D6C}" dt="2024-06-06T08:40:23.499" v="1407" actId="6549"/>
            <ac:spMkLst>
              <pc:docMk/>
              <pc:sldMasterMk cId="3148905397" sldId="2147483899"/>
              <pc:sldLayoutMk cId="45015724" sldId="2147484155"/>
              <ac:spMk id="4" creationId="{64969AD8-CD0C-499B-9BE1-FA6AB8E880B7}"/>
            </ac:spMkLst>
          </pc:spChg>
          <pc:spChg chg="mod">
            <ac:chgData name="Kanduru, Raghava" userId="cf8c09de-c40c-47a2-971b-c612c06e0906" providerId="ADAL" clId="{4C56122D-C267-4AA5-B2AB-CAAC7D036D6C}" dt="2024-06-06T08:40:37.575" v="1412" actId="6549"/>
            <ac:spMkLst>
              <pc:docMk/>
              <pc:sldMasterMk cId="3148905397" sldId="2147483899"/>
              <pc:sldLayoutMk cId="45015724" sldId="2147484155"/>
              <ac:spMk id="5" creationId="{B5332CFB-F65C-46A0-95AF-1C401646AB90}"/>
            </ac:spMkLst>
          </pc:spChg>
        </pc:sldLayoutChg>
      </pc:sldMasterChg>
    </pc:docChg>
  </pc:docChgLst>
  <pc:docChgLst>
    <pc:chgData name="Cartwright, Max" userId="4fdaca64-157b-4f34-aebd-58f672b6a20c" providerId="ADAL" clId="{50FFDC47-C87A-4595-948F-F2FC178038B4}"/>
    <pc:docChg chg="modSld">
      <pc:chgData name="Cartwright, Max" userId="4fdaca64-157b-4f34-aebd-58f672b6a20c" providerId="ADAL" clId="{50FFDC47-C87A-4595-948F-F2FC178038B4}" dt="2024-07-22T09:54:47.069" v="0" actId="1076"/>
      <pc:docMkLst>
        <pc:docMk/>
      </pc:docMkLst>
      <pc:sldChg chg="modSp mod">
        <pc:chgData name="Cartwright, Max" userId="4fdaca64-157b-4f34-aebd-58f672b6a20c" providerId="ADAL" clId="{50FFDC47-C87A-4595-948F-F2FC178038B4}" dt="2024-07-22T09:54:47.069" v="0" actId="1076"/>
        <pc:sldMkLst>
          <pc:docMk/>
          <pc:sldMk cId="336240612" sldId="2147474119"/>
        </pc:sldMkLst>
        <pc:spChg chg="mod">
          <ac:chgData name="Cartwright, Max" userId="4fdaca64-157b-4f34-aebd-58f672b6a20c" providerId="ADAL" clId="{50FFDC47-C87A-4595-948F-F2FC178038B4}" dt="2024-07-22T09:54:47.069" v="0" actId="1076"/>
          <ac:spMkLst>
            <pc:docMk/>
            <pc:sldMk cId="336240612" sldId="2147474119"/>
            <ac:spMk id="8" creationId="{3DF60BF4-8471-6F8A-A08C-AC619450B681}"/>
          </ac:spMkLst>
        </pc:spChg>
      </pc:sldChg>
    </pc:docChg>
  </pc:docChgLst>
  <pc:docChgLst>
    <pc:chgData name="Marik, Gourab" userId="99ff5f7e-dc4c-44ca-87ff-fde9faab1658" providerId="ADAL" clId="{8AE99654-A07D-49B8-824D-CEB6D6E2D10A}"/>
    <pc:docChg chg="custSel modSld">
      <pc:chgData name="Marik, Gourab" userId="99ff5f7e-dc4c-44ca-87ff-fde9faab1658" providerId="ADAL" clId="{8AE99654-A07D-49B8-824D-CEB6D6E2D10A}" dt="2024-06-21T05:18:16.138" v="400" actId="2056"/>
      <pc:docMkLst>
        <pc:docMk/>
      </pc:docMkLst>
      <pc:sldChg chg="modCm">
        <pc:chgData name="Marik, Gourab" userId="99ff5f7e-dc4c-44ca-87ff-fde9faab1658" providerId="ADAL" clId="{8AE99654-A07D-49B8-824D-CEB6D6E2D10A}" dt="2024-06-21T05:18:16.138" v="400" actId="2056"/>
        <pc:sldMkLst>
          <pc:docMk/>
          <pc:sldMk cId="1001885555" sldId="2147475796"/>
        </pc:sldMkLst>
        <pc:extLst>
          <p:ext xmlns:p="http://schemas.openxmlformats.org/presentationml/2006/main" uri="{D6D511B9-2390-475A-947B-AFAB55BFBCF1}">
            <pc226:cmChg xmlns:pc226="http://schemas.microsoft.com/office/powerpoint/2022/06/main/command" chg="mod">
              <pc226:chgData name="Marik, Gourab" userId="99ff5f7e-dc4c-44ca-87ff-fde9faab1658" providerId="ADAL" clId="{8AE99654-A07D-49B8-824D-CEB6D6E2D10A}" dt="2024-06-21T05:18:16.138" v="400" actId="2056"/>
              <pc2:cmMkLst xmlns:pc2="http://schemas.microsoft.com/office/powerpoint/2019/9/main/command">
                <pc:docMk/>
                <pc:sldMk cId="1001885555" sldId="2147475796"/>
                <pc2:cmMk id="{6187E47D-BBEA-4C72-87DA-B268F556C1BE}"/>
              </pc2:cmMkLst>
            </pc226:cmChg>
          </p:ext>
        </pc:extLst>
      </pc:sldChg>
      <pc:sldChg chg="modSp mod">
        <pc:chgData name="Marik, Gourab" userId="99ff5f7e-dc4c-44ca-87ff-fde9faab1658" providerId="ADAL" clId="{8AE99654-A07D-49B8-824D-CEB6D6E2D10A}" dt="2024-06-21T04:19:42.933" v="196" actId="20577"/>
        <pc:sldMkLst>
          <pc:docMk/>
          <pc:sldMk cId="3468048512" sldId="2147475818"/>
        </pc:sldMkLst>
        <pc:spChg chg="mod">
          <ac:chgData name="Marik, Gourab" userId="99ff5f7e-dc4c-44ca-87ff-fde9faab1658" providerId="ADAL" clId="{8AE99654-A07D-49B8-824D-CEB6D6E2D10A}" dt="2024-06-21T04:18:47.471" v="145" actId="20577"/>
          <ac:spMkLst>
            <pc:docMk/>
            <pc:sldMk cId="3468048512" sldId="2147475818"/>
            <ac:spMk id="3" creationId="{155FCA84-4387-498D-8202-97BC1B4142D0}"/>
          </ac:spMkLst>
        </pc:spChg>
        <pc:spChg chg="mod">
          <ac:chgData name="Marik, Gourab" userId="99ff5f7e-dc4c-44ca-87ff-fde9faab1658" providerId="ADAL" clId="{8AE99654-A07D-49B8-824D-CEB6D6E2D10A}" dt="2024-06-21T04:19:42.933" v="196" actId="20577"/>
          <ac:spMkLst>
            <pc:docMk/>
            <pc:sldMk cId="3468048512" sldId="2147475818"/>
            <ac:spMk id="4" creationId="{9DEA6A68-7127-43C5-B571-DE7EA006AD85}"/>
          </ac:spMkLst>
        </pc:spChg>
      </pc:sldChg>
      <pc:sldChg chg="modSp mod">
        <pc:chgData name="Marik, Gourab" userId="99ff5f7e-dc4c-44ca-87ff-fde9faab1658" providerId="ADAL" clId="{8AE99654-A07D-49B8-824D-CEB6D6E2D10A}" dt="2024-06-21T04:24:35.834" v="399" actId="20577"/>
        <pc:sldMkLst>
          <pc:docMk/>
          <pc:sldMk cId="3204792641" sldId="2147475819"/>
        </pc:sldMkLst>
        <pc:spChg chg="mod">
          <ac:chgData name="Marik, Gourab" userId="99ff5f7e-dc4c-44ca-87ff-fde9faab1658" providerId="ADAL" clId="{8AE99654-A07D-49B8-824D-CEB6D6E2D10A}" dt="2024-06-21T04:21:58.221" v="331" actId="20577"/>
          <ac:spMkLst>
            <pc:docMk/>
            <pc:sldMk cId="3204792641" sldId="2147475819"/>
            <ac:spMk id="3" creationId="{155FCA84-4387-498D-8202-97BC1B4142D0}"/>
          </ac:spMkLst>
        </pc:spChg>
        <pc:spChg chg="mod">
          <ac:chgData name="Marik, Gourab" userId="99ff5f7e-dc4c-44ca-87ff-fde9faab1658" providerId="ADAL" clId="{8AE99654-A07D-49B8-824D-CEB6D6E2D10A}" dt="2024-06-21T04:24:35.834" v="399" actId="20577"/>
          <ac:spMkLst>
            <pc:docMk/>
            <pc:sldMk cId="3204792641" sldId="2147475819"/>
            <ac:spMk id="4" creationId="{9DEA6A68-7127-43C5-B571-DE7EA006AD85}"/>
          </ac:spMkLst>
        </pc:spChg>
      </pc:sldChg>
    </pc:docChg>
  </pc:docChgLst>
  <pc:docChgLst>
    <pc:chgData name="Kanduru, Raghava" userId="S::raghava.kanduru@capgemini.com::cf8c09de-c40c-47a2-971b-c612c06e0906" providerId="AD" clId="Web-{3A3AA7DB-D610-F9D2-1EE9-959A4A03FAB4}"/>
    <pc:docChg chg="addSld">
      <pc:chgData name="Kanduru, Raghava" userId="S::raghava.kanduru@capgemini.com::cf8c09de-c40c-47a2-971b-c612c06e0906" providerId="AD" clId="Web-{3A3AA7DB-D610-F9D2-1EE9-959A4A03FAB4}" dt="2024-05-30T05:19:58.317" v="0"/>
      <pc:docMkLst>
        <pc:docMk/>
      </pc:docMkLst>
      <pc:sldChg chg="add">
        <pc:chgData name="Kanduru, Raghava" userId="S::raghava.kanduru@capgemini.com::cf8c09de-c40c-47a2-971b-c612c06e0906" providerId="AD" clId="Web-{3A3AA7DB-D610-F9D2-1EE9-959A4A03FAB4}" dt="2024-05-30T05:19:58.317" v="0"/>
        <pc:sldMkLst>
          <pc:docMk/>
          <pc:sldMk cId="982538659" sldId="2147475797"/>
        </pc:sldMkLst>
      </pc:sldChg>
    </pc:docChg>
  </pc:docChgLst>
  <pc:docChgLst>
    <pc:chgData name="Goundu, Ramesh" userId="S::ramesh.goundu@capgemini.com::26e4ecc0-474c-4e51-8678-139134653597" providerId="AD" clId="Web-{086E88AE-7B29-4EDC-949D-4372394FF491}"/>
    <pc:docChg chg="modSld">
      <pc:chgData name="Goundu, Ramesh" userId="S::ramesh.goundu@capgemini.com::26e4ecc0-474c-4e51-8678-139134653597" providerId="AD" clId="Web-{086E88AE-7B29-4EDC-949D-4372394FF491}" dt="2024-05-22T03:10:39.053" v="108" actId="20577"/>
      <pc:docMkLst>
        <pc:docMk/>
      </pc:docMkLst>
      <pc:sldChg chg="modSp">
        <pc:chgData name="Goundu, Ramesh" userId="S::ramesh.goundu@capgemini.com::26e4ecc0-474c-4e51-8678-139134653597" providerId="AD" clId="Web-{086E88AE-7B29-4EDC-949D-4372394FF491}" dt="2024-05-22T03:10:39.053" v="108" actId="20577"/>
        <pc:sldMkLst>
          <pc:docMk/>
          <pc:sldMk cId="2815566877" sldId="2076137832"/>
        </pc:sldMkLst>
        <pc:spChg chg="mod">
          <ac:chgData name="Goundu, Ramesh" userId="S::ramesh.goundu@capgemini.com::26e4ecc0-474c-4e51-8678-139134653597" providerId="AD" clId="Web-{086E88AE-7B29-4EDC-949D-4372394FF491}" dt="2024-05-22T03:06:29.967" v="82" actId="20577"/>
          <ac:spMkLst>
            <pc:docMk/>
            <pc:sldMk cId="2815566877" sldId="2076137832"/>
            <ac:spMk id="3" creationId="{155FCA84-4387-498D-8202-97BC1B4142D0}"/>
          </ac:spMkLst>
        </pc:spChg>
        <pc:spChg chg="mod">
          <ac:chgData name="Goundu, Ramesh" userId="S::ramesh.goundu@capgemini.com::26e4ecc0-474c-4e51-8678-139134653597" providerId="AD" clId="Web-{086E88AE-7B29-4EDC-949D-4372394FF491}" dt="2024-05-22T03:10:39.053" v="108" actId="20577"/>
          <ac:spMkLst>
            <pc:docMk/>
            <pc:sldMk cId="2815566877" sldId="2076137832"/>
            <ac:spMk id="4" creationId="{9DEA6A68-7127-43C5-B571-DE7EA006AD85}"/>
          </ac:spMkLst>
        </pc:spChg>
      </pc:sldChg>
      <pc:sldChg chg="modSp">
        <pc:chgData name="Goundu, Ramesh" userId="S::ramesh.goundu@capgemini.com::26e4ecc0-474c-4e51-8678-139134653597" providerId="AD" clId="Web-{086E88AE-7B29-4EDC-949D-4372394FF491}" dt="2024-05-22T03:08:48.925" v="89" actId="20577"/>
        <pc:sldMkLst>
          <pc:docMk/>
          <pc:sldMk cId="4240461515" sldId="2076137833"/>
        </pc:sldMkLst>
        <pc:spChg chg="mod">
          <ac:chgData name="Goundu, Ramesh" userId="S::ramesh.goundu@capgemini.com::26e4ecc0-474c-4e51-8678-139134653597" providerId="AD" clId="Web-{086E88AE-7B29-4EDC-949D-4372394FF491}" dt="2024-05-22T03:05:33.262" v="70" actId="20577"/>
          <ac:spMkLst>
            <pc:docMk/>
            <pc:sldMk cId="4240461515" sldId="2076137833"/>
            <ac:spMk id="3" creationId="{FC49C433-38DC-42A4-AEF1-D936F52843D7}"/>
          </ac:spMkLst>
        </pc:spChg>
        <pc:spChg chg="mod">
          <ac:chgData name="Goundu, Ramesh" userId="S::ramesh.goundu@capgemini.com::26e4ecc0-474c-4e51-8678-139134653597" providerId="AD" clId="Web-{086E88AE-7B29-4EDC-949D-4372394FF491}" dt="2024-05-22T03:08:48.925" v="89" actId="20577"/>
          <ac:spMkLst>
            <pc:docMk/>
            <pc:sldMk cId="4240461515" sldId="2076137833"/>
            <ac:spMk id="4" creationId="{6A9D0897-80A0-45C9-B608-935DC2E7176D}"/>
          </ac:spMkLst>
        </pc:spChg>
      </pc:sldChg>
    </pc:docChg>
  </pc:docChgLst>
  <pc:docChgLst>
    <pc:chgData name="Jagannathan, Sriram" userId="236b5667-ca83-49ab-8d62-d9e392a93f76" providerId="ADAL" clId="{5D934055-E1A5-4537-9E57-87FB4051A707}"/>
    <pc:docChg chg="undo redo custSel modSld">
      <pc:chgData name="Jagannathan, Sriram" userId="236b5667-ca83-49ab-8d62-d9e392a93f76" providerId="ADAL" clId="{5D934055-E1A5-4537-9E57-87FB4051A707}" dt="2024-08-05T09:26:26.507" v="88" actId="20577"/>
      <pc:docMkLst>
        <pc:docMk/>
      </pc:docMkLst>
      <pc:sldChg chg="modSp mod">
        <pc:chgData name="Jagannathan, Sriram" userId="236b5667-ca83-49ab-8d62-d9e392a93f76" providerId="ADAL" clId="{5D934055-E1A5-4537-9E57-87FB4051A707}" dt="2024-08-05T09:26:26.507" v="88" actId="20577"/>
        <pc:sldMkLst>
          <pc:docMk/>
          <pc:sldMk cId="4068172266" sldId="2147475794"/>
        </pc:sldMkLst>
        <pc:spChg chg="mod">
          <ac:chgData name="Jagannathan, Sriram" userId="236b5667-ca83-49ab-8d62-d9e392a93f76" providerId="ADAL" clId="{5D934055-E1A5-4537-9E57-87FB4051A707}" dt="2024-08-05T09:26:26.507" v="88" actId="20577"/>
          <ac:spMkLst>
            <pc:docMk/>
            <pc:sldMk cId="4068172266" sldId="2147475794"/>
            <ac:spMk id="3" creationId="{3DBAD41C-FB55-2BEE-27C5-7F9FEF5D2AF0}"/>
          </ac:spMkLst>
        </pc:spChg>
        <pc:spChg chg="mod">
          <ac:chgData name="Jagannathan, Sriram" userId="236b5667-ca83-49ab-8d62-d9e392a93f76" providerId="ADAL" clId="{5D934055-E1A5-4537-9E57-87FB4051A707}" dt="2024-08-05T09:25:52.727" v="42" actId="6549"/>
          <ac:spMkLst>
            <pc:docMk/>
            <pc:sldMk cId="4068172266" sldId="2147475794"/>
            <ac:spMk id="8" creationId="{453FAC71-FF63-39E1-2EE2-48DC15468B06}"/>
          </ac:spMkLst>
        </pc:spChg>
        <pc:spChg chg="mod">
          <ac:chgData name="Jagannathan, Sriram" userId="236b5667-ca83-49ab-8d62-d9e392a93f76" providerId="ADAL" clId="{5D934055-E1A5-4537-9E57-87FB4051A707}" dt="2024-08-05T09:23:31.044" v="7" actId="20577"/>
          <ac:spMkLst>
            <pc:docMk/>
            <pc:sldMk cId="4068172266" sldId="2147475794"/>
            <ac:spMk id="26" creationId="{5C32D0FB-8F40-61DB-17B5-A704E4A509A6}"/>
          </ac:spMkLst>
        </pc:spChg>
        <pc:spChg chg="mod">
          <ac:chgData name="Jagannathan, Sriram" userId="236b5667-ca83-49ab-8d62-d9e392a93f76" providerId="ADAL" clId="{5D934055-E1A5-4537-9E57-87FB4051A707}" dt="2024-08-05T09:23:33.965" v="9" actId="20577"/>
          <ac:spMkLst>
            <pc:docMk/>
            <pc:sldMk cId="4068172266" sldId="2147475794"/>
            <ac:spMk id="32" creationId="{75463D4E-5D2A-2951-8059-2330285A05EC}"/>
          </ac:spMkLst>
        </pc:spChg>
      </pc:sldChg>
    </pc:docChg>
  </pc:docChgLst>
  <pc:docChgLst>
    <pc:chgData name="Bandaru, Muralidhara Rao" userId="f3e341c2-313f-4fed-808d-d330c8250b02" providerId="ADAL" clId="{83646F0D-176D-46C4-9AB2-629397A25B3E}"/>
    <pc:docChg chg="undo redo custSel modSld">
      <pc:chgData name="Bandaru, Muralidhara Rao" userId="f3e341c2-313f-4fed-808d-d330c8250b02" providerId="ADAL" clId="{83646F0D-176D-46C4-9AB2-629397A25B3E}" dt="2024-07-04T11:51:25.106" v="515" actId="1076"/>
      <pc:docMkLst>
        <pc:docMk/>
      </pc:docMkLst>
      <pc:sldChg chg="addSp delSp modSp mod">
        <pc:chgData name="Bandaru, Muralidhara Rao" userId="f3e341c2-313f-4fed-808d-d330c8250b02" providerId="ADAL" clId="{83646F0D-176D-46C4-9AB2-629397A25B3E}" dt="2024-07-04T11:51:25.106" v="515" actId="1076"/>
        <pc:sldMkLst>
          <pc:docMk/>
          <pc:sldMk cId="2042885715" sldId="2147474192"/>
        </pc:sldMkLst>
        <pc:spChg chg="add mod">
          <ac:chgData name="Bandaru, Muralidhara Rao" userId="f3e341c2-313f-4fed-808d-d330c8250b02" providerId="ADAL" clId="{83646F0D-176D-46C4-9AB2-629397A25B3E}" dt="2024-07-04T11:50:57.947" v="504" actId="14100"/>
          <ac:spMkLst>
            <pc:docMk/>
            <pc:sldMk cId="2042885715" sldId="2147474192"/>
            <ac:spMk id="2" creationId="{C4EE46F5-F28B-905A-7C87-5E422074DC8E}"/>
          </ac:spMkLst>
        </pc:spChg>
        <pc:spChg chg="mod">
          <ac:chgData name="Bandaru, Muralidhara Rao" userId="f3e341c2-313f-4fed-808d-d330c8250b02" providerId="ADAL" clId="{83646F0D-176D-46C4-9AB2-629397A25B3E}" dt="2024-07-04T05:03:29.580" v="339" actId="20577"/>
          <ac:spMkLst>
            <pc:docMk/>
            <pc:sldMk cId="2042885715" sldId="2147474192"/>
            <ac:spMk id="3" creationId="{20BB6379-0285-56F4-3687-3DD0B131A670}"/>
          </ac:spMkLst>
        </pc:spChg>
        <pc:spChg chg="mod">
          <ac:chgData name="Bandaru, Muralidhara Rao" userId="f3e341c2-313f-4fed-808d-d330c8250b02" providerId="ADAL" clId="{83646F0D-176D-46C4-9AB2-629397A25B3E}" dt="2024-07-04T11:50:43.216" v="501" actId="1076"/>
          <ac:spMkLst>
            <pc:docMk/>
            <pc:sldMk cId="2042885715" sldId="2147474192"/>
            <ac:spMk id="4" creationId="{D3E9CD0C-43D4-8A37-4193-057960911025}"/>
          </ac:spMkLst>
        </pc:spChg>
        <pc:spChg chg="add mod">
          <ac:chgData name="Bandaru, Muralidhara Rao" userId="f3e341c2-313f-4fed-808d-d330c8250b02" providerId="ADAL" clId="{83646F0D-176D-46C4-9AB2-629397A25B3E}" dt="2024-07-04T04:57:00.670" v="117" actId="1076"/>
          <ac:spMkLst>
            <pc:docMk/>
            <pc:sldMk cId="2042885715" sldId="2147474192"/>
            <ac:spMk id="7" creationId="{805157E9-C057-74BE-43B5-DFF57CC6D423}"/>
          </ac:spMkLst>
        </pc:spChg>
        <pc:spChg chg="add mod">
          <ac:chgData name="Bandaru, Muralidhara Rao" userId="f3e341c2-313f-4fed-808d-d330c8250b02" providerId="ADAL" clId="{83646F0D-176D-46C4-9AB2-629397A25B3E}" dt="2024-07-04T11:51:19.124" v="514" actId="20577"/>
          <ac:spMkLst>
            <pc:docMk/>
            <pc:sldMk cId="2042885715" sldId="2147474192"/>
            <ac:spMk id="9" creationId="{9DA62556-784D-277C-E6D4-42224ADAAF50}"/>
          </ac:spMkLst>
        </pc:spChg>
        <pc:picChg chg="del">
          <ac:chgData name="Bandaru, Muralidhara Rao" userId="f3e341c2-313f-4fed-808d-d330c8250b02" providerId="ADAL" clId="{83646F0D-176D-46C4-9AB2-629397A25B3E}" dt="2024-07-04T04:53:00.099" v="0" actId="478"/>
          <ac:picMkLst>
            <pc:docMk/>
            <pc:sldMk cId="2042885715" sldId="2147474192"/>
            <ac:picMk id="6" creationId="{8EDE83C2-C2F6-BFA0-C6FB-592939899D63}"/>
          </ac:picMkLst>
        </pc:picChg>
        <pc:picChg chg="mod">
          <ac:chgData name="Bandaru, Muralidhara Rao" userId="f3e341c2-313f-4fed-808d-d330c8250b02" providerId="ADAL" clId="{83646F0D-176D-46C4-9AB2-629397A25B3E}" dt="2024-07-04T11:51:25.106" v="515" actId="1076"/>
          <ac:picMkLst>
            <pc:docMk/>
            <pc:sldMk cId="2042885715" sldId="2147474192"/>
            <ac:picMk id="8" creationId="{A1634904-F113-1BA2-1EB1-CC1269051B1F}"/>
          </ac:picMkLst>
        </pc:picChg>
        <pc:picChg chg="add mod">
          <ac:chgData name="Bandaru, Muralidhara Rao" userId="f3e341c2-313f-4fed-808d-d330c8250b02" providerId="ADAL" clId="{83646F0D-176D-46C4-9AB2-629397A25B3E}" dt="2024-07-04T05:19:06.838" v="472" actId="1037"/>
          <ac:picMkLst>
            <pc:docMk/>
            <pc:sldMk cId="2042885715" sldId="2147474192"/>
            <ac:picMk id="12" creationId="{49D6B094-499F-AFF2-75F8-768A25AB6E6D}"/>
          </ac:picMkLst>
        </pc:picChg>
        <pc:picChg chg="add mod">
          <ac:chgData name="Bandaru, Muralidhara Rao" userId="f3e341c2-313f-4fed-808d-d330c8250b02" providerId="ADAL" clId="{83646F0D-176D-46C4-9AB2-629397A25B3E}" dt="2024-07-04T05:18:50.225" v="470" actId="1035"/>
          <ac:picMkLst>
            <pc:docMk/>
            <pc:sldMk cId="2042885715" sldId="2147474192"/>
            <ac:picMk id="14" creationId="{39D16FB6-7BB8-1481-E608-63F987BB59C6}"/>
          </ac:picMkLst>
        </pc:picChg>
        <pc:picChg chg="add mod">
          <ac:chgData name="Bandaru, Muralidhara Rao" userId="f3e341c2-313f-4fed-808d-d330c8250b02" providerId="ADAL" clId="{83646F0D-176D-46C4-9AB2-629397A25B3E}" dt="2024-07-04T11:51:16.522" v="511" actId="1076"/>
          <ac:picMkLst>
            <pc:docMk/>
            <pc:sldMk cId="2042885715" sldId="2147474192"/>
            <ac:picMk id="16" creationId="{E196D3AA-DB5E-E9D2-D4EC-3B48452C6A7F}"/>
          </ac:picMkLst>
        </pc:picChg>
      </pc:sldChg>
      <pc:sldChg chg="addSp delSp modSp mod">
        <pc:chgData name="Bandaru, Muralidhara Rao" userId="f3e341c2-313f-4fed-808d-d330c8250b02" providerId="ADAL" clId="{83646F0D-176D-46C4-9AB2-629397A25B3E}" dt="2024-07-04T05:31:28.372" v="496" actId="1076"/>
        <pc:sldMkLst>
          <pc:docMk/>
          <pc:sldMk cId="3450465591" sldId="2147474193"/>
        </pc:sldMkLst>
        <pc:spChg chg="mod">
          <ac:chgData name="Bandaru, Muralidhara Rao" userId="f3e341c2-313f-4fed-808d-d330c8250b02" providerId="ADAL" clId="{83646F0D-176D-46C4-9AB2-629397A25B3E}" dt="2024-07-04T05:10:54.365" v="442" actId="20577"/>
          <ac:spMkLst>
            <pc:docMk/>
            <pc:sldMk cId="3450465591" sldId="2147474193"/>
            <ac:spMk id="24" creationId="{DE9F6699-A4EB-E190-A87C-48F569402D5E}"/>
          </ac:spMkLst>
        </pc:spChg>
        <pc:picChg chg="add del mod">
          <ac:chgData name="Bandaru, Muralidhara Rao" userId="f3e341c2-313f-4fed-808d-d330c8250b02" providerId="ADAL" clId="{83646F0D-176D-46C4-9AB2-629397A25B3E}" dt="2024-07-04T05:27:51.056" v="489" actId="478"/>
          <ac:picMkLst>
            <pc:docMk/>
            <pc:sldMk cId="3450465591" sldId="2147474193"/>
            <ac:picMk id="3" creationId="{669A020F-557D-0CF9-86E3-9CD86741D997}"/>
          </ac:picMkLst>
        </pc:picChg>
        <pc:picChg chg="add mod">
          <ac:chgData name="Bandaru, Muralidhara Rao" userId="f3e341c2-313f-4fed-808d-d330c8250b02" providerId="ADAL" clId="{83646F0D-176D-46C4-9AB2-629397A25B3E}" dt="2024-07-04T05:31:28.372" v="496" actId="1076"/>
          <ac:picMkLst>
            <pc:docMk/>
            <pc:sldMk cId="3450465591" sldId="2147474193"/>
            <ac:picMk id="5" creationId="{D5C05C0C-8422-2860-7926-5BF3580BF3F2}"/>
          </ac:picMkLst>
        </pc:picChg>
        <pc:picChg chg="del">
          <ac:chgData name="Bandaru, Muralidhara Rao" userId="f3e341c2-313f-4fed-808d-d330c8250b02" providerId="ADAL" clId="{83646F0D-176D-46C4-9AB2-629397A25B3E}" dt="2024-07-04T05:25:44.655" v="473" actId="478"/>
          <ac:picMkLst>
            <pc:docMk/>
            <pc:sldMk cId="3450465591" sldId="2147474193"/>
            <ac:picMk id="22" creationId="{6018E672-D52D-AF79-2C0C-7E1D6CD0035F}"/>
          </ac:picMkLst>
        </pc:picChg>
      </pc:sldChg>
    </pc:docChg>
  </pc:docChgLst>
  <pc:docChgLst>
    <pc:chgData name="Gudla, Natraj" userId="1b097815-ad51-435d-a557-eb69be7a0b69" providerId="ADAL" clId="{AF44D828-071E-44F8-8E4E-4971C61F34FB}"/>
    <pc:docChg chg="undo custSel addSld delSld modSld">
      <pc:chgData name="Gudla, Natraj" userId="1b097815-ad51-435d-a557-eb69be7a0b69" providerId="ADAL" clId="{AF44D828-071E-44F8-8E4E-4971C61F34FB}" dt="2024-07-05T09:46:34.901" v="2129" actId="20577"/>
      <pc:docMkLst>
        <pc:docMk/>
      </pc:docMkLst>
      <pc:sldChg chg="modSp mod">
        <pc:chgData name="Gudla, Natraj" userId="1b097815-ad51-435d-a557-eb69be7a0b69" providerId="ADAL" clId="{AF44D828-071E-44F8-8E4E-4971C61F34FB}" dt="2024-06-26T14:59:30.445" v="95" actId="20577"/>
        <pc:sldMkLst>
          <pc:docMk/>
          <pc:sldMk cId="2815566877" sldId="2076137832"/>
        </pc:sldMkLst>
        <pc:spChg chg="mod">
          <ac:chgData name="Gudla, Natraj" userId="1b097815-ad51-435d-a557-eb69be7a0b69" providerId="ADAL" clId="{AF44D828-071E-44F8-8E4E-4971C61F34FB}" dt="2024-06-26T14:59:30.445" v="95" actId="20577"/>
          <ac:spMkLst>
            <pc:docMk/>
            <pc:sldMk cId="2815566877" sldId="2076137832"/>
            <ac:spMk id="3" creationId="{155FCA84-4387-498D-8202-97BC1B4142D0}"/>
          </ac:spMkLst>
        </pc:spChg>
      </pc:sldChg>
      <pc:sldChg chg="modSp mod">
        <pc:chgData name="Gudla, Natraj" userId="1b097815-ad51-435d-a557-eb69be7a0b69" providerId="ADAL" clId="{AF44D828-071E-44F8-8E4E-4971C61F34FB}" dt="2024-07-05T03:31:30.355" v="1898" actId="1076"/>
        <pc:sldMkLst>
          <pc:docMk/>
          <pc:sldMk cId="2001861423" sldId="2147474153"/>
        </pc:sldMkLst>
        <pc:graphicFrameChg chg="mod modGraphic">
          <ac:chgData name="Gudla, Natraj" userId="1b097815-ad51-435d-a557-eb69be7a0b69" providerId="ADAL" clId="{AF44D828-071E-44F8-8E4E-4971C61F34FB}" dt="2024-07-05T03:31:30.355" v="1898" actId="1076"/>
          <ac:graphicFrameMkLst>
            <pc:docMk/>
            <pc:sldMk cId="2001861423" sldId="2147474153"/>
            <ac:graphicFrameMk id="8" creationId="{0449F75F-2706-876C-71DE-D728F38E233D}"/>
          </ac:graphicFrameMkLst>
        </pc:graphicFrameChg>
      </pc:sldChg>
      <pc:sldChg chg="modSp del mod">
        <pc:chgData name="Gudla, Natraj" userId="1b097815-ad51-435d-a557-eb69be7a0b69" providerId="ADAL" clId="{AF44D828-071E-44F8-8E4E-4971C61F34FB}" dt="2024-07-05T03:38:14.761" v="1992" actId="47"/>
        <pc:sldMkLst>
          <pc:docMk/>
          <pc:sldMk cId="3447131155" sldId="2147474155"/>
        </pc:sldMkLst>
        <pc:spChg chg="mod">
          <ac:chgData name="Gudla, Natraj" userId="1b097815-ad51-435d-a557-eb69be7a0b69" providerId="ADAL" clId="{AF44D828-071E-44F8-8E4E-4971C61F34FB}" dt="2024-07-05T03:34:09.877" v="1923" actId="1076"/>
          <ac:spMkLst>
            <pc:docMk/>
            <pc:sldMk cId="3447131155" sldId="2147474155"/>
            <ac:spMk id="3" creationId="{E7A0A04E-4539-76F3-C369-AD07AF8FA944}"/>
          </ac:spMkLst>
        </pc:spChg>
        <pc:graphicFrameChg chg="mod modGraphic">
          <ac:chgData name="Gudla, Natraj" userId="1b097815-ad51-435d-a557-eb69be7a0b69" providerId="ADAL" clId="{AF44D828-071E-44F8-8E4E-4971C61F34FB}" dt="2024-07-05T03:35:10.942" v="1933" actId="14734"/>
          <ac:graphicFrameMkLst>
            <pc:docMk/>
            <pc:sldMk cId="3447131155" sldId="2147474155"/>
            <ac:graphicFrameMk id="2" creationId="{D0BCB5DE-6896-5F5C-6600-0AA0464C3ADF}"/>
          </ac:graphicFrameMkLst>
        </pc:graphicFrameChg>
      </pc:sldChg>
      <pc:sldChg chg="addSp modSp mod">
        <pc:chgData name="Gudla, Natraj" userId="1b097815-ad51-435d-a557-eb69be7a0b69" providerId="ADAL" clId="{AF44D828-071E-44F8-8E4E-4971C61F34FB}" dt="2024-07-04T14:14:23.927" v="1892" actId="20577"/>
        <pc:sldMkLst>
          <pc:docMk/>
          <pc:sldMk cId="3571720637" sldId="2147474170"/>
        </pc:sldMkLst>
        <pc:spChg chg="add mod">
          <ac:chgData name="Gudla, Natraj" userId="1b097815-ad51-435d-a557-eb69be7a0b69" providerId="ADAL" clId="{AF44D828-071E-44F8-8E4E-4971C61F34FB}" dt="2024-07-04T14:14:23.927" v="1892" actId="20577"/>
          <ac:spMkLst>
            <pc:docMk/>
            <pc:sldMk cId="3571720637" sldId="2147474170"/>
            <ac:spMk id="6" creationId="{96C22959-683D-D97E-7934-631B507D4100}"/>
          </ac:spMkLst>
        </pc:spChg>
        <pc:graphicFrameChg chg="mod modGraphic">
          <ac:chgData name="Gudla, Natraj" userId="1b097815-ad51-435d-a557-eb69be7a0b69" providerId="ADAL" clId="{AF44D828-071E-44F8-8E4E-4971C61F34FB}" dt="2024-07-04T14:12:50.966" v="1804" actId="1076"/>
          <ac:graphicFrameMkLst>
            <pc:docMk/>
            <pc:sldMk cId="3571720637" sldId="2147474170"/>
            <ac:graphicFrameMk id="5" creationId="{1C9E509A-046D-B36A-F951-A7D28A00A329}"/>
          </ac:graphicFrameMkLst>
        </pc:graphicFrameChg>
      </pc:sldChg>
      <pc:sldChg chg="delSp modSp mod">
        <pc:chgData name="Gudla, Natraj" userId="1b097815-ad51-435d-a557-eb69be7a0b69" providerId="ADAL" clId="{AF44D828-071E-44F8-8E4E-4971C61F34FB}" dt="2024-06-27T10:20:40.507" v="100" actId="14100"/>
        <pc:sldMkLst>
          <pc:docMk/>
          <pc:sldMk cId="3429204321" sldId="2147474174"/>
        </pc:sldMkLst>
        <pc:picChg chg="mod">
          <ac:chgData name="Gudla, Natraj" userId="1b097815-ad51-435d-a557-eb69be7a0b69" providerId="ADAL" clId="{AF44D828-071E-44F8-8E4E-4971C61F34FB}" dt="2024-06-27T10:20:40.507" v="100" actId="14100"/>
          <ac:picMkLst>
            <pc:docMk/>
            <pc:sldMk cId="3429204321" sldId="2147474174"/>
            <ac:picMk id="2" creationId="{AE0DB3AA-4A57-9CBB-E028-4056D2DAB0BA}"/>
          </ac:picMkLst>
        </pc:picChg>
        <pc:picChg chg="del">
          <ac:chgData name="Gudla, Natraj" userId="1b097815-ad51-435d-a557-eb69be7a0b69" providerId="ADAL" clId="{AF44D828-071E-44F8-8E4E-4971C61F34FB}" dt="2024-06-27T10:20:27.395" v="96" actId="478"/>
          <ac:picMkLst>
            <pc:docMk/>
            <pc:sldMk cId="3429204321" sldId="2147474174"/>
            <ac:picMk id="4" creationId="{EBB91477-4389-C7F2-2D17-EA25C187EB59}"/>
          </ac:picMkLst>
        </pc:picChg>
      </pc:sldChg>
      <pc:sldChg chg="modSp mod">
        <pc:chgData name="Gudla, Natraj" userId="1b097815-ad51-435d-a557-eb69be7a0b69" providerId="ADAL" clId="{AF44D828-071E-44F8-8E4E-4971C61F34FB}" dt="2024-07-04T14:03:36.997" v="1786" actId="403"/>
        <pc:sldMkLst>
          <pc:docMk/>
          <pc:sldMk cId="2042885715" sldId="2147474192"/>
        </pc:sldMkLst>
        <pc:spChg chg="mod">
          <ac:chgData name="Gudla, Natraj" userId="1b097815-ad51-435d-a557-eb69be7a0b69" providerId="ADAL" clId="{AF44D828-071E-44F8-8E4E-4971C61F34FB}" dt="2024-07-04T06:02:35.995" v="1510" actId="2711"/>
          <ac:spMkLst>
            <pc:docMk/>
            <pc:sldMk cId="2042885715" sldId="2147474192"/>
            <ac:spMk id="3" creationId="{20BB6379-0285-56F4-3687-3DD0B131A670}"/>
          </ac:spMkLst>
        </pc:spChg>
        <pc:spChg chg="mod">
          <ac:chgData name="Gudla, Natraj" userId="1b097815-ad51-435d-a557-eb69be7a0b69" providerId="ADAL" clId="{AF44D828-071E-44F8-8E4E-4971C61F34FB}" dt="2024-07-04T14:03:36.997" v="1786" actId="403"/>
          <ac:spMkLst>
            <pc:docMk/>
            <pc:sldMk cId="2042885715" sldId="2147474192"/>
            <ac:spMk id="4" creationId="{D3E9CD0C-43D4-8A37-4193-057960911025}"/>
          </ac:spMkLst>
        </pc:spChg>
      </pc:sldChg>
      <pc:sldChg chg="modSp mod">
        <pc:chgData name="Gudla, Natraj" userId="1b097815-ad51-435d-a557-eb69be7a0b69" providerId="ADAL" clId="{AF44D828-071E-44F8-8E4E-4971C61F34FB}" dt="2024-07-05T03:34:39.712" v="1929" actId="2161"/>
        <pc:sldMkLst>
          <pc:docMk/>
          <pc:sldMk cId="3332527972" sldId="2147475815"/>
        </pc:sldMkLst>
        <pc:graphicFrameChg chg="mod modGraphic">
          <ac:chgData name="Gudla, Natraj" userId="1b097815-ad51-435d-a557-eb69be7a0b69" providerId="ADAL" clId="{AF44D828-071E-44F8-8E4E-4971C61F34FB}" dt="2024-07-05T03:34:39.712" v="1929" actId="2161"/>
          <ac:graphicFrameMkLst>
            <pc:docMk/>
            <pc:sldMk cId="3332527972" sldId="2147475815"/>
            <ac:graphicFrameMk id="8" creationId="{0449F75F-2706-876C-71DE-D728F38E233D}"/>
          </ac:graphicFrameMkLst>
        </pc:graphicFrameChg>
      </pc:sldChg>
      <pc:sldChg chg="modSp add mod">
        <pc:chgData name="Gudla, Natraj" userId="1b097815-ad51-435d-a557-eb69be7a0b69" providerId="ADAL" clId="{AF44D828-071E-44F8-8E4E-4971C61F34FB}" dt="2024-07-05T09:46:34.901" v="2129" actId="20577"/>
        <pc:sldMkLst>
          <pc:docMk/>
          <pc:sldMk cId="2621471946" sldId="2147475821"/>
        </pc:sldMkLst>
        <pc:spChg chg="mod">
          <ac:chgData name="Gudla, Natraj" userId="1b097815-ad51-435d-a557-eb69be7a0b69" providerId="ADAL" clId="{AF44D828-071E-44F8-8E4E-4971C61F34FB}" dt="2024-07-05T03:32:49.206" v="1905" actId="1076"/>
          <ac:spMkLst>
            <pc:docMk/>
            <pc:sldMk cId="2621471946" sldId="2147475821"/>
            <ac:spMk id="3" creationId="{E7A0A04E-4539-76F3-C369-AD07AF8FA944}"/>
          </ac:spMkLst>
        </pc:spChg>
        <pc:graphicFrameChg chg="mod modGraphic">
          <ac:chgData name="Gudla, Natraj" userId="1b097815-ad51-435d-a557-eb69be7a0b69" providerId="ADAL" clId="{AF44D828-071E-44F8-8E4E-4971C61F34FB}" dt="2024-07-05T09:46:34.901" v="2129" actId="20577"/>
          <ac:graphicFrameMkLst>
            <pc:docMk/>
            <pc:sldMk cId="2621471946" sldId="2147475821"/>
            <ac:graphicFrameMk id="2" creationId="{D0BCB5DE-6896-5F5C-6600-0AA0464C3ADF}"/>
          </ac:graphicFrameMkLst>
        </pc:graphicFrameChg>
      </pc:sldChg>
    </pc:docChg>
  </pc:docChgLst>
  <pc:docChgLst>
    <pc:chgData name="Kanduru, Raghava" userId="S::raghava.kanduru@capgemini.com::cf8c09de-c40c-47a2-971b-c612c06e0906" providerId="AD" clId="Web-{0A21888D-C4D9-B994-9670-B8838EDD0DCC}"/>
    <pc:docChg chg="delSld">
      <pc:chgData name="Kanduru, Raghava" userId="S::raghava.kanduru@capgemini.com::cf8c09de-c40c-47a2-971b-c612c06e0906" providerId="AD" clId="Web-{0A21888D-C4D9-B994-9670-B8838EDD0DCC}" dt="2024-05-28T05:21:36.201" v="0"/>
      <pc:docMkLst>
        <pc:docMk/>
      </pc:docMkLst>
      <pc:sldChg chg="del">
        <pc:chgData name="Kanduru, Raghava" userId="S::raghava.kanduru@capgemini.com::cf8c09de-c40c-47a2-971b-c612c06e0906" providerId="AD" clId="Web-{0A21888D-C4D9-B994-9670-B8838EDD0DCC}" dt="2024-05-28T05:21:36.201" v="0"/>
        <pc:sldMkLst>
          <pc:docMk/>
          <pc:sldMk cId="2584685373" sldId="621"/>
        </pc:sldMkLst>
      </pc:sldChg>
    </pc:docChg>
  </pc:docChgLst>
  <pc:docChgLst>
    <pc:chgData name="Kanduru, Raghava" userId="cf8c09de-c40c-47a2-971b-c612c06e0906" providerId="ADAL" clId="{BC96D61C-5A37-43DA-839D-6F4ADFB8DD64}"/>
    <pc:docChg chg="undo custSel addSld delSld modSld sldOrd delMainMaster">
      <pc:chgData name="Kanduru, Raghava" userId="cf8c09de-c40c-47a2-971b-c612c06e0906" providerId="ADAL" clId="{BC96D61C-5A37-43DA-839D-6F4ADFB8DD64}" dt="2024-07-22T10:28:52.073" v="326" actId="20577"/>
      <pc:docMkLst>
        <pc:docMk/>
      </pc:docMkLst>
      <pc:sldChg chg="modSp">
        <pc:chgData name="Kanduru, Raghava" userId="cf8c09de-c40c-47a2-971b-c612c06e0906" providerId="ADAL" clId="{BC96D61C-5A37-43DA-839D-6F4ADFB8DD64}" dt="2024-07-18T09:42:10.070" v="155"/>
        <pc:sldMkLst>
          <pc:docMk/>
          <pc:sldMk cId="1411463970" sldId="2147474152"/>
        </pc:sldMkLst>
        <pc:graphicFrameChg chg="mod">
          <ac:chgData name="Kanduru, Raghava" userId="cf8c09de-c40c-47a2-971b-c612c06e0906" providerId="ADAL" clId="{BC96D61C-5A37-43DA-839D-6F4ADFB8DD64}" dt="2024-07-18T09:42:10.070" v="155"/>
          <ac:graphicFrameMkLst>
            <pc:docMk/>
            <pc:sldMk cId="1411463970" sldId="2147474152"/>
            <ac:graphicFrameMk id="8" creationId="{0449F75F-2706-876C-71DE-D728F38E233D}"/>
          </ac:graphicFrameMkLst>
        </pc:graphicFrameChg>
      </pc:sldChg>
      <pc:sldChg chg="addSp delSp modSp del mod">
        <pc:chgData name="Kanduru, Raghava" userId="cf8c09de-c40c-47a2-971b-c612c06e0906" providerId="ADAL" clId="{BC96D61C-5A37-43DA-839D-6F4ADFB8DD64}" dt="2024-07-22T10:28:15.717" v="318" actId="47"/>
        <pc:sldMkLst>
          <pc:docMk/>
          <pc:sldMk cId="3125609614" sldId="2147474189"/>
        </pc:sldMkLst>
        <pc:picChg chg="add mod">
          <ac:chgData name="Kanduru, Raghava" userId="cf8c09de-c40c-47a2-971b-c612c06e0906" providerId="ADAL" clId="{BC96D61C-5A37-43DA-839D-6F4ADFB8DD64}" dt="2024-07-22T10:26:29.151" v="241" actId="14100"/>
          <ac:picMkLst>
            <pc:docMk/>
            <pc:sldMk cId="3125609614" sldId="2147474189"/>
            <ac:picMk id="3" creationId="{DAD88927-585A-E23A-30E8-3C7C68427014}"/>
          </ac:picMkLst>
        </pc:picChg>
        <pc:picChg chg="del">
          <ac:chgData name="Kanduru, Raghava" userId="cf8c09de-c40c-47a2-971b-c612c06e0906" providerId="ADAL" clId="{BC96D61C-5A37-43DA-839D-6F4ADFB8DD64}" dt="2024-07-22T10:25:24.393" v="237" actId="478"/>
          <ac:picMkLst>
            <pc:docMk/>
            <pc:sldMk cId="3125609614" sldId="2147474189"/>
            <ac:picMk id="896" creationId="{89FCED60-CDDC-DADC-9C9F-EAFC4A2FC2A3}"/>
          </ac:picMkLst>
        </pc:picChg>
      </pc:sldChg>
      <pc:sldChg chg="modSp mod">
        <pc:chgData name="Kanduru, Raghava" userId="cf8c09de-c40c-47a2-971b-c612c06e0906" providerId="ADAL" clId="{BC96D61C-5A37-43DA-839D-6F4ADFB8DD64}" dt="2024-07-19T11:36:56.580" v="236" actId="6549"/>
        <pc:sldMkLst>
          <pc:docMk/>
          <pc:sldMk cId="293913670" sldId="2147474190"/>
        </pc:sldMkLst>
        <pc:spChg chg="mod">
          <ac:chgData name="Kanduru, Raghava" userId="cf8c09de-c40c-47a2-971b-c612c06e0906" providerId="ADAL" clId="{BC96D61C-5A37-43DA-839D-6F4ADFB8DD64}" dt="2024-07-19T11:36:56.580" v="236" actId="6549"/>
          <ac:spMkLst>
            <pc:docMk/>
            <pc:sldMk cId="293913670" sldId="2147474190"/>
            <ac:spMk id="3" creationId="{4014ADF5-BEEA-9927-7ECB-101546437019}"/>
          </ac:spMkLst>
        </pc:spChg>
      </pc:sldChg>
      <pc:sldChg chg="modSp mod">
        <pc:chgData name="Kanduru, Raghava" userId="cf8c09de-c40c-47a2-971b-c612c06e0906" providerId="ADAL" clId="{BC96D61C-5A37-43DA-839D-6F4ADFB8DD64}" dt="2024-07-18T09:42:25.337" v="156" actId="2165"/>
        <pc:sldMkLst>
          <pc:docMk/>
          <pc:sldMk cId="215030971" sldId="2147475814"/>
        </pc:sldMkLst>
        <pc:graphicFrameChg chg="modGraphic">
          <ac:chgData name="Kanduru, Raghava" userId="cf8c09de-c40c-47a2-971b-c612c06e0906" providerId="ADAL" clId="{BC96D61C-5A37-43DA-839D-6F4ADFB8DD64}" dt="2024-07-18T09:42:25.337" v="156" actId="2165"/>
          <ac:graphicFrameMkLst>
            <pc:docMk/>
            <pc:sldMk cId="215030971" sldId="2147475814"/>
            <ac:graphicFrameMk id="8" creationId="{0449F75F-2706-876C-71DE-D728F38E233D}"/>
          </ac:graphicFrameMkLst>
        </pc:graphicFrameChg>
      </pc:sldChg>
      <pc:sldChg chg="modSp mod">
        <pc:chgData name="Kanduru, Raghava" userId="cf8c09de-c40c-47a2-971b-c612c06e0906" providerId="ADAL" clId="{BC96D61C-5A37-43DA-839D-6F4ADFB8DD64}" dt="2024-07-22T10:28:52.073" v="326" actId="20577"/>
        <pc:sldMkLst>
          <pc:docMk/>
          <pc:sldMk cId="3332527972" sldId="2147475815"/>
        </pc:sldMkLst>
        <pc:graphicFrameChg chg="mod modGraphic">
          <ac:chgData name="Kanduru, Raghava" userId="cf8c09de-c40c-47a2-971b-c612c06e0906" providerId="ADAL" clId="{BC96D61C-5A37-43DA-839D-6F4ADFB8DD64}" dt="2024-07-22T10:28:52.073" v="326" actId="20577"/>
          <ac:graphicFrameMkLst>
            <pc:docMk/>
            <pc:sldMk cId="3332527972" sldId="2147475815"/>
            <ac:graphicFrameMk id="8" creationId="{0449F75F-2706-876C-71DE-D728F38E233D}"/>
          </ac:graphicFrameMkLst>
        </pc:graphicFrameChg>
      </pc:sldChg>
      <pc:sldChg chg="addSp delSp modSp add mod ord">
        <pc:chgData name="Kanduru, Raghava" userId="cf8c09de-c40c-47a2-971b-c612c06e0906" providerId="ADAL" clId="{BC96D61C-5A37-43DA-839D-6F4ADFB8DD64}" dt="2024-07-22T10:28:18.338" v="320"/>
        <pc:sldMkLst>
          <pc:docMk/>
          <pc:sldMk cId="2240575885" sldId="2147475824"/>
        </pc:sldMkLst>
        <pc:spChg chg="del">
          <ac:chgData name="Kanduru, Raghava" userId="cf8c09de-c40c-47a2-971b-c612c06e0906" providerId="ADAL" clId="{BC96D61C-5A37-43DA-839D-6F4ADFB8DD64}" dt="2024-07-22T10:26:50.578" v="244" actId="478"/>
          <ac:spMkLst>
            <pc:docMk/>
            <pc:sldMk cId="2240575885" sldId="2147475824"/>
            <ac:spMk id="2" creationId="{88C831B1-828F-E05F-B848-9448F9AD4D5E}"/>
          </ac:spMkLst>
        </pc:spChg>
        <pc:spChg chg="del">
          <ac:chgData name="Kanduru, Raghava" userId="cf8c09de-c40c-47a2-971b-c612c06e0906" providerId="ADAL" clId="{BC96D61C-5A37-43DA-839D-6F4ADFB8DD64}" dt="2024-07-22T10:26:50.578" v="244" actId="478"/>
          <ac:spMkLst>
            <pc:docMk/>
            <pc:sldMk cId="2240575885" sldId="2147475824"/>
            <ac:spMk id="3" creationId="{AFD1B015-EA31-5058-E509-16CDE420C07C}"/>
          </ac:spMkLst>
        </pc:spChg>
        <pc:spChg chg="mod">
          <ac:chgData name="Kanduru, Raghava" userId="cf8c09de-c40c-47a2-971b-c612c06e0906" providerId="ADAL" clId="{BC96D61C-5A37-43DA-839D-6F4ADFB8DD64}" dt="2024-07-22T10:28:10.452" v="317" actId="1035"/>
          <ac:spMkLst>
            <pc:docMk/>
            <pc:sldMk cId="2240575885" sldId="2147475824"/>
            <ac:spMk id="4" creationId="{0344F1EC-FF45-EC15-E89A-F13EDF8E73C4}"/>
          </ac:spMkLst>
        </pc:spChg>
        <pc:spChg chg="del">
          <ac:chgData name="Kanduru, Raghava" userId="cf8c09de-c40c-47a2-971b-c612c06e0906" providerId="ADAL" clId="{BC96D61C-5A37-43DA-839D-6F4ADFB8DD64}" dt="2024-07-22T10:26:50.578" v="244" actId="478"/>
          <ac:spMkLst>
            <pc:docMk/>
            <pc:sldMk cId="2240575885" sldId="2147475824"/>
            <ac:spMk id="6" creationId="{B4074A1F-23F9-8466-7809-8A2426CFFA92}"/>
          </ac:spMkLst>
        </pc:spChg>
        <pc:spChg chg="del">
          <ac:chgData name="Kanduru, Raghava" userId="cf8c09de-c40c-47a2-971b-c612c06e0906" providerId="ADAL" clId="{BC96D61C-5A37-43DA-839D-6F4ADFB8DD64}" dt="2024-07-22T10:26:50.578" v="244" actId="478"/>
          <ac:spMkLst>
            <pc:docMk/>
            <pc:sldMk cId="2240575885" sldId="2147475824"/>
            <ac:spMk id="7" creationId="{6C224E29-372D-3DBD-B28D-03FC2F9820C8}"/>
          </ac:spMkLst>
        </pc:spChg>
        <pc:graphicFrameChg chg="del mod">
          <ac:chgData name="Kanduru, Raghava" userId="cf8c09de-c40c-47a2-971b-c612c06e0906" providerId="ADAL" clId="{BC96D61C-5A37-43DA-839D-6F4ADFB8DD64}" dt="2024-07-22T10:26:50.578" v="244" actId="478"/>
          <ac:graphicFrameMkLst>
            <pc:docMk/>
            <pc:sldMk cId="2240575885" sldId="2147475824"/>
            <ac:graphicFrameMk id="5" creationId="{C87CFD1B-3A84-DA77-0FFD-CCEEF703A9F8}"/>
          </ac:graphicFrameMkLst>
        </pc:graphicFrameChg>
        <pc:picChg chg="add mod">
          <ac:chgData name="Kanduru, Raghava" userId="cf8c09de-c40c-47a2-971b-c612c06e0906" providerId="ADAL" clId="{BC96D61C-5A37-43DA-839D-6F4ADFB8DD64}" dt="2024-07-22T10:28:01.789" v="311" actId="1076"/>
          <ac:picMkLst>
            <pc:docMk/>
            <pc:sldMk cId="2240575885" sldId="2147475824"/>
            <ac:picMk id="8" creationId="{3C455FD0-4FE7-CED7-773D-11917B6B30C6}"/>
          </ac:picMkLst>
        </pc:picChg>
      </pc:sldChg>
      <pc:sldMasterChg chg="del delSldLayout">
        <pc:chgData name="Kanduru, Raghava" userId="cf8c09de-c40c-47a2-971b-c612c06e0906" providerId="ADAL" clId="{BC96D61C-5A37-43DA-839D-6F4ADFB8DD64}" dt="2024-07-22T10:28:15.717" v="318" actId="47"/>
        <pc:sldMasterMkLst>
          <pc:docMk/>
          <pc:sldMasterMk cId="3224598341" sldId="2147484098"/>
        </pc:sldMasterMkLst>
        <pc:sldLayoutChg chg="del">
          <pc:chgData name="Kanduru, Raghava" userId="cf8c09de-c40c-47a2-971b-c612c06e0906" providerId="ADAL" clId="{BC96D61C-5A37-43DA-839D-6F4ADFB8DD64}" dt="2024-07-22T10:28:15.717" v="318" actId="47"/>
          <pc:sldLayoutMkLst>
            <pc:docMk/>
            <pc:sldMasterMk cId="3224598341" sldId="2147484098"/>
            <pc:sldLayoutMk cId="2382441145" sldId="2147484099"/>
          </pc:sldLayoutMkLst>
        </pc:sldLayoutChg>
      </pc:sldMasterChg>
    </pc:docChg>
  </pc:docChgLst>
  <pc:docChgLst>
    <pc:chgData name="Akula, Kiran" userId="4edd7db3-3f5e-4d95-b6aa-837b0f56c970" providerId="ADAL" clId="{D94FC437-D2EC-4400-A69C-51604DEDBE92}"/>
    <pc:docChg chg="undo custSel addSld delSld modSld">
      <pc:chgData name="Akula, Kiran" userId="4edd7db3-3f5e-4d95-b6aa-837b0f56c970" providerId="ADAL" clId="{D94FC437-D2EC-4400-A69C-51604DEDBE92}" dt="2024-07-12T11:18:05.808" v="1583" actId="20577"/>
      <pc:docMkLst>
        <pc:docMk/>
      </pc:docMkLst>
      <pc:sldChg chg="del">
        <pc:chgData name="Akula, Kiran" userId="4edd7db3-3f5e-4d95-b6aa-837b0f56c970" providerId="ADAL" clId="{D94FC437-D2EC-4400-A69C-51604DEDBE92}" dt="2024-07-12T11:07:38.074" v="1469" actId="2696"/>
        <pc:sldMkLst>
          <pc:docMk/>
          <pc:sldMk cId="1531364721" sldId="2141412306"/>
        </pc:sldMkLst>
      </pc:sldChg>
      <pc:sldChg chg="modSp mod">
        <pc:chgData name="Akula, Kiran" userId="4edd7db3-3f5e-4d95-b6aa-837b0f56c970" providerId="ADAL" clId="{D94FC437-D2EC-4400-A69C-51604DEDBE92}" dt="2024-07-12T08:55:07.119" v="418" actId="20577"/>
        <pc:sldMkLst>
          <pc:docMk/>
          <pc:sldMk cId="3314845531" sldId="2147474195"/>
        </pc:sldMkLst>
        <pc:spChg chg="mod">
          <ac:chgData name="Akula, Kiran" userId="4edd7db3-3f5e-4d95-b6aa-837b0f56c970" providerId="ADAL" clId="{D94FC437-D2EC-4400-A69C-51604DEDBE92}" dt="2024-07-12T08:54:37.683" v="415" actId="1076"/>
          <ac:spMkLst>
            <pc:docMk/>
            <pc:sldMk cId="3314845531" sldId="2147474195"/>
            <ac:spMk id="6" creationId="{F85BE96A-2894-E228-F1BC-6348BE49A5AD}"/>
          </ac:spMkLst>
        </pc:spChg>
        <pc:spChg chg="mod">
          <ac:chgData name="Akula, Kiran" userId="4edd7db3-3f5e-4d95-b6aa-837b0f56c970" providerId="ADAL" clId="{D94FC437-D2EC-4400-A69C-51604DEDBE92}" dt="2024-07-12T08:53:07.001" v="303" actId="14100"/>
          <ac:spMkLst>
            <pc:docMk/>
            <pc:sldMk cId="3314845531" sldId="2147474195"/>
            <ac:spMk id="7" creationId="{DB6F70B5-642E-E428-E2B9-E4ADAE527FBE}"/>
          </ac:spMkLst>
        </pc:spChg>
        <pc:spChg chg="mod">
          <ac:chgData name="Akula, Kiran" userId="4edd7db3-3f5e-4d95-b6aa-837b0f56c970" providerId="ADAL" clId="{D94FC437-D2EC-4400-A69C-51604DEDBE92}" dt="2024-07-12T08:55:07.119" v="418" actId="20577"/>
          <ac:spMkLst>
            <pc:docMk/>
            <pc:sldMk cId="3314845531" sldId="2147474195"/>
            <ac:spMk id="10" creationId="{2D2AF330-23A5-254C-D45F-71CCE51D3C15}"/>
          </ac:spMkLst>
        </pc:spChg>
      </pc:sldChg>
      <pc:sldChg chg="modSp mod">
        <pc:chgData name="Akula, Kiran" userId="4edd7db3-3f5e-4d95-b6aa-837b0f56c970" providerId="ADAL" clId="{D94FC437-D2EC-4400-A69C-51604DEDBE92}" dt="2024-07-12T11:10:45.351" v="1498" actId="20577"/>
        <pc:sldMkLst>
          <pc:docMk/>
          <pc:sldMk cId="2759881903" sldId="2147474196"/>
        </pc:sldMkLst>
        <pc:spChg chg="mod">
          <ac:chgData name="Akula, Kiran" userId="4edd7db3-3f5e-4d95-b6aa-837b0f56c970" providerId="ADAL" clId="{D94FC437-D2EC-4400-A69C-51604DEDBE92}" dt="2024-07-12T11:10:27.539" v="1491" actId="20577"/>
          <ac:spMkLst>
            <pc:docMk/>
            <pc:sldMk cId="2759881903" sldId="2147474196"/>
            <ac:spMk id="11" creationId="{49782297-8701-32AA-E181-1F11F0B26B41}"/>
          </ac:spMkLst>
        </pc:spChg>
        <pc:spChg chg="mod">
          <ac:chgData name="Akula, Kiran" userId="4edd7db3-3f5e-4d95-b6aa-837b0f56c970" providerId="ADAL" clId="{D94FC437-D2EC-4400-A69C-51604DEDBE92}" dt="2024-07-12T09:07:27.798" v="1082" actId="1076"/>
          <ac:spMkLst>
            <pc:docMk/>
            <pc:sldMk cId="2759881903" sldId="2147474196"/>
            <ac:spMk id="17" creationId="{27DF19F2-A2C9-2AB4-4779-2CC5BFD977EE}"/>
          </ac:spMkLst>
        </pc:spChg>
        <pc:spChg chg="mod">
          <ac:chgData name="Akula, Kiran" userId="4edd7db3-3f5e-4d95-b6aa-837b0f56c970" providerId="ADAL" clId="{D94FC437-D2EC-4400-A69C-51604DEDBE92}" dt="2024-07-12T11:10:45.351" v="1498" actId="20577"/>
          <ac:spMkLst>
            <pc:docMk/>
            <pc:sldMk cId="2759881903" sldId="2147474196"/>
            <ac:spMk id="19" creationId="{77B7CEB3-302A-C888-7A78-769E8DD0A408}"/>
          </ac:spMkLst>
        </pc:spChg>
        <pc:spChg chg="mod">
          <ac:chgData name="Akula, Kiran" userId="4edd7db3-3f5e-4d95-b6aa-837b0f56c970" providerId="ADAL" clId="{D94FC437-D2EC-4400-A69C-51604DEDBE92}" dt="2024-07-12T09:07:35.342" v="1083" actId="1076"/>
          <ac:spMkLst>
            <pc:docMk/>
            <pc:sldMk cId="2759881903" sldId="2147474196"/>
            <ac:spMk id="23" creationId="{F41F6C11-121F-FB9F-CA43-AE1640376333}"/>
          </ac:spMkLst>
        </pc:spChg>
        <pc:spChg chg="mod">
          <ac:chgData name="Akula, Kiran" userId="4edd7db3-3f5e-4d95-b6aa-837b0f56c970" providerId="ADAL" clId="{D94FC437-D2EC-4400-A69C-51604DEDBE92}" dt="2024-07-12T09:05:45.060" v="1070" actId="1076"/>
          <ac:spMkLst>
            <pc:docMk/>
            <pc:sldMk cId="2759881903" sldId="2147474196"/>
            <ac:spMk id="44" creationId="{1F928BFC-5132-3A53-0B80-5D1ADE750FF7}"/>
          </ac:spMkLst>
        </pc:spChg>
        <pc:spChg chg="mod">
          <ac:chgData name="Akula, Kiran" userId="4edd7db3-3f5e-4d95-b6aa-837b0f56c970" providerId="ADAL" clId="{D94FC437-D2EC-4400-A69C-51604DEDBE92}" dt="2024-07-12T09:05:49.855" v="1071" actId="1076"/>
          <ac:spMkLst>
            <pc:docMk/>
            <pc:sldMk cId="2759881903" sldId="2147474196"/>
            <ac:spMk id="50" creationId="{A9439EB5-8BD3-61A1-328E-19F2AFEE55B2}"/>
          </ac:spMkLst>
        </pc:spChg>
        <pc:spChg chg="mod">
          <ac:chgData name="Akula, Kiran" userId="4edd7db3-3f5e-4d95-b6aa-837b0f56c970" providerId="ADAL" clId="{D94FC437-D2EC-4400-A69C-51604DEDBE92}" dt="2024-07-12T09:05:54.644" v="1072" actId="1076"/>
          <ac:spMkLst>
            <pc:docMk/>
            <pc:sldMk cId="2759881903" sldId="2147474196"/>
            <ac:spMk id="54" creationId="{A2D9E38B-28BB-C06D-9D5B-924105E27D1F}"/>
          </ac:spMkLst>
        </pc:spChg>
        <pc:spChg chg="mod">
          <ac:chgData name="Akula, Kiran" userId="4edd7db3-3f5e-4d95-b6aa-837b0f56c970" providerId="ADAL" clId="{D94FC437-D2EC-4400-A69C-51604DEDBE92}" dt="2024-07-12T09:05:58.729" v="1073" actId="1076"/>
          <ac:spMkLst>
            <pc:docMk/>
            <pc:sldMk cId="2759881903" sldId="2147474196"/>
            <ac:spMk id="58" creationId="{F1C4B105-F37A-4901-BE40-E63D233C4918}"/>
          </ac:spMkLst>
        </pc:spChg>
        <pc:spChg chg="mod">
          <ac:chgData name="Akula, Kiran" userId="4edd7db3-3f5e-4d95-b6aa-837b0f56c970" providerId="ADAL" clId="{D94FC437-D2EC-4400-A69C-51604DEDBE92}" dt="2024-07-12T09:06:08.691" v="1074" actId="1076"/>
          <ac:spMkLst>
            <pc:docMk/>
            <pc:sldMk cId="2759881903" sldId="2147474196"/>
            <ac:spMk id="62" creationId="{8A9A5BC5-9701-3144-35CC-08AA4D5AB0AB}"/>
          </ac:spMkLst>
        </pc:spChg>
        <pc:spChg chg="mod">
          <ac:chgData name="Akula, Kiran" userId="4edd7db3-3f5e-4d95-b6aa-837b0f56c970" providerId="ADAL" clId="{D94FC437-D2EC-4400-A69C-51604DEDBE92}" dt="2024-07-12T09:05:35.894" v="1068" actId="1076"/>
          <ac:spMkLst>
            <pc:docMk/>
            <pc:sldMk cId="2759881903" sldId="2147474196"/>
            <ac:spMk id="65" creationId="{A1227A7F-1C23-89B8-819D-F1ECAF207FBA}"/>
          </ac:spMkLst>
        </pc:spChg>
        <pc:graphicFrameChg chg="mod">
          <ac:chgData name="Akula, Kiran" userId="4edd7db3-3f5e-4d95-b6aa-837b0f56c970" providerId="ADAL" clId="{D94FC437-D2EC-4400-A69C-51604DEDBE92}" dt="2024-07-12T09:05:40.690" v="1069" actId="1076"/>
          <ac:graphicFrameMkLst>
            <pc:docMk/>
            <pc:sldMk cId="2759881903" sldId="2147474196"/>
            <ac:graphicFrameMk id="40" creationId="{8C76BFE0-7E0C-2BEA-EA90-34B10D67DC01}"/>
          </ac:graphicFrameMkLst>
        </pc:graphicFrameChg>
      </pc:sldChg>
      <pc:sldChg chg="addSp delSp modSp mod">
        <pc:chgData name="Akula, Kiran" userId="4edd7db3-3f5e-4d95-b6aa-837b0f56c970" providerId="ADAL" clId="{D94FC437-D2EC-4400-A69C-51604DEDBE92}" dt="2024-07-12T10:40:59.438" v="1171" actId="1076"/>
        <pc:sldMkLst>
          <pc:docMk/>
          <pc:sldMk cId="3319730112" sldId="2147474197"/>
        </pc:sldMkLst>
        <pc:spChg chg="del">
          <ac:chgData name="Akula, Kiran" userId="4edd7db3-3f5e-4d95-b6aa-837b0f56c970" providerId="ADAL" clId="{D94FC437-D2EC-4400-A69C-51604DEDBE92}" dt="2024-07-12T10:40:19.565" v="1168" actId="478"/>
          <ac:spMkLst>
            <pc:docMk/>
            <pc:sldMk cId="3319730112" sldId="2147474197"/>
            <ac:spMk id="2" creationId="{95C97BBC-35BF-A3C5-2091-7CDC318E25E7}"/>
          </ac:spMkLst>
        </pc:spChg>
        <pc:spChg chg="add mod">
          <ac:chgData name="Akula, Kiran" userId="4edd7db3-3f5e-4d95-b6aa-837b0f56c970" providerId="ADAL" clId="{D94FC437-D2EC-4400-A69C-51604DEDBE92}" dt="2024-07-12T10:40:59.438" v="1171" actId="1076"/>
          <ac:spMkLst>
            <pc:docMk/>
            <pc:sldMk cId="3319730112" sldId="2147474197"/>
            <ac:spMk id="6" creationId="{1425C407-E96A-6BD1-E3D7-16A6793EF726}"/>
          </ac:spMkLst>
        </pc:spChg>
        <pc:graphicFrameChg chg="modGraphic">
          <ac:chgData name="Akula, Kiran" userId="4edd7db3-3f5e-4d95-b6aa-837b0f56c970" providerId="ADAL" clId="{D94FC437-D2EC-4400-A69C-51604DEDBE92}" dt="2024-07-12T09:21:43.974" v="1104" actId="20577"/>
          <ac:graphicFrameMkLst>
            <pc:docMk/>
            <pc:sldMk cId="3319730112" sldId="2147474197"/>
            <ac:graphicFrameMk id="15" creationId="{DC388D56-E830-41BE-7B25-DF1AA6918424}"/>
          </ac:graphicFrameMkLst>
        </pc:graphicFrameChg>
      </pc:sldChg>
      <pc:sldChg chg="delSp modSp mod">
        <pc:chgData name="Akula, Kiran" userId="4edd7db3-3f5e-4d95-b6aa-837b0f56c970" providerId="ADAL" clId="{D94FC437-D2EC-4400-A69C-51604DEDBE92}" dt="2024-07-12T10:40:45.581" v="1169" actId="21"/>
        <pc:sldMkLst>
          <pc:docMk/>
          <pc:sldMk cId="1906058678" sldId="2147474198"/>
        </pc:sldMkLst>
        <pc:spChg chg="del mod">
          <ac:chgData name="Akula, Kiran" userId="4edd7db3-3f5e-4d95-b6aa-837b0f56c970" providerId="ADAL" clId="{D94FC437-D2EC-4400-A69C-51604DEDBE92}" dt="2024-07-12T10:40:45.581" v="1169" actId="21"/>
          <ac:spMkLst>
            <pc:docMk/>
            <pc:sldMk cId="1906058678" sldId="2147474198"/>
            <ac:spMk id="7" creationId="{22DAD999-1CE4-8496-D3EC-84DE3C010352}"/>
          </ac:spMkLst>
        </pc:spChg>
        <pc:graphicFrameChg chg="mod modGraphic">
          <ac:chgData name="Akula, Kiran" userId="4edd7db3-3f5e-4d95-b6aa-837b0f56c970" providerId="ADAL" clId="{D94FC437-D2EC-4400-A69C-51604DEDBE92}" dt="2024-07-12T09:56:00.783" v="1167" actId="20577"/>
          <ac:graphicFrameMkLst>
            <pc:docMk/>
            <pc:sldMk cId="1906058678" sldId="2147474198"/>
            <ac:graphicFrameMk id="5" creationId="{5E658667-5B80-7E8D-0F4B-BC96CC1C1609}"/>
          </ac:graphicFrameMkLst>
        </pc:graphicFrameChg>
      </pc:sldChg>
      <pc:sldChg chg="modSp mod">
        <pc:chgData name="Akula, Kiran" userId="4edd7db3-3f5e-4d95-b6aa-837b0f56c970" providerId="ADAL" clId="{D94FC437-D2EC-4400-A69C-51604DEDBE92}" dt="2024-07-12T11:04:04.840" v="1468"/>
        <pc:sldMkLst>
          <pc:docMk/>
          <pc:sldMk cId="3214550514" sldId="2147474201"/>
        </pc:sldMkLst>
        <pc:graphicFrameChg chg="mod modGraphic">
          <ac:chgData name="Akula, Kiran" userId="4edd7db3-3f5e-4d95-b6aa-837b0f56c970" providerId="ADAL" clId="{D94FC437-D2EC-4400-A69C-51604DEDBE92}" dt="2024-07-12T11:04:04.840" v="1468"/>
          <ac:graphicFrameMkLst>
            <pc:docMk/>
            <pc:sldMk cId="3214550514" sldId="2147474201"/>
            <ac:graphicFrameMk id="5" creationId="{0FF2AB5B-189E-0A66-27A2-3A85CBF0E408}"/>
          </ac:graphicFrameMkLst>
        </pc:graphicFrameChg>
      </pc:sldChg>
      <pc:sldChg chg="modSp mod">
        <pc:chgData name="Akula, Kiran" userId="4edd7db3-3f5e-4d95-b6aa-837b0f56c970" providerId="ADAL" clId="{D94FC437-D2EC-4400-A69C-51604DEDBE92}" dt="2024-07-12T11:18:05.808" v="1583" actId="20577"/>
        <pc:sldMkLst>
          <pc:docMk/>
          <pc:sldMk cId="35875273" sldId="2147475793"/>
        </pc:sldMkLst>
        <pc:spChg chg="mod">
          <ac:chgData name="Akula, Kiran" userId="4edd7db3-3f5e-4d95-b6aa-837b0f56c970" providerId="ADAL" clId="{D94FC437-D2EC-4400-A69C-51604DEDBE92}" dt="2024-07-12T11:18:05.808" v="1583" actId="20577"/>
          <ac:spMkLst>
            <pc:docMk/>
            <pc:sldMk cId="35875273" sldId="2147475793"/>
            <ac:spMk id="6" creationId="{DBF12C14-EF12-4ED5-9B62-8D1F4F53C626}"/>
          </ac:spMkLst>
        </pc:spChg>
      </pc:sldChg>
      <pc:sldChg chg="delSp modSp mod">
        <pc:chgData name="Akula, Kiran" userId="4edd7db3-3f5e-4d95-b6aa-837b0f56c970" providerId="ADAL" clId="{D94FC437-D2EC-4400-A69C-51604DEDBE92}" dt="2024-07-12T09:47:43.171" v="1154" actId="20577"/>
        <pc:sldMkLst>
          <pc:docMk/>
          <pc:sldMk cId="2145220705" sldId="2147475794"/>
        </pc:sldMkLst>
        <pc:spChg chg="del">
          <ac:chgData name="Akula, Kiran" userId="4edd7db3-3f5e-4d95-b6aa-837b0f56c970" providerId="ADAL" clId="{D94FC437-D2EC-4400-A69C-51604DEDBE92}" dt="2024-07-12T09:42:17.688" v="1125" actId="21"/>
          <ac:spMkLst>
            <pc:docMk/>
            <pc:sldMk cId="2145220705" sldId="2147475794"/>
            <ac:spMk id="15" creationId="{D8C53EC2-7C6E-7B1D-367F-E703133ED801}"/>
          </ac:spMkLst>
        </pc:spChg>
        <pc:graphicFrameChg chg="mod modGraphic">
          <ac:chgData name="Akula, Kiran" userId="4edd7db3-3f5e-4d95-b6aa-837b0f56c970" providerId="ADAL" clId="{D94FC437-D2EC-4400-A69C-51604DEDBE92}" dt="2024-07-12T09:47:43.171" v="1154" actId="20577"/>
          <ac:graphicFrameMkLst>
            <pc:docMk/>
            <pc:sldMk cId="2145220705" sldId="2147475794"/>
            <ac:graphicFrameMk id="8" creationId="{84F68552-B897-7EF6-ECBF-8F0EDF077AA8}"/>
          </ac:graphicFrameMkLst>
        </pc:graphicFrameChg>
      </pc:sldChg>
      <pc:sldChg chg="modSp del mod">
        <pc:chgData name="Akula, Kiran" userId="4edd7db3-3f5e-4d95-b6aa-837b0f56c970" providerId="ADAL" clId="{D94FC437-D2EC-4400-A69C-51604DEDBE92}" dt="2024-07-12T11:09:39.335" v="1471" actId="2696"/>
        <pc:sldMkLst>
          <pc:docMk/>
          <pc:sldMk cId="1001885555" sldId="2147475796"/>
        </pc:sldMkLst>
        <pc:spChg chg="mod">
          <ac:chgData name="Akula, Kiran" userId="4edd7db3-3f5e-4d95-b6aa-837b0f56c970" providerId="ADAL" clId="{D94FC437-D2EC-4400-A69C-51604DEDBE92}" dt="2024-07-12T11:08:21.551" v="1470" actId="6549"/>
          <ac:spMkLst>
            <pc:docMk/>
            <pc:sldMk cId="1001885555" sldId="2147475796"/>
            <ac:spMk id="11" creationId="{49782297-8701-32AA-E181-1F11F0B26B41}"/>
          </ac:spMkLst>
        </pc:spChg>
        <pc:spChg chg="mod">
          <ac:chgData name="Akula, Kiran" userId="4edd7db3-3f5e-4d95-b6aa-837b0f56c970" providerId="ADAL" clId="{D94FC437-D2EC-4400-A69C-51604DEDBE92}" dt="2024-07-12T09:10:22.022" v="1097" actId="14100"/>
          <ac:spMkLst>
            <pc:docMk/>
            <pc:sldMk cId="1001885555" sldId="2147475796"/>
            <ac:spMk id="23" creationId="{F41F6C11-121F-FB9F-CA43-AE1640376333}"/>
          </ac:spMkLst>
        </pc:spChg>
      </pc:sldChg>
      <pc:sldChg chg="new del">
        <pc:chgData name="Akula, Kiran" userId="4edd7db3-3f5e-4d95-b6aa-837b0f56c970" providerId="ADAL" clId="{D94FC437-D2EC-4400-A69C-51604DEDBE92}" dt="2024-07-11T17:13:43.147" v="1" actId="2696"/>
        <pc:sldMkLst>
          <pc:docMk/>
          <pc:sldMk cId="3836723365" sldId="2147475823"/>
        </pc:sldMkLst>
      </pc:sldChg>
    </pc:docChg>
  </pc:docChgLst>
  <pc:docChgLst>
    <pc:chgData name="Kanduru, Raghava" userId="S::raghava.kanduru@capgemini.com::cf8c09de-c40c-47a2-971b-c612c06e0906" providerId="AD" clId="Web-{B5B2875C-A9CE-976F-E497-C52B266A04B6}"/>
    <pc:docChg chg="addSld modSld">
      <pc:chgData name="Kanduru, Raghava" userId="S::raghava.kanduru@capgemini.com::cf8c09de-c40c-47a2-971b-c612c06e0906" providerId="AD" clId="Web-{B5B2875C-A9CE-976F-E497-C52B266A04B6}" dt="2024-06-10T10:37:13.396" v="1"/>
      <pc:docMkLst>
        <pc:docMk/>
      </pc:docMkLst>
      <pc:sldChg chg="modSp add">
        <pc:chgData name="Kanduru, Raghava" userId="S::raghava.kanduru@capgemini.com::cf8c09de-c40c-47a2-971b-c612c06e0906" providerId="AD" clId="Web-{B5B2875C-A9CE-976F-E497-C52B266A04B6}" dt="2024-06-10T10:37:13.396" v="1"/>
        <pc:sldMkLst>
          <pc:docMk/>
          <pc:sldMk cId="1092716136" sldId="2147475805"/>
        </pc:sldMkLst>
        <pc:graphicFrameChg chg="modGraphic">
          <ac:chgData name="Kanduru, Raghava" userId="S::raghava.kanduru@capgemini.com::cf8c09de-c40c-47a2-971b-c612c06e0906" providerId="AD" clId="Web-{B5B2875C-A9CE-976F-E497-C52B266A04B6}" dt="2024-06-10T10:37:13.396" v="1"/>
          <ac:graphicFrameMkLst>
            <pc:docMk/>
            <pc:sldMk cId="1092716136" sldId="2147475805"/>
            <ac:graphicFrameMk id="6" creationId="{90F47839-8A78-F80B-6AB1-950C093ECF8D}"/>
          </ac:graphicFrameMkLst>
        </pc:graphicFrameChg>
      </pc:sldChg>
    </pc:docChg>
  </pc:docChgLst>
  <pc:docChgLst>
    <pc:chgData name="Sivaramakrishnan, Narayanan" userId="S::narayanan.sivaramakrishnan@capgemini.com::341b1ffd-5577-42b1-9704-45069781f0b3" providerId="AD" clId="Web-{C2DF83BA-440F-FE77-C278-A76A3F0470F5}"/>
    <pc:docChg chg="modSld">
      <pc:chgData name="Sivaramakrishnan, Narayanan" userId="S::narayanan.sivaramakrishnan@capgemini.com::341b1ffd-5577-42b1-9704-45069781f0b3" providerId="AD" clId="Web-{C2DF83BA-440F-FE77-C278-A76A3F0470F5}" dt="2024-05-21T12:21:42.950" v="5"/>
      <pc:docMkLst>
        <pc:docMk/>
      </pc:docMkLst>
      <pc:sldChg chg="modSp">
        <pc:chgData name="Sivaramakrishnan, Narayanan" userId="S::narayanan.sivaramakrishnan@capgemini.com::341b1ffd-5577-42b1-9704-45069781f0b3" providerId="AD" clId="Web-{C2DF83BA-440F-FE77-C278-A76A3F0470F5}" dt="2024-05-21T12:21:42.950" v="5"/>
        <pc:sldMkLst>
          <pc:docMk/>
          <pc:sldMk cId="3447131155" sldId="2147474155"/>
        </pc:sldMkLst>
        <pc:graphicFrameChg chg="mod modGraphic">
          <ac:chgData name="Sivaramakrishnan, Narayanan" userId="S::narayanan.sivaramakrishnan@capgemini.com::341b1ffd-5577-42b1-9704-45069781f0b3" providerId="AD" clId="Web-{C2DF83BA-440F-FE77-C278-A76A3F0470F5}" dt="2024-05-21T12:21:42.950" v="5"/>
          <ac:graphicFrameMkLst>
            <pc:docMk/>
            <pc:sldMk cId="3447131155" sldId="2147474155"/>
            <ac:graphicFrameMk id="2" creationId="{D0BCB5DE-6896-5F5C-6600-0AA0464C3ADF}"/>
          </ac:graphicFrameMkLst>
        </pc:graphicFrameChg>
      </pc:sldChg>
    </pc:docChg>
  </pc:docChgLst>
  <pc:docChgLst>
    <pc:chgData name="Gudla, Natraj" userId="1b097815-ad51-435d-a557-eb69be7a0b69" providerId="ADAL" clId="{60544C51-D2DE-4E8F-A955-10AD2D1E820D}"/>
    <pc:docChg chg="undo custSel addSld delSld modSld sldOrd">
      <pc:chgData name="Gudla, Natraj" userId="1b097815-ad51-435d-a557-eb69be7a0b69" providerId="ADAL" clId="{60544C51-D2DE-4E8F-A955-10AD2D1E820D}" dt="2024-07-19T11:38:48.092" v="458" actId="20577"/>
      <pc:docMkLst>
        <pc:docMk/>
      </pc:docMkLst>
      <pc:sldChg chg="modSp mod">
        <pc:chgData name="Gudla, Natraj" userId="1b097815-ad51-435d-a557-eb69be7a0b69" providerId="ADAL" clId="{60544C51-D2DE-4E8F-A955-10AD2D1E820D}" dt="2024-07-19T08:55:22.139" v="5" actId="1076"/>
        <pc:sldMkLst>
          <pc:docMk/>
          <pc:sldMk cId="2476050727" sldId="2141412297"/>
        </pc:sldMkLst>
        <pc:spChg chg="mod">
          <ac:chgData name="Gudla, Natraj" userId="1b097815-ad51-435d-a557-eb69be7a0b69" providerId="ADAL" clId="{60544C51-D2DE-4E8F-A955-10AD2D1E820D}" dt="2024-07-19T08:55:22.139" v="5" actId="1076"/>
          <ac:spMkLst>
            <pc:docMk/>
            <pc:sldMk cId="2476050727" sldId="2141412297"/>
            <ac:spMk id="2" creationId="{BA10F510-666F-42C9-9455-96C738FF54E6}"/>
          </ac:spMkLst>
        </pc:spChg>
      </pc:sldChg>
      <pc:sldChg chg="modSp mod">
        <pc:chgData name="Gudla, Natraj" userId="1b097815-ad51-435d-a557-eb69be7a0b69" providerId="ADAL" clId="{60544C51-D2DE-4E8F-A955-10AD2D1E820D}" dt="2024-07-19T11:38:48.092" v="458" actId="20577"/>
        <pc:sldMkLst>
          <pc:docMk/>
          <pc:sldMk cId="1923745520" sldId="2147474097"/>
        </pc:sldMkLst>
        <pc:spChg chg="mod">
          <ac:chgData name="Gudla, Natraj" userId="1b097815-ad51-435d-a557-eb69be7a0b69" providerId="ADAL" clId="{60544C51-D2DE-4E8F-A955-10AD2D1E820D}" dt="2024-07-19T11:38:48.092" v="458" actId="20577"/>
          <ac:spMkLst>
            <pc:docMk/>
            <pc:sldMk cId="1923745520" sldId="2147474097"/>
            <ac:spMk id="12" creationId="{F4F87E10-2948-EA05-5915-992ECED553C3}"/>
          </ac:spMkLst>
        </pc:spChg>
      </pc:sldChg>
      <pc:sldChg chg="modSp mod">
        <pc:chgData name="Gudla, Natraj" userId="1b097815-ad51-435d-a557-eb69be7a0b69" providerId="ADAL" clId="{60544C51-D2DE-4E8F-A955-10AD2D1E820D}" dt="2024-07-19T11:37:29.317" v="445" actId="6549"/>
        <pc:sldMkLst>
          <pc:docMk/>
          <pc:sldMk cId="293913670" sldId="2147474190"/>
        </pc:sldMkLst>
        <pc:spChg chg="mod">
          <ac:chgData name="Gudla, Natraj" userId="1b097815-ad51-435d-a557-eb69be7a0b69" providerId="ADAL" clId="{60544C51-D2DE-4E8F-A955-10AD2D1E820D}" dt="2024-07-19T11:37:29.317" v="445" actId="6549"/>
          <ac:spMkLst>
            <pc:docMk/>
            <pc:sldMk cId="293913670" sldId="2147474190"/>
            <ac:spMk id="3" creationId="{4014ADF5-BEEA-9927-7ECB-101546437019}"/>
          </ac:spMkLst>
        </pc:spChg>
      </pc:sldChg>
      <pc:sldChg chg="addSp modSp add mod ord">
        <pc:chgData name="Gudla, Natraj" userId="1b097815-ad51-435d-a557-eb69be7a0b69" providerId="ADAL" clId="{60544C51-D2DE-4E8F-A955-10AD2D1E820D}" dt="2024-07-19T11:34:36.966" v="409" actId="20577"/>
        <pc:sldMkLst>
          <pc:docMk/>
          <pc:sldMk cId="1306505502" sldId="2147475823"/>
        </pc:sldMkLst>
        <pc:spChg chg="mod">
          <ac:chgData name="Gudla, Natraj" userId="1b097815-ad51-435d-a557-eb69be7a0b69" providerId="ADAL" clId="{60544C51-D2DE-4E8F-A955-10AD2D1E820D}" dt="2024-07-19T11:33:34.797" v="395" actId="14100"/>
          <ac:spMkLst>
            <pc:docMk/>
            <pc:sldMk cId="1306505502" sldId="2147475823"/>
            <ac:spMk id="2" creationId="{BA10F510-666F-42C9-9455-96C738FF54E6}"/>
          </ac:spMkLst>
        </pc:spChg>
        <pc:spChg chg="add mod">
          <ac:chgData name="Gudla, Natraj" userId="1b097815-ad51-435d-a557-eb69be7a0b69" providerId="ADAL" clId="{60544C51-D2DE-4E8F-A955-10AD2D1E820D}" dt="2024-07-19T11:34:36.966" v="409" actId="20577"/>
          <ac:spMkLst>
            <pc:docMk/>
            <pc:sldMk cId="1306505502" sldId="2147475823"/>
            <ac:spMk id="3" creationId="{C4B824D1-B673-86CB-0239-CC1FC2417697}"/>
          </ac:spMkLst>
        </pc:spChg>
      </pc:sldChg>
      <pc:sldChg chg="modSp add del mod ord">
        <pc:chgData name="Gudla, Natraj" userId="1b097815-ad51-435d-a557-eb69be7a0b69" providerId="ADAL" clId="{60544C51-D2DE-4E8F-A955-10AD2D1E820D}" dt="2024-07-19T08:54:50.433" v="4" actId="47"/>
        <pc:sldMkLst>
          <pc:docMk/>
          <pc:sldMk cId="1851626469" sldId="2147475823"/>
        </pc:sldMkLst>
        <pc:spChg chg="mod">
          <ac:chgData name="Gudla, Natraj" userId="1b097815-ad51-435d-a557-eb69be7a0b69" providerId="ADAL" clId="{60544C51-D2DE-4E8F-A955-10AD2D1E820D}" dt="2024-07-19T08:52:58.497" v="3" actId="1076"/>
          <ac:spMkLst>
            <pc:docMk/>
            <pc:sldMk cId="1851626469" sldId="2147475823"/>
            <ac:spMk id="2" creationId="{351BDDD2-36DC-A907-44C5-A230513CA959}"/>
          </ac:spMkLst>
        </pc:spChg>
      </pc:sldChg>
    </pc:docChg>
  </pc:docChgLst>
  <pc:docChgLst>
    <pc:chgData name="Goundu, Ramesh" userId="S::ramesh.goundu@capgemini.com::26e4ecc0-474c-4e51-8678-139134653597" providerId="AD" clId="Web-{3CB0EDCE-AA44-4C6C-B8B5-B1AC1A324F9D}"/>
    <pc:docChg chg="modSld">
      <pc:chgData name="Goundu, Ramesh" userId="S::ramesh.goundu@capgemini.com::26e4ecc0-474c-4e51-8678-139134653597" providerId="AD" clId="Web-{3CB0EDCE-AA44-4C6C-B8B5-B1AC1A324F9D}" dt="2024-05-22T10:00:15.200" v="105" actId="20577"/>
      <pc:docMkLst>
        <pc:docMk/>
      </pc:docMkLst>
      <pc:sldChg chg="modSp">
        <pc:chgData name="Goundu, Ramesh" userId="S::ramesh.goundu@capgemini.com::26e4ecc0-474c-4e51-8678-139134653597" providerId="AD" clId="Web-{3CB0EDCE-AA44-4C6C-B8B5-B1AC1A324F9D}" dt="2024-05-22T10:00:15.200" v="105" actId="20577"/>
        <pc:sldMkLst>
          <pc:docMk/>
          <pc:sldMk cId="4240461515" sldId="2076137833"/>
        </pc:sldMkLst>
        <pc:spChg chg="mod">
          <ac:chgData name="Goundu, Ramesh" userId="S::ramesh.goundu@capgemini.com::26e4ecc0-474c-4e51-8678-139134653597" providerId="AD" clId="Web-{3CB0EDCE-AA44-4C6C-B8B5-B1AC1A324F9D}" dt="2024-05-22T10:00:15.200" v="105" actId="20577"/>
          <ac:spMkLst>
            <pc:docMk/>
            <pc:sldMk cId="4240461515" sldId="2076137833"/>
            <ac:spMk id="4" creationId="{6A9D0897-80A0-45C9-B608-935DC2E7176D}"/>
          </ac:spMkLst>
        </pc:spChg>
      </pc:sldChg>
    </pc:docChg>
  </pc:docChgLst>
  <pc:docChgLst>
    <pc:chgData name="Akula, Kiran" userId="4edd7db3-3f5e-4d95-b6aa-837b0f56c970" providerId="ADAL" clId="{1A5F90A7-A7EF-4911-AA75-E18C3A0BC2AA}"/>
    <pc:docChg chg="undo custSel addSld modSld sldOrd">
      <pc:chgData name="Akula, Kiran" userId="4edd7db3-3f5e-4d95-b6aa-837b0f56c970" providerId="ADAL" clId="{1A5F90A7-A7EF-4911-AA75-E18C3A0BC2AA}" dt="2024-06-07T10:06:10.555" v="391" actId="14100"/>
      <pc:docMkLst>
        <pc:docMk/>
      </pc:docMkLst>
      <pc:sldChg chg="modSp mod">
        <pc:chgData name="Akula, Kiran" userId="4edd7db3-3f5e-4d95-b6aa-837b0f56c970" providerId="ADAL" clId="{1A5F90A7-A7EF-4911-AA75-E18C3A0BC2AA}" dt="2024-06-07T10:06:10.555" v="391" actId="14100"/>
        <pc:sldMkLst>
          <pc:docMk/>
          <pc:sldMk cId="3571720637" sldId="2147474170"/>
        </pc:sldMkLst>
        <pc:picChg chg="mod">
          <ac:chgData name="Akula, Kiran" userId="4edd7db3-3f5e-4d95-b6aa-837b0f56c970" providerId="ADAL" clId="{1A5F90A7-A7EF-4911-AA75-E18C3A0BC2AA}" dt="2024-06-07T10:06:10.555" v="391" actId="14100"/>
          <ac:picMkLst>
            <pc:docMk/>
            <pc:sldMk cId="3571720637" sldId="2147474170"/>
            <ac:picMk id="5" creationId="{13AB448D-9EA6-3508-6E8D-1CA6A0CBB945}"/>
          </ac:picMkLst>
        </pc:picChg>
        <pc:picChg chg="mod">
          <ac:chgData name="Akula, Kiran" userId="4edd7db3-3f5e-4d95-b6aa-837b0f56c970" providerId="ADAL" clId="{1A5F90A7-A7EF-4911-AA75-E18C3A0BC2AA}" dt="2024-06-04T14:05:46.494" v="386" actId="1076"/>
          <ac:picMkLst>
            <pc:docMk/>
            <pc:sldMk cId="3571720637" sldId="2147474170"/>
            <ac:picMk id="7" creationId="{26B00931-F075-D402-CDB3-605F27766024}"/>
          </ac:picMkLst>
        </pc:picChg>
      </pc:sldChg>
      <pc:sldChg chg="modSp mod">
        <pc:chgData name="Akula, Kiran" userId="4edd7db3-3f5e-4d95-b6aa-837b0f56c970" providerId="ADAL" clId="{1A5F90A7-A7EF-4911-AA75-E18C3A0BC2AA}" dt="2024-06-05T08:00:10.335" v="388" actId="20577"/>
        <pc:sldMkLst>
          <pc:docMk/>
          <pc:sldMk cId="3314845531" sldId="2147474195"/>
        </pc:sldMkLst>
        <pc:spChg chg="mod">
          <ac:chgData name="Akula, Kiran" userId="4edd7db3-3f5e-4d95-b6aa-837b0f56c970" providerId="ADAL" clId="{1A5F90A7-A7EF-4911-AA75-E18C3A0BC2AA}" dt="2024-06-05T08:00:10.335" v="388" actId="20577"/>
          <ac:spMkLst>
            <pc:docMk/>
            <pc:sldMk cId="3314845531" sldId="2147474195"/>
            <ac:spMk id="7" creationId="{DB6F70B5-642E-E428-E2B9-E4ADAE527FBE}"/>
          </ac:spMkLst>
        </pc:spChg>
        <pc:spChg chg="mod">
          <ac:chgData name="Akula, Kiran" userId="4edd7db3-3f5e-4d95-b6aa-837b0f56c970" providerId="ADAL" clId="{1A5F90A7-A7EF-4911-AA75-E18C3A0BC2AA}" dt="2024-06-03T08:05:54.850" v="383" actId="13926"/>
          <ac:spMkLst>
            <pc:docMk/>
            <pc:sldMk cId="3314845531" sldId="2147474195"/>
            <ac:spMk id="10" creationId="{2D2AF330-23A5-254C-D45F-71CCE51D3C15}"/>
          </ac:spMkLst>
        </pc:spChg>
      </pc:sldChg>
      <pc:sldChg chg="addSp delSp modSp mod ord">
        <pc:chgData name="Akula, Kiran" userId="4edd7db3-3f5e-4d95-b6aa-837b0f56c970" providerId="ADAL" clId="{1A5F90A7-A7EF-4911-AA75-E18C3A0BC2AA}" dt="2024-06-05T08:09:17.758" v="389" actId="14100"/>
        <pc:sldMkLst>
          <pc:docMk/>
          <pc:sldMk cId="2759881903" sldId="2147474196"/>
        </pc:sldMkLst>
        <pc:spChg chg="add del mod">
          <ac:chgData name="Akula, Kiran" userId="4edd7db3-3f5e-4d95-b6aa-837b0f56c970" providerId="ADAL" clId="{1A5F90A7-A7EF-4911-AA75-E18C3A0BC2AA}" dt="2024-05-29T17:45:15.412" v="92" actId="21"/>
          <ac:spMkLst>
            <pc:docMk/>
            <pc:sldMk cId="2759881903" sldId="2147474196"/>
            <ac:spMk id="6" creationId="{0EE8B4A6-D22B-F027-C839-88283FC7739E}"/>
          </ac:spMkLst>
        </pc:spChg>
        <pc:spChg chg="mod">
          <ac:chgData name="Akula, Kiran" userId="4edd7db3-3f5e-4d95-b6aa-837b0f56c970" providerId="ADAL" clId="{1A5F90A7-A7EF-4911-AA75-E18C3A0BC2AA}" dt="2024-05-29T17:46:11.700" v="126" actId="1076"/>
          <ac:spMkLst>
            <pc:docMk/>
            <pc:sldMk cId="2759881903" sldId="2147474196"/>
            <ac:spMk id="11" creationId="{49782297-8701-32AA-E181-1F11F0B26B41}"/>
          </ac:spMkLst>
        </pc:spChg>
        <pc:spChg chg="mod">
          <ac:chgData name="Akula, Kiran" userId="4edd7db3-3f5e-4d95-b6aa-837b0f56c970" providerId="ADAL" clId="{1A5F90A7-A7EF-4911-AA75-E18C3A0BC2AA}" dt="2024-06-05T08:09:17.758" v="389" actId="14100"/>
          <ac:spMkLst>
            <pc:docMk/>
            <pc:sldMk cId="2759881903" sldId="2147474196"/>
            <ac:spMk id="17" creationId="{27DF19F2-A2C9-2AB4-4779-2CC5BFD977EE}"/>
          </ac:spMkLst>
        </pc:spChg>
        <pc:spChg chg="mod">
          <ac:chgData name="Akula, Kiran" userId="4edd7db3-3f5e-4d95-b6aa-837b0f56c970" providerId="ADAL" clId="{1A5F90A7-A7EF-4911-AA75-E18C3A0BC2AA}" dt="2024-05-29T17:45:51.270" v="123" actId="20577"/>
          <ac:spMkLst>
            <pc:docMk/>
            <pc:sldMk cId="2759881903" sldId="2147474196"/>
            <ac:spMk id="19" creationId="{77B7CEB3-302A-C888-7A78-769E8DD0A408}"/>
          </ac:spMkLst>
        </pc:spChg>
        <pc:spChg chg="del mod">
          <ac:chgData name="Akula, Kiran" userId="4edd7db3-3f5e-4d95-b6aa-837b0f56c970" providerId="ADAL" clId="{1A5F90A7-A7EF-4911-AA75-E18C3A0BC2AA}" dt="2024-05-29T17:45:10.465" v="91" actId="21"/>
          <ac:spMkLst>
            <pc:docMk/>
            <pc:sldMk cId="2759881903" sldId="2147474196"/>
            <ac:spMk id="21" creationId="{3F38705B-EFC2-90CD-C6B8-170F8B1E91C1}"/>
          </ac:spMkLst>
        </pc:spChg>
        <pc:spChg chg="mod">
          <ac:chgData name="Akula, Kiran" userId="4edd7db3-3f5e-4d95-b6aa-837b0f56c970" providerId="ADAL" clId="{1A5F90A7-A7EF-4911-AA75-E18C3A0BC2AA}" dt="2024-05-29T17:46:04.652" v="124" actId="1076"/>
          <ac:spMkLst>
            <pc:docMk/>
            <pc:sldMk cId="2759881903" sldId="2147474196"/>
            <ac:spMk id="23" creationId="{F41F6C11-121F-FB9F-CA43-AE1640376333}"/>
          </ac:spMkLst>
        </pc:spChg>
      </pc:sldChg>
      <pc:sldChg chg="addSp delSp modSp add mod">
        <pc:chgData name="Akula, Kiran" userId="4edd7db3-3f5e-4d95-b6aa-837b0f56c970" providerId="ADAL" clId="{1A5F90A7-A7EF-4911-AA75-E18C3A0BC2AA}" dt="2024-06-03T08:16:13.250" v="385" actId="13926"/>
        <pc:sldMkLst>
          <pc:docMk/>
          <pc:sldMk cId="1001885555" sldId="2147475796"/>
        </pc:sldMkLst>
        <pc:spChg chg="add del mod">
          <ac:chgData name="Akula, Kiran" userId="4edd7db3-3f5e-4d95-b6aa-837b0f56c970" providerId="ADAL" clId="{1A5F90A7-A7EF-4911-AA75-E18C3A0BC2AA}" dt="2024-05-29T17:44:16.153" v="83" actId="478"/>
          <ac:spMkLst>
            <pc:docMk/>
            <pc:sldMk cId="1001885555" sldId="2147475796"/>
            <ac:spMk id="6" creationId="{5EA9E17F-E949-AA7F-F0F5-926DF07A83C1}"/>
          </ac:spMkLst>
        </pc:spChg>
        <pc:spChg chg="add del mod">
          <ac:chgData name="Akula, Kiran" userId="4edd7db3-3f5e-4d95-b6aa-837b0f56c970" providerId="ADAL" clId="{1A5F90A7-A7EF-4911-AA75-E18C3A0BC2AA}" dt="2024-05-29T17:44:32.944" v="85" actId="21"/>
          <ac:spMkLst>
            <pc:docMk/>
            <pc:sldMk cId="1001885555" sldId="2147475796"/>
            <ac:spMk id="8" creationId="{D13A6D60-C6E9-AF70-AC57-7B58BBD909CC}"/>
          </ac:spMkLst>
        </pc:spChg>
        <pc:spChg chg="del">
          <ac:chgData name="Akula, Kiran" userId="4edd7db3-3f5e-4d95-b6aa-837b0f56c970" providerId="ADAL" clId="{1A5F90A7-A7EF-4911-AA75-E18C3A0BC2AA}" dt="2024-05-29T17:44:23.427" v="84" actId="478"/>
          <ac:spMkLst>
            <pc:docMk/>
            <pc:sldMk cId="1001885555" sldId="2147475796"/>
            <ac:spMk id="17" creationId="{27DF19F2-A2C9-2AB4-4779-2CC5BFD977EE}"/>
          </ac:spMkLst>
        </pc:spChg>
        <pc:spChg chg="del">
          <ac:chgData name="Akula, Kiran" userId="4edd7db3-3f5e-4d95-b6aa-837b0f56c970" providerId="ADAL" clId="{1A5F90A7-A7EF-4911-AA75-E18C3A0BC2AA}" dt="2024-05-29T17:44:12.722" v="82" actId="478"/>
          <ac:spMkLst>
            <pc:docMk/>
            <pc:sldMk cId="1001885555" sldId="2147475796"/>
            <ac:spMk id="19" creationId="{77B7CEB3-302A-C888-7A78-769E8DD0A408}"/>
          </ac:spMkLst>
        </pc:spChg>
        <pc:spChg chg="mod">
          <ac:chgData name="Akula, Kiran" userId="4edd7db3-3f5e-4d95-b6aa-837b0f56c970" providerId="ADAL" clId="{1A5F90A7-A7EF-4911-AA75-E18C3A0BC2AA}" dt="2024-05-29T17:46:31.029" v="135" actId="20577"/>
          <ac:spMkLst>
            <pc:docMk/>
            <pc:sldMk cId="1001885555" sldId="2147475796"/>
            <ac:spMk id="21" creationId="{3F38705B-EFC2-90CD-C6B8-170F8B1E91C1}"/>
          </ac:spMkLst>
        </pc:spChg>
        <pc:spChg chg="mod">
          <ac:chgData name="Akula, Kiran" userId="4edd7db3-3f5e-4d95-b6aa-837b0f56c970" providerId="ADAL" clId="{1A5F90A7-A7EF-4911-AA75-E18C3A0BC2AA}" dt="2024-06-03T08:16:13.250" v="385" actId="13926"/>
          <ac:spMkLst>
            <pc:docMk/>
            <pc:sldMk cId="1001885555" sldId="2147475796"/>
            <ac:spMk id="23" creationId="{F41F6C11-121F-FB9F-CA43-AE1640376333}"/>
          </ac:spMkLst>
        </pc:spChg>
      </pc:sldChg>
    </pc:docChg>
  </pc:docChgLst>
  <pc:docChgLst>
    <pc:chgData name="Gudla, Natraj" userId="1b097815-ad51-435d-a557-eb69be7a0b69" providerId="ADAL" clId="{FE402C3C-A956-4AE1-8BD2-A3AC0C1129F3}"/>
    <pc:docChg chg="undo custSel addSld delSld modSld sldOrd">
      <pc:chgData name="Gudla, Natraj" userId="1b097815-ad51-435d-a557-eb69be7a0b69" providerId="ADAL" clId="{FE402C3C-A956-4AE1-8BD2-A3AC0C1129F3}" dt="2024-05-29T08:55:02.111" v="14966" actId="20577"/>
      <pc:docMkLst>
        <pc:docMk/>
      </pc:docMkLst>
      <pc:sldChg chg="modSp add ord">
        <pc:chgData name="Gudla, Natraj" userId="1b097815-ad51-435d-a557-eb69be7a0b69" providerId="ADAL" clId="{FE402C3C-A956-4AE1-8BD2-A3AC0C1129F3}" dt="2024-05-28T06:31:36.149" v="13083"/>
        <pc:sldMkLst>
          <pc:docMk/>
          <pc:sldMk cId="1641999006" sldId="256"/>
        </pc:sldMkLst>
        <pc:graphicFrameChg chg="mod">
          <ac:chgData name="Gudla, Natraj" userId="1b097815-ad51-435d-a557-eb69be7a0b69" providerId="ADAL" clId="{FE402C3C-A956-4AE1-8BD2-A3AC0C1129F3}" dt="2024-05-28T06:31:36.149" v="13083"/>
          <ac:graphicFrameMkLst>
            <pc:docMk/>
            <pc:sldMk cId="1641999006" sldId="256"/>
            <ac:graphicFrameMk id="2" creationId="{D416E9F1-5A93-0FD0-3F7A-16F68FC96D61}"/>
          </ac:graphicFrameMkLst>
        </pc:graphicFrameChg>
      </pc:sldChg>
      <pc:sldChg chg="add ord">
        <pc:chgData name="Gudla, Natraj" userId="1b097815-ad51-435d-a557-eb69be7a0b69" providerId="ADAL" clId="{FE402C3C-A956-4AE1-8BD2-A3AC0C1129F3}" dt="2024-05-28T05:54:48.146" v="13014"/>
        <pc:sldMkLst>
          <pc:docMk/>
          <pc:sldMk cId="2636672410" sldId="257"/>
        </pc:sldMkLst>
      </pc:sldChg>
      <pc:sldChg chg="modSp add mod ord">
        <pc:chgData name="Gudla, Natraj" userId="1b097815-ad51-435d-a557-eb69be7a0b69" providerId="ADAL" clId="{FE402C3C-A956-4AE1-8BD2-A3AC0C1129F3}" dt="2024-05-28T05:55:45.058" v="13082" actId="20577"/>
        <pc:sldMkLst>
          <pc:docMk/>
          <pc:sldMk cId="168597767" sldId="258"/>
        </pc:sldMkLst>
        <pc:spChg chg="mod">
          <ac:chgData name="Gudla, Natraj" userId="1b097815-ad51-435d-a557-eb69be7a0b69" providerId="ADAL" clId="{FE402C3C-A956-4AE1-8BD2-A3AC0C1129F3}" dt="2024-05-28T05:55:45.058" v="13082" actId="20577"/>
          <ac:spMkLst>
            <pc:docMk/>
            <pc:sldMk cId="168597767" sldId="258"/>
            <ac:spMk id="2" creationId="{90DA2FFE-9868-1F0F-8A4E-1DF6A5B07EC9}"/>
          </ac:spMkLst>
        </pc:spChg>
      </pc:sldChg>
      <pc:sldChg chg="modSp add mod">
        <pc:chgData name="Gudla, Natraj" userId="1b097815-ad51-435d-a557-eb69be7a0b69" providerId="ADAL" clId="{FE402C3C-A956-4AE1-8BD2-A3AC0C1129F3}" dt="2024-05-23T03:43:24.949" v="11494" actId="20578"/>
        <pc:sldMkLst>
          <pc:docMk/>
          <pc:sldMk cId="2584685373" sldId="621"/>
        </pc:sldMkLst>
        <pc:spChg chg="mod">
          <ac:chgData name="Gudla, Natraj" userId="1b097815-ad51-435d-a557-eb69be7a0b69" providerId="ADAL" clId="{FE402C3C-A956-4AE1-8BD2-A3AC0C1129F3}" dt="2024-05-23T03:43:24.949" v="11494" actId="20578"/>
          <ac:spMkLst>
            <pc:docMk/>
            <pc:sldMk cId="2584685373" sldId="621"/>
            <ac:spMk id="98" creationId="{00000000-0000-0000-0000-000000000000}"/>
          </ac:spMkLst>
        </pc:spChg>
      </pc:sldChg>
      <pc:sldChg chg="addSp delSp modSp add mod">
        <pc:chgData name="Gudla, Natraj" userId="1b097815-ad51-435d-a557-eb69be7a0b69" providerId="ADAL" clId="{FE402C3C-A956-4AE1-8BD2-A3AC0C1129F3}" dt="2024-05-29T05:13:01.428" v="14179" actId="1035"/>
        <pc:sldMkLst>
          <pc:docMk/>
          <pc:sldMk cId="1817871902" sldId="961"/>
        </pc:sldMkLst>
        <pc:spChg chg="add mod">
          <ac:chgData name="Gudla, Natraj" userId="1b097815-ad51-435d-a557-eb69be7a0b69" providerId="ADAL" clId="{FE402C3C-A956-4AE1-8BD2-A3AC0C1129F3}" dt="2024-05-29T05:10:36.416" v="13853" actId="20577"/>
          <ac:spMkLst>
            <pc:docMk/>
            <pc:sldMk cId="1817871902" sldId="961"/>
            <ac:spMk id="2" creationId="{7FFE9DED-9267-39C3-AE91-5E70480A56ED}"/>
          </ac:spMkLst>
        </pc:spChg>
        <pc:spChg chg="del">
          <ac:chgData name="Gudla, Natraj" userId="1b097815-ad51-435d-a557-eb69be7a0b69" providerId="ADAL" clId="{FE402C3C-A956-4AE1-8BD2-A3AC0C1129F3}" dt="2024-05-29T04:20:53.013" v="13586" actId="478"/>
          <ac:spMkLst>
            <pc:docMk/>
            <pc:sldMk cId="1817871902" sldId="961"/>
            <ac:spMk id="6" creationId="{00000000-0000-0000-0000-000000000000}"/>
          </ac:spMkLst>
        </pc:spChg>
        <pc:spChg chg="mod">
          <ac:chgData name="Gudla, Natraj" userId="1b097815-ad51-435d-a557-eb69be7a0b69" providerId="ADAL" clId="{FE402C3C-A956-4AE1-8BD2-A3AC0C1129F3}" dt="2024-05-29T05:13:01.428" v="14179" actId="1035"/>
          <ac:spMkLst>
            <pc:docMk/>
            <pc:sldMk cId="1817871902" sldId="961"/>
            <ac:spMk id="7" creationId="{DEB7A64A-4AF2-868E-098A-A7D7254B8572}"/>
          </ac:spMkLst>
        </pc:spChg>
        <pc:spChg chg="mod">
          <ac:chgData name="Gudla, Natraj" userId="1b097815-ad51-435d-a557-eb69be7a0b69" providerId="ADAL" clId="{FE402C3C-A956-4AE1-8BD2-A3AC0C1129F3}" dt="2024-05-29T04:22:06.219" v="13629" actId="1076"/>
          <ac:spMkLst>
            <pc:docMk/>
            <pc:sldMk cId="1817871902" sldId="961"/>
            <ac:spMk id="8" creationId="{E79EF90A-20B5-094A-598F-4C68C58F203A}"/>
          </ac:spMkLst>
        </pc:spChg>
        <pc:spChg chg="add mod">
          <ac:chgData name="Gudla, Natraj" userId="1b097815-ad51-435d-a557-eb69be7a0b69" providerId="ADAL" clId="{FE402C3C-A956-4AE1-8BD2-A3AC0C1129F3}" dt="2024-05-29T05:12:53.147" v="14156" actId="1076"/>
          <ac:spMkLst>
            <pc:docMk/>
            <pc:sldMk cId="1817871902" sldId="961"/>
            <ac:spMk id="9" creationId="{887E8CDE-F7B1-5862-C9F4-D5FAFC16C912}"/>
          </ac:spMkLst>
        </pc:spChg>
        <pc:spChg chg="mod">
          <ac:chgData name="Gudla, Natraj" userId="1b097815-ad51-435d-a557-eb69be7a0b69" providerId="ADAL" clId="{FE402C3C-A956-4AE1-8BD2-A3AC0C1129F3}" dt="2024-05-29T05:13:01.428" v="14179" actId="1035"/>
          <ac:spMkLst>
            <pc:docMk/>
            <pc:sldMk cId="1817871902" sldId="961"/>
            <ac:spMk id="75" creationId="{00000000-0000-0000-0000-000000000000}"/>
          </ac:spMkLst>
        </pc:spChg>
        <pc:spChg chg="del mod">
          <ac:chgData name="Gudla, Natraj" userId="1b097815-ad51-435d-a557-eb69be7a0b69" providerId="ADAL" clId="{FE402C3C-A956-4AE1-8BD2-A3AC0C1129F3}" dt="2024-05-29T04:01:13.427" v="13331" actId="478"/>
          <ac:spMkLst>
            <pc:docMk/>
            <pc:sldMk cId="1817871902" sldId="961"/>
            <ac:spMk id="76"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81"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82"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83"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84" creationId="{00000000-0000-0000-0000-000000000000}"/>
          </ac:spMkLst>
        </pc:spChg>
        <pc:spChg chg="mod">
          <ac:chgData name="Gudla, Natraj" userId="1b097815-ad51-435d-a557-eb69be7a0b69" providerId="ADAL" clId="{FE402C3C-A956-4AE1-8BD2-A3AC0C1129F3}" dt="2024-05-29T05:13:01.428" v="14179" actId="1035"/>
          <ac:spMkLst>
            <pc:docMk/>
            <pc:sldMk cId="1817871902" sldId="961"/>
            <ac:spMk id="85" creationId="{00000000-0000-0000-0000-000000000000}"/>
          </ac:spMkLst>
        </pc:spChg>
        <pc:spChg chg="del mod">
          <ac:chgData name="Gudla, Natraj" userId="1b097815-ad51-435d-a557-eb69be7a0b69" providerId="ADAL" clId="{FE402C3C-A956-4AE1-8BD2-A3AC0C1129F3}" dt="2024-05-29T04:01:15.746" v="13333" actId="478"/>
          <ac:spMkLst>
            <pc:docMk/>
            <pc:sldMk cId="1817871902" sldId="961"/>
            <ac:spMk id="86"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88"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89"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90"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97"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98"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99" creationId="{00000000-0000-0000-0000-000000000000}"/>
          </ac:spMkLst>
        </pc:spChg>
        <pc:spChg chg="del">
          <ac:chgData name="Gudla, Natraj" userId="1b097815-ad51-435d-a557-eb69be7a0b69" providerId="ADAL" clId="{FE402C3C-A956-4AE1-8BD2-A3AC0C1129F3}" dt="2024-05-29T04:21:00.040" v="13590" actId="478"/>
          <ac:spMkLst>
            <pc:docMk/>
            <pc:sldMk cId="1817871902" sldId="961"/>
            <ac:spMk id="100" creationId="{00000000-0000-0000-0000-000000000000}"/>
          </ac:spMkLst>
        </pc:spChg>
        <pc:spChg chg="del">
          <ac:chgData name="Gudla, Natraj" userId="1b097815-ad51-435d-a557-eb69be7a0b69" providerId="ADAL" clId="{FE402C3C-A956-4AE1-8BD2-A3AC0C1129F3}" dt="2024-05-29T04:21:02.309" v="13591" actId="478"/>
          <ac:spMkLst>
            <pc:docMk/>
            <pc:sldMk cId="1817871902" sldId="961"/>
            <ac:spMk id="101" creationId="{00000000-0000-0000-0000-000000000000}"/>
          </ac:spMkLst>
        </pc:spChg>
        <pc:spChg chg="mod">
          <ac:chgData name="Gudla, Natraj" userId="1b097815-ad51-435d-a557-eb69be7a0b69" providerId="ADAL" clId="{FE402C3C-A956-4AE1-8BD2-A3AC0C1129F3}" dt="2024-05-29T04:21:32.045" v="13626" actId="1076"/>
          <ac:spMkLst>
            <pc:docMk/>
            <pc:sldMk cId="1817871902" sldId="961"/>
            <ac:spMk id="102" creationId="{00000000-0000-0000-0000-000000000000}"/>
          </ac:spMkLst>
        </pc:spChg>
        <pc:spChg chg="del mod">
          <ac:chgData name="Gudla, Natraj" userId="1b097815-ad51-435d-a557-eb69be7a0b69" providerId="ADAL" clId="{FE402C3C-A956-4AE1-8BD2-A3AC0C1129F3}" dt="2024-05-22T14:48:25.124" v="11018" actId="478"/>
          <ac:spMkLst>
            <pc:docMk/>
            <pc:sldMk cId="1817871902" sldId="961"/>
            <ac:spMk id="103"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104" creationId="{00000000-0000-0000-0000-000000000000}"/>
          </ac:spMkLst>
        </pc:spChg>
        <pc:spChg chg="del">
          <ac:chgData name="Gudla, Natraj" userId="1b097815-ad51-435d-a557-eb69be7a0b69" providerId="ADAL" clId="{FE402C3C-A956-4AE1-8BD2-A3AC0C1129F3}" dt="2024-05-29T04:20:54.646" v="13587" actId="478"/>
          <ac:spMkLst>
            <pc:docMk/>
            <pc:sldMk cId="1817871902" sldId="961"/>
            <ac:spMk id="105" creationId="{00000000-0000-0000-0000-000000000000}"/>
          </ac:spMkLst>
        </pc:spChg>
        <pc:spChg chg="del">
          <ac:chgData name="Gudla, Natraj" userId="1b097815-ad51-435d-a557-eb69be7a0b69" providerId="ADAL" clId="{FE402C3C-A956-4AE1-8BD2-A3AC0C1129F3}" dt="2024-05-29T04:20:57.365" v="13589" actId="478"/>
          <ac:spMkLst>
            <pc:docMk/>
            <pc:sldMk cId="1817871902" sldId="961"/>
            <ac:spMk id="106"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107" creationId="{00000000-0000-0000-0000-000000000000}"/>
          </ac:spMkLst>
        </pc:spChg>
        <pc:spChg chg="del">
          <ac:chgData name="Gudla, Natraj" userId="1b097815-ad51-435d-a557-eb69be7a0b69" providerId="ADAL" clId="{FE402C3C-A956-4AE1-8BD2-A3AC0C1129F3}" dt="2024-05-29T04:20:51.695" v="13585" actId="478"/>
          <ac:spMkLst>
            <pc:docMk/>
            <pc:sldMk cId="1817871902" sldId="961"/>
            <ac:spMk id="108"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109" creationId="{00000000-0000-0000-0000-000000000000}"/>
          </ac:spMkLst>
        </pc:spChg>
        <pc:spChg chg="del">
          <ac:chgData name="Gudla, Natraj" userId="1b097815-ad51-435d-a557-eb69be7a0b69" providerId="ADAL" clId="{FE402C3C-A956-4AE1-8BD2-A3AC0C1129F3}" dt="2024-05-29T04:20:56.208" v="13588" actId="478"/>
          <ac:spMkLst>
            <pc:docMk/>
            <pc:sldMk cId="1817871902" sldId="961"/>
            <ac:spMk id="110" creationId="{00000000-0000-0000-0000-000000000000}"/>
          </ac:spMkLst>
        </pc:spChg>
        <pc:spChg chg="del">
          <ac:chgData name="Gudla, Natraj" userId="1b097815-ad51-435d-a557-eb69be7a0b69" providerId="ADAL" clId="{FE402C3C-A956-4AE1-8BD2-A3AC0C1129F3}" dt="2024-05-29T04:21:03.893" v="13592" actId="478"/>
          <ac:spMkLst>
            <pc:docMk/>
            <pc:sldMk cId="1817871902" sldId="961"/>
            <ac:spMk id="111"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113" creationId="{00000000-0000-0000-0000-000000000000}"/>
          </ac:spMkLst>
        </pc:spChg>
        <pc:spChg chg="mod">
          <ac:chgData name="Gudla, Natraj" userId="1b097815-ad51-435d-a557-eb69be7a0b69" providerId="ADAL" clId="{FE402C3C-A956-4AE1-8BD2-A3AC0C1129F3}" dt="2024-05-29T05:10:18.599" v="13832" actId="1076"/>
          <ac:spMkLst>
            <pc:docMk/>
            <pc:sldMk cId="1817871902" sldId="961"/>
            <ac:spMk id="114" creationId="{00000000-0000-0000-0000-000000000000}"/>
          </ac:spMkLst>
        </pc:spChg>
        <pc:spChg chg="mod">
          <ac:chgData name="Gudla, Natraj" userId="1b097815-ad51-435d-a557-eb69be7a0b69" providerId="ADAL" clId="{FE402C3C-A956-4AE1-8BD2-A3AC0C1129F3}" dt="2024-05-22T14:38:21.882" v="10390" actId="20577"/>
          <ac:spMkLst>
            <pc:docMk/>
            <pc:sldMk cId="1817871902" sldId="961"/>
            <ac:spMk id="117"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127" creationId="{3659893E-A63E-43B3-9581-A797B0C717D4}"/>
          </ac:spMkLst>
        </pc:spChg>
        <pc:spChg chg="mod">
          <ac:chgData name="Gudla, Natraj" userId="1b097815-ad51-435d-a557-eb69be7a0b69" providerId="ADAL" clId="{FE402C3C-A956-4AE1-8BD2-A3AC0C1129F3}" dt="2024-05-29T04:21:25.239" v="13624" actId="1035"/>
          <ac:spMkLst>
            <pc:docMk/>
            <pc:sldMk cId="1817871902" sldId="961"/>
            <ac:spMk id="128" creationId="{428B800B-7BCF-495B-A3E0-A8B64B387C09}"/>
          </ac:spMkLst>
        </pc:spChg>
        <pc:spChg chg="mod">
          <ac:chgData name="Gudla, Natraj" userId="1b097815-ad51-435d-a557-eb69be7a0b69" providerId="ADAL" clId="{FE402C3C-A956-4AE1-8BD2-A3AC0C1129F3}" dt="2024-05-29T04:21:25.239" v="13624" actId="1035"/>
          <ac:spMkLst>
            <pc:docMk/>
            <pc:sldMk cId="1817871902" sldId="961"/>
            <ac:spMk id="129" creationId="{6C176381-1432-4B8C-A2F8-2DE04B2F16FA}"/>
          </ac:spMkLst>
        </pc:spChg>
        <pc:spChg chg="mod">
          <ac:chgData name="Gudla, Natraj" userId="1b097815-ad51-435d-a557-eb69be7a0b69" providerId="ADAL" clId="{FE402C3C-A956-4AE1-8BD2-A3AC0C1129F3}" dt="2024-05-29T05:13:01.428" v="14179" actId="1035"/>
          <ac:spMkLst>
            <pc:docMk/>
            <pc:sldMk cId="1817871902" sldId="961"/>
            <ac:spMk id="131" creationId="{257E3190-7074-4D79-BFB5-E1556FF27866}"/>
          </ac:spMkLst>
        </pc:spChg>
        <pc:spChg chg="mod">
          <ac:chgData name="Gudla, Natraj" userId="1b097815-ad51-435d-a557-eb69be7a0b69" providerId="ADAL" clId="{FE402C3C-A956-4AE1-8BD2-A3AC0C1129F3}" dt="2024-05-29T05:13:01.428" v="14179" actId="1035"/>
          <ac:spMkLst>
            <pc:docMk/>
            <pc:sldMk cId="1817871902" sldId="961"/>
            <ac:spMk id="132" creationId="{E860E132-5E15-411F-AC29-454553076D00}"/>
          </ac:spMkLst>
        </pc:spChg>
        <pc:spChg chg="mod">
          <ac:chgData name="Gudla, Natraj" userId="1b097815-ad51-435d-a557-eb69be7a0b69" providerId="ADAL" clId="{FE402C3C-A956-4AE1-8BD2-A3AC0C1129F3}" dt="2024-05-29T05:13:01.428" v="14179" actId="1035"/>
          <ac:spMkLst>
            <pc:docMk/>
            <pc:sldMk cId="1817871902" sldId="961"/>
            <ac:spMk id="133" creationId="{8AA79B95-8399-449E-B159-F215D9A6AD32}"/>
          </ac:spMkLst>
        </pc:spChg>
        <pc:spChg chg="mod">
          <ac:chgData name="Gudla, Natraj" userId="1b097815-ad51-435d-a557-eb69be7a0b69" providerId="ADAL" clId="{FE402C3C-A956-4AE1-8BD2-A3AC0C1129F3}" dt="2024-05-29T04:01:10.095" v="13330" actId="1076"/>
          <ac:spMkLst>
            <pc:docMk/>
            <pc:sldMk cId="1817871902" sldId="961"/>
            <ac:spMk id="135" creationId="{8A5F8D16-70F7-430C-8FA3-E8292897345E}"/>
          </ac:spMkLst>
        </pc:spChg>
        <pc:spChg chg="mod">
          <ac:chgData name="Gudla, Natraj" userId="1b097815-ad51-435d-a557-eb69be7a0b69" providerId="ADAL" clId="{FE402C3C-A956-4AE1-8BD2-A3AC0C1129F3}" dt="2024-05-29T04:01:10.095" v="13330" actId="1076"/>
          <ac:spMkLst>
            <pc:docMk/>
            <pc:sldMk cId="1817871902" sldId="961"/>
            <ac:spMk id="136" creationId="{2099CFA4-0571-4FE6-BD32-770A55A0930B}"/>
          </ac:spMkLst>
        </pc:spChg>
        <pc:spChg chg="mod">
          <ac:chgData name="Gudla, Natraj" userId="1b097815-ad51-435d-a557-eb69be7a0b69" providerId="ADAL" clId="{FE402C3C-A956-4AE1-8BD2-A3AC0C1129F3}" dt="2024-05-29T04:01:10.095" v="13330" actId="1076"/>
          <ac:spMkLst>
            <pc:docMk/>
            <pc:sldMk cId="1817871902" sldId="961"/>
            <ac:spMk id="137" creationId="{3E89E4E6-BBAA-4D32-957B-390EC635BCD4}"/>
          </ac:spMkLst>
        </pc:spChg>
        <pc:spChg chg="mod">
          <ac:chgData name="Gudla, Natraj" userId="1b097815-ad51-435d-a557-eb69be7a0b69" providerId="ADAL" clId="{FE402C3C-A956-4AE1-8BD2-A3AC0C1129F3}" dt="2024-05-29T04:21:25.239" v="13624" actId="1035"/>
          <ac:spMkLst>
            <pc:docMk/>
            <pc:sldMk cId="1817871902" sldId="961"/>
            <ac:spMk id="139" creationId="{575286B9-FCC8-4EFB-9834-BD5493C559C3}"/>
          </ac:spMkLst>
        </pc:spChg>
        <pc:spChg chg="mod">
          <ac:chgData name="Gudla, Natraj" userId="1b097815-ad51-435d-a557-eb69be7a0b69" providerId="ADAL" clId="{FE402C3C-A956-4AE1-8BD2-A3AC0C1129F3}" dt="2024-05-29T04:21:25.239" v="13624" actId="1035"/>
          <ac:spMkLst>
            <pc:docMk/>
            <pc:sldMk cId="1817871902" sldId="961"/>
            <ac:spMk id="140" creationId="{CEF9E0BC-00B7-4B29-B377-3473BD5B2EB2}"/>
          </ac:spMkLst>
        </pc:spChg>
        <pc:spChg chg="mod">
          <ac:chgData name="Gudla, Natraj" userId="1b097815-ad51-435d-a557-eb69be7a0b69" providerId="ADAL" clId="{FE402C3C-A956-4AE1-8BD2-A3AC0C1129F3}" dt="2024-05-29T04:21:25.239" v="13624" actId="1035"/>
          <ac:spMkLst>
            <pc:docMk/>
            <pc:sldMk cId="1817871902" sldId="961"/>
            <ac:spMk id="141" creationId="{9A32768F-1F7B-41E4-AD1E-05F5E20985B3}"/>
          </ac:spMkLst>
        </pc:spChg>
        <pc:spChg chg="mod">
          <ac:chgData name="Gudla, Natraj" userId="1b097815-ad51-435d-a557-eb69be7a0b69" providerId="ADAL" clId="{FE402C3C-A956-4AE1-8BD2-A3AC0C1129F3}" dt="2024-05-29T05:10:18.599" v="13832" actId="1076"/>
          <ac:spMkLst>
            <pc:docMk/>
            <pc:sldMk cId="1817871902" sldId="961"/>
            <ac:spMk id="142"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143"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144"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145" creationId="{00000000-0000-0000-0000-000000000000}"/>
          </ac:spMkLst>
        </pc:spChg>
        <pc:spChg chg="mod">
          <ac:chgData name="Gudla, Natraj" userId="1b097815-ad51-435d-a557-eb69be7a0b69" providerId="ADAL" clId="{FE402C3C-A956-4AE1-8BD2-A3AC0C1129F3}" dt="2024-05-29T05:10:24.177" v="13833" actId="1076"/>
          <ac:spMkLst>
            <pc:docMk/>
            <pc:sldMk cId="1817871902" sldId="961"/>
            <ac:spMk id="146"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149"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150"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151"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152"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153"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154"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157" creationId="{58E17237-35DE-43B6-A27C-FD6A59CB9A05}"/>
          </ac:spMkLst>
        </pc:spChg>
        <pc:spChg chg="mod">
          <ac:chgData name="Gudla, Natraj" userId="1b097815-ad51-435d-a557-eb69be7a0b69" providerId="ADAL" clId="{FE402C3C-A956-4AE1-8BD2-A3AC0C1129F3}" dt="2024-05-29T04:21:25.239" v="13624" actId="1035"/>
          <ac:spMkLst>
            <pc:docMk/>
            <pc:sldMk cId="1817871902" sldId="961"/>
            <ac:spMk id="158" creationId="{DB001D81-2BBD-431C-AF94-D8538ED5FC54}"/>
          </ac:spMkLst>
        </pc:spChg>
        <pc:spChg chg="mod">
          <ac:chgData name="Gudla, Natraj" userId="1b097815-ad51-435d-a557-eb69be7a0b69" providerId="ADAL" clId="{FE402C3C-A956-4AE1-8BD2-A3AC0C1129F3}" dt="2024-05-29T04:21:25.239" v="13624" actId="1035"/>
          <ac:spMkLst>
            <pc:docMk/>
            <pc:sldMk cId="1817871902" sldId="961"/>
            <ac:spMk id="160" creationId="{58E17237-35DE-43B6-A27C-FD6A59CB9A05}"/>
          </ac:spMkLst>
        </pc:spChg>
        <pc:spChg chg="mod">
          <ac:chgData name="Gudla, Natraj" userId="1b097815-ad51-435d-a557-eb69be7a0b69" providerId="ADAL" clId="{FE402C3C-A956-4AE1-8BD2-A3AC0C1129F3}" dt="2024-05-29T04:21:25.239" v="13624" actId="1035"/>
          <ac:spMkLst>
            <pc:docMk/>
            <pc:sldMk cId="1817871902" sldId="961"/>
            <ac:spMk id="161" creationId="{DB001D81-2BBD-431C-AF94-D8538ED5FC54}"/>
          </ac:spMkLst>
        </pc:spChg>
        <pc:spChg chg="mod">
          <ac:chgData name="Gudla, Natraj" userId="1b097815-ad51-435d-a557-eb69be7a0b69" providerId="ADAL" clId="{FE402C3C-A956-4AE1-8BD2-A3AC0C1129F3}" dt="2024-05-29T04:21:25.239" v="13624" actId="1035"/>
          <ac:spMkLst>
            <pc:docMk/>
            <pc:sldMk cId="1817871902" sldId="961"/>
            <ac:spMk id="163" creationId="{58E17237-35DE-43B6-A27C-FD6A59CB9A05}"/>
          </ac:spMkLst>
        </pc:spChg>
        <pc:spChg chg="mod">
          <ac:chgData name="Gudla, Natraj" userId="1b097815-ad51-435d-a557-eb69be7a0b69" providerId="ADAL" clId="{FE402C3C-A956-4AE1-8BD2-A3AC0C1129F3}" dt="2024-05-29T04:21:25.239" v="13624" actId="1035"/>
          <ac:spMkLst>
            <pc:docMk/>
            <pc:sldMk cId="1817871902" sldId="961"/>
            <ac:spMk id="164" creationId="{DB001D81-2BBD-431C-AF94-D8538ED5FC54}"/>
          </ac:spMkLst>
        </pc:spChg>
        <pc:spChg chg="mod">
          <ac:chgData name="Gudla, Natraj" userId="1b097815-ad51-435d-a557-eb69be7a0b69" providerId="ADAL" clId="{FE402C3C-A956-4AE1-8BD2-A3AC0C1129F3}" dt="2024-05-29T04:21:25.239" v="13624" actId="1035"/>
          <ac:spMkLst>
            <pc:docMk/>
            <pc:sldMk cId="1817871902" sldId="961"/>
            <ac:spMk id="165" creationId="{3E14E4B4-76F8-4224-B362-71FE45C93005}"/>
          </ac:spMkLst>
        </pc:spChg>
        <pc:spChg chg="mod">
          <ac:chgData name="Gudla, Natraj" userId="1b097815-ad51-435d-a557-eb69be7a0b69" providerId="ADAL" clId="{FE402C3C-A956-4AE1-8BD2-A3AC0C1129F3}" dt="2024-05-29T04:21:25.239" v="13624" actId="1035"/>
          <ac:spMkLst>
            <pc:docMk/>
            <pc:sldMk cId="1817871902" sldId="961"/>
            <ac:spMk id="166" creationId="{58E17237-35DE-43B6-A27C-FD6A59CB9A05}"/>
          </ac:spMkLst>
        </pc:spChg>
        <pc:spChg chg="mod">
          <ac:chgData name="Gudla, Natraj" userId="1b097815-ad51-435d-a557-eb69be7a0b69" providerId="ADAL" clId="{FE402C3C-A956-4AE1-8BD2-A3AC0C1129F3}" dt="2024-05-29T04:21:25.239" v="13624" actId="1035"/>
          <ac:spMkLst>
            <pc:docMk/>
            <pc:sldMk cId="1817871902" sldId="961"/>
            <ac:spMk id="167" creationId="{DB001D81-2BBD-431C-AF94-D8538ED5FC54}"/>
          </ac:spMkLst>
        </pc:spChg>
        <pc:spChg chg="mod">
          <ac:chgData name="Gudla, Natraj" userId="1b097815-ad51-435d-a557-eb69be7a0b69" providerId="ADAL" clId="{FE402C3C-A956-4AE1-8BD2-A3AC0C1129F3}" dt="2024-05-29T04:21:25.239" v="13624" actId="1035"/>
          <ac:spMkLst>
            <pc:docMk/>
            <pc:sldMk cId="1817871902" sldId="961"/>
            <ac:spMk id="168" creationId="{3E14E4B4-76F8-4224-B362-71FE45C93005}"/>
          </ac:spMkLst>
        </pc:spChg>
        <pc:spChg chg="mod">
          <ac:chgData name="Gudla, Natraj" userId="1b097815-ad51-435d-a557-eb69be7a0b69" providerId="ADAL" clId="{FE402C3C-A956-4AE1-8BD2-A3AC0C1129F3}" dt="2024-05-29T04:21:25.239" v="13624" actId="1035"/>
          <ac:spMkLst>
            <pc:docMk/>
            <pc:sldMk cId="1817871902" sldId="961"/>
            <ac:spMk id="169" creationId="{58E17237-35DE-43B6-A27C-FD6A59CB9A05}"/>
          </ac:spMkLst>
        </pc:spChg>
        <pc:spChg chg="mod">
          <ac:chgData name="Gudla, Natraj" userId="1b097815-ad51-435d-a557-eb69be7a0b69" providerId="ADAL" clId="{FE402C3C-A956-4AE1-8BD2-A3AC0C1129F3}" dt="2024-05-29T04:21:25.239" v="13624" actId="1035"/>
          <ac:spMkLst>
            <pc:docMk/>
            <pc:sldMk cId="1817871902" sldId="961"/>
            <ac:spMk id="170" creationId="{DB001D81-2BBD-431C-AF94-D8538ED5FC54}"/>
          </ac:spMkLst>
        </pc:spChg>
        <pc:spChg chg="mod">
          <ac:chgData name="Gudla, Natraj" userId="1b097815-ad51-435d-a557-eb69be7a0b69" providerId="ADAL" clId="{FE402C3C-A956-4AE1-8BD2-A3AC0C1129F3}" dt="2024-05-29T04:21:25.239" v="13624" actId="1035"/>
          <ac:spMkLst>
            <pc:docMk/>
            <pc:sldMk cId="1817871902" sldId="961"/>
            <ac:spMk id="171" creationId="{3E14E4B4-76F8-4224-B362-71FE45C93005}"/>
          </ac:spMkLst>
        </pc:spChg>
        <pc:spChg chg="mod">
          <ac:chgData name="Gudla, Natraj" userId="1b097815-ad51-435d-a557-eb69be7a0b69" providerId="ADAL" clId="{FE402C3C-A956-4AE1-8BD2-A3AC0C1129F3}" dt="2024-05-29T04:21:25.239" v="13624" actId="1035"/>
          <ac:spMkLst>
            <pc:docMk/>
            <pc:sldMk cId="1817871902" sldId="961"/>
            <ac:spMk id="172" creationId="{58E17237-35DE-43B6-A27C-FD6A59CB9A05}"/>
          </ac:spMkLst>
        </pc:spChg>
        <pc:spChg chg="mod">
          <ac:chgData name="Gudla, Natraj" userId="1b097815-ad51-435d-a557-eb69be7a0b69" providerId="ADAL" clId="{FE402C3C-A956-4AE1-8BD2-A3AC0C1129F3}" dt="2024-05-29T04:21:25.239" v="13624" actId="1035"/>
          <ac:spMkLst>
            <pc:docMk/>
            <pc:sldMk cId="1817871902" sldId="961"/>
            <ac:spMk id="173" creationId="{DB001D81-2BBD-431C-AF94-D8538ED5FC54}"/>
          </ac:spMkLst>
        </pc:spChg>
        <pc:spChg chg="mod">
          <ac:chgData name="Gudla, Natraj" userId="1b097815-ad51-435d-a557-eb69be7a0b69" providerId="ADAL" clId="{FE402C3C-A956-4AE1-8BD2-A3AC0C1129F3}" dt="2024-05-29T04:21:25.239" v="13624" actId="1035"/>
          <ac:spMkLst>
            <pc:docMk/>
            <pc:sldMk cId="1817871902" sldId="961"/>
            <ac:spMk id="174" creationId="{3E14E4B4-76F8-4224-B362-71FE45C93005}"/>
          </ac:spMkLst>
        </pc:spChg>
        <pc:spChg chg="mod">
          <ac:chgData name="Gudla, Natraj" userId="1b097815-ad51-435d-a557-eb69be7a0b69" providerId="ADAL" clId="{FE402C3C-A956-4AE1-8BD2-A3AC0C1129F3}" dt="2024-05-29T04:21:25.239" v="13624" actId="1035"/>
          <ac:spMkLst>
            <pc:docMk/>
            <pc:sldMk cId="1817871902" sldId="961"/>
            <ac:spMk id="175" creationId="{58E17237-35DE-43B6-A27C-FD6A59CB9A05}"/>
          </ac:spMkLst>
        </pc:spChg>
        <pc:spChg chg="mod">
          <ac:chgData name="Gudla, Natraj" userId="1b097815-ad51-435d-a557-eb69be7a0b69" providerId="ADAL" clId="{FE402C3C-A956-4AE1-8BD2-A3AC0C1129F3}" dt="2024-05-29T04:21:25.239" v="13624" actId="1035"/>
          <ac:spMkLst>
            <pc:docMk/>
            <pc:sldMk cId="1817871902" sldId="961"/>
            <ac:spMk id="176" creationId="{DB001D81-2BBD-431C-AF94-D8538ED5FC54}"/>
          </ac:spMkLst>
        </pc:spChg>
        <pc:spChg chg="mod">
          <ac:chgData name="Gudla, Natraj" userId="1b097815-ad51-435d-a557-eb69be7a0b69" providerId="ADAL" clId="{FE402C3C-A956-4AE1-8BD2-A3AC0C1129F3}" dt="2024-05-29T04:21:25.239" v="13624" actId="1035"/>
          <ac:spMkLst>
            <pc:docMk/>
            <pc:sldMk cId="1817871902" sldId="961"/>
            <ac:spMk id="177" creationId="{3E14E4B4-76F8-4224-B362-71FE45C93005}"/>
          </ac:spMkLst>
        </pc:spChg>
        <pc:spChg chg="mod">
          <ac:chgData name="Gudla, Natraj" userId="1b097815-ad51-435d-a557-eb69be7a0b69" providerId="ADAL" clId="{FE402C3C-A956-4AE1-8BD2-A3AC0C1129F3}" dt="2024-05-29T04:21:25.239" v="13624" actId="1035"/>
          <ac:spMkLst>
            <pc:docMk/>
            <pc:sldMk cId="1817871902" sldId="961"/>
            <ac:spMk id="178" creationId="{58E17237-35DE-43B6-A27C-FD6A59CB9A05}"/>
          </ac:spMkLst>
        </pc:spChg>
        <pc:spChg chg="mod">
          <ac:chgData name="Gudla, Natraj" userId="1b097815-ad51-435d-a557-eb69be7a0b69" providerId="ADAL" clId="{FE402C3C-A956-4AE1-8BD2-A3AC0C1129F3}" dt="2024-05-29T04:21:25.239" v="13624" actId="1035"/>
          <ac:spMkLst>
            <pc:docMk/>
            <pc:sldMk cId="1817871902" sldId="961"/>
            <ac:spMk id="179" creationId="{DB001D81-2BBD-431C-AF94-D8538ED5FC54}"/>
          </ac:spMkLst>
        </pc:spChg>
        <pc:grpChg chg="mod">
          <ac:chgData name="Gudla, Natraj" userId="1b097815-ad51-435d-a557-eb69be7a0b69" providerId="ADAL" clId="{FE402C3C-A956-4AE1-8BD2-A3AC0C1129F3}" dt="2024-05-29T04:21:25.239" v="13624" actId="1035"/>
          <ac:grpSpMkLst>
            <pc:docMk/>
            <pc:sldMk cId="1817871902" sldId="961"/>
            <ac:grpSpMk id="5" creationId="{00000000-0000-0000-0000-000000000000}"/>
          </ac:grpSpMkLst>
        </pc:grpChg>
        <pc:grpChg chg="del">
          <ac:chgData name="Gudla, Natraj" userId="1b097815-ad51-435d-a557-eb69be7a0b69" providerId="ADAL" clId="{FE402C3C-A956-4AE1-8BD2-A3AC0C1129F3}" dt="2024-05-22T14:47:22.845" v="10883" actId="478"/>
          <ac:grpSpMkLst>
            <pc:docMk/>
            <pc:sldMk cId="1817871902" sldId="961"/>
            <ac:grpSpMk id="63" creationId="{00000000-0000-0000-0000-000000000000}"/>
          </ac:grpSpMkLst>
        </pc:grpChg>
        <pc:grpChg chg="mod">
          <ac:chgData name="Gudla, Natraj" userId="1b097815-ad51-435d-a557-eb69be7a0b69" providerId="ADAL" clId="{FE402C3C-A956-4AE1-8BD2-A3AC0C1129F3}" dt="2024-05-29T04:21:25.239" v="13624" actId="1035"/>
          <ac:grpSpMkLst>
            <pc:docMk/>
            <pc:sldMk cId="1817871902" sldId="961"/>
            <ac:grpSpMk id="80" creationId="{00000000-0000-0000-0000-000000000000}"/>
          </ac:grpSpMkLst>
        </pc:grpChg>
        <pc:grpChg chg="mod">
          <ac:chgData name="Gudla, Natraj" userId="1b097815-ad51-435d-a557-eb69be7a0b69" providerId="ADAL" clId="{FE402C3C-A956-4AE1-8BD2-A3AC0C1129F3}" dt="2024-05-29T04:21:25.239" v="13624" actId="1035"/>
          <ac:grpSpMkLst>
            <pc:docMk/>
            <pc:sldMk cId="1817871902" sldId="961"/>
            <ac:grpSpMk id="87" creationId="{00000000-0000-0000-0000-000000000000}"/>
          </ac:grpSpMkLst>
        </pc:grpChg>
        <pc:grpChg chg="del">
          <ac:chgData name="Gudla, Natraj" userId="1b097815-ad51-435d-a557-eb69be7a0b69" providerId="ADAL" clId="{FE402C3C-A956-4AE1-8BD2-A3AC0C1129F3}" dt="2024-05-22T14:47:20.148" v="10882" actId="478"/>
          <ac:grpSpMkLst>
            <pc:docMk/>
            <pc:sldMk cId="1817871902" sldId="961"/>
            <ac:grpSpMk id="115" creationId="{00000000-0000-0000-0000-000000000000}"/>
          </ac:grpSpMkLst>
        </pc:grpChg>
        <pc:grpChg chg="del">
          <ac:chgData name="Gudla, Natraj" userId="1b097815-ad51-435d-a557-eb69be7a0b69" providerId="ADAL" clId="{FE402C3C-A956-4AE1-8BD2-A3AC0C1129F3}" dt="2024-05-22T14:47:24.227" v="10884" actId="478"/>
          <ac:grpSpMkLst>
            <pc:docMk/>
            <pc:sldMk cId="1817871902" sldId="961"/>
            <ac:grpSpMk id="118" creationId="{935BD149-9489-44E7-A66D-E1A32859FC0E}"/>
          </ac:grpSpMkLst>
        </pc:grpChg>
        <pc:grpChg chg="mod">
          <ac:chgData name="Gudla, Natraj" userId="1b097815-ad51-435d-a557-eb69be7a0b69" providerId="ADAL" clId="{FE402C3C-A956-4AE1-8BD2-A3AC0C1129F3}" dt="2024-05-29T05:13:01.428" v="14179" actId="1035"/>
          <ac:grpSpMkLst>
            <pc:docMk/>
            <pc:sldMk cId="1817871902" sldId="961"/>
            <ac:grpSpMk id="130" creationId="{F356FAE1-C6C2-406E-AED1-D1A1FFD3DDA3}"/>
          </ac:grpSpMkLst>
        </pc:grpChg>
        <pc:grpChg chg="del mod">
          <ac:chgData name="Gudla, Natraj" userId="1b097815-ad51-435d-a557-eb69be7a0b69" providerId="ADAL" clId="{FE402C3C-A956-4AE1-8BD2-A3AC0C1129F3}" dt="2024-05-29T04:01:14.867" v="13332" actId="478"/>
          <ac:grpSpMkLst>
            <pc:docMk/>
            <pc:sldMk cId="1817871902" sldId="961"/>
            <ac:grpSpMk id="134" creationId="{BA66A877-EDEC-49DB-B471-5BAE61976E9A}"/>
          </ac:grpSpMkLst>
        </pc:grpChg>
        <pc:grpChg chg="mod">
          <ac:chgData name="Gudla, Natraj" userId="1b097815-ad51-435d-a557-eb69be7a0b69" providerId="ADAL" clId="{FE402C3C-A956-4AE1-8BD2-A3AC0C1129F3}" dt="2024-05-29T04:21:25.239" v="13624" actId="1035"/>
          <ac:grpSpMkLst>
            <pc:docMk/>
            <pc:sldMk cId="1817871902" sldId="961"/>
            <ac:grpSpMk id="138" creationId="{DCC15F7D-CDC2-4E1F-A0B5-9B1EF884CF51}"/>
          </ac:grpSpMkLst>
        </pc:grpChg>
      </pc:sldChg>
      <pc:sldChg chg="modSp mod">
        <pc:chgData name="Gudla, Natraj" userId="1b097815-ad51-435d-a557-eb69be7a0b69" providerId="ADAL" clId="{FE402C3C-A956-4AE1-8BD2-A3AC0C1129F3}" dt="2024-05-20T01:54:10.401" v="112" actId="13926"/>
        <pc:sldMkLst>
          <pc:docMk/>
          <pc:sldMk cId="1236684026" sldId="2076137828"/>
        </pc:sldMkLst>
        <pc:spChg chg="mod">
          <ac:chgData name="Gudla, Natraj" userId="1b097815-ad51-435d-a557-eb69be7a0b69" providerId="ADAL" clId="{FE402C3C-A956-4AE1-8BD2-A3AC0C1129F3}" dt="2024-05-20T01:54:10.401" v="112" actId="13926"/>
          <ac:spMkLst>
            <pc:docMk/>
            <pc:sldMk cId="1236684026" sldId="2076137828"/>
            <ac:spMk id="11" creationId="{BD1FE32F-2D4A-4864-8834-0CDF5388B5CA}"/>
          </ac:spMkLst>
        </pc:spChg>
      </pc:sldChg>
      <pc:sldChg chg="modSp mod">
        <pc:chgData name="Gudla, Natraj" userId="1b097815-ad51-435d-a557-eb69be7a0b69" providerId="ADAL" clId="{FE402C3C-A956-4AE1-8BD2-A3AC0C1129F3}" dt="2024-05-20T01:54:29.464" v="118"/>
        <pc:sldMkLst>
          <pc:docMk/>
          <pc:sldMk cId="1580444266" sldId="2076137829"/>
        </pc:sldMkLst>
        <pc:spChg chg="mod">
          <ac:chgData name="Gudla, Natraj" userId="1b097815-ad51-435d-a557-eb69be7a0b69" providerId="ADAL" clId="{FE402C3C-A956-4AE1-8BD2-A3AC0C1129F3}" dt="2024-05-20T01:54:29.464" v="118"/>
          <ac:spMkLst>
            <pc:docMk/>
            <pc:sldMk cId="1580444266" sldId="2076137829"/>
            <ac:spMk id="11" creationId="{16DBE447-0C57-40E0-A880-17248A4DB971}"/>
          </ac:spMkLst>
        </pc:spChg>
      </pc:sldChg>
      <pc:sldChg chg="delSp modSp mod">
        <pc:chgData name="Gudla, Natraj" userId="1b097815-ad51-435d-a557-eb69be7a0b69" providerId="ADAL" clId="{FE402C3C-A956-4AE1-8BD2-A3AC0C1129F3}" dt="2024-05-21T06:36:46.730" v="4885" actId="20577"/>
        <pc:sldMkLst>
          <pc:docMk/>
          <pc:sldMk cId="2462143889" sldId="2076137830"/>
        </pc:sldMkLst>
        <pc:spChg chg="del">
          <ac:chgData name="Gudla, Natraj" userId="1b097815-ad51-435d-a557-eb69be7a0b69" providerId="ADAL" clId="{FE402C3C-A956-4AE1-8BD2-A3AC0C1129F3}" dt="2024-05-21T06:35:17.071" v="4797" actId="478"/>
          <ac:spMkLst>
            <pc:docMk/>
            <pc:sldMk cId="2462143889" sldId="2076137830"/>
            <ac:spMk id="2" creationId="{FED16459-1BB9-6F13-FE1E-CB7F4B11C7EF}"/>
          </ac:spMkLst>
        </pc:spChg>
        <pc:spChg chg="mod">
          <ac:chgData name="Gudla, Natraj" userId="1b097815-ad51-435d-a557-eb69be7a0b69" providerId="ADAL" clId="{FE402C3C-A956-4AE1-8BD2-A3AC0C1129F3}" dt="2024-05-21T06:36:46.730" v="4885" actId="20577"/>
          <ac:spMkLst>
            <pc:docMk/>
            <pc:sldMk cId="2462143889" sldId="2076137830"/>
            <ac:spMk id="6" creationId="{DBF12C14-EF12-4ED5-9B62-8D1F4F53C626}"/>
          </ac:spMkLst>
        </pc:spChg>
        <pc:spChg chg="mod">
          <ac:chgData name="Gudla, Natraj" userId="1b097815-ad51-435d-a557-eb69be7a0b69" providerId="ADAL" clId="{FE402C3C-A956-4AE1-8BD2-A3AC0C1129F3}" dt="2024-05-21T06:34:52.525" v="4793" actId="1076"/>
          <ac:spMkLst>
            <pc:docMk/>
            <pc:sldMk cId="2462143889" sldId="2076137830"/>
            <ac:spMk id="7" creationId="{1762C123-3604-4350-AAAE-4AB17DF54D09}"/>
          </ac:spMkLst>
        </pc:spChg>
        <pc:spChg chg="mod">
          <ac:chgData name="Gudla, Natraj" userId="1b097815-ad51-435d-a557-eb69be7a0b69" providerId="ADAL" clId="{FE402C3C-A956-4AE1-8BD2-A3AC0C1129F3}" dt="2024-05-21T06:34:49.477" v="4792" actId="1076"/>
          <ac:spMkLst>
            <pc:docMk/>
            <pc:sldMk cId="2462143889" sldId="2076137830"/>
            <ac:spMk id="8" creationId="{67FC2665-4723-420E-8059-CA2735495D61}"/>
          </ac:spMkLst>
        </pc:spChg>
        <pc:spChg chg="mod">
          <ac:chgData name="Gudla, Natraj" userId="1b097815-ad51-435d-a557-eb69be7a0b69" providerId="ADAL" clId="{FE402C3C-A956-4AE1-8BD2-A3AC0C1129F3}" dt="2024-05-21T06:35:21.702" v="4798" actId="1076"/>
          <ac:spMkLst>
            <pc:docMk/>
            <pc:sldMk cId="2462143889" sldId="2076137830"/>
            <ac:spMk id="9" creationId="{8DFD0602-ECDB-4281-B096-FE56751A8091}"/>
          </ac:spMkLst>
        </pc:spChg>
        <pc:graphicFrameChg chg="modGraphic">
          <ac:chgData name="Gudla, Natraj" userId="1b097815-ad51-435d-a557-eb69be7a0b69" providerId="ADAL" clId="{FE402C3C-A956-4AE1-8BD2-A3AC0C1129F3}" dt="2024-05-21T06:35:03.087" v="4796" actId="113"/>
          <ac:graphicFrameMkLst>
            <pc:docMk/>
            <pc:sldMk cId="2462143889" sldId="2076137830"/>
            <ac:graphicFrameMk id="4" creationId="{6EB7C3B9-542F-44E4-8EC3-CA871A2D464A}"/>
          </ac:graphicFrameMkLst>
        </pc:graphicFrameChg>
      </pc:sldChg>
      <pc:sldChg chg="modSp mod">
        <pc:chgData name="Gudla, Natraj" userId="1b097815-ad51-435d-a557-eb69be7a0b69" providerId="ADAL" clId="{FE402C3C-A956-4AE1-8BD2-A3AC0C1129F3}" dt="2024-05-22T08:46:41.558" v="10281" actId="13926"/>
        <pc:sldMkLst>
          <pc:docMk/>
          <pc:sldMk cId="2815566877" sldId="2076137832"/>
        </pc:sldMkLst>
        <pc:spChg chg="mod">
          <ac:chgData name="Gudla, Natraj" userId="1b097815-ad51-435d-a557-eb69be7a0b69" providerId="ADAL" clId="{FE402C3C-A956-4AE1-8BD2-A3AC0C1129F3}" dt="2024-05-22T08:42:24.098" v="10206" actId="20577"/>
          <ac:spMkLst>
            <pc:docMk/>
            <pc:sldMk cId="2815566877" sldId="2076137832"/>
            <ac:spMk id="3" creationId="{155FCA84-4387-498D-8202-97BC1B4142D0}"/>
          </ac:spMkLst>
        </pc:spChg>
        <pc:spChg chg="mod">
          <ac:chgData name="Gudla, Natraj" userId="1b097815-ad51-435d-a557-eb69be7a0b69" providerId="ADAL" clId="{FE402C3C-A956-4AE1-8BD2-A3AC0C1129F3}" dt="2024-05-22T08:45:58.194" v="10245" actId="20577"/>
          <ac:spMkLst>
            <pc:docMk/>
            <pc:sldMk cId="2815566877" sldId="2076137832"/>
            <ac:spMk id="4" creationId="{9DEA6A68-7127-43C5-B571-DE7EA006AD85}"/>
          </ac:spMkLst>
        </pc:spChg>
        <pc:spChg chg="mod">
          <ac:chgData name="Gudla, Natraj" userId="1b097815-ad51-435d-a557-eb69be7a0b69" providerId="ADAL" clId="{FE402C3C-A956-4AE1-8BD2-A3AC0C1129F3}" dt="2024-05-22T08:46:41.558" v="10281" actId="13926"/>
          <ac:spMkLst>
            <pc:docMk/>
            <pc:sldMk cId="2815566877" sldId="2076137832"/>
            <ac:spMk id="10" creationId="{D725078B-CAAE-427C-A710-816929E536C7}"/>
          </ac:spMkLst>
        </pc:spChg>
      </pc:sldChg>
      <pc:sldChg chg="modSp mod">
        <pc:chgData name="Gudla, Natraj" userId="1b097815-ad51-435d-a557-eb69be7a0b69" providerId="ADAL" clId="{FE402C3C-A956-4AE1-8BD2-A3AC0C1129F3}" dt="2024-05-23T04:13:41.768" v="11507" actId="6549"/>
        <pc:sldMkLst>
          <pc:docMk/>
          <pc:sldMk cId="4240461515" sldId="2076137833"/>
        </pc:sldMkLst>
        <pc:spChg chg="mod">
          <ac:chgData name="Gudla, Natraj" userId="1b097815-ad51-435d-a557-eb69be7a0b69" providerId="ADAL" clId="{FE402C3C-A956-4AE1-8BD2-A3AC0C1129F3}" dt="2024-05-23T04:09:08.092" v="11504" actId="20577"/>
          <ac:spMkLst>
            <pc:docMk/>
            <pc:sldMk cId="4240461515" sldId="2076137833"/>
            <ac:spMk id="3" creationId="{FC49C433-38DC-42A4-AEF1-D936F52843D7}"/>
          </ac:spMkLst>
        </pc:spChg>
        <pc:spChg chg="mod">
          <ac:chgData name="Gudla, Natraj" userId="1b097815-ad51-435d-a557-eb69be7a0b69" providerId="ADAL" clId="{FE402C3C-A956-4AE1-8BD2-A3AC0C1129F3}" dt="2024-05-23T04:13:41.768" v="11507" actId="6549"/>
          <ac:spMkLst>
            <pc:docMk/>
            <pc:sldMk cId="4240461515" sldId="2076137833"/>
            <ac:spMk id="4" creationId="{6A9D0897-80A0-45C9-B608-935DC2E7176D}"/>
          </ac:spMkLst>
        </pc:spChg>
      </pc:sldChg>
      <pc:sldChg chg="modSp del mod">
        <pc:chgData name="Gudla, Natraj" userId="1b097815-ad51-435d-a557-eb69be7a0b69" providerId="ADAL" clId="{FE402C3C-A956-4AE1-8BD2-A3AC0C1129F3}" dt="2024-05-20T01:57:52.374" v="122" actId="47"/>
        <pc:sldMkLst>
          <pc:docMk/>
          <pc:sldMk cId="1524223584" sldId="2076137848"/>
        </pc:sldMkLst>
        <pc:spChg chg="mod">
          <ac:chgData name="Gudla, Natraj" userId="1b097815-ad51-435d-a557-eb69be7a0b69" providerId="ADAL" clId="{FE402C3C-A956-4AE1-8BD2-A3AC0C1129F3}" dt="2024-05-20T01:35:36.271" v="43" actId="13926"/>
          <ac:spMkLst>
            <pc:docMk/>
            <pc:sldMk cId="1524223584" sldId="2076137848"/>
            <ac:spMk id="33" creationId="{68D011E2-5302-48AE-8827-5CD4BBF0FC41}"/>
          </ac:spMkLst>
        </pc:spChg>
      </pc:sldChg>
      <pc:sldChg chg="del mod modShow">
        <pc:chgData name="Gudla, Natraj" userId="1b097815-ad51-435d-a557-eb69be7a0b69" providerId="ADAL" clId="{FE402C3C-A956-4AE1-8BD2-A3AC0C1129F3}" dt="2024-05-29T06:33:49.265" v="14429" actId="47"/>
        <pc:sldMkLst>
          <pc:docMk/>
          <pc:sldMk cId="1125126731" sldId="2076137877"/>
        </pc:sldMkLst>
      </pc:sldChg>
      <pc:sldChg chg="addSp modSp mod">
        <pc:chgData name="Gudla, Natraj" userId="1b097815-ad51-435d-a557-eb69be7a0b69" providerId="ADAL" clId="{FE402C3C-A956-4AE1-8BD2-A3AC0C1129F3}" dt="2024-05-29T08:52:49.915" v="14835" actId="13926"/>
        <pc:sldMkLst>
          <pc:docMk/>
          <pc:sldMk cId="716975616" sldId="2076137880"/>
        </pc:sldMkLst>
        <pc:spChg chg="mod">
          <ac:chgData name="Gudla, Natraj" userId="1b097815-ad51-435d-a557-eb69be7a0b69" providerId="ADAL" clId="{FE402C3C-A956-4AE1-8BD2-A3AC0C1129F3}" dt="2024-05-29T08:52:49.915" v="14835" actId="13926"/>
          <ac:spMkLst>
            <pc:docMk/>
            <pc:sldMk cId="716975616" sldId="2076137880"/>
            <ac:spMk id="2" creationId="{BA10F510-666F-42C9-9455-96C738FF54E6}"/>
          </ac:spMkLst>
        </pc:spChg>
        <pc:spChg chg="add mod">
          <ac:chgData name="Gudla, Natraj" userId="1b097815-ad51-435d-a557-eb69be7a0b69" providerId="ADAL" clId="{FE402C3C-A956-4AE1-8BD2-A3AC0C1129F3}" dt="2024-05-29T08:52:36.087" v="14809" actId="6549"/>
          <ac:spMkLst>
            <pc:docMk/>
            <pc:sldMk cId="716975616" sldId="2076137880"/>
            <ac:spMk id="3" creationId="{997A507E-6A01-1060-5826-14E45E6DA3CE}"/>
          </ac:spMkLst>
        </pc:spChg>
      </pc:sldChg>
      <pc:sldChg chg="modSp mod">
        <pc:chgData name="Gudla, Natraj" userId="1b097815-ad51-435d-a557-eb69be7a0b69" providerId="ADAL" clId="{FE402C3C-A956-4AE1-8BD2-A3AC0C1129F3}" dt="2024-05-20T01:58:04.169" v="157" actId="20577"/>
        <pc:sldMkLst>
          <pc:docMk/>
          <pc:sldMk cId="1871118464" sldId="2141412295"/>
        </pc:sldMkLst>
        <pc:spChg chg="mod">
          <ac:chgData name="Gudla, Natraj" userId="1b097815-ad51-435d-a557-eb69be7a0b69" providerId="ADAL" clId="{FE402C3C-A956-4AE1-8BD2-A3AC0C1129F3}" dt="2024-05-20T01:58:04.169" v="157" actId="20577"/>
          <ac:spMkLst>
            <pc:docMk/>
            <pc:sldMk cId="1871118464" sldId="2141412295"/>
            <ac:spMk id="2" creationId="{66999DFB-1700-4E5C-B0B9-99C7B5574560}"/>
          </ac:spMkLst>
        </pc:spChg>
      </pc:sldChg>
      <pc:sldChg chg="modSp mod">
        <pc:chgData name="Gudla, Natraj" userId="1b097815-ad51-435d-a557-eb69be7a0b69" providerId="ADAL" clId="{FE402C3C-A956-4AE1-8BD2-A3AC0C1129F3}" dt="2024-05-28T05:54:59.613" v="13033" actId="20577"/>
        <pc:sldMkLst>
          <pc:docMk/>
          <pc:sldMk cId="15937896" sldId="2141412303"/>
        </pc:sldMkLst>
        <pc:spChg chg="mod">
          <ac:chgData name="Gudla, Natraj" userId="1b097815-ad51-435d-a557-eb69be7a0b69" providerId="ADAL" clId="{FE402C3C-A956-4AE1-8BD2-A3AC0C1129F3}" dt="2024-05-28T05:54:59.613" v="13033" actId="20577"/>
          <ac:spMkLst>
            <pc:docMk/>
            <pc:sldMk cId="15937896" sldId="2141412303"/>
            <ac:spMk id="2" creationId="{BA10F510-666F-42C9-9455-96C738FF54E6}"/>
          </ac:spMkLst>
        </pc:spChg>
      </pc:sldChg>
      <pc:sldChg chg="del mod modShow">
        <pc:chgData name="Gudla, Natraj" userId="1b097815-ad51-435d-a557-eb69be7a0b69" providerId="ADAL" clId="{FE402C3C-A956-4AE1-8BD2-A3AC0C1129F3}" dt="2024-05-28T07:52:14.815" v="13124" actId="47"/>
        <pc:sldMkLst>
          <pc:docMk/>
          <pc:sldMk cId="222090639" sldId="2141412307"/>
        </pc:sldMkLst>
      </pc:sldChg>
      <pc:sldChg chg="delSp modSp mod">
        <pc:chgData name="Gudla, Natraj" userId="1b097815-ad51-435d-a557-eb69be7a0b69" providerId="ADAL" clId="{FE402C3C-A956-4AE1-8BD2-A3AC0C1129F3}" dt="2024-05-29T05:24:23.806" v="14181" actId="478"/>
        <pc:sldMkLst>
          <pc:docMk/>
          <pc:sldMk cId="199444538" sldId="2141412308"/>
        </pc:sldMkLst>
        <pc:spChg chg="del">
          <ac:chgData name="Gudla, Natraj" userId="1b097815-ad51-435d-a557-eb69be7a0b69" providerId="ADAL" clId="{FE402C3C-A956-4AE1-8BD2-A3AC0C1129F3}" dt="2024-05-29T05:24:23.806" v="14181" actId="478"/>
          <ac:spMkLst>
            <pc:docMk/>
            <pc:sldMk cId="199444538" sldId="2141412308"/>
            <ac:spMk id="2" creationId="{975EECEF-59DC-F14A-86B5-E772A8BE4986}"/>
          </ac:spMkLst>
        </pc:spChg>
        <pc:spChg chg="mod">
          <ac:chgData name="Gudla, Natraj" userId="1b097815-ad51-435d-a557-eb69be7a0b69" providerId="ADAL" clId="{FE402C3C-A956-4AE1-8BD2-A3AC0C1129F3}" dt="2024-05-22T11:43:27.162" v="10378" actId="20577"/>
          <ac:spMkLst>
            <pc:docMk/>
            <pc:sldMk cId="199444538" sldId="2141412308"/>
            <ac:spMk id="5" creationId="{ABF9F3CD-AA3F-4507-9769-2810EA11C225}"/>
          </ac:spMkLst>
        </pc:spChg>
      </pc:sldChg>
      <pc:sldChg chg="modSp mod">
        <pc:chgData name="Gudla, Natraj" userId="1b097815-ad51-435d-a557-eb69be7a0b69" providerId="ADAL" clId="{FE402C3C-A956-4AE1-8BD2-A3AC0C1129F3}" dt="2024-05-23T08:29:27.697" v="11723" actId="20577"/>
        <pc:sldMkLst>
          <pc:docMk/>
          <pc:sldMk cId="1801749126" sldId="2141412312"/>
        </pc:sldMkLst>
        <pc:spChg chg="mod">
          <ac:chgData name="Gudla, Natraj" userId="1b097815-ad51-435d-a557-eb69be7a0b69" providerId="ADAL" clId="{FE402C3C-A956-4AE1-8BD2-A3AC0C1129F3}" dt="2024-05-23T08:28:26.682" v="11619" actId="6549"/>
          <ac:spMkLst>
            <pc:docMk/>
            <pc:sldMk cId="1801749126" sldId="2141412312"/>
            <ac:spMk id="50" creationId="{7B597488-9EB8-4809-BCAA-5807C3442D54}"/>
          </ac:spMkLst>
        </pc:spChg>
        <pc:spChg chg="mod">
          <ac:chgData name="Gudla, Natraj" userId="1b097815-ad51-435d-a557-eb69be7a0b69" providerId="ADAL" clId="{FE402C3C-A956-4AE1-8BD2-A3AC0C1129F3}" dt="2024-05-23T08:29:04.159" v="11681" actId="20577"/>
          <ac:spMkLst>
            <pc:docMk/>
            <pc:sldMk cId="1801749126" sldId="2141412312"/>
            <ac:spMk id="51" creationId="{36CCF0BC-FA73-489E-92B7-F27488F8431A}"/>
          </ac:spMkLst>
        </pc:spChg>
        <pc:spChg chg="mod">
          <ac:chgData name="Gudla, Natraj" userId="1b097815-ad51-435d-a557-eb69be7a0b69" providerId="ADAL" clId="{FE402C3C-A956-4AE1-8BD2-A3AC0C1129F3}" dt="2024-05-23T08:29:27.697" v="11723" actId="20577"/>
          <ac:spMkLst>
            <pc:docMk/>
            <pc:sldMk cId="1801749126" sldId="2141412312"/>
            <ac:spMk id="52" creationId="{35DD7699-E4AC-44F6-837E-C76C59C0F256}"/>
          </ac:spMkLst>
        </pc:spChg>
        <pc:spChg chg="mod">
          <ac:chgData name="Gudla, Natraj" userId="1b097815-ad51-435d-a557-eb69be7a0b69" providerId="ADAL" clId="{FE402C3C-A956-4AE1-8BD2-A3AC0C1129F3}" dt="2024-05-23T08:27:10.533" v="11523" actId="20577"/>
          <ac:spMkLst>
            <pc:docMk/>
            <pc:sldMk cId="1801749126" sldId="2141412312"/>
            <ac:spMk id="53" creationId="{EC0C2A1E-791A-4676-94BB-450CD8E94C6C}"/>
          </ac:spMkLst>
        </pc:spChg>
        <pc:spChg chg="mod">
          <ac:chgData name="Gudla, Natraj" userId="1b097815-ad51-435d-a557-eb69be7a0b69" providerId="ADAL" clId="{FE402C3C-A956-4AE1-8BD2-A3AC0C1129F3}" dt="2024-05-23T08:28:01.066" v="11616" actId="20577"/>
          <ac:spMkLst>
            <pc:docMk/>
            <pc:sldMk cId="1801749126" sldId="2141412312"/>
            <ac:spMk id="55" creationId="{92A95930-3900-4E10-8AD6-AC417B7A1DA0}"/>
          </ac:spMkLst>
        </pc:spChg>
      </pc:sldChg>
      <pc:sldChg chg="delSp modSp mod">
        <pc:chgData name="Gudla, Natraj" userId="1b097815-ad51-435d-a557-eb69be7a0b69" providerId="ADAL" clId="{FE402C3C-A956-4AE1-8BD2-A3AC0C1129F3}" dt="2024-05-23T08:51:16.673" v="11786" actId="14100"/>
        <pc:sldMkLst>
          <pc:docMk/>
          <pc:sldMk cId="2377744435" sldId="2141412313"/>
        </pc:sldMkLst>
        <pc:spChg chg="mod">
          <ac:chgData name="Gudla, Natraj" userId="1b097815-ad51-435d-a557-eb69be7a0b69" providerId="ADAL" clId="{FE402C3C-A956-4AE1-8BD2-A3AC0C1129F3}" dt="2024-05-23T08:51:16.673" v="11786" actId="14100"/>
          <ac:spMkLst>
            <pc:docMk/>
            <pc:sldMk cId="2377744435" sldId="2141412313"/>
            <ac:spMk id="27" creationId="{5FCDBD9C-9F4C-4E3D-B0EF-EC39D2597B6E}"/>
          </ac:spMkLst>
        </pc:spChg>
        <pc:spChg chg="del">
          <ac:chgData name="Gudla, Natraj" userId="1b097815-ad51-435d-a557-eb69be7a0b69" providerId="ADAL" clId="{FE402C3C-A956-4AE1-8BD2-A3AC0C1129F3}" dt="2024-05-23T08:50:24.271" v="11724" actId="478"/>
          <ac:spMkLst>
            <pc:docMk/>
            <pc:sldMk cId="2377744435" sldId="2141412313"/>
            <ac:spMk id="43" creationId="{CF2C4400-7E67-4BCC-97D9-8683A1624E16}"/>
          </ac:spMkLst>
        </pc:spChg>
        <pc:cxnChg chg="mod">
          <ac:chgData name="Gudla, Natraj" userId="1b097815-ad51-435d-a557-eb69be7a0b69" providerId="ADAL" clId="{FE402C3C-A956-4AE1-8BD2-A3AC0C1129F3}" dt="2024-05-23T08:51:16.673" v="11786" actId="14100"/>
          <ac:cxnSpMkLst>
            <pc:docMk/>
            <pc:sldMk cId="2377744435" sldId="2141412313"/>
            <ac:cxnSpMk id="5" creationId="{6D02205F-8A18-455A-A4FD-20BEEE73CF57}"/>
          </ac:cxnSpMkLst>
        </pc:cxnChg>
        <pc:cxnChg chg="mod">
          <ac:chgData name="Gudla, Natraj" userId="1b097815-ad51-435d-a557-eb69be7a0b69" providerId="ADAL" clId="{FE402C3C-A956-4AE1-8BD2-A3AC0C1129F3}" dt="2024-05-23T08:51:16.673" v="11786" actId="14100"/>
          <ac:cxnSpMkLst>
            <pc:docMk/>
            <pc:sldMk cId="2377744435" sldId="2141412313"/>
            <ac:cxnSpMk id="65" creationId="{685C4E71-EB6C-404A-83D1-7F9299085BF4}"/>
          </ac:cxnSpMkLst>
        </pc:cxnChg>
      </pc:sldChg>
      <pc:sldChg chg="modSp mod">
        <pc:chgData name="Gudla, Natraj" userId="1b097815-ad51-435d-a557-eb69be7a0b69" providerId="ADAL" clId="{FE402C3C-A956-4AE1-8BD2-A3AC0C1129F3}" dt="2024-05-23T08:52:15.721" v="11847" actId="20577"/>
        <pc:sldMkLst>
          <pc:docMk/>
          <pc:sldMk cId="4268486508" sldId="2141412314"/>
        </pc:sldMkLst>
        <pc:spChg chg="mod">
          <ac:chgData name="Gudla, Natraj" userId="1b097815-ad51-435d-a557-eb69be7a0b69" providerId="ADAL" clId="{FE402C3C-A956-4AE1-8BD2-A3AC0C1129F3}" dt="2024-05-23T08:52:15.721" v="11847" actId="20577"/>
          <ac:spMkLst>
            <pc:docMk/>
            <pc:sldMk cId="4268486508" sldId="2141412314"/>
            <ac:spMk id="54" creationId="{0A98119E-FD4B-4DD8-B86B-C9C79817CA95}"/>
          </ac:spMkLst>
        </pc:spChg>
      </pc:sldChg>
      <pc:sldChg chg="modSp mod">
        <pc:chgData name="Gudla, Natraj" userId="1b097815-ad51-435d-a557-eb69be7a0b69" providerId="ADAL" clId="{FE402C3C-A956-4AE1-8BD2-A3AC0C1129F3}" dt="2024-05-23T08:53:41.723" v="12016" actId="14100"/>
        <pc:sldMkLst>
          <pc:docMk/>
          <pc:sldMk cId="2672899342" sldId="2141412315"/>
        </pc:sldMkLst>
        <pc:spChg chg="mod">
          <ac:chgData name="Gudla, Natraj" userId="1b097815-ad51-435d-a557-eb69be7a0b69" providerId="ADAL" clId="{FE402C3C-A956-4AE1-8BD2-A3AC0C1129F3}" dt="2024-05-23T08:53:41.723" v="12016" actId="14100"/>
          <ac:spMkLst>
            <pc:docMk/>
            <pc:sldMk cId="2672899342" sldId="2141412315"/>
            <ac:spMk id="50" creationId="{7B597488-9EB8-4809-BCAA-5807C3442D54}"/>
          </ac:spMkLst>
        </pc:spChg>
        <pc:spChg chg="mod">
          <ac:chgData name="Gudla, Natraj" userId="1b097815-ad51-435d-a557-eb69be7a0b69" providerId="ADAL" clId="{FE402C3C-A956-4AE1-8BD2-A3AC0C1129F3}" dt="2024-05-23T08:52:58.709" v="11874" actId="20577"/>
          <ac:spMkLst>
            <pc:docMk/>
            <pc:sldMk cId="2672899342" sldId="2141412315"/>
            <ac:spMk id="53" creationId="{EC0C2A1E-791A-4676-94BB-450CD8E94C6C}"/>
          </ac:spMkLst>
        </pc:spChg>
        <pc:spChg chg="mod">
          <ac:chgData name="Gudla, Natraj" userId="1b097815-ad51-435d-a557-eb69be7a0b69" providerId="ADAL" clId="{FE402C3C-A956-4AE1-8BD2-A3AC0C1129F3}" dt="2024-05-23T08:53:35.062" v="12015" actId="20577"/>
          <ac:spMkLst>
            <pc:docMk/>
            <pc:sldMk cId="2672899342" sldId="2141412315"/>
            <ac:spMk id="54" creationId="{0A98119E-FD4B-4DD8-B86B-C9C79817CA95}"/>
          </ac:spMkLst>
        </pc:spChg>
        <pc:cxnChg chg="mod">
          <ac:chgData name="Gudla, Natraj" userId="1b097815-ad51-435d-a557-eb69be7a0b69" providerId="ADAL" clId="{FE402C3C-A956-4AE1-8BD2-A3AC0C1129F3}" dt="2024-05-23T08:53:41.723" v="12016" actId="14100"/>
          <ac:cxnSpMkLst>
            <pc:docMk/>
            <pc:sldMk cId="2672899342" sldId="2141412315"/>
            <ac:cxnSpMk id="61" creationId="{AEADA489-1ED7-47DB-AF63-05228BD6116C}"/>
          </ac:cxnSpMkLst>
        </pc:cxnChg>
      </pc:sldChg>
      <pc:sldChg chg="modSp mod">
        <pc:chgData name="Gudla, Natraj" userId="1b097815-ad51-435d-a557-eb69be7a0b69" providerId="ADAL" clId="{FE402C3C-A956-4AE1-8BD2-A3AC0C1129F3}" dt="2024-05-28T06:34:08.005" v="13123" actId="14100"/>
        <pc:sldMkLst>
          <pc:docMk/>
          <pc:sldMk cId="1754236133" sldId="2141412320"/>
        </pc:sldMkLst>
        <pc:spChg chg="mod">
          <ac:chgData name="Gudla, Natraj" userId="1b097815-ad51-435d-a557-eb69be7a0b69" providerId="ADAL" clId="{FE402C3C-A956-4AE1-8BD2-A3AC0C1129F3}" dt="2024-05-28T06:33:14.688" v="13121" actId="33524"/>
          <ac:spMkLst>
            <pc:docMk/>
            <pc:sldMk cId="1754236133" sldId="2141412320"/>
            <ac:spMk id="14" creationId="{B0D8BD57-9469-4984-B8F5-30A92943706F}"/>
          </ac:spMkLst>
        </pc:spChg>
        <pc:spChg chg="mod">
          <ac:chgData name="Gudla, Natraj" userId="1b097815-ad51-435d-a557-eb69be7a0b69" providerId="ADAL" clId="{FE402C3C-A956-4AE1-8BD2-A3AC0C1129F3}" dt="2024-05-28T06:34:08.005" v="13123" actId="14100"/>
          <ac:spMkLst>
            <pc:docMk/>
            <pc:sldMk cId="1754236133" sldId="2141412320"/>
            <ac:spMk id="41" creationId="{C29C2196-7DD0-40F5-BD76-460245DCFCFE}"/>
          </ac:spMkLst>
        </pc:spChg>
      </pc:sldChg>
      <pc:sldChg chg="delSp modSp mod">
        <pc:chgData name="Gudla, Natraj" userId="1b097815-ad51-435d-a557-eb69be7a0b69" providerId="ADAL" clId="{FE402C3C-A956-4AE1-8BD2-A3AC0C1129F3}" dt="2024-05-29T08:55:02.111" v="14966" actId="20577"/>
        <pc:sldMkLst>
          <pc:docMk/>
          <pc:sldMk cId="3414426561" sldId="2141412321"/>
        </pc:sldMkLst>
        <pc:spChg chg="del">
          <ac:chgData name="Gudla, Natraj" userId="1b097815-ad51-435d-a557-eb69be7a0b69" providerId="ADAL" clId="{FE402C3C-A956-4AE1-8BD2-A3AC0C1129F3}" dt="2024-05-28T08:59:53.887" v="13178" actId="478"/>
          <ac:spMkLst>
            <pc:docMk/>
            <pc:sldMk cId="3414426561" sldId="2141412321"/>
            <ac:spMk id="2" creationId="{32A020B9-FAEF-C240-06BE-3A22CFF94D4C}"/>
          </ac:spMkLst>
        </pc:spChg>
        <pc:graphicFrameChg chg="mod modGraphic">
          <ac:chgData name="Gudla, Natraj" userId="1b097815-ad51-435d-a557-eb69be7a0b69" providerId="ADAL" clId="{FE402C3C-A956-4AE1-8BD2-A3AC0C1129F3}" dt="2024-05-29T08:55:02.111" v="14966" actId="20577"/>
          <ac:graphicFrameMkLst>
            <pc:docMk/>
            <pc:sldMk cId="3414426561" sldId="2141412321"/>
            <ac:graphicFrameMk id="3" creationId="{91A6E857-1EF2-486C-A171-821E92D3D2A3}"/>
          </ac:graphicFrameMkLst>
        </pc:graphicFrameChg>
      </pc:sldChg>
      <pc:sldChg chg="delSp modSp mod">
        <pc:chgData name="Gudla, Natraj" userId="1b097815-ad51-435d-a557-eb69be7a0b69" providerId="ADAL" clId="{FE402C3C-A956-4AE1-8BD2-A3AC0C1129F3}" dt="2024-05-28T09:32:27.916" v="13253" actId="14100"/>
        <pc:sldMkLst>
          <pc:docMk/>
          <pc:sldMk cId="1881052012" sldId="2141412324"/>
        </pc:sldMkLst>
        <pc:spChg chg="del">
          <ac:chgData name="Gudla, Natraj" userId="1b097815-ad51-435d-a557-eb69be7a0b69" providerId="ADAL" clId="{FE402C3C-A956-4AE1-8BD2-A3AC0C1129F3}" dt="2024-05-28T08:59:49.577" v="13177" actId="478"/>
          <ac:spMkLst>
            <pc:docMk/>
            <pc:sldMk cId="1881052012" sldId="2141412324"/>
            <ac:spMk id="2" creationId="{2D032602-6BA1-053B-5239-C703B401610F}"/>
          </ac:spMkLst>
        </pc:spChg>
        <pc:graphicFrameChg chg="mod modGraphic">
          <ac:chgData name="Gudla, Natraj" userId="1b097815-ad51-435d-a557-eb69be7a0b69" providerId="ADAL" clId="{FE402C3C-A956-4AE1-8BD2-A3AC0C1129F3}" dt="2024-05-28T09:32:27.916" v="13253" actId="14100"/>
          <ac:graphicFrameMkLst>
            <pc:docMk/>
            <pc:sldMk cId="1881052012" sldId="2141412324"/>
            <ac:graphicFrameMk id="3" creationId="{91A6E857-1EF2-486C-A171-821E92D3D2A3}"/>
          </ac:graphicFrameMkLst>
        </pc:graphicFrameChg>
      </pc:sldChg>
      <pc:sldChg chg="delSp mod">
        <pc:chgData name="Gudla, Natraj" userId="1b097815-ad51-435d-a557-eb69be7a0b69" providerId="ADAL" clId="{FE402C3C-A956-4AE1-8BD2-A3AC0C1129F3}" dt="2024-05-29T05:14:27.502" v="14180" actId="478"/>
        <pc:sldMkLst>
          <pc:docMk/>
          <pc:sldMk cId="2878614302" sldId="2147229685"/>
        </pc:sldMkLst>
        <pc:spChg chg="del">
          <ac:chgData name="Gudla, Natraj" userId="1b097815-ad51-435d-a557-eb69be7a0b69" providerId="ADAL" clId="{FE402C3C-A956-4AE1-8BD2-A3AC0C1129F3}" dt="2024-05-29T05:14:27.502" v="14180" actId="478"/>
          <ac:spMkLst>
            <pc:docMk/>
            <pc:sldMk cId="2878614302" sldId="2147229685"/>
            <ac:spMk id="2" creationId="{0857298E-1822-CCF6-CDEA-5A28E901EAE6}"/>
          </ac:spMkLst>
        </pc:spChg>
      </pc:sldChg>
      <pc:sldChg chg="delSp modSp del mod">
        <pc:chgData name="Gudla, Natraj" userId="1b097815-ad51-435d-a557-eb69be7a0b69" providerId="ADAL" clId="{FE402C3C-A956-4AE1-8BD2-A3AC0C1129F3}" dt="2024-05-28T09:31:32.645" v="13250" actId="47"/>
        <pc:sldMkLst>
          <pc:docMk/>
          <pc:sldMk cId="2134738043" sldId="2147229686"/>
        </pc:sldMkLst>
        <pc:spChg chg="del">
          <ac:chgData name="Gudla, Natraj" userId="1b097815-ad51-435d-a557-eb69be7a0b69" providerId="ADAL" clId="{FE402C3C-A956-4AE1-8BD2-A3AC0C1129F3}" dt="2024-05-28T08:59:59.073" v="13179" actId="478"/>
          <ac:spMkLst>
            <pc:docMk/>
            <pc:sldMk cId="2134738043" sldId="2147229686"/>
            <ac:spMk id="2" creationId="{DA561ED7-8491-BFC8-B668-36DB90FED5C7}"/>
          </ac:spMkLst>
        </pc:spChg>
        <pc:graphicFrameChg chg="mod modGraphic">
          <ac:chgData name="Gudla, Natraj" userId="1b097815-ad51-435d-a557-eb69be7a0b69" providerId="ADAL" clId="{FE402C3C-A956-4AE1-8BD2-A3AC0C1129F3}" dt="2024-05-28T09:00:29.793" v="13218" actId="20577"/>
          <ac:graphicFrameMkLst>
            <pc:docMk/>
            <pc:sldMk cId="2134738043" sldId="2147229686"/>
            <ac:graphicFrameMk id="3" creationId="{91A6E857-1EF2-486C-A171-821E92D3D2A3}"/>
          </ac:graphicFrameMkLst>
        </pc:graphicFrameChg>
      </pc:sldChg>
      <pc:sldChg chg="ord">
        <pc:chgData name="Gudla, Natraj" userId="1b097815-ad51-435d-a557-eb69be7a0b69" providerId="ADAL" clId="{FE402C3C-A956-4AE1-8BD2-A3AC0C1129F3}" dt="2024-05-17T09:49:51.652" v="0" actId="20578"/>
        <pc:sldMkLst>
          <pc:docMk/>
          <pc:sldMk cId="3125609614" sldId="2147474189"/>
        </pc:sldMkLst>
      </pc:sldChg>
      <pc:sldChg chg="addSp modSp mod">
        <pc:chgData name="Gudla, Natraj" userId="1b097815-ad51-435d-a557-eb69be7a0b69" providerId="ADAL" clId="{FE402C3C-A956-4AE1-8BD2-A3AC0C1129F3}" dt="2024-05-29T08:50:16.427" v="14458" actId="20577"/>
        <pc:sldMkLst>
          <pc:docMk/>
          <pc:sldMk cId="293913670" sldId="2147474190"/>
        </pc:sldMkLst>
        <pc:spChg chg="mod">
          <ac:chgData name="Gudla, Natraj" userId="1b097815-ad51-435d-a557-eb69be7a0b69" providerId="ADAL" clId="{FE402C3C-A956-4AE1-8BD2-A3AC0C1129F3}" dt="2024-05-22T03:09:41.017" v="5053" actId="1076"/>
          <ac:spMkLst>
            <pc:docMk/>
            <pc:sldMk cId="293913670" sldId="2147474190"/>
            <ac:spMk id="2" creationId="{4463ADE3-87EF-5F3C-6A07-71AD9446AFC9}"/>
          </ac:spMkLst>
        </pc:spChg>
        <pc:spChg chg="add mod">
          <ac:chgData name="Gudla, Natraj" userId="1b097815-ad51-435d-a557-eb69be7a0b69" providerId="ADAL" clId="{FE402C3C-A956-4AE1-8BD2-A3AC0C1129F3}" dt="2024-05-29T08:50:16.427" v="14458" actId="20577"/>
          <ac:spMkLst>
            <pc:docMk/>
            <pc:sldMk cId="293913670" sldId="2147474190"/>
            <ac:spMk id="3" creationId="{4014ADF5-BEEA-9927-7ECB-101546437019}"/>
          </ac:spMkLst>
        </pc:spChg>
      </pc:sldChg>
      <pc:sldChg chg="modSp del mod">
        <pc:chgData name="Gudla, Natraj" userId="1b097815-ad51-435d-a557-eb69be7a0b69" providerId="ADAL" clId="{FE402C3C-A956-4AE1-8BD2-A3AC0C1129F3}" dt="2024-05-23T08:20:00.698" v="11508" actId="47"/>
        <pc:sldMkLst>
          <pc:docMk/>
          <pc:sldMk cId="3438276604" sldId="2147474191"/>
        </pc:sldMkLst>
        <pc:spChg chg="mod">
          <ac:chgData name="Gudla, Natraj" userId="1b097815-ad51-435d-a557-eb69be7a0b69" providerId="ADAL" clId="{FE402C3C-A956-4AE1-8BD2-A3AC0C1129F3}" dt="2024-05-20T01:36:03.859" v="52"/>
          <ac:spMkLst>
            <pc:docMk/>
            <pc:sldMk cId="3438276604" sldId="2147474191"/>
            <ac:spMk id="2" creationId="{83A97F23-D851-46ED-A6ED-33CE51256DDF}"/>
          </ac:spMkLst>
        </pc:spChg>
      </pc:sldChg>
      <pc:sldChg chg="modSp mod">
        <pc:chgData name="Gudla, Natraj" userId="1b097815-ad51-435d-a557-eb69be7a0b69" providerId="ADAL" clId="{FE402C3C-A956-4AE1-8BD2-A3AC0C1129F3}" dt="2024-05-20T02:35:02.827" v="1352" actId="20577"/>
        <pc:sldMkLst>
          <pc:docMk/>
          <pc:sldMk cId="2042885715" sldId="2147474192"/>
        </pc:sldMkLst>
        <pc:spChg chg="mod">
          <ac:chgData name="Gudla, Natraj" userId="1b097815-ad51-435d-a557-eb69be7a0b69" providerId="ADAL" clId="{FE402C3C-A956-4AE1-8BD2-A3AC0C1129F3}" dt="2024-05-20T02:35:02.827" v="1352" actId="20577"/>
          <ac:spMkLst>
            <pc:docMk/>
            <pc:sldMk cId="2042885715" sldId="2147474192"/>
            <ac:spMk id="4" creationId="{D3E9CD0C-43D4-8A37-4193-057960911025}"/>
          </ac:spMkLst>
        </pc:spChg>
        <pc:picChg chg="mod">
          <ac:chgData name="Gudla, Natraj" userId="1b097815-ad51-435d-a557-eb69be7a0b69" providerId="ADAL" clId="{FE402C3C-A956-4AE1-8BD2-A3AC0C1129F3}" dt="2024-05-20T02:34:52.748" v="1350" actId="1076"/>
          <ac:picMkLst>
            <pc:docMk/>
            <pc:sldMk cId="2042885715" sldId="2147474192"/>
            <ac:picMk id="5" creationId="{07475B88-0C45-E660-E469-D94146E616D5}"/>
          </ac:picMkLst>
        </pc:picChg>
        <pc:picChg chg="mod">
          <ac:chgData name="Gudla, Natraj" userId="1b097815-ad51-435d-a557-eb69be7a0b69" providerId="ADAL" clId="{FE402C3C-A956-4AE1-8BD2-A3AC0C1129F3}" dt="2024-05-20T02:34:32.436" v="1345" actId="1076"/>
          <ac:picMkLst>
            <pc:docMk/>
            <pc:sldMk cId="2042885715" sldId="2147474192"/>
            <ac:picMk id="6" creationId="{8EDE83C2-C2F6-BFA0-C6FB-592939899D63}"/>
          </ac:picMkLst>
        </pc:picChg>
      </pc:sldChg>
      <pc:sldChg chg="add del">
        <pc:chgData name="Gudla, Natraj" userId="1b097815-ad51-435d-a557-eb69be7a0b69" providerId="ADAL" clId="{FE402C3C-A956-4AE1-8BD2-A3AC0C1129F3}" dt="2024-05-20T01:35:55.268" v="49"/>
        <pc:sldMkLst>
          <pc:docMk/>
          <pc:sldMk cId="3807773917" sldId="2147474196"/>
        </pc:sldMkLst>
      </pc:sldChg>
      <pc:sldChg chg="add del mod modShow">
        <pc:chgData name="Gudla, Natraj" userId="1b097815-ad51-435d-a557-eb69be7a0b69" providerId="ADAL" clId="{FE402C3C-A956-4AE1-8BD2-A3AC0C1129F3}" dt="2024-05-29T04:22:53.749" v="13630" actId="47"/>
        <pc:sldMkLst>
          <pc:docMk/>
          <pc:sldMk cId="3844007076" sldId="2147475689"/>
        </pc:sldMkLst>
      </pc:sldChg>
      <pc:sldChg chg="modSp add mod">
        <pc:chgData name="Gudla, Natraj" userId="1b097815-ad51-435d-a557-eb69be7a0b69" providerId="ADAL" clId="{FE402C3C-A956-4AE1-8BD2-A3AC0C1129F3}" dt="2024-05-29T04:24:28.237" v="13694" actId="20577"/>
        <pc:sldMkLst>
          <pc:docMk/>
          <pc:sldMk cId="1635902401" sldId="2147475690"/>
        </pc:sldMkLst>
        <pc:spChg chg="mod">
          <ac:chgData name="Gudla, Natraj" userId="1b097815-ad51-435d-a557-eb69be7a0b69" providerId="ADAL" clId="{FE402C3C-A956-4AE1-8BD2-A3AC0C1129F3}" dt="2024-05-20T01:59:01.631" v="177" actId="20577"/>
          <ac:spMkLst>
            <pc:docMk/>
            <pc:sldMk cId="1635902401" sldId="2147475690"/>
            <ac:spMk id="3" creationId="{1D906281-ACD5-8301-8C59-F0BD4E2FAFF8}"/>
          </ac:spMkLst>
        </pc:spChg>
        <pc:spChg chg="mod">
          <ac:chgData name="Gudla, Natraj" userId="1b097815-ad51-435d-a557-eb69be7a0b69" providerId="ADAL" clId="{FE402C3C-A956-4AE1-8BD2-A3AC0C1129F3}" dt="2024-05-29T04:23:34.964" v="13644" actId="20577"/>
          <ac:spMkLst>
            <pc:docMk/>
            <pc:sldMk cId="1635902401" sldId="2147475690"/>
            <ac:spMk id="17" creationId="{5D51DCDB-28A7-CA6C-2CD9-8F7AF66D8AEB}"/>
          </ac:spMkLst>
        </pc:spChg>
        <pc:spChg chg="mod">
          <ac:chgData name="Gudla, Natraj" userId="1b097815-ad51-435d-a557-eb69be7a0b69" providerId="ADAL" clId="{FE402C3C-A956-4AE1-8BD2-A3AC0C1129F3}" dt="2024-05-29T04:23:44.094" v="13656" actId="20577"/>
          <ac:spMkLst>
            <pc:docMk/>
            <pc:sldMk cId="1635902401" sldId="2147475690"/>
            <ac:spMk id="18" creationId="{0AF17B4F-1505-8663-5D5D-8C565D17D8CA}"/>
          </ac:spMkLst>
        </pc:spChg>
        <pc:spChg chg="mod">
          <ac:chgData name="Gudla, Natraj" userId="1b097815-ad51-435d-a557-eb69be7a0b69" providerId="ADAL" clId="{FE402C3C-A956-4AE1-8BD2-A3AC0C1129F3}" dt="2024-05-29T04:23:48.822" v="13668" actId="20577"/>
          <ac:spMkLst>
            <pc:docMk/>
            <pc:sldMk cId="1635902401" sldId="2147475690"/>
            <ac:spMk id="19" creationId="{58D19AEF-E773-9DF4-A618-E12411B60263}"/>
          </ac:spMkLst>
        </pc:spChg>
        <pc:spChg chg="mod">
          <ac:chgData name="Gudla, Natraj" userId="1b097815-ad51-435d-a557-eb69be7a0b69" providerId="ADAL" clId="{FE402C3C-A956-4AE1-8BD2-A3AC0C1129F3}" dt="2024-05-29T04:23:52.814" v="13680" actId="20577"/>
          <ac:spMkLst>
            <pc:docMk/>
            <pc:sldMk cId="1635902401" sldId="2147475690"/>
            <ac:spMk id="30" creationId="{D8E99D4D-EC9D-E4C8-A172-EE9A56EA06E5}"/>
          </ac:spMkLst>
        </pc:spChg>
        <pc:spChg chg="mod">
          <ac:chgData name="Gudla, Natraj" userId="1b097815-ad51-435d-a557-eb69be7a0b69" providerId="ADAL" clId="{FE402C3C-A956-4AE1-8BD2-A3AC0C1129F3}" dt="2024-05-29T04:23:57.860" v="13692" actId="20577"/>
          <ac:spMkLst>
            <pc:docMk/>
            <pc:sldMk cId="1635902401" sldId="2147475690"/>
            <ac:spMk id="31" creationId="{BFF40B0C-21D1-DCF2-289C-46C47CA8409D}"/>
          </ac:spMkLst>
        </pc:spChg>
        <pc:spChg chg="mod">
          <ac:chgData name="Gudla, Natraj" userId="1b097815-ad51-435d-a557-eb69be7a0b69" providerId="ADAL" clId="{FE402C3C-A956-4AE1-8BD2-A3AC0C1129F3}" dt="2024-05-29T04:23:17.464" v="13632" actId="20577"/>
          <ac:spMkLst>
            <pc:docMk/>
            <pc:sldMk cId="1635902401" sldId="2147475690"/>
            <ac:spMk id="66" creationId="{E9AE8371-C24A-262F-5BDD-C03530B51BB1}"/>
          </ac:spMkLst>
        </pc:spChg>
        <pc:spChg chg="mod">
          <ac:chgData name="Gudla, Natraj" userId="1b097815-ad51-435d-a557-eb69be7a0b69" providerId="ADAL" clId="{FE402C3C-A956-4AE1-8BD2-A3AC0C1129F3}" dt="2024-05-29T04:24:28.237" v="13694" actId="20577"/>
          <ac:spMkLst>
            <pc:docMk/>
            <pc:sldMk cId="1635902401" sldId="2147475690"/>
            <ac:spMk id="68" creationId="{54BF44E8-6CE1-A3A8-F373-713436E84714}"/>
          </ac:spMkLst>
        </pc:spChg>
      </pc:sldChg>
      <pc:sldChg chg="delSp modSp add mod">
        <pc:chgData name="Gudla, Natraj" userId="1b097815-ad51-435d-a557-eb69be7a0b69" providerId="ADAL" clId="{FE402C3C-A956-4AE1-8BD2-A3AC0C1129F3}" dt="2024-05-29T06:33:24.779" v="14428" actId="20577"/>
        <pc:sldMkLst>
          <pc:docMk/>
          <pc:sldMk cId="4112435908" sldId="2147475721"/>
        </pc:sldMkLst>
        <pc:spChg chg="mod">
          <ac:chgData name="Gudla, Natraj" userId="1b097815-ad51-435d-a557-eb69be7a0b69" providerId="ADAL" clId="{FE402C3C-A956-4AE1-8BD2-A3AC0C1129F3}" dt="2024-05-29T06:32:50.050" v="14399" actId="1038"/>
          <ac:spMkLst>
            <pc:docMk/>
            <pc:sldMk cId="4112435908" sldId="2147475721"/>
            <ac:spMk id="4" creationId="{A72AB8A9-FDD7-0AF0-D95B-276629D32266}"/>
          </ac:spMkLst>
        </pc:spChg>
        <pc:spChg chg="del">
          <ac:chgData name="Gudla, Natraj" userId="1b097815-ad51-435d-a557-eb69be7a0b69" providerId="ADAL" clId="{FE402C3C-A956-4AE1-8BD2-A3AC0C1129F3}" dt="2024-05-29T05:09:21.213" v="13831" actId="478"/>
          <ac:spMkLst>
            <pc:docMk/>
            <pc:sldMk cId="4112435908" sldId="2147475721"/>
            <ac:spMk id="5" creationId="{C80C75B9-BC7A-06C8-5463-D878698E1FEE}"/>
          </ac:spMkLst>
        </pc:spChg>
        <pc:spChg chg="mod">
          <ac:chgData name="Gudla, Natraj" userId="1b097815-ad51-435d-a557-eb69be7a0b69" providerId="ADAL" clId="{FE402C3C-A956-4AE1-8BD2-A3AC0C1129F3}" dt="2024-05-29T06:32:11.226" v="14359" actId="1076"/>
          <ac:spMkLst>
            <pc:docMk/>
            <pc:sldMk cId="4112435908" sldId="2147475721"/>
            <ac:spMk id="11" creationId="{9CD52457-6320-0ABD-9A29-173A47D5A2C5}"/>
          </ac:spMkLst>
        </pc:spChg>
        <pc:spChg chg="mod">
          <ac:chgData name="Gudla, Natraj" userId="1b097815-ad51-435d-a557-eb69be7a0b69" providerId="ADAL" clId="{FE402C3C-A956-4AE1-8BD2-A3AC0C1129F3}" dt="2024-05-29T06:32:19.147" v="14360" actId="1076"/>
          <ac:spMkLst>
            <pc:docMk/>
            <pc:sldMk cId="4112435908" sldId="2147475721"/>
            <ac:spMk id="13" creationId="{07E8A7EA-88C1-6753-2872-33DBFE7C78B8}"/>
          </ac:spMkLst>
        </pc:spChg>
        <pc:spChg chg="mod">
          <ac:chgData name="Gudla, Natraj" userId="1b097815-ad51-435d-a557-eb69be7a0b69" providerId="ADAL" clId="{FE402C3C-A956-4AE1-8BD2-A3AC0C1129F3}" dt="2024-05-29T06:33:24.779" v="14428" actId="20577"/>
          <ac:spMkLst>
            <pc:docMk/>
            <pc:sldMk cId="4112435908" sldId="2147475721"/>
            <ac:spMk id="14" creationId="{E2369092-C94A-2FD2-098B-130109F4E008}"/>
          </ac:spMkLst>
        </pc:spChg>
        <pc:spChg chg="mod">
          <ac:chgData name="Gudla, Natraj" userId="1b097815-ad51-435d-a557-eb69be7a0b69" providerId="ADAL" clId="{FE402C3C-A956-4AE1-8BD2-A3AC0C1129F3}" dt="2024-05-29T06:33:07.312" v="14401" actId="1076"/>
          <ac:spMkLst>
            <pc:docMk/>
            <pc:sldMk cId="4112435908" sldId="2147475721"/>
            <ac:spMk id="43" creationId="{3090EDAC-2B71-D042-4771-F250145B1CC1}"/>
          </ac:spMkLst>
        </pc:spChg>
        <pc:spChg chg="del">
          <ac:chgData name="Gudla, Natraj" userId="1b097815-ad51-435d-a557-eb69be7a0b69" providerId="ADAL" clId="{FE402C3C-A956-4AE1-8BD2-A3AC0C1129F3}" dt="2024-05-29T05:08:02.438" v="13828" actId="478"/>
          <ac:spMkLst>
            <pc:docMk/>
            <pc:sldMk cId="4112435908" sldId="2147475721"/>
            <ac:spMk id="49" creationId="{25B2AAF5-D22E-1B73-DA80-D8FD5DA22B68}"/>
          </ac:spMkLst>
        </pc:spChg>
        <pc:spChg chg="mod">
          <ac:chgData name="Gudla, Natraj" userId="1b097815-ad51-435d-a557-eb69be7a0b69" providerId="ADAL" clId="{FE402C3C-A956-4AE1-8BD2-A3AC0C1129F3}" dt="2024-05-29T06:33:12.197" v="14402" actId="1076"/>
          <ac:spMkLst>
            <pc:docMk/>
            <pc:sldMk cId="4112435908" sldId="2147475721"/>
            <ac:spMk id="53" creationId="{E65706E5-6946-4C8C-FD20-8F273602B74D}"/>
          </ac:spMkLst>
        </pc:spChg>
        <pc:spChg chg="del">
          <ac:chgData name="Gudla, Natraj" userId="1b097815-ad51-435d-a557-eb69be7a0b69" providerId="ADAL" clId="{FE402C3C-A956-4AE1-8BD2-A3AC0C1129F3}" dt="2024-05-29T05:08:03.827" v="13829" actId="478"/>
          <ac:spMkLst>
            <pc:docMk/>
            <pc:sldMk cId="4112435908" sldId="2147475721"/>
            <ac:spMk id="60" creationId="{2FC894D7-1418-0261-D3AB-E40152A4A1AE}"/>
          </ac:spMkLst>
        </pc:spChg>
        <pc:grpChg chg="mod">
          <ac:chgData name="Gudla, Natraj" userId="1b097815-ad51-435d-a557-eb69be7a0b69" providerId="ADAL" clId="{FE402C3C-A956-4AE1-8BD2-A3AC0C1129F3}" dt="2024-05-29T06:32:50.050" v="14399" actId="1038"/>
          <ac:grpSpMkLst>
            <pc:docMk/>
            <pc:sldMk cId="4112435908" sldId="2147475721"/>
            <ac:grpSpMk id="2" creationId="{595094A7-4AFC-3DC6-2232-9C71A525CC3A}"/>
          </ac:grpSpMkLst>
        </pc:grpChg>
        <pc:grpChg chg="mod">
          <ac:chgData name="Gudla, Natraj" userId="1b097815-ad51-435d-a557-eb69be7a0b69" providerId="ADAL" clId="{FE402C3C-A956-4AE1-8BD2-A3AC0C1129F3}" dt="2024-05-29T06:32:50.050" v="14399" actId="1038"/>
          <ac:grpSpMkLst>
            <pc:docMk/>
            <pc:sldMk cId="4112435908" sldId="2147475721"/>
            <ac:grpSpMk id="6" creationId="{FCECC8D4-35B4-6820-997C-88D37856C2FF}"/>
          </ac:grpSpMkLst>
        </pc:grpChg>
        <pc:grpChg chg="mod">
          <ac:chgData name="Gudla, Natraj" userId="1b097815-ad51-435d-a557-eb69be7a0b69" providerId="ADAL" clId="{FE402C3C-A956-4AE1-8BD2-A3AC0C1129F3}" dt="2024-05-29T06:32:50.050" v="14399" actId="1038"/>
          <ac:grpSpMkLst>
            <pc:docMk/>
            <pc:sldMk cId="4112435908" sldId="2147475721"/>
            <ac:grpSpMk id="10" creationId="{8AFD1997-9E1D-1CC1-779D-38E278954AE0}"/>
          </ac:grpSpMkLst>
        </pc:grpChg>
        <pc:grpChg chg="mod">
          <ac:chgData name="Gudla, Natraj" userId="1b097815-ad51-435d-a557-eb69be7a0b69" providerId="ADAL" clId="{FE402C3C-A956-4AE1-8BD2-A3AC0C1129F3}" dt="2024-05-29T06:32:50.050" v="14399" actId="1038"/>
          <ac:grpSpMkLst>
            <pc:docMk/>
            <pc:sldMk cId="4112435908" sldId="2147475721"/>
            <ac:grpSpMk id="19" creationId="{97ACD9B8-DC57-C8B0-C010-809F2AD6786F}"/>
          </ac:grpSpMkLst>
        </pc:grpChg>
        <pc:grpChg chg="mod">
          <ac:chgData name="Gudla, Natraj" userId="1b097815-ad51-435d-a557-eb69be7a0b69" providerId="ADAL" clId="{FE402C3C-A956-4AE1-8BD2-A3AC0C1129F3}" dt="2024-05-29T06:32:50.050" v="14399" actId="1038"/>
          <ac:grpSpMkLst>
            <pc:docMk/>
            <pc:sldMk cId="4112435908" sldId="2147475721"/>
            <ac:grpSpMk id="23" creationId="{5FE07F9D-5773-7E4D-5B88-4495C3510578}"/>
          </ac:grpSpMkLst>
        </pc:grpChg>
        <pc:grpChg chg="mod">
          <ac:chgData name="Gudla, Natraj" userId="1b097815-ad51-435d-a557-eb69be7a0b69" providerId="ADAL" clId="{FE402C3C-A956-4AE1-8BD2-A3AC0C1129F3}" dt="2024-05-29T06:32:50.050" v="14399" actId="1038"/>
          <ac:grpSpMkLst>
            <pc:docMk/>
            <pc:sldMk cId="4112435908" sldId="2147475721"/>
            <ac:grpSpMk id="27" creationId="{DB255357-931B-0A0D-AF11-92059817D5CD}"/>
          </ac:grpSpMkLst>
        </pc:grpChg>
        <pc:grpChg chg="mod">
          <ac:chgData name="Gudla, Natraj" userId="1b097815-ad51-435d-a557-eb69be7a0b69" providerId="ADAL" clId="{FE402C3C-A956-4AE1-8BD2-A3AC0C1129F3}" dt="2024-05-29T06:32:50.050" v="14399" actId="1038"/>
          <ac:grpSpMkLst>
            <pc:docMk/>
            <pc:sldMk cId="4112435908" sldId="2147475721"/>
            <ac:grpSpMk id="31" creationId="{A39109EC-7339-C88C-5F85-33449EE96501}"/>
          </ac:grpSpMkLst>
        </pc:grpChg>
        <pc:grpChg chg="del">
          <ac:chgData name="Gudla, Natraj" userId="1b097815-ad51-435d-a557-eb69be7a0b69" providerId="ADAL" clId="{FE402C3C-A956-4AE1-8BD2-A3AC0C1129F3}" dt="2024-05-29T05:08:00.486" v="13827" actId="478"/>
          <ac:grpSpMkLst>
            <pc:docMk/>
            <pc:sldMk cId="4112435908" sldId="2147475721"/>
            <ac:grpSpMk id="35" creationId="{BEB3954F-46BA-46B2-5334-A44BDF0764DF}"/>
          </ac:grpSpMkLst>
        </pc:grpChg>
        <pc:grpChg chg="mod">
          <ac:chgData name="Gudla, Natraj" userId="1b097815-ad51-435d-a557-eb69be7a0b69" providerId="ADAL" clId="{FE402C3C-A956-4AE1-8BD2-A3AC0C1129F3}" dt="2024-05-29T06:32:50.050" v="14399" actId="1038"/>
          <ac:grpSpMkLst>
            <pc:docMk/>
            <pc:sldMk cId="4112435908" sldId="2147475721"/>
            <ac:grpSpMk id="44" creationId="{1FF32828-7B48-DB45-074B-50D1F76F62A6}"/>
          </ac:grpSpMkLst>
        </pc:grpChg>
        <pc:picChg chg="mod">
          <ac:chgData name="Gudla, Natraj" userId="1b097815-ad51-435d-a557-eb69be7a0b69" providerId="ADAL" clId="{FE402C3C-A956-4AE1-8BD2-A3AC0C1129F3}" dt="2024-05-29T06:32:50.050" v="14399" actId="1038"/>
          <ac:picMkLst>
            <pc:docMk/>
            <pc:sldMk cId="4112435908" sldId="2147475721"/>
            <ac:picMk id="48" creationId="{A43FC586-EA47-C3D7-F619-54F0FE8AAE98}"/>
          </ac:picMkLst>
        </pc:picChg>
      </pc:sldChg>
      <pc:sldChg chg="addSp delSp modSp add mod">
        <pc:chgData name="Gudla, Natraj" userId="1b097815-ad51-435d-a557-eb69be7a0b69" providerId="ADAL" clId="{FE402C3C-A956-4AE1-8BD2-A3AC0C1129F3}" dt="2024-05-22T15:48:34.663" v="11484" actId="6549"/>
        <pc:sldMkLst>
          <pc:docMk/>
          <pc:sldMk cId="752373959" sldId="2147475731"/>
        </pc:sldMkLst>
        <pc:spChg chg="add mod">
          <ac:chgData name="Gudla, Natraj" userId="1b097815-ad51-435d-a557-eb69be7a0b69" providerId="ADAL" clId="{FE402C3C-A956-4AE1-8BD2-A3AC0C1129F3}" dt="2024-05-22T14:56:36.464" v="11073" actId="1076"/>
          <ac:spMkLst>
            <pc:docMk/>
            <pc:sldMk cId="752373959" sldId="2147475731"/>
            <ac:spMk id="2" creationId="{6C30B6E6-93EE-EB5F-0B40-029B34AF39DA}"/>
          </ac:spMkLst>
        </pc:spChg>
        <pc:spChg chg="add mod">
          <ac:chgData name="Gudla, Natraj" userId="1b097815-ad51-435d-a557-eb69be7a0b69" providerId="ADAL" clId="{FE402C3C-A956-4AE1-8BD2-A3AC0C1129F3}" dt="2024-05-22T15:42:33.862" v="11468" actId="1076"/>
          <ac:spMkLst>
            <pc:docMk/>
            <pc:sldMk cId="752373959" sldId="2147475731"/>
            <ac:spMk id="9" creationId="{A61E9CF9-9DDF-CA82-3839-0B4D11E0F89A}"/>
          </ac:spMkLst>
        </pc:spChg>
        <pc:spChg chg="add del mod">
          <ac:chgData name="Gudla, Natraj" userId="1b097815-ad51-435d-a557-eb69be7a0b69" providerId="ADAL" clId="{FE402C3C-A956-4AE1-8BD2-A3AC0C1129F3}" dt="2024-05-22T15:27:11.079" v="11300" actId="478"/>
          <ac:spMkLst>
            <pc:docMk/>
            <pc:sldMk cId="752373959" sldId="2147475731"/>
            <ac:spMk id="11" creationId="{9B40D448-D1C8-DBCB-B695-604C475BF15D}"/>
          </ac:spMkLst>
        </pc:spChg>
        <pc:spChg chg="add mod">
          <ac:chgData name="Gudla, Natraj" userId="1b097815-ad51-435d-a557-eb69be7a0b69" providerId="ADAL" clId="{FE402C3C-A956-4AE1-8BD2-A3AC0C1129F3}" dt="2024-05-22T15:26:45.700" v="11290" actId="1076"/>
          <ac:spMkLst>
            <pc:docMk/>
            <pc:sldMk cId="752373959" sldId="2147475731"/>
            <ac:spMk id="15" creationId="{3B7C47F1-1B28-FED1-3A8C-98FA44AE764B}"/>
          </ac:spMkLst>
        </pc:spChg>
        <pc:spChg chg="add mod">
          <ac:chgData name="Gudla, Natraj" userId="1b097815-ad51-435d-a557-eb69be7a0b69" providerId="ADAL" clId="{FE402C3C-A956-4AE1-8BD2-A3AC0C1129F3}" dt="2024-05-22T15:31:04.204" v="11405" actId="1035"/>
          <ac:spMkLst>
            <pc:docMk/>
            <pc:sldMk cId="752373959" sldId="2147475731"/>
            <ac:spMk id="16" creationId="{1A35FC99-8068-6127-7397-1FE13CD4FA60}"/>
          </ac:spMkLst>
        </pc:spChg>
        <pc:spChg chg="add mod">
          <ac:chgData name="Gudla, Natraj" userId="1b097815-ad51-435d-a557-eb69be7a0b69" providerId="ADAL" clId="{FE402C3C-A956-4AE1-8BD2-A3AC0C1129F3}" dt="2024-05-22T15:37:42.631" v="11447" actId="1035"/>
          <ac:spMkLst>
            <pc:docMk/>
            <pc:sldMk cId="752373959" sldId="2147475731"/>
            <ac:spMk id="17" creationId="{AB7DB907-4491-6EDD-F3C6-2AE1B58287A1}"/>
          </ac:spMkLst>
        </pc:spChg>
        <pc:spChg chg="add mod">
          <ac:chgData name="Gudla, Natraj" userId="1b097815-ad51-435d-a557-eb69be7a0b69" providerId="ADAL" clId="{FE402C3C-A956-4AE1-8BD2-A3AC0C1129F3}" dt="2024-05-22T15:37:39.312" v="11440" actId="1036"/>
          <ac:spMkLst>
            <pc:docMk/>
            <pc:sldMk cId="752373959" sldId="2147475731"/>
            <ac:spMk id="18" creationId="{E375041D-AA24-540E-1B25-F44B6FD92976}"/>
          </ac:spMkLst>
        </pc:spChg>
        <pc:spChg chg="add mod">
          <ac:chgData name="Gudla, Natraj" userId="1b097815-ad51-435d-a557-eb69be7a0b69" providerId="ADAL" clId="{FE402C3C-A956-4AE1-8BD2-A3AC0C1129F3}" dt="2024-05-22T15:38:22.500" v="11464" actId="14100"/>
          <ac:spMkLst>
            <pc:docMk/>
            <pc:sldMk cId="752373959" sldId="2147475731"/>
            <ac:spMk id="19" creationId="{A8A91105-6C94-836D-0B36-68536C1E7E29}"/>
          </ac:spMkLst>
        </pc:spChg>
        <pc:spChg chg="add mod">
          <ac:chgData name="Gudla, Natraj" userId="1b097815-ad51-435d-a557-eb69be7a0b69" providerId="ADAL" clId="{FE402C3C-A956-4AE1-8BD2-A3AC0C1129F3}" dt="2024-05-22T15:42:58.986" v="11475" actId="20577"/>
          <ac:spMkLst>
            <pc:docMk/>
            <pc:sldMk cId="752373959" sldId="2147475731"/>
            <ac:spMk id="23" creationId="{A6033D66-9CF6-4B90-5F34-21E2EFCDCA40}"/>
          </ac:spMkLst>
        </pc:spChg>
        <pc:spChg chg="mod">
          <ac:chgData name="Gudla, Natraj" userId="1b097815-ad51-435d-a557-eb69be7a0b69" providerId="ADAL" clId="{FE402C3C-A956-4AE1-8BD2-A3AC0C1129F3}" dt="2024-05-22T15:08:13.665" v="11207" actId="113"/>
          <ac:spMkLst>
            <pc:docMk/>
            <pc:sldMk cId="752373959" sldId="2147475731"/>
            <ac:spMk id="25" creationId="{E90844FC-C4EE-60E5-3226-A5A95338D4F2}"/>
          </ac:spMkLst>
        </pc:spChg>
        <pc:spChg chg="mod">
          <ac:chgData name="Gudla, Natraj" userId="1b097815-ad51-435d-a557-eb69be7a0b69" providerId="ADAL" clId="{FE402C3C-A956-4AE1-8BD2-A3AC0C1129F3}" dt="2024-05-22T15:27:36.254" v="11340" actId="6549"/>
          <ac:spMkLst>
            <pc:docMk/>
            <pc:sldMk cId="752373959" sldId="2147475731"/>
            <ac:spMk id="27" creationId="{7F9454E1-CD28-5885-FE14-03DE94844F26}"/>
          </ac:spMkLst>
        </pc:spChg>
        <pc:spChg chg="del mod">
          <ac:chgData name="Gudla, Natraj" userId="1b097815-ad51-435d-a557-eb69be7a0b69" providerId="ADAL" clId="{FE402C3C-A956-4AE1-8BD2-A3AC0C1129F3}" dt="2024-05-22T15:26:31.707" v="11286" actId="478"/>
          <ac:spMkLst>
            <pc:docMk/>
            <pc:sldMk cId="752373959" sldId="2147475731"/>
            <ac:spMk id="28" creationId="{6C9BA348-7EF5-90FF-511C-7C561A2D7405}"/>
          </ac:spMkLst>
        </pc:spChg>
        <pc:spChg chg="mod">
          <ac:chgData name="Gudla, Natraj" userId="1b097815-ad51-435d-a557-eb69be7a0b69" providerId="ADAL" clId="{FE402C3C-A956-4AE1-8BD2-A3AC0C1129F3}" dt="2024-05-22T15:48:34.663" v="11484" actId="6549"/>
          <ac:spMkLst>
            <pc:docMk/>
            <pc:sldMk cId="752373959" sldId="2147475731"/>
            <ac:spMk id="36" creationId="{62776071-44E7-120F-2F01-0692E23F386D}"/>
          </ac:spMkLst>
        </pc:spChg>
        <pc:spChg chg="del mod">
          <ac:chgData name="Gudla, Natraj" userId="1b097815-ad51-435d-a557-eb69be7a0b69" providerId="ADAL" clId="{FE402C3C-A956-4AE1-8BD2-A3AC0C1129F3}" dt="2024-05-22T15:29:34.618" v="11361" actId="478"/>
          <ac:spMkLst>
            <pc:docMk/>
            <pc:sldMk cId="752373959" sldId="2147475731"/>
            <ac:spMk id="38" creationId="{50C0C3D7-7A07-4BBA-E3E0-416066FF5988}"/>
          </ac:spMkLst>
        </pc:spChg>
        <pc:spChg chg="mod">
          <ac:chgData name="Gudla, Natraj" userId="1b097815-ad51-435d-a557-eb69be7a0b69" providerId="ADAL" clId="{FE402C3C-A956-4AE1-8BD2-A3AC0C1129F3}" dt="2024-05-22T15:37:49.320" v="11451" actId="1035"/>
          <ac:spMkLst>
            <pc:docMk/>
            <pc:sldMk cId="752373959" sldId="2147475731"/>
            <ac:spMk id="40" creationId="{A3734991-2280-8472-FE69-A2EDF152E502}"/>
          </ac:spMkLst>
        </pc:spChg>
        <pc:spChg chg="del mod">
          <ac:chgData name="Gudla, Natraj" userId="1b097815-ad51-435d-a557-eb69be7a0b69" providerId="ADAL" clId="{FE402C3C-A956-4AE1-8BD2-A3AC0C1129F3}" dt="2024-05-22T15:01:37.044" v="11134" actId="478"/>
          <ac:spMkLst>
            <pc:docMk/>
            <pc:sldMk cId="752373959" sldId="2147475731"/>
            <ac:spMk id="43" creationId="{DCFA2BE9-02E9-ED68-002E-5A342D5A0589}"/>
          </ac:spMkLst>
        </pc:spChg>
        <pc:spChg chg="mod">
          <ac:chgData name="Gudla, Natraj" userId="1b097815-ad51-435d-a557-eb69be7a0b69" providerId="ADAL" clId="{FE402C3C-A956-4AE1-8BD2-A3AC0C1129F3}" dt="2024-05-22T15:43:31.976" v="11482" actId="1076"/>
          <ac:spMkLst>
            <pc:docMk/>
            <pc:sldMk cId="752373959" sldId="2147475731"/>
            <ac:spMk id="45" creationId="{F8A5AFA3-0A5A-5F88-7F8F-EE973027226F}"/>
          </ac:spMkLst>
        </pc:spChg>
        <pc:graphicFrameChg chg="modGraphic">
          <ac:chgData name="Gudla, Natraj" userId="1b097815-ad51-435d-a557-eb69be7a0b69" providerId="ADAL" clId="{FE402C3C-A956-4AE1-8BD2-A3AC0C1129F3}" dt="2024-05-22T14:52:09.792" v="11032" actId="20577"/>
          <ac:graphicFrameMkLst>
            <pc:docMk/>
            <pc:sldMk cId="752373959" sldId="2147475731"/>
            <ac:graphicFrameMk id="24" creationId="{F56C9134-0E48-89C1-8C8D-269393E169D9}"/>
          </ac:graphicFrameMkLst>
        </pc:graphicFrameChg>
        <pc:graphicFrameChg chg="mod modGraphic">
          <ac:chgData name="Gudla, Natraj" userId="1b097815-ad51-435d-a557-eb69be7a0b69" providerId="ADAL" clId="{FE402C3C-A956-4AE1-8BD2-A3AC0C1129F3}" dt="2024-05-22T15:30:52.544" v="11393" actId="1036"/>
          <ac:graphicFrameMkLst>
            <pc:docMk/>
            <pc:sldMk cId="752373959" sldId="2147475731"/>
            <ac:graphicFrameMk id="33" creationId="{D8AAF1C1-04F1-EF0E-C6CF-7A9192E28CD2}"/>
          </ac:graphicFrameMkLst>
        </pc:graphicFrameChg>
        <pc:cxnChg chg="mod">
          <ac:chgData name="Gudla, Natraj" userId="1b097815-ad51-435d-a557-eb69be7a0b69" providerId="ADAL" clId="{FE402C3C-A956-4AE1-8BD2-A3AC0C1129F3}" dt="2024-05-20T02:03:06.237" v="326" actId="14100"/>
          <ac:cxnSpMkLst>
            <pc:docMk/>
            <pc:sldMk cId="752373959" sldId="2147475731"/>
            <ac:cxnSpMk id="7" creationId="{46C58010-6DC2-8642-BFA0-BCB23F326B00}"/>
          </ac:cxnSpMkLst>
        </pc:cxnChg>
        <pc:cxnChg chg="add mod">
          <ac:chgData name="Gudla, Natraj" userId="1b097815-ad51-435d-a557-eb69be7a0b69" providerId="ADAL" clId="{FE402C3C-A956-4AE1-8BD2-A3AC0C1129F3}" dt="2024-05-22T15:42:54.445" v="11473" actId="14100"/>
          <ac:cxnSpMkLst>
            <pc:docMk/>
            <pc:sldMk cId="752373959" sldId="2147475731"/>
            <ac:cxnSpMk id="10" creationId="{8C9CAFAA-9D52-B8D9-447F-A5B6AF633FB5}"/>
          </ac:cxnSpMkLst>
        </pc:cxnChg>
        <pc:cxnChg chg="add del mod">
          <ac:chgData name="Gudla, Natraj" userId="1b097815-ad51-435d-a557-eb69be7a0b69" providerId="ADAL" clId="{FE402C3C-A956-4AE1-8BD2-A3AC0C1129F3}" dt="2024-05-22T15:26:37.395" v="11288" actId="478"/>
          <ac:cxnSpMkLst>
            <pc:docMk/>
            <pc:sldMk cId="752373959" sldId="2147475731"/>
            <ac:cxnSpMk id="12" creationId="{B0F033A0-B5BF-CCCD-51AF-EA43F528DF68}"/>
          </ac:cxnSpMkLst>
        </pc:cxnChg>
        <pc:cxnChg chg="add mod">
          <ac:chgData name="Gudla, Natraj" userId="1b097815-ad51-435d-a557-eb69be7a0b69" providerId="ADAL" clId="{FE402C3C-A956-4AE1-8BD2-A3AC0C1129F3}" dt="2024-05-22T15:38:53.587" v="11467" actId="1035"/>
          <ac:cxnSpMkLst>
            <pc:docMk/>
            <pc:sldMk cId="752373959" sldId="2147475731"/>
            <ac:cxnSpMk id="20" creationId="{316408E9-DAD3-AD5B-29BA-4EDE1BD5E7D0}"/>
          </ac:cxnSpMkLst>
        </pc:cxnChg>
        <pc:cxnChg chg="del">
          <ac:chgData name="Gudla, Natraj" userId="1b097815-ad51-435d-a557-eb69be7a0b69" providerId="ADAL" clId="{FE402C3C-A956-4AE1-8BD2-A3AC0C1129F3}" dt="2024-05-22T15:23:39.524" v="11284" actId="478"/>
          <ac:cxnSpMkLst>
            <pc:docMk/>
            <pc:sldMk cId="752373959" sldId="2147475731"/>
            <ac:cxnSpMk id="29" creationId="{2C1E7249-38A2-D92A-C368-2820F9682E52}"/>
          </ac:cxnSpMkLst>
        </pc:cxnChg>
        <pc:cxnChg chg="del">
          <ac:chgData name="Gudla, Natraj" userId="1b097815-ad51-435d-a557-eb69be7a0b69" providerId="ADAL" clId="{FE402C3C-A956-4AE1-8BD2-A3AC0C1129F3}" dt="2024-05-22T15:26:34.535" v="11287" actId="478"/>
          <ac:cxnSpMkLst>
            <pc:docMk/>
            <pc:sldMk cId="752373959" sldId="2147475731"/>
            <ac:cxnSpMk id="31" creationId="{AC49F9C8-6D4D-9B20-513F-131ACD9E47B2}"/>
          </ac:cxnSpMkLst>
        </pc:cxnChg>
        <pc:cxnChg chg="del">
          <ac:chgData name="Gudla, Natraj" userId="1b097815-ad51-435d-a557-eb69be7a0b69" providerId="ADAL" clId="{FE402C3C-A956-4AE1-8BD2-A3AC0C1129F3}" dt="2024-05-22T15:26:40.409" v="11289" actId="478"/>
          <ac:cxnSpMkLst>
            <pc:docMk/>
            <pc:sldMk cId="752373959" sldId="2147475731"/>
            <ac:cxnSpMk id="34" creationId="{DDEEF90B-976B-8368-1F41-91CE9BB845CA}"/>
          </ac:cxnSpMkLst>
        </pc:cxnChg>
        <pc:cxnChg chg="del">
          <ac:chgData name="Gudla, Natraj" userId="1b097815-ad51-435d-a557-eb69be7a0b69" providerId="ADAL" clId="{FE402C3C-A956-4AE1-8BD2-A3AC0C1129F3}" dt="2024-05-22T15:29:35.920" v="11362" actId="478"/>
          <ac:cxnSpMkLst>
            <pc:docMk/>
            <pc:sldMk cId="752373959" sldId="2147475731"/>
            <ac:cxnSpMk id="37" creationId="{C648178A-56DC-7EFB-9FD9-EA9C23ABAEAF}"/>
          </ac:cxnSpMkLst>
        </pc:cxnChg>
        <pc:cxnChg chg="add mod">
          <ac:chgData name="Gudla, Natraj" userId="1b097815-ad51-435d-a557-eb69be7a0b69" providerId="ADAL" clId="{FE402C3C-A956-4AE1-8BD2-A3AC0C1129F3}" dt="2024-05-22T15:48:28.335" v="11483" actId="1076"/>
          <ac:cxnSpMkLst>
            <pc:docMk/>
            <pc:sldMk cId="752373959" sldId="2147475731"/>
            <ac:cxnSpMk id="39" creationId="{96664FB1-E25A-DF4C-FF8D-751FE4C7C639}"/>
          </ac:cxnSpMkLst>
        </pc:cxnChg>
      </pc:sldChg>
      <pc:sldChg chg="modSp add mod">
        <pc:chgData name="Gudla, Natraj" userId="1b097815-ad51-435d-a557-eb69be7a0b69" providerId="ADAL" clId="{FE402C3C-A956-4AE1-8BD2-A3AC0C1129F3}" dt="2024-05-22T03:56:09.174" v="8874" actId="207"/>
        <pc:sldMkLst>
          <pc:docMk/>
          <pc:sldMk cId="3460164977" sldId="2147475789"/>
        </pc:sldMkLst>
        <pc:spChg chg="mod">
          <ac:chgData name="Gudla, Natraj" userId="1b097815-ad51-435d-a557-eb69be7a0b69" providerId="ADAL" clId="{FE402C3C-A956-4AE1-8BD2-A3AC0C1129F3}" dt="2024-05-22T03:51:29.726" v="8741" actId="6549"/>
          <ac:spMkLst>
            <pc:docMk/>
            <pc:sldMk cId="3460164977" sldId="2147475789"/>
            <ac:spMk id="3" creationId="{AA517563-EC26-4A72-6E3A-2F909348303E}"/>
          </ac:spMkLst>
        </pc:spChg>
        <pc:spChg chg="mod">
          <ac:chgData name="Gudla, Natraj" userId="1b097815-ad51-435d-a557-eb69be7a0b69" providerId="ADAL" clId="{FE402C3C-A956-4AE1-8BD2-A3AC0C1129F3}" dt="2024-05-22T03:47:13.163" v="8223" actId="20577"/>
          <ac:spMkLst>
            <pc:docMk/>
            <pc:sldMk cId="3460164977" sldId="2147475789"/>
            <ac:spMk id="419" creationId="{AD693A82-66F6-B7D4-4838-F4F945283413}"/>
          </ac:spMkLst>
        </pc:spChg>
        <pc:spChg chg="mod">
          <ac:chgData name="Gudla, Natraj" userId="1b097815-ad51-435d-a557-eb69be7a0b69" providerId="ADAL" clId="{FE402C3C-A956-4AE1-8BD2-A3AC0C1129F3}" dt="2024-05-22T03:50:27.028" v="8619" actId="255"/>
          <ac:spMkLst>
            <pc:docMk/>
            <pc:sldMk cId="3460164977" sldId="2147475789"/>
            <ac:spMk id="441" creationId="{E2324D32-69C2-CF49-6472-731C1E718259}"/>
          </ac:spMkLst>
        </pc:spChg>
        <pc:spChg chg="mod">
          <ac:chgData name="Gudla, Natraj" userId="1b097815-ad51-435d-a557-eb69be7a0b69" providerId="ADAL" clId="{FE402C3C-A956-4AE1-8BD2-A3AC0C1129F3}" dt="2024-05-22T03:53:05.224" v="8800" actId="1036"/>
          <ac:spMkLst>
            <pc:docMk/>
            <pc:sldMk cId="3460164977" sldId="2147475789"/>
            <ac:spMk id="549" creationId="{17D5E50A-5B7B-F5AA-C5B7-CF0B784B256C}"/>
          </ac:spMkLst>
        </pc:spChg>
        <pc:spChg chg="mod">
          <ac:chgData name="Gudla, Natraj" userId="1b097815-ad51-435d-a557-eb69be7a0b69" providerId="ADAL" clId="{FE402C3C-A956-4AE1-8BD2-A3AC0C1129F3}" dt="2024-05-22T03:53:05.224" v="8800" actId="1036"/>
          <ac:spMkLst>
            <pc:docMk/>
            <pc:sldMk cId="3460164977" sldId="2147475789"/>
            <ac:spMk id="561" creationId="{15A99339-EFE8-1129-A78E-BBC4B7B4B087}"/>
          </ac:spMkLst>
        </pc:spChg>
        <pc:spChg chg="mod">
          <ac:chgData name="Gudla, Natraj" userId="1b097815-ad51-435d-a557-eb69be7a0b69" providerId="ADAL" clId="{FE402C3C-A956-4AE1-8BD2-A3AC0C1129F3}" dt="2024-05-22T03:53:05.224" v="8800" actId="1036"/>
          <ac:spMkLst>
            <pc:docMk/>
            <pc:sldMk cId="3460164977" sldId="2147475789"/>
            <ac:spMk id="562" creationId="{0435C89F-1152-EA9D-CFFE-155AB3CA8520}"/>
          </ac:spMkLst>
        </pc:spChg>
        <pc:spChg chg="mod">
          <ac:chgData name="Gudla, Natraj" userId="1b097815-ad51-435d-a557-eb69be7a0b69" providerId="ADAL" clId="{FE402C3C-A956-4AE1-8BD2-A3AC0C1129F3}" dt="2024-05-22T03:55:09.518" v="8859" actId="207"/>
          <ac:spMkLst>
            <pc:docMk/>
            <pc:sldMk cId="3460164977" sldId="2147475789"/>
            <ac:spMk id="893" creationId="{263B52EB-EB43-E332-D7C2-248B801C5EDA}"/>
          </ac:spMkLst>
        </pc:spChg>
        <pc:spChg chg="mod">
          <ac:chgData name="Gudla, Natraj" userId="1b097815-ad51-435d-a557-eb69be7a0b69" providerId="ADAL" clId="{FE402C3C-A956-4AE1-8BD2-A3AC0C1129F3}" dt="2024-05-22T03:54:59.921" v="8858" actId="113"/>
          <ac:spMkLst>
            <pc:docMk/>
            <pc:sldMk cId="3460164977" sldId="2147475789"/>
            <ac:spMk id="894" creationId="{2CAEB39C-0473-AC5F-A4D1-973E20C52321}"/>
          </ac:spMkLst>
        </pc:spChg>
        <pc:spChg chg="mod">
          <ac:chgData name="Gudla, Natraj" userId="1b097815-ad51-435d-a557-eb69be7a0b69" providerId="ADAL" clId="{FE402C3C-A956-4AE1-8BD2-A3AC0C1129F3}" dt="2024-05-22T03:54:46.436" v="8855" actId="113"/>
          <ac:spMkLst>
            <pc:docMk/>
            <pc:sldMk cId="3460164977" sldId="2147475789"/>
            <ac:spMk id="895" creationId="{7EF9E9C2-1C4A-F8BC-CBDE-B7CA40BCF6F3}"/>
          </ac:spMkLst>
        </pc:spChg>
        <pc:spChg chg="mod">
          <ac:chgData name="Gudla, Natraj" userId="1b097815-ad51-435d-a557-eb69be7a0b69" providerId="ADAL" clId="{FE402C3C-A956-4AE1-8BD2-A3AC0C1129F3}" dt="2024-05-22T03:54:52.332" v="8856" actId="113"/>
          <ac:spMkLst>
            <pc:docMk/>
            <pc:sldMk cId="3460164977" sldId="2147475789"/>
            <ac:spMk id="896" creationId="{3C3B92FD-7AC1-8996-42C3-031D93B0CA49}"/>
          </ac:spMkLst>
        </pc:spChg>
        <pc:spChg chg="mod">
          <ac:chgData name="Gudla, Natraj" userId="1b097815-ad51-435d-a557-eb69be7a0b69" providerId="ADAL" clId="{FE402C3C-A956-4AE1-8BD2-A3AC0C1129F3}" dt="2024-05-22T03:54:56.358" v="8857" actId="113"/>
          <ac:spMkLst>
            <pc:docMk/>
            <pc:sldMk cId="3460164977" sldId="2147475789"/>
            <ac:spMk id="897" creationId="{EC7E989C-3635-1EA3-A174-7F3156E42D0F}"/>
          </ac:spMkLst>
        </pc:spChg>
        <pc:spChg chg="mod">
          <ac:chgData name="Gudla, Natraj" userId="1b097815-ad51-435d-a557-eb69be7a0b69" providerId="ADAL" clId="{FE402C3C-A956-4AE1-8BD2-A3AC0C1129F3}" dt="2024-05-22T03:55:16.802" v="8860" actId="207"/>
          <ac:spMkLst>
            <pc:docMk/>
            <pc:sldMk cId="3460164977" sldId="2147475789"/>
            <ac:spMk id="899" creationId="{4E486DD8-0E44-9816-0981-43F7F37965C6}"/>
          </ac:spMkLst>
        </pc:spChg>
        <pc:spChg chg="mod">
          <ac:chgData name="Gudla, Natraj" userId="1b097815-ad51-435d-a557-eb69be7a0b69" providerId="ADAL" clId="{FE402C3C-A956-4AE1-8BD2-A3AC0C1129F3}" dt="2024-05-22T03:55:26.634" v="8861" actId="207"/>
          <ac:spMkLst>
            <pc:docMk/>
            <pc:sldMk cId="3460164977" sldId="2147475789"/>
            <ac:spMk id="900" creationId="{9D317934-A9E1-5EC1-E397-2053EEC2CCE6}"/>
          </ac:spMkLst>
        </pc:spChg>
        <pc:spChg chg="mod">
          <ac:chgData name="Gudla, Natraj" userId="1b097815-ad51-435d-a557-eb69be7a0b69" providerId="ADAL" clId="{FE402C3C-A956-4AE1-8BD2-A3AC0C1129F3}" dt="2024-05-22T03:56:09.174" v="8874" actId="207"/>
          <ac:spMkLst>
            <pc:docMk/>
            <pc:sldMk cId="3460164977" sldId="2147475789"/>
            <ac:spMk id="901" creationId="{2624650A-0ED6-A68A-82C2-2B9A735F32B6}"/>
          </ac:spMkLst>
        </pc:spChg>
        <pc:spChg chg="mod">
          <ac:chgData name="Gudla, Natraj" userId="1b097815-ad51-435d-a557-eb69be7a0b69" providerId="ADAL" clId="{FE402C3C-A956-4AE1-8BD2-A3AC0C1129F3}" dt="2024-05-22T03:55:51.422" v="8873" actId="207"/>
          <ac:spMkLst>
            <pc:docMk/>
            <pc:sldMk cId="3460164977" sldId="2147475789"/>
            <ac:spMk id="902" creationId="{0C8E6312-1980-AA7A-CC1D-20B683E8161E}"/>
          </ac:spMkLst>
        </pc:spChg>
        <pc:spChg chg="mod">
          <ac:chgData name="Gudla, Natraj" userId="1b097815-ad51-435d-a557-eb69be7a0b69" providerId="ADAL" clId="{FE402C3C-A956-4AE1-8BD2-A3AC0C1129F3}" dt="2024-05-22T03:55:37.366" v="8862" actId="207"/>
          <ac:spMkLst>
            <pc:docMk/>
            <pc:sldMk cId="3460164977" sldId="2147475789"/>
            <ac:spMk id="903" creationId="{6CCF143A-DF9F-E80D-745C-5C02FE1CFE31}"/>
          </ac:spMkLst>
        </pc:spChg>
      </pc:sldChg>
      <pc:sldChg chg="add del">
        <pc:chgData name="Gudla, Natraj" userId="1b097815-ad51-435d-a557-eb69be7a0b69" providerId="ADAL" clId="{FE402C3C-A956-4AE1-8BD2-A3AC0C1129F3}" dt="2024-05-20T01:54:17.862" v="117"/>
        <pc:sldMkLst>
          <pc:docMk/>
          <pc:sldMk cId="2337659026" sldId="2147475790"/>
        </pc:sldMkLst>
      </pc:sldChg>
      <pc:sldChg chg="modSp new mod ord">
        <pc:chgData name="Gudla, Natraj" userId="1b097815-ad51-435d-a557-eb69be7a0b69" providerId="ADAL" clId="{FE402C3C-A956-4AE1-8BD2-A3AC0C1129F3}" dt="2024-05-20T11:59:51.828" v="4132" actId="404"/>
        <pc:sldMkLst>
          <pc:docMk/>
          <pc:sldMk cId="3578317261" sldId="2147475790"/>
        </pc:sldMkLst>
        <pc:spChg chg="mod">
          <ac:chgData name="Gudla, Natraj" userId="1b097815-ad51-435d-a557-eb69be7a0b69" providerId="ADAL" clId="{FE402C3C-A956-4AE1-8BD2-A3AC0C1129F3}" dt="2024-05-20T11:59:51.828" v="4132" actId="404"/>
          <ac:spMkLst>
            <pc:docMk/>
            <pc:sldMk cId="3578317261" sldId="2147475790"/>
            <ac:spMk id="2" creationId="{351BDDD2-36DC-A907-44C5-A230513CA959}"/>
          </ac:spMkLst>
        </pc:spChg>
      </pc:sldChg>
      <pc:sldChg chg="addSp delSp modSp new mod">
        <pc:chgData name="Gudla, Natraj" userId="1b097815-ad51-435d-a557-eb69be7a0b69" providerId="ADAL" clId="{FE402C3C-A956-4AE1-8BD2-A3AC0C1129F3}" dt="2024-05-21T06:39:12.378" v="5010" actId="20577"/>
        <pc:sldMkLst>
          <pc:docMk/>
          <pc:sldMk cId="3191873016" sldId="2147475791"/>
        </pc:sldMkLst>
        <pc:spChg chg="mod">
          <ac:chgData name="Gudla, Natraj" userId="1b097815-ad51-435d-a557-eb69be7a0b69" providerId="ADAL" clId="{FE402C3C-A956-4AE1-8BD2-A3AC0C1129F3}" dt="2024-05-20T10:47:59.895" v="1823" actId="1076"/>
          <ac:spMkLst>
            <pc:docMk/>
            <pc:sldMk cId="3191873016" sldId="2147475791"/>
            <ac:spMk id="2" creationId="{719614AD-B611-D048-15DC-1EA375A98276}"/>
          </ac:spMkLst>
        </pc:spChg>
        <pc:spChg chg="mod">
          <ac:chgData name="Gudla, Natraj" userId="1b097815-ad51-435d-a557-eb69be7a0b69" providerId="ADAL" clId="{FE402C3C-A956-4AE1-8BD2-A3AC0C1129F3}" dt="2024-05-20T10:45:07.086" v="1470" actId="6549"/>
          <ac:spMkLst>
            <pc:docMk/>
            <pc:sldMk cId="3191873016" sldId="2147475791"/>
            <ac:spMk id="4" creationId="{E52D2787-0BD2-EEF2-3D5C-7F7EF9AADDC4}"/>
          </ac:spMkLst>
        </pc:spChg>
        <pc:spChg chg="add mod">
          <ac:chgData name="Gudla, Natraj" userId="1b097815-ad51-435d-a557-eb69be7a0b69" providerId="ADAL" clId="{FE402C3C-A956-4AE1-8BD2-A3AC0C1129F3}" dt="2024-05-20T10:48:19.012" v="1877" actId="20577"/>
          <ac:spMkLst>
            <pc:docMk/>
            <pc:sldMk cId="3191873016" sldId="2147475791"/>
            <ac:spMk id="7" creationId="{26070EA2-1A33-D57A-5739-9057832D322C}"/>
          </ac:spMkLst>
        </pc:spChg>
        <pc:spChg chg="add del mod">
          <ac:chgData name="Gudla, Natraj" userId="1b097815-ad51-435d-a557-eb69be7a0b69" providerId="ADAL" clId="{FE402C3C-A956-4AE1-8BD2-A3AC0C1129F3}" dt="2024-05-20T10:56:11.118" v="2138" actId="478"/>
          <ac:spMkLst>
            <pc:docMk/>
            <pc:sldMk cId="3191873016" sldId="2147475791"/>
            <ac:spMk id="8" creationId="{9567BA11-FA01-18D4-7B21-69B539D5350A}"/>
          </ac:spMkLst>
        </pc:spChg>
        <pc:spChg chg="add del mod">
          <ac:chgData name="Gudla, Natraj" userId="1b097815-ad51-435d-a557-eb69be7a0b69" providerId="ADAL" clId="{FE402C3C-A956-4AE1-8BD2-A3AC0C1129F3}" dt="2024-05-20T10:56:09.421" v="2137" actId="478"/>
          <ac:spMkLst>
            <pc:docMk/>
            <pc:sldMk cId="3191873016" sldId="2147475791"/>
            <ac:spMk id="9" creationId="{9573D251-A345-121E-E4FD-3F3D14E0E18F}"/>
          </ac:spMkLst>
        </pc:spChg>
        <pc:spChg chg="add del mod">
          <ac:chgData name="Gudla, Natraj" userId="1b097815-ad51-435d-a557-eb69be7a0b69" providerId="ADAL" clId="{FE402C3C-A956-4AE1-8BD2-A3AC0C1129F3}" dt="2024-05-20T11:04:54.343" v="2600" actId="21"/>
          <ac:spMkLst>
            <pc:docMk/>
            <pc:sldMk cId="3191873016" sldId="2147475791"/>
            <ac:spMk id="10" creationId="{A9634DF6-F644-3A3F-ED45-87D48E2D3A9E}"/>
          </ac:spMkLst>
        </pc:spChg>
        <pc:spChg chg="add mod">
          <ac:chgData name="Gudla, Natraj" userId="1b097815-ad51-435d-a557-eb69be7a0b69" providerId="ADAL" clId="{FE402C3C-A956-4AE1-8BD2-A3AC0C1129F3}" dt="2024-05-21T06:39:12.378" v="5010" actId="20577"/>
          <ac:spMkLst>
            <pc:docMk/>
            <pc:sldMk cId="3191873016" sldId="2147475791"/>
            <ac:spMk id="11" creationId="{CD875C97-F7A6-5DD8-CB0C-A8AF4541D2B1}"/>
          </ac:spMkLst>
        </pc:spChg>
        <pc:spChg chg="add mod">
          <ac:chgData name="Gudla, Natraj" userId="1b097815-ad51-435d-a557-eb69be7a0b69" providerId="ADAL" clId="{FE402C3C-A956-4AE1-8BD2-A3AC0C1129F3}" dt="2024-05-21T06:38:33.314" v="5001" actId="14100"/>
          <ac:spMkLst>
            <pc:docMk/>
            <pc:sldMk cId="3191873016" sldId="2147475791"/>
            <ac:spMk id="12" creationId="{41DAFE21-2BCC-D78E-F21B-781BE3D53673}"/>
          </ac:spMkLst>
        </pc:spChg>
        <pc:spChg chg="add mod">
          <ac:chgData name="Gudla, Natraj" userId="1b097815-ad51-435d-a557-eb69be7a0b69" providerId="ADAL" clId="{FE402C3C-A956-4AE1-8BD2-A3AC0C1129F3}" dt="2024-05-21T06:37:47.491" v="4976" actId="6549"/>
          <ac:spMkLst>
            <pc:docMk/>
            <pc:sldMk cId="3191873016" sldId="2147475791"/>
            <ac:spMk id="13" creationId="{206585B5-690C-B060-BFA0-AF113395CF4F}"/>
          </ac:spMkLst>
        </pc:spChg>
        <pc:spChg chg="add del mod">
          <ac:chgData name="Gudla, Natraj" userId="1b097815-ad51-435d-a557-eb69be7a0b69" providerId="ADAL" clId="{FE402C3C-A956-4AE1-8BD2-A3AC0C1129F3}" dt="2024-05-20T11:36:45.311" v="3518" actId="478"/>
          <ac:spMkLst>
            <pc:docMk/>
            <pc:sldMk cId="3191873016" sldId="2147475791"/>
            <ac:spMk id="15" creationId="{2CA1D14A-CE1A-EA44-A847-EBECAFD6D729}"/>
          </ac:spMkLst>
        </pc:spChg>
        <pc:spChg chg="add del mod">
          <ac:chgData name="Gudla, Natraj" userId="1b097815-ad51-435d-a557-eb69be7a0b69" providerId="ADAL" clId="{FE402C3C-A956-4AE1-8BD2-A3AC0C1129F3}" dt="2024-05-20T11:36:47.815" v="3519" actId="478"/>
          <ac:spMkLst>
            <pc:docMk/>
            <pc:sldMk cId="3191873016" sldId="2147475791"/>
            <ac:spMk id="16" creationId="{7E3A5C8F-7607-D630-0757-61C5638110E8}"/>
          </ac:spMkLst>
        </pc:spChg>
        <pc:spChg chg="add mod">
          <ac:chgData name="Gudla, Natraj" userId="1b097815-ad51-435d-a557-eb69be7a0b69" providerId="ADAL" clId="{FE402C3C-A956-4AE1-8BD2-A3AC0C1129F3}" dt="2024-05-20T11:56:38.622" v="4101" actId="1076"/>
          <ac:spMkLst>
            <pc:docMk/>
            <pc:sldMk cId="3191873016" sldId="2147475791"/>
            <ac:spMk id="18" creationId="{3FD5180D-7566-997B-9BC1-F3328288D594}"/>
          </ac:spMkLst>
        </pc:spChg>
        <pc:spChg chg="add mod">
          <ac:chgData name="Gudla, Natraj" userId="1b097815-ad51-435d-a557-eb69be7a0b69" providerId="ADAL" clId="{FE402C3C-A956-4AE1-8BD2-A3AC0C1129F3}" dt="2024-05-20T11:56:24.264" v="4099" actId="1076"/>
          <ac:spMkLst>
            <pc:docMk/>
            <pc:sldMk cId="3191873016" sldId="2147475791"/>
            <ac:spMk id="20" creationId="{60209D52-104F-3F5C-41CB-7730759A57E6}"/>
          </ac:spMkLst>
        </pc:spChg>
        <pc:spChg chg="add mod">
          <ac:chgData name="Gudla, Natraj" userId="1b097815-ad51-435d-a557-eb69be7a0b69" providerId="ADAL" clId="{FE402C3C-A956-4AE1-8BD2-A3AC0C1129F3}" dt="2024-05-20T11:56:33.879" v="4100" actId="1076"/>
          <ac:spMkLst>
            <pc:docMk/>
            <pc:sldMk cId="3191873016" sldId="2147475791"/>
            <ac:spMk id="22" creationId="{762BDE76-75E5-704F-A9F6-7A490C4D587A}"/>
          </ac:spMkLst>
        </pc:spChg>
        <pc:spChg chg="add del mod">
          <ac:chgData name="Gudla, Natraj" userId="1b097815-ad51-435d-a557-eb69be7a0b69" providerId="ADAL" clId="{FE402C3C-A956-4AE1-8BD2-A3AC0C1129F3}" dt="2024-05-20T11:52:29.165" v="4051" actId="478"/>
          <ac:spMkLst>
            <pc:docMk/>
            <pc:sldMk cId="3191873016" sldId="2147475791"/>
            <ac:spMk id="23" creationId="{B06C5705-17F8-EDB8-E5F2-154A16F03730}"/>
          </ac:spMkLst>
        </pc:spChg>
        <pc:spChg chg="add mod">
          <ac:chgData name="Gudla, Natraj" userId="1b097815-ad51-435d-a557-eb69be7a0b69" providerId="ADAL" clId="{FE402C3C-A956-4AE1-8BD2-A3AC0C1129F3}" dt="2024-05-20T11:53:09.441" v="4066" actId="1036"/>
          <ac:spMkLst>
            <pc:docMk/>
            <pc:sldMk cId="3191873016" sldId="2147475791"/>
            <ac:spMk id="24" creationId="{253D7C3F-4640-88F8-D4F3-7D48A95B783D}"/>
          </ac:spMkLst>
        </pc:spChg>
        <pc:spChg chg="add mod">
          <ac:chgData name="Gudla, Natraj" userId="1b097815-ad51-435d-a557-eb69be7a0b69" providerId="ADAL" clId="{FE402C3C-A956-4AE1-8BD2-A3AC0C1129F3}" dt="2024-05-20T11:52:12.893" v="4048" actId="14100"/>
          <ac:spMkLst>
            <pc:docMk/>
            <pc:sldMk cId="3191873016" sldId="2147475791"/>
            <ac:spMk id="25" creationId="{701E1FEE-051B-3E0C-CF53-46F65074B783}"/>
          </ac:spMkLst>
        </pc:spChg>
        <pc:spChg chg="add mod">
          <ac:chgData name="Gudla, Natraj" userId="1b097815-ad51-435d-a557-eb69be7a0b69" providerId="ADAL" clId="{FE402C3C-A956-4AE1-8BD2-A3AC0C1129F3}" dt="2024-05-20T11:52:18.381" v="4049" actId="1076"/>
          <ac:spMkLst>
            <pc:docMk/>
            <pc:sldMk cId="3191873016" sldId="2147475791"/>
            <ac:spMk id="26" creationId="{D19C9E1B-6ABD-4173-D6ED-164F4D2109A3}"/>
          </ac:spMkLst>
        </pc:spChg>
        <pc:spChg chg="add mod">
          <ac:chgData name="Gudla, Natraj" userId="1b097815-ad51-435d-a557-eb69be7a0b69" providerId="ADAL" clId="{FE402C3C-A956-4AE1-8BD2-A3AC0C1129F3}" dt="2024-05-20T11:52:21.212" v="4050" actId="1076"/>
          <ac:spMkLst>
            <pc:docMk/>
            <pc:sldMk cId="3191873016" sldId="2147475791"/>
            <ac:spMk id="27" creationId="{6A2F57E9-4007-D7DB-84A8-D3C5B9588FC9}"/>
          </ac:spMkLst>
        </pc:spChg>
        <pc:spChg chg="add del mod">
          <ac:chgData name="Gudla, Natraj" userId="1b097815-ad51-435d-a557-eb69be7a0b69" providerId="ADAL" clId="{FE402C3C-A956-4AE1-8BD2-A3AC0C1129F3}" dt="2024-05-20T11:49:45.385" v="3992"/>
          <ac:spMkLst>
            <pc:docMk/>
            <pc:sldMk cId="3191873016" sldId="2147475791"/>
            <ac:spMk id="28" creationId="{6224DB9C-6849-EB5B-C6F3-58855C0912C6}"/>
          </ac:spMkLst>
        </pc:spChg>
        <pc:spChg chg="add mod ord">
          <ac:chgData name="Gudla, Natraj" userId="1b097815-ad51-435d-a557-eb69be7a0b69" providerId="ADAL" clId="{FE402C3C-A956-4AE1-8BD2-A3AC0C1129F3}" dt="2024-05-20T11:55:17.249" v="4086" actId="14100"/>
          <ac:spMkLst>
            <pc:docMk/>
            <pc:sldMk cId="3191873016" sldId="2147475791"/>
            <ac:spMk id="29" creationId="{44D652D9-3411-89A5-4E6B-360FFAB58CA7}"/>
          </ac:spMkLst>
        </pc:spChg>
        <pc:graphicFrameChg chg="add mod modGraphic">
          <ac:chgData name="Gudla, Natraj" userId="1b097815-ad51-435d-a557-eb69be7a0b69" providerId="ADAL" clId="{FE402C3C-A956-4AE1-8BD2-A3AC0C1129F3}" dt="2024-05-20T11:55:10.739" v="4084" actId="122"/>
          <ac:graphicFrameMkLst>
            <pc:docMk/>
            <pc:sldMk cId="3191873016" sldId="2147475791"/>
            <ac:graphicFrameMk id="6" creationId="{AFCB64ED-7858-0482-D517-119AF26FAF4B}"/>
          </ac:graphicFrameMkLst>
        </pc:graphicFrameChg>
        <pc:graphicFrameChg chg="add del mod modGraphic">
          <ac:chgData name="Gudla, Natraj" userId="1b097815-ad51-435d-a557-eb69be7a0b69" providerId="ADAL" clId="{FE402C3C-A956-4AE1-8BD2-A3AC0C1129F3}" dt="2024-05-20T11:34:51.501" v="3505" actId="478"/>
          <ac:graphicFrameMkLst>
            <pc:docMk/>
            <pc:sldMk cId="3191873016" sldId="2147475791"/>
            <ac:graphicFrameMk id="14" creationId="{F65E2BFF-8021-6B82-0415-696D6A404626}"/>
          </ac:graphicFrameMkLst>
        </pc:graphicFrameChg>
        <pc:graphicFrameChg chg="add mod modGraphic">
          <ac:chgData name="Gudla, Natraj" userId="1b097815-ad51-435d-a557-eb69be7a0b69" providerId="ADAL" clId="{FE402C3C-A956-4AE1-8BD2-A3AC0C1129F3}" dt="2024-05-20T11:55:57.727" v="4094" actId="14100"/>
          <ac:graphicFrameMkLst>
            <pc:docMk/>
            <pc:sldMk cId="3191873016" sldId="2147475791"/>
            <ac:graphicFrameMk id="17" creationId="{9C6F00DB-0525-C666-261D-8334B8683280}"/>
          </ac:graphicFrameMkLst>
        </pc:graphicFrameChg>
        <pc:graphicFrameChg chg="add mod">
          <ac:chgData name="Gudla, Natraj" userId="1b097815-ad51-435d-a557-eb69be7a0b69" providerId="ADAL" clId="{FE402C3C-A956-4AE1-8BD2-A3AC0C1129F3}" dt="2024-05-20T11:56:20.475" v="4098" actId="1076"/>
          <ac:graphicFrameMkLst>
            <pc:docMk/>
            <pc:sldMk cId="3191873016" sldId="2147475791"/>
            <ac:graphicFrameMk id="19" creationId="{D86DCA0D-4A29-D62B-D82B-D8BFBF27637C}"/>
          </ac:graphicFrameMkLst>
        </pc:graphicFrameChg>
        <pc:graphicFrameChg chg="add mod">
          <ac:chgData name="Gudla, Natraj" userId="1b097815-ad51-435d-a557-eb69be7a0b69" providerId="ADAL" clId="{FE402C3C-A956-4AE1-8BD2-A3AC0C1129F3}" dt="2024-05-20T11:55:49.361" v="4091" actId="1076"/>
          <ac:graphicFrameMkLst>
            <pc:docMk/>
            <pc:sldMk cId="3191873016" sldId="2147475791"/>
            <ac:graphicFrameMk id="21" creationId="{CDC0170D-5284-53F2-4475-EE18F3B8FC04}"/>
          </ac:graphicFrameMkLst>
        </pc:graphicFrameChg>
      </pc:sldChg>
      <pc:sldChg chg="addSp modSp mod">
        <pc:chgData name="Gudla, Natraj" userId="1b097815-ad51-435d-a557-eb69be7a0b69" providerId="ADAL" clId="{FE402C3C-A956-4AE1-8BD2-A3AC0C1129F3}" dt="2024-05-28T05:17:12.116" v="13011" actId="20577"/>
        <pc:sldMkLst>
          <pc:docMk/>
          <pc:sldMk cId="415626969" sldId="2147475792"/>
        </pc:sldMkLst>
        <pc:spChg chg="add mod">
          <ac:chgData name="Gudla, Natraj" userId="1b097815-ad51-435d-a557-eb69be7a0b69" providerId="ADAL" clId="{FE402C3C-A956-4AE1-8BD2-A3AC0C1129F3}" dt="2024-05-28T05:16:38.497" v="12962" actId="115"/>
          <ac:spMkLst>
            <pc:docMk/>
            <pc:sldMk cId="415626969" sldId="2147475792"/>
            <ac:spMk id="2" creationId="{516B10BD-EA74-37C8-CC12-F7D682501E43}"/>
          </ac:spMkLst>
        </pc:spChg>
        <pc:spChg chg="mod">
          <ac:chgData name="Gudla, Natraj" userId="1b097815-ad51-435d-a557-eb69be7a0b69" providerId="ADAL" clId="{FE402C3C-A956-4AE1-8BD2-A3AC0C1129F3}" dt="2024-05-28T05:16:56.491" v="12966" actId="20577"/>
          <ac:spMkLst>
            <pc:docMk/>
            <pc:sldMk cId="415626969" sldId="2147475792"/>
            <ac:spMk id="3" creationId="{2AF865AE-0F78-49F3-A0CB-D4F57A104432}"/>
          </ac:spMkLst>
        </pc:spChg>
        <pc:spChg chg="add mod">
          <ac:chgData name="Gudla, Natraj" userId="1b097815-ad51-435d-a557-eb69be7a0b69" providerId="ADAL" clId="{FE402C3C-A956-4AE1-8BD2-A3AC0C1129F3}" dt="2024-05-28T05:16:38.497" v="12962" actId="115"/>
          <ac:spMkLst>
            <pc:docMk/>
            <pc:sldMk cId="415626969" sldId="2147475792"/>
            <ac:spMk id="4" creationId="{4C19DD01-B2A0-22B2-7952-8B0E07ACC120}"/>
          </ac:spMkLst>
        </pc:spChg>
        <pc:spChg chg="add mod">
          <ac:chgData name="Gudla, Natraj" userId="1b097815-ad51-435d-a557-eb69be7a0b69" providerId="ADAL" clId="{FE402C3C-A956-4AE1-8BD2-A3AC0C1129F3}" dt="2024-05-28T05:16:33.357" v="12961" actId="115"/>
          <ac:spMkLst>
            <pc:docMk/>
            <pc:sldMk cId="415626969" sldId="2147475792"/>
            <ac:spMk id="5" creationId="{6933146C-9175-3137-BC51-046417F6F051}"/>
          </ac:spMkLst>
        </pc:spChg>
        <pc:spChg chg="mod">
          <ac:chgData name="Gudla, Natraj" userId="1b097815-ad51-435d-a557-eb69be7a0b69" providerId="ADAL" clId="{FE402C3C-A956-4AE1-8BD2-A3AC0C1129F3}" dt="2024-05-28T05:17:12.116" v="13011" actId="20577"/>
          <ac:spMkLst>
            <pc:docMk/>
            <pc:sldMk cId="415626969" sldId="2147475792"/>
            <ac:spMk id="7" creationId="{08103C3B-ECF5-47A9-E814-20A28BD040C1}"/>
          </ac:spMkLst>
        </pc:spChg>
        <pc:picChg chg="mod">
          <ac:chgData name="Gudla, Natraj" userId="1b097815-ad51-435d-a557-eb69be7a0b69" providerId="ADAL" clId="{FE402C3C-A956-4AE1-8BD2-A3AC0C1129F3}" dt="2024-05-28T05:06:09.991" v="12033" actId="14100"/>
          <ac:picMkLst>
            <pc:docMk/>
            <pc:sldMk cId="415626969" sldId="2147475792"/>
            <ac:picMk id="9" creationId="{82C79FF6-1EB2-7809-2571-D71B8B22296B}"/>
          </ac:picMkLst>
        </pc:picChg>
        <pc:picChg chg="mod">
          <ac:chgData name="Gudla, Natraj" userId="1b097815-ad51-435d-a557-eb69be7a0b69" providerId="ADAL" clId="{FE402C3C-A956-4AE1-8BD2-A3AC0C1129F3}" dt="2024-05-28T05:06:17.539" v="12036" actId="1076"/>
          <ac:picMkLst>
            <pc:docMk/>
            <pc:sldMk cId="415626969" sldId="2147475792"/>
            <ac:picMk id="15" creationId="{8C462D76-441B-9370-0024-7F3F6F657816}"/>
          </ac:picMkLst>
        </pc:picChg>
        <pc:picChg chg="mod">
          <ac:chgData name="Gudla, Natraj" userId="1b097815-ad51-435d-a557-eb69be7a0b69" providerId="ADAL" clId="{FE402C3C-A956-4AE1-8BD2-A3AC0C1129F3}" dt="2024-05-28T05:06:12.199" v="12035" actId="1076"/>
          <ac:picMkLst>
            <pc:docMk/>
            <pc:sldMk cId="415626969" sldId="2147475792"/>
            <ac:picMk id="20" creationId="{09633401-86BC-0E8F-6953-5A59635A408D}"/>
          </ac:picMkLst>
        </pc:picChg>
        <pc:picChg chg="mod">
          <ac:chgData name="Gudla, Natraj" userId="1b097815-ad51-435d-a557-eb69be7a0b69" providerId="ADAL" clId="{FE402C3C-A956-4AE1-8BD2-A3AC0C1129F3}" dt="2024-05-28T05:15:45.269" v="12889" actId="1076"/>
          <ac:picMkLst>
            <pc:docMk/>
            <pc:sldMk cId="415626969" sldId="2147475792"/>
            <ac:picMk id="22" creationId="{2B343ED8-0B5F-E287-8799-F87366F01C90}"/>
          </ac:picMkLst>
        </pc:picChg>
      </pc:sldChg>
      <pc:sldChg chg="add">
        <pc:chgData name="Gudla, Natraj" userId="1b097815-ad51-435d-a557-eb69be7a0b69" providerId="ADAL" clId="{FE402C3C-A956-4AE1-8BD2-A3AC0C1129F3}" dt="2024-05-29T08:50:30.396" v="14459" actId="2890"/>
        <pc:sldMkLst>
          <pc:docMk/>
          <pc:sldMk cId="4273167052" sldId="2147475795"/>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A56A1A9-82B5-4E1F-A55C-C8D9FB17CD3A}" type="doc">
      <dgm:prSet loTypeId="urn:microsoft.com/office/officeart/2008/layout/NameandTitleOrganizationalChart" loCatId="hierarchy" qsTypeId="urn:microsoft.com/office/officeart/2005/8/quickstyle/simple1" qsCatId="simple" csTypeId="urn:microsoft.com/office/officeart/2005/8/colors/accent1_2" csCatId="accent1" phldr="1"/>
      <dgm:spPr/>
      <dgm:t>
        <a:bodyPr/>
        <a:lstStyle/>
        <a:p>
          <a:endParaRPr lang="en-US"/>
        </a:p>
      </dgm:t>
    </dgm:pt>
    <dgm:pt modelId="{1779E7B3-3652-4146-AFC3-178218ED6CC5}">
      <dgm:prSet phldrT="[Text]" custT="1"/>
      <dgm:spPr>
        <a:solidFill>
          <a:schemeClr val="accent6">
            <a:lumMod val="50000"/>
          </a:schemeClr>
        </a:solidFill>
      </dgm:spPr>
      <dgm:t>
        <a:bodyPr/>
        <a:lstStyle/>
        <a:p>
          <a:pPr>
            <a:spcAft>
              <a:spcPts val="0"/>
            </a:spcAft>
          </a:pPr>
          <a:r>
            <a:rPr lang="en-US" sz="1800" b="1">
              <a:latin typeface="Calibri" panose="020F0502020204030204" pitchFamily="34" charset="0"/>
              <a:cs typeface="Calibri" panose="020F0502020204030204" pitchFamily="34" charset="0"/>
            </a:rPr>
            <a:t>Project</a:t>
          </a:r>
        </a:p>
        <a:p>
          <a:pPr>
            <a:spcAft>
              <a:spcPts val="0"/>
            </a:spcAft>
          </a:pPr>
          <a:r>
            <a:rPr lang="en-US" sz="1600" b="1">
              <a:latin typeface="Calibri" panose="020F0502020204030204" pitchFamily="34" charset="0"/>
              <a:cs typeface="Calibri" panose="020F0502020204030204" pitchFamily="34" charset="0"/>
            </a:rPr>
            <a:t>(</a:t>
          </a:r>
          <a:r>
            <a:rPr lang="en-US" sz="1200" b="1">
              <a:latin typeface="Calibri" panose="020F0502020204030204" pitchFamily="34" charset="0"/>
              <a:cs typeface="Calibri" panose="020F0502020204030204" pitchFamily="34" charset="0"/>
            </a:rPr>
            <a:t>Workstream</a:t>
          </a:r>
          <a:r>
            <a:rPr lang="en-US" sz="1600" b="1">
              <a:latin typeface="Calibri" panose="020F0502020204030204" pitchFamily="34" charset="0"/>
              <a:cs typeface="Calibri" panose="020F0502020204030204" pitchFamily="34" charset="0"/>
            </a:rPr>
            <a:t>)</a:t>
          </a:r>
          <a:endParaRPr lang="en-US" sz="2400" b="1">
            <a:latin typeface="Calibri" panose="020F0502020204030204" pitchFamily="34" charset="0"/>
            <a:cs typeface="Calibri" panose="020F0502020204030204" pitchFamily="34" charset="0"/>
          </a:endParaRPr>
        </a:p>
      </dgm:t>
    </dgm:pt>
    <dgm:pt modelId="{A208C52E-076F-4ECC-8B6A-BEAA73107387}" type="parTrans" cxnId="{E7B37565-8247-40F0-81E4-F31EFE2C09EB}">
      <dgm:prSet/>
      <dgm:spPr/>
      <dgm:t>
        <a:bodyPr/>
        <a:lstStyle/>
        <a:p>
          <a:endParaRPr lang="en-US"/>
        </a:p>
      </dgm:t>
    </dgm:pt>
    <dgm:pt modelId="{B43EDFE1-4826-4AA0-B38C-51C7B1785CA1}" type="sibTrans" cxnId="{E7B37565-8247-40F0-81E4-F31EFE2C09EB}">
      <dgm:prSet/>
      <dgm:spPr/>
      <dgm:t>
        <a:bodyPr/>
        <a:lstStyle/>
        <a:p>
          <a:r>
            <a:rPr lang="en-US" b="1"/>
            <a:t>BZ </a:t>
          </a:r>
          <a:r>
            <a:rPr lang="en-US" b="1" err="1"/>
            <a:t>PolicyCenter</a:t>
          </a:r>
          <a:endParaRPr lang="en-US" b="1"/>
        </a:p>
      </dgm:t>
    </dgm:pt>
    <dgm:pt modelId="{63F9C220-F65F-40E1-9B3B-BD6E903F5ED6}">
      <dgm:prSet phldrT="[Text]" custT="1"/>
      <dgm:spPr>
        <a:solidFill>
          <a:srgbClr val="92D050"/>
        </a:solidFill>
      </dgm:spPr>
      <dgm:t>
        <a:bodyPr/>
        <a:lstStyle/>
        <a:p>
          <a:r>
            <a:rPr lang="en-US" sz="1800" b="1">
              <a:latin typeface="Calibri" panose="020F0502020204030204" pitchFamily="34" charset="0"/>
              <a:cs typeface="Calibri" panose="020F0502020204030204" pitchFamily="34" charset="0"/>
            </a:rPr>
            <a:t>Scrum board 1</a:t>
          </a:r>
        </a:p>
      </dgm:t>
    </dgm:pt>
    <dgm:pt modelId="{FD473776-72AA-42F4-B7C5-275A6D473A39}" type="parTrans" cxnId="{B436742F-5AA8-4EFF-97A6-7D90AE88C890}">
      <dgm:prSet/>
      <dgm:spPr/>
      <dgm:t>
        <a:bodyPr/>
        <a:lstStyle/>
        <a:p>
          <a:endParaRPr lang="en-US" b="1"/>
        </a:p>
      </dgm:t>
    </dgm:pt>
    <dgm:pt modelId="{E14A5816-54A9-4DF4-9297-5DDA741369C2}" type="sibTrans" cxnId="{B436742F-5AA8-4EFF-97A6-7D90AE88C890}">
      <dgm:prSet/>
      <dgm:spPr/>
      <dgm:t>
        <a:bodyPr/>
        <a:lstStyle/>
        <a:p>
          <a:r>
            <a:rPr lang="en-US" b="0"/>
            <a:t>BZFoundation R1</a:t>
          </a:r>
        </a:p>
      </dgm:t>
    </dgm:pt>
    <dgm:pt modelId="{F323D4A2-1DEB-4491-B211-A55DAEBA07B1}">
      <dgm:prSet phldrT="[Text]" custT="1"/>
      <dgm:spPr>
        <a:solidFill>
          <a:srgbClr val="FFC000"/>
        </a:solidFill>
      </dgm:spPr>
      <dgm:t>
        <a:bodyPr/>
        <a:lstStyle/>
        <a:p>
          <a:r>
            <a:rPr lang="en-US" sz="1800" b="1">
              <a:latin typeface="Calibri" panose="020F0502020204030204" pitchFamily="34" charset="0"/>
              <a:cs typeface="Calibri" panose="020F0502020204030204" pitchFamily="34" charset="0"/>
            </a:rPr>
            <a:t>Scrum board 2</a:t>
          </a:r>
        </a:p>
      </dgm:t>
    </dgm:pt>
    <dgm:pt modelId="{BF63DC95-4C97-487F-8417-91F39F9F4546}" type="parTrans" cxnId="{E6760D9B-2F2D-4C5C-B535-1CB9002245F8}">
      <dgm:prSet/>
      <dgm:spPr/>
      <dgm:t>
        <a:bodyPr/>
        <a:lstStyle/>
        <a:p>
          <a:endParaRPr lang="en-US" b="1"/>
        </a:p>
      </dgm:t>
    </dgm:pt>
    <dgm:pt modelId="{725C7469-6342-4EF8-A51D-AECCFD3A477D}" type="sibTrans" cxnId="{E6760D9B-2F2D-4C5C-B535-1CB9002245F8}">
      <dgm:prSet/>
      <dgm:spPr/>
      <dgm:t>
        <a:bodyPr/>
        <a:lstStyle/>
        <a:p>
          <a:r>
            <a:rPr lang="en-US" b="0" err="1"/>
            <a:t>BZPolicyCenter</a:t>
          </a:r>
          <a:r>
            <a:rPr lang="en-US" b="0"/>
            <a:t> R2</a:t>
          </a:r>
        </a:p>
      </dgm:t>
    </dgm:pt>
    <dgm:pt modelId="{DB385CE5-F02C-4612-AB18-8115843FA694}">
      <dgm:prSet phldrT="[Text]" custT="1"/>
      <dgm:spPr>
        <a:solidFill>
          <a:srgbClr val="00B0F0"/>
        </a:solidFill>
      </dgm:spPr>
      <dgm:t>
        <a:bodyPr/>
        <a:lstStyle/>
        <a:p>
          <a:r>
            <a:rPr lang="en-US" sz="1800" b="1">
              <a:latin typeface="Calibri" panose="020F0502020204030204" pitchFamily="34" charset="0"/>
              <a:cs typeface="Calibri" panose="020F0502020204030204" pitchFamily="34" charset="0"/>
            </a:rPr>
            <a:t>Scrum board 3</a:t>
          </a:r>
        </a:p>
      </dgm:t>
    </dgm:pt>
    <dgm:pt modelId="{40B81547-644F-4834-8D3B-B2919C4935FA}" type="parTrans" cxnId="{80C6771C-EB65-4B8C-97D0-82225009F441}">
      <dgm:prSet/>
      <dgm:spPr/>
      <dgm:t>
        <a:bodyPr/>
        <a:lstStyle/>
        <a:p>
          <a:endParaRPr lang="en-US" b="1"/>
        </a:p>
      </dgm:t>
    </dgm:pt>
    <dgm:pt modelId="{BA267FBF-11C9-40B2-ACE8-556501A12B94}" type="sibTrans" cxnId="{80C6771C-EB65-4B8C-97D0-82225009F441}">
      <dgm:prSet/>
      <dgm:spPr/>
      <dgm:t>
        <a:bodyPr/>
        <a:lstStyle/>
        <a:p>
          <a:r>
            <a:rPr lang="en-US" b="0" err="1"/>
            <a:t>BZPolicyCenter</a:t>
          </a:r>
          <a:r>
            <a:rPr lang="en-US" b="0"/>
            <a:t> R3</a:t>
          </a:r>
        </a:p>
      </dgm:t>
    </dgm:pt>
    <dgm:pt modelId="{ADF7BD49-F85E-473B-A8E5-4CD023C9D397}" type="pres">
      <dgm:prSet presAssocID="{CA56A1A9-82B5-4E1F-A55C-C8D9FB17CD3A}" presName="hierChild1" presStyleCnt="0">
        <dgm:presLayoutVars>
          <dgm:orgChart val="1"/>
          <dgm:chPref val="1"/>
          <dgm:dir/>
          <dgm:animOne val="branch"/>
          <dgm:animLvl val="lvl"/>
          <dgm:resizeHandles/>
        </dgm:presLayoutVars>
      </dgm:prSet>
      <dgm:spPr/>
    </dgm:pt>
    <dgm:pt modelId="{6C7E467C-28F0-439F-BB44-2AD77DD083E6}" type="pres">
      <dgm:prSet presAssocID="{1779E7B3-3652-4146-AFC3-178218ED6CC5}" presName="hierRoot1" presStyleCnt="0">
        <dgm:presLayoutVars>
          <dgm:hierBranch val="init"/>
        </dgm:presLayoutVars>
      </dgm:prSet>
      <dgm:spPr/>
    </dgm:pt>
    <dgm:pt modelId="{06A77BF0-7185-4A80-860F-3D8E11534C48}" type="pres">
      <dgm:prSet presAssocID="{1779E7B3-3652-4146-AFC3-178218ED6CC5}" presName="rootComposite1" presStyleCnt="0"/>
      <dgm:spPr/>
    </dgm:pt>
    <dgm:pt modelId="{126452A4-014F-41D7-AEED-A01732072531}" type="pres">
      <dgm:prSet presAssocID="{1779E7B3-3652-4146-AFC3-178218ED6CC5}" presName="rootText1" presStyleLbl="node0" presStyleIdx="0" presStyleCnt="1" custScaleX="135484" custScaleY="74963" custLinFactNeighborX="-5325" custLinFactNeighborY="-2013">
        <dgm:presLayoutVars>
          <dgm:chMax/>
          <dgm:chPref val="3"/>
        </dgm:presLayoutVars>
      </dgm:prSet>
      <dgm:spPr/>
    </dgm:pt>
    <dgm:pt modelId="{3D5C5E5B-3357-4F26-86E0-F1E99B64A6A9}" type="pres">
      <dgm:prSet presAssocID="{1779E7B3-3652-4146-AFC3-178218ED6CC5}" presName="titleText1" presStyleLbl="fgAcc0" presStyleIdx="0" presStyleCnt="1">
        <dgm:presLayoutVars>
          <dgm:chMax val="0"/>
          <dgm:chPref val="0"/>
        </dgm:presLayoutVars>
      </dgm:prSet>
      <dgm:spPr/>
    </dgm:pt>
    <dgm:pt modelId="{BE0EA1A4-03AD-4066-A5E3-C9B19986B11C}" type="pres">
      <dgm:prSet presAssocID="{1779E7B3-3652-4146-AFC3-178218ED6CC5}" presName="rootConnector1" presStyleLbl="node1" presStyleIdx="0" presStyleCnt="3"/>
      <dgm:spPr/>
    </dgm:pt>
    <dgm:pt modelId="{C46576D3-4D83-44F0-94E8-1EE42204421F}" type="pres">
      <dgm:prSet presAssocID="{1779E7B3-3652-4146-AFC3-178218ED6CC5}" presName="hierChild2" presStyleCnt="0"/>
      <dgm:spPr/>
    </dgm:pt>
    <dgm:pt modelId="{69E9BD54-8683-4802-9B4F-1632587F1E84}" type="pres">
      <dgm:prSet presAssocID="{FD473776-72AA-42F4-B7C5-275A6D473A39}" presName="Name37" presStyleLbl="parChTrans1D2" presStyleIdx="0" presStyleCnt="3"/>
      <dgm:spPr/>
    </dgm:pt>
    <dgm:pt modelId="{33D2E4DC-2D4D-4602-B6F3-BCED5F5E48F5}" type="pres">
      <dgm:prSet presAssocID="{63F9C220-F65F-40E1-9B3B-BD6E903F5ED6}" presName="hierRoot2" presStyleCnt="0">
        <dgm:presLayoutVars>
          <dgm:hierBranch val="init"/>
        </dgm:presLayoutVars>
      </dgm:prSet>
      <dgm:spPr/>
    </dgm:pt>
    <dgm:pt modelId="{3D7D49EA-9CEC-402B-8E42-974957B3A6CA}" type="pres">
      <dgm:prSet presAssocID="{63F9C220-F65F-40E1-9B3B-BD6E903F5ED6}" presName="rootComposite" presStyleCnt="0"/>
      <dgm:spPr/>
    </dgm:pt>
    <dgm:pt modelId="{37652F4A-13D1-4DCB-952C-C4F8E68A9BB8}" type="pres">
      <dgm:prSet presAssocID="{63F9C220-F65F-40E1-9B3B-BD6E903F5ED6}" presName="rootText" presStyleLbl="node1" presStyleIdx="0" presStyleCnt="3" custLinFactNeighborY="-3586">
        <dgm:presLayoutVars>
          <dgm:chMax/>
          <dgm:chPref val="3"/>
        </dgm:presLayoutVars>
      </dgm:prSet>
      <dgm:spPr/>
    </dgm:pt>
    <dgm:pt modelId="{02B1AAB0-57AD-4BA8-B4D8-9D50D9650327}" type="pres">
      <dgm:prSet presAssocID="{63F9C220-F65F-40E1-9B3B-BD6E903F5ED6}" presName="titleText2" presStyleLbl="fgAcc1" presStyleIdx="0" presStyleCnt="3">
        <dgm:presLayoutVars>
          <dgm:chMax val="0"/>
          <dgm:chPref val="0"/>
        </dgm:presLayoutVars>
      </dgm:prSet>
      <dgm:spPr/>
    </dgm:pt>
    <dgm:pt modelId="{D2887DD0-5FC4-47BB-B3B0-01784E5C6EA4}" type="pres">
      <dgm:prSet presAssocID="{63F9C220-F65F-40E1-9B3B-BD6E903F5ED6}" presName="rootConnector" presStyleLbl="node2" presStyleIdx="0" presStyleCnt="0"/>
      <dgm:spPr/>
    </dgm:pt>
    <dgm:pt modelId="{0887B5F7-5B68-4CFD-BBFB-6E4CE8F0ECFF}" type="pres">
      <dgm:prSet presAssocID="{63F9C220-F65F-40E1-9B3B-BD6E903F5ED6}" presName="hierChild4" presStyleCnt="0"/>
      <dgm:spPr/>
    </dgm:pt>
    <dgm:pt modelId="{6A2C8125-AB87-46A9-AD7B-3EA9DFCFCAC2}" type="pres">
      <dgm:prSet presAssocID="{63F9C220-F65F-40E1-9B3B-BD6E903F5ED6}" presName="hierChild5" presStyleCnt="0"/>
      <dgm:spPr/>
    </dgm:pt>
    <dgm:pt modelId="{8675CD3F-4C3A-4355-9E0C-0835F044AD4A}" type="pres">
      <dgm:prSet presAssocID="{BF63DC95-4C97-487F-8417-91F39F9F4546}" presName="Name37" presStyleLbl="parChTrans1D2" presStyleIdx="1" presStyleCnt="3"/>
      <dgm:spPr/>
    </dgm:pt>
    <dgm:pt modelId="{C9D8D2CC-36D0-4098-8A1D-1284446F6301}" type="pres">
      <dgm:prSet presAssocID="{F323D4A2-1DEB-4491-B211-A55DAEBA07B1}" presName="hierRoot2" presStyleCnt="0">
        <dgm:presLayoutVars>
          <dgm:hierBranch val="init"/>
        </dgm:presLayoutVars>
      </dgm:prSet>
      <dgm:spPr/>
    </dgm:pt>
    <dgm:pt modelId="{6BFCB8A1-7D67-4028-906B-2FB387128236}" type="pres">
      <dgm:prSet presAssocID="{F323D4A2-1DEB-4491-B211-A55DAEBA07B1}" presName="rootComposite" presStyleCnt="0"/>
      <dgm:spPr/>
    </dgm:pt>
    <dgm:pt modelId="{8C1F529A-8431-453C-B0F6-081189FA7EB0}" type="pres">
      <dgm:prSet presAssocID="{F323D4A2-1DEB-4491-B211-A55DAEBA07B1}" presName="rootText" presStyleLbl="node1" presStyleIdx="1" presStyleCnt="3">
        <dgm:presLayoutVars>
          <dgm:chMax/>
          <dgm:chPref val="3"/>
        </dgm:presLayoutVars>
      </dgm:prSet>
      <dgm:spPr/>
    </dgm:pt>
    <dgm:pt modelId="{3DEE7FE4-8C95-4646-9237-E12D14920CE3}" type="pres">
      <dgm:prSet presAssocID="{F323D4A2-1DEB-4491-B211-A55DAEBA07B1}" presName="titleText2" presStyleLbl="fgAcc1" presStyleIdx="1" presStyleCnt="3">
        <dgm:presLayoutVars>
          <dgm:chMax val="0"/>
          <dgm:chPref val="0"/>
        </dgm:presLayoutVars>
      </dgm:prSet>
      <dgm:spPr/>
    </dgm:pt>
    <dgm:pt modelId="{8F8E03E8-B047-4B27-A4FE-5E54DB252118}" type="pres">
      <dgm:prSet presAssocID="{F323D4A2-1DEB-4491-B211-A55DAEBA07B1}" presName="rootConnector" presStyleLbl="node2" presStyleIdx="0" presStyleCnt="0"/>
      <dgm:spPr/>
    </dgm:pt>
    <dgm:pt modelId="{3C81E05F-748A-4AD9-9C09-9D3A5E9C844B}" type="pres">
      <dgm:prSet presAssocID="{F323D4A2-1DEB-4491-B211-A55DAEBA07B1}" presName="hierChild4" presStyleCnt="0"/>
      <dgm:spPr/>
    </dgm:pt>
    <dgm:pt modelId="{959BF538-D4DA-40F5-ADC1-E8D11BFC7EFA}" type="pres">
      <dgm:prSet presAssocID="{F323D4A2-1DEB-4491-B211-A55DAEBA07B1}" presName="hierChild5" presStyleCnt="0"/>
      <dgm:spPr/>
    </dgm:pt>
    <dgm:pt modelId="{BA04F90C-2CC5-45BD-930B-8EFCD632E48D}" type="pres">
      <dgm:prSet presAssocID="{40B81547-644F-4834-8D3B-B2919C4935FA}" presName="Name37" presStyleLbl="parChTrans1D2" presStyleIdx="2" presStyleCnt="3"/>
      <dgm:spPr/>
    </dgm:pt>
    <dgm:pt modelId="{B5C55725-5715-4F6D-8789-2E7E00BB51AA}" type="pres">
      <dgm:prSet presAssocID="{DB385CE5-F02C-4612-AB18-8115843FA694}" presName="hierRoot2" presStyleCnt="0">
        <dgm:presLayoutVars>
          <dgm:hierBranch val="init"/>
        </dgm:presLayoutVars>
      </dgm:prSet>
      <dgm:spPr/>
    </dgm:pt>
    <dgm:pt modelId="{74124756-D5D8-43E4-BAF0-4F87BF468616}" type="pres">
      <dgm:prSet presAssocID="{DB385CE5-F02C-4612-AB18-8115843FA694}" presName="rootComposite" presStyleCnt="0"/>
      <dgm:spPr/>
    </dgm:pt>
    <dgm:pt modelId="{BC682B05-B988-44AD-8848-02E509679DC2}" type="pres">
      <dgm:prSet presAssocID="{DB385CE5-F02C-4612-AB18-8115843FA694}" presName="rootText" presStyleLbl="node1" presStyleIdx="2" presStyleCnt="3" custLinFactNeighborX="-16707" custLinFactNeighborY="-3586">
        <dgm:presLayoutVars>
          <dgm:chMax/>
          <dgm:chPref val="3"/>
        </dgm:presLayoutVars>
      </dgm:prSet>
      <dgm:spPr/>
    </dgm:pt>
    <dgm:pt modelId="{0BD4B24B-88A9-40D6-A5BD-BC1D4228F57A}" type="pres">
      <dgm:prSet presAssocID="{DB385CE5-F02C-4612-AB18-8115843FA694}" presName="titleText2" presStyleLbl="fgAcc1" presStyleIdx="2" presStyleCnt="3">
        <dgm:presLayoutVars>
          <dgm:chMax val="0"/>
          <dgm:chPref val="0"/>
        </dgm:presLayoutVars>
      </dgm:prSet>
      <dgm:spPr/>
    </dgm:pt>
    <dgm:pt modelId="{9A3B1D59-7DC1-4BC9-B709-9260F5069005}" type="pres">
      <dgm:prSet presAssocID="{DB385CE5-F02C-4612-AB18-8115843FA694}" presName="rootConnector" presStyleLbl="node2" presStyleIdx="0" presStyleCnt="0"/>
      <dgm:spPr/>
    </dgm:pt>
    <dgm:pt modelId="{4683953C-3A9A-49A0-B85F-998F390C26BA}" type="pres">
      <dgm:prSet presAssocID="{DB385CE5-F02C-4612-AB18-8115843FA694}" presName="hierChild4" presStyleCnt="0"/>
      <dgm:spPr/>
    </dgm:pt>
    <dgm:pt modelId="{AAAF980C-DE40-4101-ABC5-062EE534E37C}" type="pres">
      <dgm:prSet presAssocID="{DB385CE5-F02C-4612-AB18-8115843FA694}" presName="hierChild5" presStyleCnt="0"/>
      <dgm:spPr/>
    </dgm:pt>
    <dgm:pt modelId="{A54F574B-18F9-425D-8055-DE9ABB8FE0D0}" type="pres">
      <dgm:prSet presAssocID="{1779E7B3-3652-4146-AFC3-178218ED6CC5}" presName="hierChild3" presStyleCnt="0"/>
      <dgm:spPr/>
    </dgm:pt>
  </dgm:ptLst>
  <dgm:cxnLst>
    <dgm:cxn modelId="{DCB2C901-ED64-4D16-8EDE-6415B36C9DB8}" type="presOf" srcId="{725C7469-6342-4EF8-A51D-AECCFD3A477D}" destId="{3DEE7FE4-8C95-4646-9237-E12D14920CE3}" srcOrd="0" destOrd="0" presId="urn:microsoft.com/office/officeart/2008/layout/NameandTitleOrganizationalChart"/>
    <dgm:cxn modelId="{73DC1410-FDC6-429E-B5EC-CE7DAAF2410A}" type="presOf" srcId="{1779E7B3-3652-4146-AFC3-178218ED6CC5}" destId="{126452A4-014F-41D7-AEED-A01732072531}" srcOrd="0" destOrd="0" presId="urn:microsoft.com/office/officeart/2008/layout/NameandTitleOrganizationalChart"/>
    <dgm:cxn modelId="{F5E4B314-7900-4761-A13D-EAAF411C6196}" type="presOf" srcId="{1779E7B3-3652-4146-AFC3-178218ED6CC5}" destId="{BE0EA1A4-03AD-4066-A5E3-C9B19986B11C}" srcOrd="1" destOrd="0" presId="urn:microsoft.com/office/officeart/2008/layout/NameandTitleOrganizationalChart"/>
    <dgm:cxn modelId="{80C6771C-EB65-4B8C-97D0-82225009F441}" srcId="{1779E7B3-3652-4146-AFC3-178218ED6CC5}" destId="{DB385CE5-F02C-4612-AB18-8115843FA694}" srcOrd="2" destOrd="0" parTransId="{40B81547-644F-4834-8D3B-B2919C4935FA}" sibTransId="{BA267FBF-11C9-40B2-ACE8-556501A12B94}"/>
    <dgm:cxn modelId="{7F672F20-CEE3-44A8-80B1-ED71CB3C1F87}" type="presOf" srcId="{DB385CE5-F02C-4612-AB18-8115843FA694}" destId="{9A3B1D59-7DC1-4BC9-B709-9260F5069005}" srcOrd="1" destOrd="0" presId="urn:microsoft.com/office/officeart/2008/layout/NameandTitleOrganizationalChart"/>
    <dgm:cxn modelId="{B436742F-5AA8-4EFF-97A6-7D90AE88C890}" srcId="{1779E7B3-3652-4146-AFC3-178218ED6CC5}" destId="{63F9C220-F65F-40E1-9B3B-BD6E903F5ED6}" srcOrd="0" destOrd="0" parTransId="{FD473776-72AA-42F4-B7C5-275A6D473A39}" sibTransId="{E14A5816-54A9-4DF4-9297-5DDA741369C2}"/>
    <dgm:cxn modelId="{F2FBEB3B-906C-427E-B6CE-5FA618B43690}" type="presOf" srcId="{F323D4A2-1DEB-4491-B211-A55DAEBA07B1}" destId="{8C1F529A-8431-453C-B0F6-081189FA7EB0}" srcOrd="0" destOrd="0" presId="urn:microsoft.com/office/officeart/2008/layout/NameandTitleOrganizationalChart"/>
    <dgm:cxn modelId="{E7B37565-8247-40F0-81E4-F31EFE2C09EB}" srcId="{CA56A1A9-82B5-4E1F-A55C-C8D9FB17CD3A}" destId="{1779E7B3-3652-4146-AFC3-178218ED6CC5}" srcOrd="0" destOrd="0" parTransId="{A208C52E-076F-4ECC-8B6A-BEAA73107387}" sibTransId="{B43EDFE1-4826-4AA0-B38C-51C7B1785CA1}"/>
    <dgm:cxn modelId="{1436A154-AAF8-4B72-BCD7-BDF5D11BFD51}" type="presOf" srcId="{E14A5816-54A9-4DF4-9297-5DDA741369C2}" destId="{02B1AAB0-57AD-4BA8-B4D8-9D50D9650327}" srcOrd="0" destOrd="0" presId="urn:microsoft.com/office/officeart/2008/layout/NameandTitleOrganizationalChart"/>
    <dgm:cxn modelId="{BD1D5E55-B40E-4F61-80A9-1E657347406A}" type="presOf" srcId="{F323D4A2-1DEB-4491-B211-A55DAEBA07B1}" destId="{8F8E03E8-B047-4B27-A4FE-5E54DB252118}" srcOrd="1" destOrd="0" presId="urn:microsoft.com/office/officeart/2008/layout/NameandTitleOrganizationalChart"/>
    <dgm:cxn modelId="{92965F58-F230-47D9-BF2C-AB8F98BB2809}" type="presOf" srcId="{63F9C220-F65F-40E1-9B3B-BD6E903F5ED6}" destId="{37652F4A-13D1-4DCB-952C-C4F8E68A9BB8}" srcOrd="0" destOrd="0" presId="urn:microsoft.com/office/officeart/2008/layout/NameandTitleOrganizationalChart"/>
    <dgm:cxn modelId="{1EA98D7B-2EF1-4176-A109-81B34CABB286}" type="presOf" srcId="{BA267FBF-11C9-40B2-ACE8-556501A12B94}" destId="{0BD4B24B-88A9-40D6-A5BD-BC1D4228F57A}" srcOrd="0" destOrd="0" presId="urn:microsoft.com/office/officeart/2008/layout/NameandTitleOrganizationalChart"/>
    <dgm:cxn modelId="{E6760D9B-2F2D-4C5C-B535-1CB9002245F8}" srcId="{1779E7B3-3652-4146-AFC3-178218ED6CC5}" destId="{F323D4A2-1DEB-4491-B211-A55DAEBA07B1}" srcOrd="1" destOrd="0" parTransId="{BF63DC95-4C97-487F-8417-91F39F9F4546}" sibTransId="{725C7469-6342-4EF8-A51D-AECCFD3A477D}"/>
    <dgm:cxn modelId="{26F0A8AA-6A32-4CEE-A4CF-A3CE7F364F89}" type="presOf" srcId="{B43EDFE1-4826-4AA0-B38C-51C7B1785CA1}" destId="{3D5C5E5B-3357-4F26-86E0-F1E99B64A6A9}" srcOrd="0" destOrd="0" presId="urn:microsoft.com/office/officeart/2008/layout/NameandTitleOrganizationalChart"/>
    <dgm:cxn modelId="{CE7C9EAE-898E-47DB-B54B-B2A17BEC1736}" type="presOf" srcId="{63F9C220-F65F-40E1-9B3B-BD6E903F5ED6}" destId="{D2887DD0-5FC4-47BB-B3B0-01784E5C6EA4}" srcOrd="1" destOrd="0" presId="urn:microsoft.com/office/officeart/2008/layout/NameandTitleOrganizationalChart"/>
    <dgm:cxn modelId="{6505F9CA-04B9-4C54-B7C1-53E23332E38B}" type="presOf" srcId="{CA56A1A9-82B5-4E1F-A55C-C8D9FB17CD3A}" destId="{ADF7BD49-F85E-473B-A8E5-4CD023C9D397}" srcOrd="0" destOrd="0" presId="urn:microsoft.com/office/officeart/2008/layout/NameandTitleOrganizationalChart"/>
    <dgm:cxn modelId="{B3A6BEDA-56E7-4A62-A8AF-A8CD0EA9C835}" type="presOf" srcId="{40B81547-644F-4834-8D3B-B2919C4935FA}" destId="{BA04F90C-2CC5-45BD-930B-8EFCD632E48D}" srcOrd="0" destOrd="0" presId="urn:microsoft.com/office/officeart/2008/layout/NameandTitleOrganizationalChart"/>
    <dgm:cxn modelId="{AB97E3E4-9908-4B89-BFE0-2B646328E0BB}" type="presOf" srcId="{DB385CE5-F02C-4612-AB18-8115843FA694}" destId="{BC682B05-B988-44AD-8848-02E509679DC2}" srcOrd="0" destOrd="0" presId="urn:microsoft.com/office/officeart/2008/layout/NameandTitleOrganizationalChart"/>
    <dgm:cxn modelId="{47DE60EA-1817-4404-A766-8156E6243F5E}" type="presOf" srcId="{BF63DC95-4C97-487F-8417-91F39F9F4546}" destId="{8675CD3F-4C3A-4355-9E0C-0835F044AD4A}" srcOrd="0" destOrd="0" presId="urn:microsoft.com/office/officeart/2008/layout/NameandTitleOrganizationalChart"/>
    <dgm:cxn modelId="{449861F3-DC92-45ED-BB77-2AE245E4ADCD}" type="presOf" srcId="{FD473776-72AA-42F4-B7C5-275A6D473A39}" destId="{69E9BD54-8683-4802-9B4F-1632587F1E84}" srcOrd="0" destOrd="0" presId="urn:microsoft.com/office/officeart/2008/layout/NameandTitleOrganizationalChart"/>
    <dgm:cxn modelId="{317F9C65-233E-4043-B6F6-5522FB94A597}" type="presParOf" srcId="{ADF7BD49-F85E-473B-A8E5-4CD023C9D397}" destId="{6C7E467C-28F0-439F-BB44-2AD77DD083E6}" srcOrd="0" destOrd="0" presId="urn:microsoft.com/office/officeart/2008/layout/NameandTitleOrganizationalChart"/>
    <dgm:cxn modelId="{6BA3BC10-1C66-4221-9DF5-482DB3794911}" type="presParOf" srcId="{6C7E467C-28F0-439F-BB44-2AD77DD083E6}" destId="{06A77BF0-7185-4A80-860F-3D8E11534C48}" srcOrd="0" destOrd="0" presId="urn:microsoft.com/office/officeart/2008/layout/NameandTitleOrganizationalChart"/>
    <dgm:cxn modelId="{8D9CB4EB-0911-4F7E-99A5-000D72B1E1B5}" type="presParOf" srcId="{06A77BF0-7185-4A80-860F-3D8E11534C48}" destId="{126452A4-014F-41D7-AEED-A01732072531}" srcOrd="0" destOrd="0" presId="urn:microsoft.com/office/officeart/2008/layout/NameandTitleOrganizationalChart"/>
    <dgm:cxn modelId="{7AC93059-1F9F-4324-8569-5C5191F4F712}" type="presParOf" srcId="{06A77BF0-7185-4A80-860F-3D8E11534C48}" destId="{3D5C5E5B-3357-4F26-86E0-F1E99B64A6A9}" srcOrd="1" destOrd="0" presId="urn:microsoft.com/office/officeart/2008/layout/NameandTitleOrganizationalChart"/>
    <dgm:cxn modelId="{2AD7069D-9F10-4632-AE27-D85D37D09646}" type="presParOf" srcId="{06A77BF0-7185-4A80-860F-3D8E11534C48}" destId="{BE0EA1A4-03AD-4066-A5E3-C9B19986B11C}" srcOrd="2" destOrd="0" presId="urn:microsoft.com/office/officeart/2008/layout/NameandTitleOrganizationalChart"/>
    <dgm:cxn modelId="{723D8271-5841-4CBC-BE87-7EA8F167F4A9}" type="presParOf" srcId="{6C7E467C-28F0-439F-BB44-2AD77DD083E6}" destId="{C46576D3-4D83-44F0-94E8-1EE42204421F}" srcOrd="1" destOrd="0" presId="urn:microsoft.com/office/officeart/2008/layout/NameandTitleOrganizationalChart"/>
    <dgm:cxn modelId="{BF725184-8AA4-47DD-AC11-34900756C5DA}" type="presParOf" srcId="{C46576D3-4D83-44F0-94E8-1EE42204421F}" destId="{69E9BD54-8683-4802-9B4F-1632587F1E84}" srcOrd="0" destOrd="0" presId="urn:microsoft.com/office/officeart/2008/layout/NameandTitleOrganizationalChart"/>
    <dgm:cxn modelId="{206CD136-9A4F-446B-B282-EBBB2269C565}" type="presParOf" srcId="{C46576D3-4D83-44F0-94E8-1EE42204421F}" destId="{33D2E4DC-2D4D-4602-B6F3-BCED5F5E48F5}" srcOrd="1" destOrd="0" presId="urn:microsoft.com/office/officeart/2008/layout/NameandTitleOrganizationalChart"/>
    <dgm:cxn modelId="{47A3B3B8-B998-4660-BCB1-4FC227214090}" type="presParOf" srcId="{33D2E4DC-2D4D-4602-B6F3-BCED5F5E48F5}" destId="{3D7D49EA-9CEC-402B-8E42-974957B3A6CA}" srcOrd="0" destOrd="0" presId="urn:microsoft.com/office/officeart/2008/layout/NameandTitleOrganizationalChart"/>
    <dgm:cxn modelId="{F07D526E-FE1C-4B55-BB12-E32402CAEA23}" type="presParOf" srcId="{3D7D49EA-9CEC-402B-8E42-974957B3A6CA}" destId="{37652F4A-13D1-4DCB-952C-C4F8E68A9BB8}" srcOrd="0" destOrd="0" presId="urn:microsoft.com/office/officeart/2008/layout/NameandTitleOrganizationalChart"/>
    <dgm:cxn modelId="{70F74551-781B-416B-966C-CFE5231797FA}" type="presParOf" srcId="{3D7D49EA-9CEC-402B-8E42-974957B3A6CA}" destId="{02B1AAB0-57AD-4BA8-B4D8-9D50D9650327}" srcOrd="1" destOrd="0" presId="urn:microsoft.com/office/officeart/2008/layout/NameandTitleOrganizationalChart"/>
    <dgm:cxn modelId="{3623AA4A-80FA-48EE-837F-E88A33308CB3}" type="presParOf" srcId="{3D7D49EA-9CEC-402B-8E42-974957B3A6CA}" destId="{D2887DD0-5FC4-47BB-B3B0-01784E5C6EA4}" srcOrd="2" destOrd="0" presId="urn:microsoft.com/office/officeart/2008/layout/NameandTitleOrganizationalChart"/>
    <dgm:cxn modelId="{E99B0243-AD04-4DAC-A230-E159EC21B268}" type="presParOf" srcId="{33D2E4DC-2D4D-4602-B6F3-BCED5F5E48F5}" destId="{0887B5F7-5B68-4CFD-BBFB-6E4CE8F0ECFF}" srcOrd="1" destOrd="0" presId="urn:microsoft.com/office/officeart/2008/layout/NameandTitleOrganizationalChart"/>
    <dgm:cxn modelId="{1926990D-9CF8-480E-A5F2-C1F391E303A8}" type="presParOf" srcId="{33D2E4DC-2D4D-4602-B6F3-BCED5F5E48F5}" destId="{6A2C8125-AB87-46A9-AD7B-3EA9DFCFCAC2}" srcOrd="2" destOrd="0" presId="urn:microsoft.com/office/officeart/2008/layout/NameandTitleOrganizationalChart"/>
    <dgm:cxn modelId="{C58D1DDF-6C64-4BAA-9EDB-6C4C22864E46}" type="presParOf" srcId="{C46576D3-4D83-44F0-94E8-1EE42204421F}" destId="{8675CD3F-4C3A-4355-9E0C-0835F044AD4A}" srcOrd="2" destOrd="0" presId="urn:microsoft.com/office/officeart/2008/layout/NameandTitleOrganizationalChart"/>
    <dgm:cxn modelId="{61E0B3CC-B556-432C-B76D-32F18DA0CC82}" type="presParOf" srcId="{C46576D3-4D83-44F0-94E8-1EE42204421F}" destId="{C9D8D2CC-36D0-4098-8A1D-1284446F6301}" srcOrd="3" destOrd="0" presId="urn:microsoft.com/office/officeart/2008/layout/NameandTitleOrganizationalChart"/>
    <dgm:cxn modelId="{3CB7BEFB-63F0-45B6-8D67-10A0D657687C}" type="presParOf" srcId="{C9D8D2CC-36D0-4098-8A1D-1284446F6301}" destId="{6BFCB8A1-7D67-4028-906B-2FB387128236}" srcOrd="0" destOrd="0" presId="urn:microsoft.com/office/officeart/2008/layout/NameandTitleOrganizationalChart"/>
    <dgm:cxn modelId="{FA2A060F-0879-435A-B361-A22625CBDD3E}" type="presParOf" srcId="{6BFCB8A1-7D67-4028-906B-2FB387128236}" destId="{8C1F529A-8431-453C-B0F6-081189FA7EB0}" srcOrd="0" destOrd="0" presId="urn:microsoft.com/office/officeart/2008/layout/NameandTitleOrganizationalChart"/>
    <dgm:cxn modelId="{8A772FDC-C0F6-4BED-9B32-0599B5941971}" type="presParOf" srcId="{6BFCB8A1-7D67-4028-906B-2FB387128236}" destId="{3DEE7FE4-8C95-4646-9237-E12D14920CE3}" srcOrd="1" destOrd="0" presId="urn:microsoft.com/office/officeart/2008/layout/NameandTitleOrganizationalChart"/>
    <dgm:cxn modelId="{5C57A0B1-C8BB-427C-9225-13CD4804912D}" type="presParOf" srcId="{6BFCB8A1-7D67-4028-906B-2FB387128236}" destId="{8F8E03E8-B047-4B27-A4FE-5E54DB252118}" srcOrd="2" destOrd="0" presId="urn:microsoft.com/office/officeart/2008/layout/NameandTitleOrganizationalChart"/>
    <dgm:cxn modelId="{A1EB064E-E001-4A6D-AD98-0ABF2CB76F9D}" type="presParOf" srcId="{C9D8D2CC-36D0-4098-8A1D-1284446F6301}" destId="{3C81E05F-748A-4AD9-9C09-9D3A5E9C844B}" srcOrd="1" destOrd="0" presId="urn:microsoft.com/office/officeart/2008/layout/NameandTitleOrganizationalChart"/>
    <dgm:cxn modelId="{F909FD67-2E82-43C9-AAA8-E1362D9A1DD0}" type="presParOf" srcId="{C9D8D2CC-36D0-4098-8A1D-1284446F6301}" destId="{959BF538-D4DA-40F5-ADC1-E8D11BFC7EFA}" srcOrd="2" destOrd="0" presId="urn:microsoft.com/office/officeart/2008/layout/NameandTitleOrganizationalChart"/>
    <dgm:cxn modelId="{3B790386-DD61-4C24-8633-8E9D4CC1D1A6}" type="presParOf" srcId="{C46576D3-4D83-44F0-94E8-1EE42204421F}" destId="{BA04F90C-2CC5-45BD-930B-8EFCD632E48D}" srcOrd="4" destOrd="0" presId="urn:microsoft.com/office/officeart/2008/layout/NameandTitleOrganizationalChart"/>
    <dgm:cxn modelId="{44916642-5EAB-44EC-A0E0-388E52851BD8}" type="presParOf" srcId="{C46576D3-4D83-44F0-94E8-1EE42204421F}" destId="{B5C55725-5715-4F6D-8789-2E7E00BB51AA}" srcOrd="5" destOrd="0" presId="urn:microsoft.com/office/officeart/2008/layout/NameandTitleOrganizationalChart"/>
    <dgm:cxn modelId="{58B23CBF-4497-498C-B016-E8B52E38EF21}" type="presParOf" srcId="{B5C55725-5715-4F6D-8789-2E7E00BB51AA}" destId="{74124756-D5D8-43E4-BAF0-4F87BF468616}" srcOrd="0" destOrd="0" presId="urn:microsoft.com/office/officeart/2008/layout/NameandTitleOrganizationalChart"/>
    <dgm:cxn modelId="{CEE47909-4FA7-4DC3-8BEC-05D9FAF2DA7C}" type="presParOf" srcId="{74124756-D5D8-43E4-BAF0-4F87BF468616}" destId="{BC682B05-B988-44AD-8848-02E509679DC2}" srcOrd="0" destOrd="0" presId="urn:microsoft.com/office/officeart/2008/layout/NameandTitleOrganizationalChart"/>
    <dgm:cxn modelId="{A4BC61C1-029E-4C6D-A4E8-D080F95E3CAF}" type="presParOf" srcId="{74124756-D5D8-43E4-BAF0-4F87BF468616}" destId="{0BD4B24B-88A9-40D6-A5BD-BC1D4228F57A}" srcOrd="1" destOrd="0" presId="urn:microsoft.com/office/officeart/2008/layout/NameandTitleOrganizationalChart"/>
    <dgm:cxn modelId="{FD66B530-008F-498A-8B5B-2F4196DD3029}" type="presParOf" srcId="{74124756-D5D8-43E4-BAF0-4F87BF468616}" destId="{9A3B1D59-7DC1-4BC9-B709-9260F5069005}" srcOrd="2" destOrd="0" presId="urn:microsoft.com/office/officeart/2008/layout/NameandTitleOrganizationalChart"/>
    <dgm:cxn modelId="{83CACE26-158A-41A4-82AF-E12EEDBEEAF8}" type="presParOf" srcId="{B5C55725-5715-4F6D-8789-2E7E00BB51AA}" destId="{4683953C-3A9A-49A0-B85F-998F390C26BA}" srcOrd="1" destOrd="0" presId="urn:microsoft.com/office/officeart/2008/layout/NameandTitleOrganizationalChart"/>
    <dgm:cxn modelId="{E10B0AF2-558C-4056-93FE-CC977C769B84}" type="presParOf" srcId="{B5C55725-5715-4F6D-8789-2E7E00BB51AA}" destId="{AAAF980C-DE40-4101-ABC5-062EE534E37C}" srcOrd="2" destOrd="0" presId="urn:microsoft.com/office/officeart/2008/layout/NameandTitleOrganizationalChart"/>
    <dgm:cxn modelId="{C39B3A05-91E4-4FF4-91B8-737FB44A9FC5}" type="presParOf" srcId="{6C7E467C-28F0-439F-BB44-2AD77DD083E6}" destId="{A54F574B-18F9-425D-8055-DE9ABB8FE0D0}" srcOrd="2" destOrd="0" presId="urn:microsoft.com/office/officeart/2008/layout/NameandTitleOrganizational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9FBB806-8953-42BD-9302-E64EA8815522}" type="doc">
      <dgm:prSet loTypeId="urn:microsoft.com/office/officeart/2008/layout/PictureAccentList" loCatId="list" qsTypeId="urn:microsoft.com/office/officeart/2005/8/quickstyle/simple1" qsCatId="simple" csTypeId="urn:microsoft.com/office/officeart/2005/8/colors/accent1_2" csCatId="accent1" phldr="1"/>
      <dgm:spPr/>
      <dgm:t>
        <a:bodyPr/>
        <a:lstStyle/>
        <a:p>
          <a:endParaRPr lang="en-US"/>
        </a:p>
      </dgm:t>
    </dgm:pt>
    <dgm:pt modelId="{73C827F0-14F1-480E-8B64-76AB0041F0EB}">
      <dgm:prSet phldrT="[Text]"/>
      <dgm:spPr/>
      <dgm:t>
        <a:bodyPr/>
        <a:lstStyle/>
        <a:p>
          <a:r>
            <a:rPr lang="en-US">
              <a:latin typeface="Calibri" panose="020F0502020204030204" pitchFamily="34" charset="0"/>
              <a:cs typeface="Calibri" panose="020F0502020204030204" pitchFamily="34" charset="0"/>
            </a:rPr>
            <a:t>Scrum Board</a:t>
          </a:r>
        </a:p>
      </dgm:t>
    </dgm:pt>
    <dgm:pt modelId="{0E66C9D2-5934-4273-89DE-E2819D892441}" type="parTrans" cxnId="{3AA01718-A4FB-4CEC-834E-442A04226157}">
      <dgm:prSet/>
      <dgm:spPr/>
      <dgm:t>
        <a:bodyPr/>
        <a:lstStyle/>
        <a:p>
          <a:endParaRPr lang="en-US"/>
        </a:p>
      </dgm:t>
    </dgm:pt>
    <dgm:pt modelId="{67100F24-6B49-43E6-98EF-F10C08D8D619}" type="sibTrans" cxnId="{3AA01718-A4FB-4CEC-834E-442A04226157}">
      <dgm:prSet/>
      <dgm:spPr/>
      <dgm:t>
        <a:bodyPr/>
        <a:lstStyle/>
        <a:p>
          <a:endParaRPr lang="en-US"/>
        </a:p>
      </dgm:t>
    </dgm:pt>
    <dgm:pt modelId="{862A66CF-F55B-440A-B004-AF79CCBC715C}">
      <dgm:prSet phldrT="[Text]"/>
      <dgm:spPr>
        <a:solidFill>
          <a:schemeClr val="accent1">
            <a:lumMod val="40000"/>
            <a:lumOff val="60000"/>
          </a:schemeClr>
        </a:solidFill>
      </dgm:spPr>
      <dgm:t>
        <a:bodyPr/>
        <a:lstStyle/>
        <a:p>
          <a:r>
            <a:rPr lang="en-US">
              <a:solidFill>
                <a:schemeClr val="tx1"/>
              </a:solidFill>
            </a:rPr>
            <a:t>Release Backlog</a:t>
          </a:r>
        </a:p>
      </dgm:t>
    </dgm:pt>
    <dgm:pt modelId="{D2DFB67C-89D8-431A-8318-5F43BAAA9904}" type="parTrans" cxnId="{0ADD24A5-9814-4048-A0E9-287683F31F08}">
      <dgm:prSet/>
      <dgm:spPr/>
      <dgm:t>
        <a:bodyPr/>
        <a:lstStyle/>
        <a:p>
          <a:endParaRPr lang="en-US"/>
        </a:p>
      </dgm:t>
    </dgm:pt>
    <dgm:pt modelId="{1275ADC8-D67B-42B8-AFFB-FCE664E149E5}" type="sibTrans" cxnId="{0ADD24A5-9814-4048-A0E9-287683F31F08}">
      <dgm:prSet/>
      <dgm:spPr/>
      <dgm:t>
        <a:bodyPr/>
        <a:lstStyle/>
        <a:p>
          <a:endParaRPr lang="en-US"/>
        </a:p>
      </dgm:t>
    </dgm:pt>
    <dgm:pt modelId="{F4454752-A448-4247-AA31-A3760F0696DE}">
      <dgm:prSet phldrT="[Text]"/>
      <dgm:spPr>
        <a:solidFill>
          <a:schemeClr val="accent1">
            <a:lumMod val="40000"/>
            <a:lumOff val="60000"/>
          </a:schemeClr>
        </a:solidFill>
      </dgm:spPr>
      <dgm:t>
        <a:bodyPr/>
        <a:lstStyle/>
        <a:p>
          <a:r>
            <a:rPr lang="en-US">
              <a:solidFill>
                <a:schemeClr val="tx1"/>
              </a:solidFill>
            </a:rPr>
            <a:t>Sprint Backlog</a:t>
          </a:r>
        </a:p>
      </dgm:t>
    </dgm:pt>
    <dgm:pt modelId="{7F3FAB88-126D-44DC-921A-68868BCF492D}" type="parTrans" cxnId="{DAB016A7-CACE-49CD-9D5C-6E54F6CA9727}">
      <dgm:prSet/>
      <dgm:spPr/>
      <dgm:t>
        <a:bodyPr/>
        <a:lstStyle/>
        <a:p>
          <a:endParaRPr lang="en-US"/>
        </a:p>
      </dgm:t>
    </dgm:pt>
    <dgm:pt modelId="{F36C4EB8-7EA1-4455-A6CF-A405E2E1EFBD}" type="sibTrans" cxnId="{DAB016A7-CACE-49CD-9D5C-6E54F6CA9727}">
      <dgm:prSet/>
      <dgm:spPr/>
      <dgm:t>
        <a:bodyPr/>
        <a:lstStyle/>
        <a:p>
          <a:endParaRPr lang="en-US"/>
        </a:p>
      </dgm:t>
    </dgm:pt>
    <dgm:pt modelId="{F4962CEB-CC67-4D66-993F-FB1F6AFADF2B}">
      <dgm:prSet phldrT="[Text]"/>
      <dgm:spPr>
        <a:solidFill>
          <a:schemeClr val="accent1">
            <a:lumMod val="40000"/>
            <a:lumOff val="60000"/>
          </a:schemeClr>
        </a:solidFill>
      </dgm:spPr>
      <dgm:t>
        <a:bodyPr/>
        <a:lstStyle/>
        <a:p>
          <a:r>
            <a:rPr lang="en-US">
              <a:solidFill>
                <a:schemeClr val="tx1"/>
              </a:solidFill>
            </a:rPr>
            <a:t>Sprint board (Active Sprint)</a:t>
          </a:r>
        </a:p>
      </dgm:t>
    </dgm:pt>
    <dgm:pt modelId="{DD9D0964-8A5D-4EA6-97F8-C875ACB1D2B1}" type="parTrans" cxnId="{CAD3FCD1-2915-4D0C-9CD3-647751110FC8}">
      <dgm:prSet/>
      <dgm:spPr/>
      <dgm:t>
        <a:bodyPr/>
        <a:lstStyle/>
        <a:p>
          <a:endParaRPr lang="en-US"/>
        </a:p>
      </dgm:t>
    </dgm:pt>
    <dgm:pt modelId="{433BF315-DFB5-4A14-AAB8-743E4C1FFE6C}" type="sibTrans" cxnId="{CAD3FCD1-2915-4D0C-9CD3-647751110FC8}">
      <dgm:prSet/>
      <dgm:spPr/>
      <dgm:t>
        <a:bodyPr/>
        <a:lstStyle/>
        <a:p>
          <a:endParaRPr lang="en-US"/>
        </a:p>
      </dgm:t>
    </dgm:pt>
    <dgm:pt modelId="{9DEB97FC-20C2-440C-AAD0-EF0A5B4BD2EB}">
      <dgm:prSet phldrT="[Text]"/>
      <dgm:spPr>
        <a:solidFill>
          <a:schemeClr val="accent1">
            <a:lumMod val="40000"/>
            <a:lumOff val="60000"/>
          </a:schemeClr>
        </a:solidFill>
      </dgm:spPr>
      <dgm:t>
        <a:bodyPr/>
        <a:lstStyle/>
        <a:p>
          <a:r>
            <a:rPr lang="en-US">
              <a:solidFill>
                <a:schemeClr val="tx1"/>
              </a:solidFill>
            </a:rPr>
            <a:t>Reports</a:t>
          </a:r>
        </a:p>
      </dgm:t>
    </dgm:pt>
    <dgm:pt modelId="{12235D56-D8B4-4A75-B9BA-2470E38BC381}" type="parTrans" cxnId="{5D4517BC-3F4E-4013-AA54-0143EAF9EBFB}">
      <dgm:prSet/>
      <dgm:spPr/>
      <dgm:t>
        <a:bodyPr/>
        <a:lstStyle/>
        <a:p>
          <a:endParaRPr lang="en-US"/>
        </a:p>
      </dgm:t>
    </dgm:pt>
    <dgm:pt modelId="{06D5D485-D7D9-44D8-9014-2DD019973243}" type="sibTrans" cxnId="{5D4517BC-3F4E-4013-AA54-0143EAF9EBFB}">
      <dgm:prSet/>
      <dgm:spPr/>
      <dgm:t>
        <a:bodyPr/>
        <a:lstStyle/>
        <a:p>
          <a:endParaRPr lang="en-US"/>
        </a:p>
      </dgm:t>
    </dgm:pt>
    <dgm:pt modelId="{3CDC1187-6337-48ED-8E45-8BA6E3AF4585}" type="pres">
      <dgm:prSet presAssocID="{29FBB806-8953-42BD-9302-E64EA8815522}" presName="layout" presStyleCnt="0">
        <dgm:presLayoutVars>
          <dgm:chMax/>
          <dgm:chPref/>
          <dgm:dir/>
          <dgm:animOne val="branch"/>
          <dgm:animLvl val="lvl"/>
          <dgm:resizeHandles/>
        </dgm:presLayoutVars>
      </dgm:prSet>
      <dgm:spPr/>
    </dgm:pt>
    <dgm:pt modelId="{E2DCCB2B-DCC8-440F-B31C-522EE3C5F32B}" type="pres">
      <dgm:prSet presAssocID="{73C827F0-14F1-480E-8B64-76AB0041F0EB}" presName="root" presStyleCnt="0">
        <dgm:presLayoutVars>
          <dgm:chMax/>
          <dgm:chPref val="4"/>
        </dgm:presLayoutVars>
      </dgm:prSet>
      <dgm:spPr/>
    </dgm:pt>
    <dgm:pt modelId="{CF9ED0D1-F9CE-46A3-8E06-858C27ED2AA9}" type="pres">
      <dgm:prSet presAssocID="{73C827F0-14F1-480E-8B64-76AB0041F0EB}" presName="rootComposite" presStyleCnt="0">
        <dgm:presLayoutVars/>
      </dgm:prSet>
      <dgm:spPr/>
    </dgm:pt>
    <dgm:pt modelId="{186E346E-9134-4A6D-996D-B3DF93B8EA8D}" type="pres">
      <dgm:prSet presAssocID="{73C827F0-14F1-480E-8B64-76AB0041F0EB}" presName="rootText" presStyleLbl="node0" presStyleIdx="0" presStyleCnt="1">
        <dgm:presLayoutVars>
          <dgm:chMax/>
          <dgm:chPref val="4"/>
        </dgm:presLayoutVars>
      </dgm:prSet>
      <dgm:spPr/>
    </dgm:pt>
    <dgm:pt modelId="{C6B7CE54-89D9-4F6E-841D-66E96EDF6616}" type="pres">
      <dgm:prSet presAssocID="{73C827F0-14F1-480E-8B64-76AB0041F0EB}" presName="childShape" presStyleCnt="0">
        <dgm:presLayoutVars>
          <dgm:chMax val="0"/>
          <dgm:chPref val="0"/>
        </dgm:presLayoutVars>
      </dgm:prSet>
      <dgm:spPr/>
    </dgm:pt>
    <dgm:pt modelId="{898C363E-285B-418F-8388-7904211F6AFD}" type="pres">
      <dgm:prSet presAssocID="{862A66CF-F55B-440A-B004-AF79CCBC715C}" presName="childComposite" presStyleCnt="0">
        <dgm:presLayoutVars>
          <dgm:chMax val="0"/>
          <dgm:chPref val="0"/>
        </dgm:presLayoutVars>
      </dgm:prSet>
      <dgm:spPr/>
    </dgm:pt>
    <dgm:pt modelId="{2A629BF8-0292-418D-9FEA-785A0C347E0F}" type="pres">
      <dgm:prSet presAssocID="{862A66CF-F55B-440A-B004-AF79CCBC715C}" presName="Image" presStyleLbl="node1" presStyleIdx="0" presStyleCnt="4"/>
      <dgm:spPr/>
    </dgm:pt>
    <dgm:pt modelId="{3ED61B94-DEDF-4242-9A06-F22CBB0FA80D}" type="pres">
      <dgm:prSet presAssocID="{862A66CF-F55B-440A-B004-AF79CCBC715C}" presName="childText" presStyleLbl="lnNode1" presStyleIdx="0" presStyleCnt="4">
        <dgm:presLayoutVars>
          <dgm:chMax val="0"/>
          <dgm:chPref val="0"/>
          <dgm:bulletEnabled val="1"/>
        </dgm:presLayoutVars>
      </dgm:prSet>
      <dgm:spPr/>
    </dgm:pt>
    <dgm:pt modelId="{2312173D-C4AB-4922-9A1E-3BB36D78458C}" type="pres">
      <dgm:prSet presAssocID="{F4454752-A448-4247-AA31-A3760F0696DE}" presName="childComposite" presStyleCnt="0">
        <dgm:presLayoutVars>
          <dgm:chMax val="0"/>
          <dgm:chPref val="0"/>
        </dgm:presLayoutVars>
      </dgm:prSet>
      <dgm:spPr/>
    </dgm:pt>
    <dgm:pt modelId="{C955275F-94DE-4491-A99B-9650CD669C7B}" type="pres">
      <dgm:prSet presAssocID="{F4454752-A448-4247-AA31-A3760F0696DE}" presName="Image" presStyleLbl="node1" presStyleIdx="1" presStyleCnt="4"/>
      <dgm:spPr/>
    </dgm:pt>
    <dgm:pt modelId="{D8EF159A-FD85-4760-AB19-2B3CCA1353A9}" type="pres">
      <dgm:prSet presAssocID="{F4454752-A448-4247-AA31-A3760F0696DE}" presName="childText" presStyleLbl="lnNode1" presStyleIdx="1" presStyleCnt="4">
        <dgm:presLayoutVars>
          <dgm:chMax val="0"/>
          <dgm:chPref val="0"/>
          <dgm:bulletEnabled val="1"/>
        </dgm:presLayoutVars>
      </dgm:prSet>
      <dgm:spPr/>
    </dgm:pt>
    <dgm:pt modelId="{6C464592-BF07-4650-A5F4-F3092D5ED549}" type="pres">
      <dgm:prSet presAssocID="{F4962CEB-CC67-4D66-993F-FB1F6AFADF2B}" presName="childComposite" presStyleCnt="0">
        <dgm:presLayoutVars>
          <dgm:chMax val="0"/>
          <dgm:chPref val="0"/>
        </dgm:presLayoutVars>
      </dgm:prSet>
      <dgm:spPr/>
    </dgm:pt>
    <dgm:pt modelId="{2B4D4486-CC39-4DA7-B6D8-96D1C93F9263}" type="pres">
      <dgm:prSet presAssocID="{F4962CEB-CC67-4D66-993F-FB1F6AFADF2B}" presName="Image" presStyleLbl="node1" presStyleIdx="2" presStyleCnt="4"/>
      <dgm:spPr/>
    </dgm:pt>
    <dgm:pt modelId="{BCA2F759-53CA-4EDF-9004-5B569BB430E5}" type="pres">
      <dgm:prSet presAssocID="{F4962CEB-CC67-4D66-993F-FB1F6AFADF2B}" presName="childText" presStyleLbl="lnNode1" presStyleIdx="2" presStyleCnt="4">
        <dgm:presLayoutVars>
          <dgm:chMax val="0"/>
          <dgm:chPref val="0"/>
          <dgm:bulletEnabled val="1"/>
        </dgm:presLayoutVars>
      </dgm:prSet>
      <dgm:spPr/>
    </dgm:pt>
    <dgm:pt modelId="{2AE13A0B-20FB-45F0-A13E-4E4ACEE0214E}" type="pres">
      <dgm:prSet presAssocID="{9DEB97FC-20C2-440C-AAD0-EF0A5B4BD2EB}" presName="childComposite" presStyleCnt="0">
        <dgm:presLayoutVars>
          <dgm:chMax val="0"/>
          <dgm:chPref val="0"/>
        </dgm:presLayoutVars>
      </dgm:prSet>
      <dgm:spPr/>
    </dgm:pt>
    <dgm:pt modelId="{7E9CD6A9-0350-43E5-B912-645AF4704DC6}" type="pres">
      <dgm:prSet presAssocID="{9DEB97FC-20C2-440C-AAD0-EF0A5B4BD2EB}" presName="Image" presStyleLbl="node1" presStyleIdx="3" presStyleCnt="4"/>
      <dgm:spPr/>
    </dgm:pt>
    <dgm:pt modelId="{77F4B772-B1D1-4047-B999-7B85074A1084}" type="pres">
      <dgm:prSet presAssocID="{9DEB97FC-20C2-440C-AAD0-EF0A5B4BD2EB}" presName="childText" presStyleLbl="lnNode1" presStyleIdx="3" presStyleCnt="4">
        <dgm:presLayoutVars>
          <dgm:chMax val="0"/>
          <dgm:chPref val="0"/>
          <dgm:bulletEnabled val="1"/>
        </dgm:presLayoutVars>
      </dgm:prSet>
      <dgm:spPr/>
    </dgm:pt>
  </dgm:ptLst>
  <dgm:cxnLst>
    <dgm:cxn modelId="{9DC59410-76C4-468C-A876-AD7E88267DCA}" type="presOf" srcId="{F4454752-A448-4247-AA31-A3760F0696DE}" destId="{D8EF159A-FD85-4760-AB19-2B3CCA1353A9}" srcOrd="0" destOrd="0" presId="urn:microsoft.com/office/officeart/2008/layout/PictureAccentList"/>
    <dgm:cxn modelId="{3AA01718-A4FB-4CEC-834E-442A04226157}" srcId="{29FBB806-8953-42BD-9302-E64EA8815522}" destId="{73C827F0-14F1-480E-8B64-76AB0041F0EB}" srcOrd="0" destOrd="0" parTransId="{0E66C9D2-5934-4273-89DE-E2819D892441}" sibTransId="{67100F24-6B49-43E6-98EF-F10C08D8D619}"/>
    <dgm:cxn modelId="{8E0E9B61-15D7-4BA3-A522-01852AADD8D2}" type="presOf" srcId="{F4962CEB-CC67-4D66-993F-FB1F6AFADF2B}" destId="{BCA2F759-53CA-4EDF-9004-5B569BB430E5}" srcOrd="0" destOrd="0" presId="urn:microsoft.com/office/officeart/2008/layout/PictureAccentList"/>
    <dgm:cxn modelId="{A0452E69-C00F-4483-87BB-C31C93E2AD28}" type="presOf" srcId="{29FBB806-8953-42BD-9302-E64EA8815522}" destId="{3CDC1187-6337-48ED-8E45-8BA6E3AF4585}" srcOrd="0" destOrd="0" presId="urn:microsoft.com/office/officeart/2008/layout/PictureAccentList"/>
    <dgm:cxn modelId="{8D9EA29C-174E-467F-82D0-E94F3198051D}" type="presOf" srcId="{862A66CF-F55B-440A-B004-AF79CCBC715C}" destId="{3ED61B94-DEDF-4242-9A06-F22CBB0FA80D}" srcOrd="0" destOrd="0" presId="urn:microsoft.com/office/officeart/2008/layout/PictureAccentList"/>
    <dgm:cxn modelId="{0ADD24A5-9814-4048-A0E9-287683F31F08}" srcId="{73C827F0-14F1-480E-8B64-76AB0041F0EB}" destId="{862A66CF-F55B-440A-B004-AF79CCBC715C}" srcOrd="0" destOrd="0" parTransId="{D2DFB67C-89D8-431A-8318-5F43BAAA9904}" sibTransId="{1275ADC8-D67B-42B8-AFFB-FCE664E149E5}"/>
    <dgm:cxn modelId="{DAB016A7-CACE-49CD-9D5C-6E54F6CA9727}" srcId="{73C827F0-14F1-480E-8B64-76AB0041F0EB}" destId="{F4454752-A448-4247-AA31-A3760F0696DE}" srcOrd="1" destOrd="0" parTransId="{7F3FAB88-126D-44DC-921A-68868BCF492D}" sibTransId="{F36C4EB8-7EA1-4455-A6CF-A405E2E1EFBD}"/>
    <dgm:cxn modelId="{5D4517BC-3F4E-4013-AA54-0143EAF9EBFB}" srcId="{73C827F0-14F1-480E-8B64-76AB0041F0EB}" destId="{9DEB97FC-20C2-440C-AAD0-EF0A5B4BD2EB}" srcOrd="3" destOrd="0" parTransId="{12235D56-D8B4-4A75-B9BA-2470E38BC381}" sibTransId="{06D5D485-D7D9-44D8-9014-2DD019973243}"/>
    <dgm:cxn modelId="{CAD3FCD1-2915-4D0C-9CD3-647751110FC8}" srcId="{73C827F0-14F1-480E-8B64-76AB0041F0EB}" destId="{F4962CEB-CC67-4D66-993F-FB1F6AFADF2B}" srcOrd="2" destOrd="0" parTransId="{DD9D0964-8A5D-4EA6-97F8-C875ACB1D2B1}" sibTransId="{433BF315-DFB5-4A14-AAB8-743E4C1FFE6C}"/>
    <dgm:cxn modelId="{F0A40AD2-9167-44FE-AA57-30551778E034}" type="presOf" srcId="{73C827F0-14F1-480E-8B64-76AB0041F0EB}" destId="{186E346E-9134-4A6D-996D-B3DF93B8EA8D}" srcOrd="0" destOrd="0" presId="urn:microsoft.com/office/officeart/2008/layout/PictureAccentList"/>
    <dgm:cxn modelId="{C5F53EE6-48D0-4F00-907C-8BB513CA777A}" type="presOf" srcId="{9DEB97FC-20C2-440C-AAD0-EF0A5B4BD2EB}" destId="{77F4B772-B1D1-4047-B999-7B85074A1084}" srcOrd="0" destOrd="0" presId="urn:microsoft.com/office/officeart/2008/layout/PictureAccentList"/>
    <dgm:cxn modelId="{3377F1D5-9D64-4441-98A6-1D4F7E57AD92}" type="presParOf" srcId="{3CDC1187-6337-48ED-8E45-8BA6E3AF4585}" destId="{E2DCCB2B-DCC8-440F-B31C-522EE3C5F32B}" srcOrd="0" destOrd="0" presId="urn:microsoft.com/office/officeart/2008/layout/PictureAccentList"/>
    <dgm:cxn modelId="{CC0681E3-FEAD-4989-8597-8DFCF9EE2705}" type="presParOf" srcId="{E2DCCB2B-DCC8-440F-B31C-522EE3C5F32B}" destId="{CF9ED0D1-F9CE-46A3-8E06-858C27ED2AA9}" srcOrd="0" destOrd="0" presId="urn:microsoft.com/office/officeart/2008/layout/PictureAccentList"/>
    <dgm:cxn modelId="{7FAEA9BB-10F8-4F15-81FB-F79E00DA92C6}" type="presParOf" srcId="{CF9ED0D1-F9CE-46A3-8E06-858C27ED2AA9}" destId="{186E346E-9134-4A6D-996D-B3DF93B8EA8D}" srcOrd="0" destOrd="0" presId="urn:microsoft.com/office/officeart/2008/layout/PictureAccentList"/>
    <dgm:cxn modelId="{2258EFFE-A360-4B6B-B850-70DD9A485645}" type="presParOf" srcId="{E2DCCB2B-DCC8-440F-B31C-522EE3C5F32B}" destId="{C6B7CE54-89D9-4F6E-841D-66E96EDF6616}" srcOrd="1" destOrd="0" presId="urn:microsoft.com/office/officeart/2008/layout/PictureAccentList"/>
    <dgm:cxn modelId="{8185D7A7-87A6-4DED-BDAD-FABC2D0C900F}" type="presParOf" srcId="{C6B7CE54-89D9-4F6E-841D-66E96EDF6616}" destId="{898C363E-285B-418F-8388-7904211F6AFD}" srcOrd="0" destOrd="0" presId="urn:microsoft.com/office/officeart/2008/layout/PictureAccentList"/>
    <dgm:cxn modelId="{E0BA5CC5-726F-42FB-AB2E-E00253153215}" type="presParOf" srcId="{898C363E-285B-418F-8388-7904211F6AFD}" destId="{2A629BF8-0292-418D-9FEA-785A0C347E0F}" srcOrd="0" destOrd="0" presId="urn:microsoft.com/office/officeart/2008/layout/PictureAccentList"/>
    <dgm:cxn modelId="{06648DFF-5A74-45CC-835B-81F244FCBBBE}" type="presParOf" srcId="{898C363E-285B-418F-8388-7904211F6AFD}" destId="{3ED61B94-DEDF-4242-9A06-F22CBB0FA80D}" srcOrd="1" destOrd="0" presId="urn:microsoft.com/office/officeart/2008/layout/PictureAccentList"/>
    <dgm:cxn modelId="{C1A93CEA-92E4-4458-BB9B-76273F226D58}" type="presParOf" srcId="{C6B7CE54-89D9-4F6E-841D-66E96EDF6616}" destId="{2312173D-C4AB-4922-9A1E-3BB36D78458C}" srcOrd="1" destOrd="0" presId="urn:microsoft.com/office/officeart/2008/layout/PictureAccentList"/>
    <dgm:cxn modelId="{6727BC2B-3A80-484F-BC63-C4AE7C767BB2}" type="presParOf" srcId="{2312173D-C4AB-4922-9A1E-3BB36D78458C}" destId="{C955275F-94DE-4491-A99B-9650CD669C7B}" srcOrd="0" destOrd="0" presId="urn:microsoft.com/office/officeart/2008/layout/PictureAccentList"/>
    <dgm:cxn modelId="{7ACBE6A8-DA05-493E-AAC7-F51D4F5FA31E}" type="presParOf" srcId="{2312173D-C4AB-4922-9A1E-3BB36D78458C}" destId="{D8EF159A-FD85-4760-AB19-2B3CCA1353A9}" srcOrd="1" destOrd="0" presId="urn:microsoft.com/office/officeart/2008/layout/PictureAccentList"/>
    <dgm:cxn modelId="{21F6CE9C-48C6-4357-A681-07057E21EE86}" type="presParOf" srcId="{C6B7CE54-89D9-4F6E-841D-66E96EDF6616}" destId="{6C464592-BF07-4650-A5F4-F3092D5ED549}" srcOrd="2" destOrd="0" presId="urn:microsoft.com/office/officeart/2008/layout/PictureAccentList"/>
    <dgm:cxn modelId="{BDD5C3EF-044B-419D-8360-291258EFD315}" type="presParOf" srcId="{6C464592-BF07-4650-A5F4-F3092D5ED549}" destId="{2B4D4486-CC39-4DA7-B6D8-96D1C93F9263}" srcOrd="0" destOrd="0" presId="urn:microsoft.com/office/officeart/2008/layout/PictureAccentList"/>
    <dgm:cxn modelId="{771C0A96-426A-4742-9291-5245610BD12E}" type="presParOf" srcId="{6C464592-BF07-4650-A5F4-F3092D5ED549}" destId="{BCA2F759-53CA-4EDF-9004-5B569BB430E5}" srcOrd="1" destOrd="0" presId="urn:microsoft.com/office/officeart/2008/layout/PictureAccentList"/>
    <dgm:cxn modelId="{44BE7BDA-FF86-40A8-BAEC-A5DA1C63C6D7}" type="presParOf" srcId="{C6B7CE54-89D9-4F6E-841D-66E96EDF6616}" destId="{2AE13A0B-20FB-45F0-A13E-4E4ACEE0214E}" srcOrd="3" destOrd="0" presId="urn:microsoft.com/office/officeart/2008/layout/PictureAccentList"/>
    <dgm:cxn modelId="{B4EFC9BD-7490-4862-82BF-C51CC18E5A88}" type="presParOf" srcId="{2AE13A0B-20FB-45F0-A13E-4E4ACEE0214E}" destId="{7E9CD6A9-0350-43E5-B912-645AF4704DC6}" srcOrd="0" destOrd="0" presId="urn:microsoft.com/office/officeart/2008/layout/PictureAccentList"/>
    <dgm:cxn modelId="{FF1461A8-12B4-4DDE-A76C-ED97C25FED9B}" type="presParOf" srcId="{2AE13A0B-20FB-45F0-A13E-4E4ACEE0214E}" destId="{77F4B772-B1D1-4047-B999-7B85074A1084}" srcOrd="1" destOrd="0" presId="urn:microsoft.com/office/officeart/2008/layout/PictureAccent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A56A1A9-82B5-4E1F-A55C-C8D9FB17CD3A}" type="doc">
      <dgm:prSet loTypeId="urn:microsoft.com/office/officeart/2008/layout/NameandTitleOrganizationalChart" loCatId="hierarchy" qsTypeId="urn:microsoft.com/office/officeart/2005/8/quickstyle/simple1" qsCatId="simple" csTypeId="urn:microsoft.com/office/officeart/2005/8/colors/accent1_2" csCatId="accent1" phldr="1"/>
      <dgm:spPr/>
      <dgm:t>
        <a:bodyPr/>
        <a:lstStyle/>
        <a:p>
          <a:endParaRPr lang="en-US"/>
        </a:p>
      </dgm:t>
    </dgm:pt>
    <dgm:pt modelId="{1779E7B3-3652-4146-AFC3-178218ED6CC5}">
      <dgm:prSet phldrT="[Text]" custT="1"/>
      <dgm:spPr>
        <a:solidFill>
          <a:schemeClr val="accent6">
            <a:lumMod val="50000"/>
          </a:schemeClr>
        </a:solidFill>
      </dgm:spPr>
      <dgm:t>
        <a:bodyPr/>
        <a:lstStyle/>
        <a:p>
          <a:pPr>
            <a:spcAft>
              <a:spcPts val="0"/>
            </a:spcAft>
          </a:pPr>
          <a:r>
            <a:rPr lang="en-US" sz="1800" b="1">
              <a:latin typeface="Calibri" panose="020F0502020204030204" pitchFamily="34" charset="0"/>
              <a:cs typeface="Calibri" panose="020F0502020204030204" pitchFamily="34" charset="0"/>
            </a:rPr>
            <a:t>Project</a:t>
          </a:r>
        </a:p>
        <a:p>
          <a:pPr>
            <a:spcAft>
              <a:spcPts val="0"/>
            </a:spcAft>
          </a:pPr>
          <a:r>
            <a:rPr lang="en-US" sz="1600" b="1">
              <a:latin typeface="Calibri" panose="020F0502020204030204" pitchFamily="34" charset="0"/>
              <a:cs typeface="Calibri" panose="020F0502020204030204" pitchFamily="34" charset="0"/>
            </a:rPr>
            <a:t>(</a:t>
          </a:r>
          <a:r>
            <a:rPr lang="en-US" sz="1200" b="1">
              <a:latin typeface="Calibri" panose="020F0502020204030204" pitchFamily="34" charset="0"/>
              <a:cs typeface="Calibri" panose="020F0502020204030204" pitchFamily="34" charset="0"/>
            </a:rPr>
            <a:t>Workstream</a:t>
          </a:r>
          <a:r>
            <a:rPr lang="en-US" sz="1600" b="1">
              <a:latin typeface="Calibri" panose="020F0502020204030204" pitchFamily="34" charset="0"/>
              <a:cs typeface="Calibri" panose="020F0502020204030204" pitchFamily="34" charset="0"/>
            </a:rPr>
            <a:t>)</a:t>
          </a:r>
          <a:endParaRPr lang="en-US" sz="2400" b="1">
            <a:latin typeface="Calibri" panose="020F0502020204030204" pitchFamily="34" charset="0"/>
            <a:cs typeface="Calibri" panose="020F0502020204030204" pitchFamily="34" charset="0"/>
          </a:endParaRPr>
        </a:p>
      </dgm:t>
    </dgm:pt>
    <dgm:pt modelId="{A208C52E-076F-4ECC-8B6A-BEAA73107387}" type="parTrans" cxnId="{E7B37565-8247-40F0-81E4-F31EFE2C09EB}">
      <dgm:prSet/>
      <dgm:spPr/>
      <dgm:t>
        <a:bodyPr/>
        <a:lstStyle/>
        <a:p>
          <a:endParaRPr lang="en-US"/>
        </a:p>
      </dgm:t>
    </dgm:pt>
    <dgm:pt modelId="{B43EDFE1-4826-4AA0-B38C-51C7B1785CA1}" type="sibTrans" cxnId="{E7B37565-8247-40F0-81E4-F31EFE2C09EB}">
      <dgm:prSet/>
      <dgm:spPr/>
      <dgm:t>
        <a:bodyPr/>
        <a:lstStyle/>
        <a:p>
          <a:r>
            <a:rPr lang="en-US" b="1"/>
            <a:t>BZ Billing</a:t>
          </a:r>
        </a:p>
      </dgm:t>
    </dgm:pt>
    <dgm:pt modelId="{63F9C220-F65F-40E1-9B3B-BD6E903F5ED6}">
      <dgm:prSet phldrT="[Text]" custT="1"/>
      <dgm:spPr>
        <a:solidFill>
          <a:srgbClr val="92D050"/>
        </a:solidFill>
      </dgm:spPr>
      <dgm:t>
        <a:bodyPr/>
        <a:lstStyle/>
        <a:p>
          <a:r>
            <a:rPr lang="en-US" sz="1800" b="1">
              <a:latin typeface="Calibri" panose="020F0502020204030204" pitchFamily="34" charset="0"/>
              <a:cs typeface="Calibri" panose="020F0502020204030204" pitchFamily="34" charset="0"/>
            </a:rPr>
            <a:t>Scrum board 1</a:t>
          </a:r>
        </a:p>
      </dgm:t>
    </dgm:pt>
    <dgm:pt modelId="{FD473776-72AA-42F4-B7C5-275A6D473A39}" type="parTrans" cxnId="{B436742F-5AA8-4EFF-97A6-7D90AE88C890}">
      <dgm:prSet/>
      <dgm:spPr/>
      <dgm:t>
        <a:bodyPr/>
        <a:lstStyle/>
        <a:p>
          <a:endParaRPr lang="en-US" b="1"/>
        </a:p>
      </dgm:t>
    </dgm:pt>
    <dgm:pt modelId="{E14A5816-54A9-4DF4-9297-5DDA741369C2}" type="sibTrans" cxnId="{B436742F-5AA8-4EFF-97A6-7D90AE88C890}">
      <dgm:prSet/>
      <dgm:spPr/>
      <dgm:t>
        <a:bodyPr/>
        <a:lstStyle/>
        <a:p>
          <a:r>
            <a:rPr lang="en-US" b="0" err="1"/>
            <a:t>BZFoundation</a:t>
          </a:r>
          <a:r>
            <a:rPr lang="en-US" b="0"/>
            <a:t> R1</a:t>
          </a:r>
        </a:p>
      </dgm:t>
    </dgm:pt>
    <dgm:pt modelId="{F323D4A2-1DEB-4491-B211-A55DAEBA07B1}">
      <dgm:prSet phldrT="[Text]" custT="1"/>
      <dgm:spPr>
        <a:solidFill>
          <a:srgbClr val="FFC000"/>
        </a:solidFill>
      </dgm:spPr>
      <dgm:t>
        <a:bodyPr/>
        <a:lstStyle/>
        <a:p>
          <a:r>
            <a:rPr lang="en-US" sz="1800" b="1">
              <a:latin typeface="Calibri" panose="020F0502020204030204" pitchFamily="34" charset="0"/>
              <a:cs typeface="Calibri" panose="020F0502020204030204" pitchFamily="34" charset="0"/>
            </a:rPr>
            <a:t>Scrum board 2</a:t>
          </a:r>
        </a:p>
      </dgm:t>
    </dgm:pt>
    <dgm:pt modelId="{BF63DC95-4C97-487F-8417-91F39F9F4546}" type="parTrans" cxnId="{E6760D9B-2F2D-4C5C-B535-1CB9002245F8}">
      <dgm:prSet/>
      <dgm:spPr/>
      <dgm:t>
        <a:bodyPr/>
        <a:lstStyle/>
        <a:p>
          <a:endParaRPr lang="en-US" b="1"/>
        </a:p>
      </dgm:t>
    </dgm:pt>
    <dgm:pt modelId="{725C7469-6342-4EF8-A51D-AECCFD3A477D}" type="sibTrans" cxnId="{E6760D9B-2F2D-4C5C-B535-1CB9002245F8}">
      <dgm:prSet custT="1"/>
      <dgm:spPr/>
      <dgm:t>
        <a:bodyPr/>
        <a:lstStyle/>
        <a:p>
          <a:r>
            <a:rPr lang="en-US" sz="1200" b="0" err="1"/>
            <a:t>BZBilling</a:t>
          </a:r>
          <a:r>
            <a:rPr lang="en-US" sz="1200" b="0"/>
            <a:t> R2</a:t>
          </a:r>
        </a:p>
      </dgm:t>
    </dgm:pt>
    <dgm:pt modelId="{DB385CE5-F02C-4612-AB18-8115843FA694}">
      <dgm:prSet phldrT="[Text]" custT="1"/>
      <dgm:spPr>
        <a:solidFill>
          <a:srgbClr val="00B0F0"/>
        </a:solidFill>
      </dgm:spPr>
      <dgm:t>
        <a:bodyPr/>
        <a:lstStyle/>
        <a:p>
          <a:r>
            <a:rPr lang="en-US" sz="1800" b="1">
              <a:latin typeface="Calibri" panose="020F0502020204030204" pitchFamily="34" charset="0"/>
              <a:cs typeface="Calibri" panose="020F0502020204030204" pitchFamily="34" charset="0"/>
            </a:rPr>
            <a:t>Scrum board 3</a:t>
          </a:r>
        </a:p>
      </dgm:t>
    </dgm:pt>
    <dgm:pt modelId="{40B81547-644F-4834-8D3B-B2919C4935FA}" type="parTrans" cxnId="{80C6771C-EB65-4B8C-97D0-82225009F441}">
      <dgm:prSet/>
      <dgm:spPr/>
      <dgm:t>
        <a:bodyPr/>
        <a:lstStyle/>
        <a:p>
          <a:endParaRPr lang="en-US" b="1"/>
        </a:p>
      </dgm:t>
    </dgm:pt>
    <dgm:pt modelId="{BA267FBF-11C9-40B2-ACE8-556501A12B94}" type="sibTrans" cxnId="{80C6771C-EB65-4B8C-97D0-82225009F441}">
      <dgm:prSet custT="1"/>
      <dgm:spPr/>
      <dgm:t>
        <a:bodyPr/>
        <a:lstStyle/>
        <a:p>
          <a:r>
            <a:rPr lang="en-US" sz="1200" b="0"/>
            <a:t>BZ Billing R3</a:t>
          </a:r>
        </a:p>
      </dgm:t>
    </dgm:pt>
    <dgm:pt modelId="{ADF7BD49-F85E-473B-A8E5-4CD023C9D397}" type="pres">
      <dgm:prSet presAssocID="{CA56A1A9-82B5-4E1F-A55C-C8D9FB17CD3A}" presName="hierChild1" presStyleCnt="0">
        <dgm:presLayoutVars>
          <dgm:orgChart val="1"/>
          <dgm:chPref val="1"/>
          <dgm:dir/>
          <dgm:animOne val="branch"/>
          <dgm:animLvl val="lvl"/>
          <dgm:resizeHandles/>
        </dgm:presLayoutVars>
      </dgm:prSet>
      <dgm:spPr/>
    </dgm:pt>
    <dgm:pt modelId="{6C7E467C-28F0-439F-BB44-2AD77DD083E6}" type="pres">
      <dgm:prSet presAssocID="{1779E7B3-3652-4146-AFC3-178218ED6CC5}" presName="hierRoot1" presStyleCnt="0">
        <dgm:presLayoutVars>
          <dgm:hierBranch val="init"/>
        </dgm:presLayoutVars>
      </dgm:prSet>
      <dgm:spPr/>
    </dgm:pt>
    <dgm:pt modelId="{06A77BF0-7185-4A80-860F-3D8E11534C48}" type="pres">
      <dgm:prSet presAssocID="{1779E7B3-3652-4146-AFC3-178218ED6CC5}" presName="rootComposite1" presStyleCnt="0"/>
      <dgm:spPr/>
    </dgm:pt>
    <dgm:pt modelId="{126452A4-014F-41D7-AEED-A01732072531}" type="pres">
      <dgm:prSet presAssocID="{1779E7B3-3652-4146-AFC3-178218ED6CC5}" presName="rootText1" presStyleLbl="node0" presStyleIdx="0" presStyleCnt="1" custScaleX="135484" custScaleY="74963" custLinFactNeighborX="-5325" custLinFactNeighborY="-2013">
        <dgm:presLayoutVars>
          <dgm:chMax/>
          <dgm:chPref val="3"/>
        </dgm:presLayoutVars>
      </dgm:prSet>
      <dgm:spPr/>
    </dgm:pt>
    <dgm:pt modelId="{3D5C5E5B-3357-4F26-86E0-F1E99B64A6A9}" type="pres">
      <dgm:prSet presAssocID="{1779E7B3-3652-4146-AFC3-178218ED6CC5}" presName="titleText1" presStyleLbl="fgAcc0" presStyleIdx="0" presStyleCnt="1" custScaleX="88765" custScaleY="80372">
        <dgm:presLayoutVars>
          <dgm:chMax val="0"/>
          <dgm:chPref val="0"/>
        </dgm:presLayoutVars>
      </dgm:prSet>
      <dgm:spPr/>
    </dgm:pt>
    <dgm:pt modelId="{BE0EA1A4-03AD-4066-A5E3-C9B19986B11C}" type="pres">
      <dgm:prSet presAssocID="{1779E7B3-3652-4146-AFC3-178218ED6CC5}" presName="rootConnector1" presStyleLbl="node1" presStyleIdx="0" presStyleCnt="3"/>
      <dgm:spPr/>
    </dgm:pt>
    <dgm:pt modelId="{C46576D3-4D83-44F0-94E8-1EE42204421F}" type="pres">
      <dgm:prSet presAssocID="{1779E7B3-3652-4146-AFC3-178218ED6CC5}" presName="hierChild2" presStyleCnt="0"/>
      <dgm:spPr/>
    </dgm:pt>
    <dgm:pt modelId="{69E9BD54-8683-4802-9B4F-1632587F1E84}" type="pres">
      <dgm:prSet presAssocID="{FD473776-72AA-42F4-B7C5-275A6D473A39}" presName="Name37" presStyleLbl="parChTrans1D2" presStyleIdx="0" presStyleCnt="3"/>
      <dgm:spPr/>
    </dgm:pt>
    <dgm:pt modelId="{33D2E4DC-2D4D-4602-B6F3-BCED5F5E48F5}" type="pres">
      <dgm:prSet presAssocID="{63F9C220-F65F-40E1-9B3B-BD6E903F5ED6}" presName="hierRoot2" presStyleCnt="0">
        <dgm:presLayoutVars>
          <dgm:hierBranch val="init"/>
        </dgm:presLayoutVars>
      </dgm:prSet>
      <dgm:spPr/>
    </dgm:pt>
    <dgm:pt modelId="{3D7D49EA-9CEC-402B-8E42-974957B3A6CA}" type="pres">
      <dgm:prSet presAssocID="{63F9C220-F65F-40E1-9B3B-BD6E903F5ED6}" presName="rootComposite" presStyleCnt="0"/>
      <dgm:spPr/>
    </dgm:pt>
    <dgm:pt modelId="{37652F4A-13D1-4DCB-952C-C4F8E68A9BB8}" type="pres">
      <dgm:prSet presAssocID="{63F9C220-F65F-40E1-9B3B-BD6E903F5ED6}" presName="rootText" presStyleLbl="node1" presStyleIdx="0" presStyleCnt="3" custLinFactNeighborY="-3586">
        <dgm:presLayoutVars>
          <dgm:chMax/>
          <dgm:chPref val="3"/>
        </dgm:presLayoutVars>
      </dgm:prSet>
      <dgm:spPr/>
    </dgm:pt>
    <dgm:pt modelId="{02B1AAB0-57AD-4BA8-B4D8-9D50D9650327}" type="pres">
      <dgm:prSet presAssocID="{63F9C220-F65F-40E1-9B3B-BD6E903F5ED6}" presName="titleText2" presStyleLbl="fgAcc1" presStyleIdx="0" presStyleCnt="3">
        <dgm:presLayoutVars>
          <dgm:chMax val="0"/>
          <dgm:chPref val="0"/>
        </dgm:presLayoutVars>
      </dgm:prSet>
      <dgm:spPr/>
    </dgm:pt>
    <dgm:pt modelId="{D2887DD0-5FC4-47BB-B3B0-01784E5C6EA4}" type="pres">
      <dgm:prSet presAssocID="{63F9C220-F65F-40E1-9B3B-BD6E903F5ED6}" presName="rootConnector" presStyleLbl="node2" presStyleIdx="0" presStyleCnt="0"/>
      <dgm:spPr/>
    </dgm:pt>
    <dgm:pt modelId="{0887B5F7-5B68-4CFD-BBFB-6E4CE8F0ECFF}" type="pres">
      <dgm:prSet presAssocID="{63F9C220-F65F-40E1-9B3B-BD6E903F5ED6}" presName="hierChild4" presStyleCnt="0"/>
      <dgm:spPr/>
    </dgm:pt>
    <dgm:pt modelId="{6A2C8125-AB87-46A9-AD7B-3EA9DFCFCAC2}" type="pres">
      <dgm:prSet presAssocID="{63F9C220-F65F-40E1-9B3B-BD6E903F5ED6}" presName="hierChild5" presStyleCnt="0"/>
      <dgm:spPr/>
    </dgm:pt>
    <dgm:pt modelId="{8675CD3F-4C3A-4355-9E0C-0835F044AD4A}" type="pres">
      <dgm:prSet presAssocID="{BF63DC95-4C97-487F-8417-91F39F9F4546}" presName="Name37" presStyleLbl="parChTrans1D2" presStyleIdx="1" presStyleCnt="3"/>
      <dgm:spPr/>
    </dgm:pt>
    <dgm:pt modelId="{C9D8D2CC-36D0-4098-8A1D-1284446F6301}" type="pres">
      <dgm:prSet presAssocID="{F323D4A2-1DEB-4491-B211-A55DAEBA07B1}" presName="hierRoot2" presStyleCnt="0">
        <dgm:presLayoutVars>
          <dgm:hierBranch val="init"/>
        </dgm:presLayoutVars>
      </dgm:prSet>
      <dgm:spPr/>
    </dgm:pt>
    <dgm:pt modelId="{6BFCB8A1-7D67-4028-906B-2FB387128236}" type="pres">
      <dgm:prSet presAssocID="{F323D4A2-1DEB-4491-B211-A55DAEBA07B1}" presName="rootComposite" presStyleCnt="0"/>
      <dgm:spPr/>
    </dgm:pt>
    <dgm:pt modelId="{8C1F529A-8431-453C-B0F6-081189FA7EB0}" type="pres">
      <dgm:prSet presAssocID="{F323D4A2-1DEB-4491-B211-A55DAEBA07B1}" presName="rootText" presStyleLbl="node1" presStyleIdx="1" presStyleCnt="3" custLinFactNeighborX="-9471" custLinFactNeighborY="7036">
        <dgm:presLayoutVars>
          <dgm:chMax/>
          <dgm:chPref val="3"/>
        </dgm:presLayoutVars>
      </dgm:prSet>
      <dgm:spPr/>
    </dgm:pt>
    <dgm:pt modelId="{3DEE7FE4-8C95-4646-9237-E12D14920CE3}" type="pres">
      <dgm:prSet presAssocID="{F323D4A2-1DEB-4491-B211-A55DAEBA07B1}" presName="titleText2" presStyleLbl="fgAcc1" presStyleIdx="1" presStyleCnt="3" custScaleX="79887" custScaleY="85973">
        <dgm:presLayoutVars>
          <dgm:chMax val="0"/>
          <dgm:chPref val="0"/>
        </dgm:presLayoutVars>
      </dgm:prSet>
      <dgm:spPr/>
    </dgm:pt>
    <dgm:pt modelId="{8F8E03E8-B047-4B27-A4FE-5E54DB252118}" type="pres">
      <dgm:prSet presAssocID="{F323D4A2-1DEB-4491-B211-A55DAEBA07B1}" presName="rootConnector" presStyleLbl="node2" presStyleIdx="0" presStyleCnt="0"/>
      <dgm:spPr/>
    </dgm:pt>
    <dgm:pt modelId="{3C81E05F-748A-4AD9-9C09-9D3A5E9C844B}" type="pres">
      <dgm:prSet presAssocID="{F323D4A2-1DEB-4491-B211-A55DAEBA07B1}" presName="hierChild4" presStyleCnt="0"/>
      <dgm:spPr/>
    </dgm:pt>
    <dgm:pt modelId="{959BF538-D4DA-40F5-ADC1-E8D11BFC7EFA}" type="pres">
      <dgm:prSet presAssocID="{F323D4A2-1DEB-4491-B211-A55DAEBA07B1}" presName="hierChild5" presStyleCnt="0"/>
      <dgm:spPr/>
    </dgm:pt>
    <dgm:pt modelId="{BA04F90C-2CC5-45BD-930B-8EFCD632E48D}" type="pres">
      <dgm:prSet presAssocID="{40B81547-644F-4834-8D3B-B2919C4935FA}" presName="Name37" presStyleLbl="parChTrans1D2" presStyleIdx="2" presStyleCnt="3"/>
      <dgm:spPr/>
    </dgm:pt>
    <dgm:pt modelId="{B5C55725-5715-4F6D-8789-2E7E00BB51AA}" type="pres">
      <dgm:prSet presAssocID="{DB385CE5-F02C-4612-AB18-8115843FA694}" presName="hierRoot2" presStyleCnt="0">
        <dgm:presLayoutVars>
          <dgm:hierBranch val="init"/>
        </dgm:presLayoutVars>
      </dgm:prSet>
      <dgm:spPr/>
    </dgm:pt>
    <dgm:pt modelId="{74124756-D5D8-43E4-BAF0-4F87BF468616}" type="pres">
      <dgm:prSet presAssocID="{DB385CE5-F02C-4612-AB18-8115843FA694}" presName="rootComposite" presStyleCnt="0"/>
      <dgm:spPr/>
    </dgm:pt>
    <dgm:pt modelId="{BC682B05-B988-44AD-8848-02E509679DC2}" type="pres">
      <dgm:prSet presAssocID="{DB385CE5-F02C-4612-AB18-8115843FA694}" presName="rootText" presStyleLbl="node1" presStyleIdx="2" presStyleCnt="3" custLinFactNeighborX="-16707" custLinFactNeighborY="-3586">
        <dgm:presLayoutVars>
          <dgm:chMax/>
          <dgm:chPref val="3"/>
        </dgm:presLayoutVars>
      </dgm:prSet>
      <dgm:spPr/>
    </dgm:pt>
    <dgm:pt modelId="{0BD4B24B-88A9-40D6-A5BD-BC1D4228F57A}" type="pres">
      <dgm:prSet presAssocID="{DB385CE5-F02C-4612-AB18-8115843FA694}" presName="titleText2" presStyleLbl="fgAcc1" presStyleIdx="2" presStyleCnt="3" custScaleX="75564" custScaleY="86755">
        <dgm:presLayoutVars>
          <dgm:chMax val="0"/>
          <dgm:chPref val="0"/>
        </dgm:presLayoutVars>
      </dgm:prSet>
      <dgm:spPr/>
    </dgm:pt>
    <dgm:pt modelId="{9A3B1D59-7DC1-4BC9-B709-9260F5069005}" type="pres">
      <dgm:prSet presAssocID="{DB385CE5-F02C-4612-AB18-8115843FA694}" presName="rootConnector" presStyleLbl="node2" presStyleIdx="0" presStyleCnt="0"/>
      <dgm:spPr/>
    </dgm:pt>
    <dgm:pt modelId="{4683953C-3A9A-49A0-B85F-998F390C26BA}" type="pres">
      <dgm:prSet presAssocID="{DB385CE5-F02C-4612-AB18-8115843FA694}" presName="hierChild4" presStyleCnt="0"/>
      <dgm:spPr/>
    </dgm:pt>
    <dgm:pt modelId="{AAAF980C-DE40-4101-ABC5-062EE534E37C}" type="pres">
      <dgm:prSet presAssocID="{DB385CE5-F02C-4612-AB18-8115843FA694}" presName="hierChild5" presStyleCnt="0"/>
      <dgm:spPr/>
    </dgm:pt>
    <dgm:pt modelId="{A54F574B-18F9-425D-8055-DE9ABB8FE0D0}" type="pres">
      <dgm:prSet presAssocID="{1779E7B3-3652-4146-AFC3-178218ED6CC5}" presName="hierChild3" presStyleCnt="0"/>
      <dgm:spPr/>
    </dgm:pt>
  </dgm:ptLst>
  <dgm:cxnLst>
    <dgm:cxn modelId="{DCB2C901-ED64-4D16-8EDE-6415B36C9DB8}" type="presOf" srcId="{725C7469-6342-4EF8-A51D-AECCFD3A477D}" destId="{3DEE7FE4-8C95-4646-9237-E12D14920CE3}" srcOrd="0" destOrd="0" presId="urn:microsoft.com/office/officeart/2008/layout/NameandTitleOrganizationalChart"/>
    <dgm:cxn modelId="{73DC1410-FDC6-429E-B5EC-CE7DAAF2410A}" type="presOf" srcId="{1779E7B3-3652-4146-AFC3-178218ED6CC5}" destId="{126452A4-014F-41D7-AEED-A01732072531}" srcOrd="0" destOrd="0" presId="urn:microsoft.com/office/officeart/2008/layout/NameandTitleOrganizationalChart"/>
    <dgm:cxn modelId="{F5E4B314-7900-4761-A13D-EAAF411C6196}" type="presOf" srcId="{1779E7B3-3652-4146-AFC3-178218ED6CC5}" destId="{BE0EA1A4-03AD-4066-A5E3-C9B19986B11C}" srcOrd="1" destOrd="0" presId="urn:microsoft.com/office/officeart/2008/layout/NameandTitleOrganizationalChart"/>
    <dgm:cxn modelId="{80C6771C-EB65-4B8C-97D0-82225009F441}" srcId="{1779E7B3-3652-4146-AFC3-178218ED6CC5}" destId="{DB385CE5-F02C-4612-AB18-8115843FA694}" srcOrd="2" destOrd="0" parTransId="{40B81547-644F-4834-8D3B-B2919C4935FA}" sibTransId="{BA267FBF-11C9-40B2-ACE8-556501A12B94}"/>
    <dgm:cxn modelId="{7F672F20-CEE3-44A8-80B1-ED71CB3C1F87}" type="presOf" srcId="{DB385CE5-F02C-4612-AB18-8115843FA694}" destId="{9A3B1D59-7DC1-4BC9-B709-9260F5069005}" srcOrd="1" destOrd="0" presId="urn:microsoft.com/office/officeart/2008/layout/NameandTitleOrganizationalChart"/>
    <dgm:cxn modelId="{B436742F-5AA8-4EFF-97A6-7D90AE88C890}" srcId="{1779E7B3-3652-4146-AFC3-178218ED6CC5}" destId="{63F9C220-F65F-40E1-9B3B-BD6E903F5ED6}" srcOrd="0" destOrd="0" parTransId="{FD473776-72AA-42F4-B7C5-275A6D473A39}" sibTransId="{E14A5816-54A9-4DF4-9297-5DDA741369C2}"/>
    <dgm:cxn modelId="{F2FBEB3B-906C-427E-B6CE-5FA618B43690}" type="presOf" srcId="{F323D4A2-1DEB-4491-B211-A55DAEBA07B1}" destId="{8C1F529A-8431-453C-B0F6-081189FA7EB0}" srcOrd="0" destOrd="0" presId="urn:microsoft.com/office/officeart/2008/layout/NameandTitleOrganizationalChart"/>
    <dgm:cxn modelId="{E7B37565-8247-40F0-81E4-F31EFE2C09EB}" srcId="{CA56A1A9-82B5-4E1F-A55C-C8D9FB17CD3A}" destId="{1779E7B3-3652-4146-AFC3-178218ED6CC5}" srcOrd="0" destOrd="0" parTransId="{A208C52E-076F-4ECC-8B6A-BEAA73107387}" sibTransId="{B43EDFE1-4826-4AA0-B38C-51C7B1785CA1}"/>
    <dgm:cxn modelId="{1436A154-AAF8-4B72-BCD7-BDF5D11BFD51}" type="presOf" srcId="{E14A5816-54A9-4DF4-9297-5DDA741369C2}" destId="{02B1AAB0-57AD-4BA8-B4D8-9D50D9650327}" srcOrd="0" destOrd="0" presId="urn:microsoft.com/office/officeart/2008/layout/NameandTitleOrganizationalChart"/>
    <dgm:cxn modelId="{BD1D5E55-B40E-4F61-80A9-1E657347406A}" type="presOf" srcId="{F323D4A2-1DEB-4491-B211-A55DAEBA07B1}" destId="{8F8E03E8-B047-4B27-A4FE-5E54DB252118}" srcOrd="1" destOrd="0" presId="urn:microsoft.com/office/officeart/2008/layout/NameandTitleOrganizationalChart"/>
    <dgm:cxn modelId="{92965F58-F230-47D9-BF2C-AB8F98BB2809}" type="presOf" srcId="{63F9C220-F65F-40E1-9B3B-BD6E903F5ED6}" destId="{37652F4A-13D1-4DCB-952C-C4F8E68A9BB8}" srcOrd="0" destOrd="0" presId="urn:microsoft.com/office/officeart/2008/layout/NameandTitleOrganizationalChart"/>
    <dgm:cxn modelId="{1EA98D7B-2EF1-4176-A109-81B34CABB286}" type="presOf" srcId="{BA267FBF-11C9-40B2-ACE8-556501A12B94}" destId="{0BD4B24B-88A9-40D6-A5BD-BC1D4228F57A}" srcOrd="0" destOrd="0" presId="urn:microsoft.com/office/officeart/2008/layout/NameandTitleOrganizationalChart"/>
    <dgm:cxn modelId="{E6760D9B-2F2D-4C5C-B535-1CB9002245F8}" srcId="{1779E7B3-3652-4146-AFC3-178218ED6CC5}" destId="{F323D4A2-1DEB-4491-B211-A55DAEBA07B1}" srcOrd="1" destOrd="0" parTransId="{BF63DC95-4C97-487F-8417-91F39F9F4546}" sibTransId="{725C7469-6342-4EF8-A51D-AECCFD3A477D}"/>
    <dgm:cxn modelId="{26F0A8AA-6A32-4CEE-A4CF-A3CE7F364F89}" type="presOf" srcId="{B43EDFE1-4826-4AA0-B38C-51C7B1785CA1}" destId="{3D5C5E5B-3357-4F26-86E0-F1E99B64A6A9}" srcOrd="0" destOrd="0" presId="urn:microsoft.com/office/officeart/2008/layout/NameandTitleOrganizationalChart"/>
    <dgm:cxn modelId="{CE7C9EAE-898E-47DB-B54B-B2A17BEC1736}" type="presOf" srcId="{63F9C220-F65F-40E1-9B3B-BD6E903F5ED6}" destId="{D2887DD0-5FC4-47BB-B3B0-01784E5C6EA4}" srcOrd="1" destOrd="0" presId="urn:microsoft.com/office/officeart/2008/layout/NameandTitleOrganizationalChart"/>
    <dgm:cxn modelId="{6505F9CA-04B9-4C54-B7C1-53E23332E38B}" type="presOf" srcId="{CA56A1A9-82B5-4E1F-A55C-C8D9FB17CD3A}" destId="{ADF7BD49-F85E-473B-A8E5-4CD023C9D397}" srcOrd="0" destOrd="0" presId="urn:microsoft.com/office/officeart/2008/layout/NameandTitleOrganizationalChart"/>
    <dgm:cxn modelId="{B3A6BEDA-56E7-4A62-A8AF-A8CD0EA9C835}" type="presOf" srcId="{40B81547-644F-4834-8D3B-B2919C4935FA}" destId="{BA04F90C-2CC5-45BD-930B-8EFCD632E48D}" srcOrd="0" destOrd="0" presId="urn:microsoft.com/office/officeart/2008/layout/NameandTitleOrganizationalChart"/>
    <dgm:cxn modelId="{AB97E3E4-9908-4B89-BFE0-2B646328E0BB}" type="presOf" srcId="{DB385CE5-F02C-4612-AB18-8115843FA694}" destId="{BC682B05-B988-44AD-8848-02E509679DC2}" srcOrd="0" destOrd="0" presId="urn:microsoft.com/office/officeart/2008/layout/NameandTitleOrganizationalChart"/>
    <dgm:cxn modelId="{47DE60EA-1817-4404-A766-8156E6243F5E}" type="presOf" srcId="{BF63DC95-4C97-487F-8417-91F39F9F4546}" destId="{8675CD3F-4C3A-4355-9E0C-0835F044AD4A}" srcOrd="0" destOrd="0" presId="urn:microsoft.com/office/officeart/2008/layout/NameandTitleOrganizationalChart"/>
    <dgm:cxn modelId="{449861F3-DC92-45ED-BB77-2AE245E4ADCD}" type="presOf" srcId="{FD473776-72AA-42F4-B7C5-275A6D473A39}" destId="{69E9BD54-8683-4802-9B4F-1632587F1E84}" srcOrd="0" destOrd="0" presId="urn:microsoft.com/office/officeart/2008/layout/NameandTitleOrganizationalChart"/>
    <dgm:cxn modelId="{317F9C65-233E-4043-B6F6-5522FB94A597}" type="presParOf" srcId="{ADF7BD49-F85E-473B-A8E5-4CD023C9D397}" destId="{6C7E467C-28F0-439F-BB44-2AD77DD083E6}" srcOrd="0" destOrd="0" presId="urn:microsoft.com/office/officeart/2008/layout/NameandTitleOrganizationalChart"/>
    <dgm:cxn modelId="{6BA3BC10-1C66-4221-9DF5-482DB3794911}" type="presParOf" srcId="{6C7E467C-28F0-439F-BB44-2AD77DD083E6}" destId="{06A77BF0-7185-4A80-860F-3D8E11534C48}" srcOrd="0" destOrd="0" presId="urn:microsoft.com/office/officeart/2008/layout/NameandTitleOrganizationalChart"/>
    <dgm:cxn modelId="{8D9CB4EB-0911-4F7E-99A5-000D72B1E1B5}" type="presParOf" srcId="{06A77BF0-7185-4A80-860F-3D8E11534C48}" destId="{126452A4-014F-41D7-AEED-A01732072531}" srcOrd="0" destOrd="0" presId="urn:microsoft.com/office/officeart/2008/layout/NameandTitleOrganizationalChart"/>
    <dgm:cxn modelId="{7AC93059-1F9F-4324-8569-5C5191F4F712}" type="presParOf" srcId="{06A77BF0-7185-4A80-860F-3D8E11534C48}" destId="{3D5C5E5B-3357-4F26-86E0-F1E99B64A6A9}" srcOrd="1" destOrd="0" presId="urn:microsoft.com/office/officeart/2008/layout/NameandTitleOrganizationalChart"/>
    <dgm:cxn modelId="{2AD7069D-9F10-4632-AE27-D85D37D09646}" type="presParOf" srcId="{06A77BF0-7185-4A80-860F-3D8E11534C48}" destId="{BE0EA1A4-03AD-4066-A5E3-C9B19986B11C}" srcOrd="2" destOrd="0" presId="urn:microsoft.com/office/officeart/2008/layout/NameandTitleOrganizationalChart"/>
    <dgm:cxn modelId="{723D8271-5841-4CBC-BE87-7EA8F167F4A9}" type="presParOf" srcId="{6C7E467C-28F0-439F-BB44-2AD77DD083E6}" destId="{C46576D3-4D83-44F0-94E8-1EE42204421F}" srcOrd="1" destOrd="0" presId="urn:microsoft.com/office/officeart/2008/layout/NameandTitleOrganizationalChart"/>
    <dgm:cxn modelId="{BF725184-8AA4-47DD-AC11-34900756C5DA}" type="presParOf" srcId="{C46576D3-4D83-44F0-94E8-1EE42204421F}" destId="{69E9BD54-8683-4802-9B4F-1632587F1E84}" srcOrd="0" destOrd="0" presId="urn:microsoft.com/office/officeart/2008/layout/NameandTitleOrganizationalChart"/>
    <dgm:cxn modelId="{206CD136-9A4F-446B-B282-EBBB2269C565}" type="presParOf" srcId="{C46576D3-4D83-44F0-94E8-1EE42204421F}" destId="{33D2E4DC-2D4D-4602-B6F3-BCED5F5E48F5}" srcOrd="1" destOrd="0" presId="urn:microsoft.com/office/officeart/2008/layout/NameandTitleOrganizationalChart"/>
    <dgm:cxn modelId="{47A3B3B8-B998-4660-BCB1-4FC227214090}" type="presParOf" srcId="{33D2E4DC-2D4D-4602-B6F3-BCED5F5E48F5}" destId="{3D7D49EA-9CEC-402B-8E42-974957B3A6CA}" srcOrd="0" destOrd="0" presId="urn:microsoft.com/office/officeart/2008/layout/NameandTitleOrganizationalChart"/>
    <dgm:cxn modelId="{F07D526E-FE1C-4B55-BB12-E32402CAEA23}" type="presParOf" srcId="{3D7D49EA-9CEC-402B-8E42-974957B3A6CA}" destId="{37652F4A-13D1-4DCB-952C-C4F8E68A9BB8}" srcOrd="0" destOrd="0" presId="urn:microsoft.com/office/officeart/2008/layout/NameandTitleOrganizationalChart"/>
    <dgm:cxn modelId="{70F74551-781B-416B-966C-CFE5231797FA}" type="presParOf" srcId="{3D7D49EA-9CEC-402B-8E42-974957B3A6CA}" destId="{02B1AAB0-57AD-4BA8-B4D8-9D50D9650327}" srcOrd="1" destOrd="0" presId="urn:microsoft.com/office/officeart/2008/layout/NameandTitleOrganizationalChart"/>
    <dgm:cxn modelId="{3623AA4A-80FA-48EE-837F-E88A33308CB3}" type="presParOf" srcId="{3D7D49EA-9CEC-402B-8E42-974957B3A6CA}" destId="{D2887DD0-5FC4-47BB-B3B0-01784E5C6EA4}" srcOrd="2" destOrd="0" presId="urn:microsoft.com/office/officeart/2008/layout/NameandTitleOrganizationalChart"/>
    <dgm:cxn modelId="{E99B0243-AD04-4DAC-A230-E159EC21B268}" type="presParOf" srcId="{33D2E4DC-2D4D-4602-B6F3-BCED5F5E48F5}" destId="{0887B5F7-5B68-4CFD-BBFB-6E4CE8F0ECFF}" srcOrd="1" destOrd="0" presId="urn:microsoft.com/office/officeart/2008/layout/NameandTitleOrganizationalChart"/>
    <dgm:cxn modelId="{1926990D-9CF8-480E-A5F2-C1F391E303A8}" type="presParOf" srcId="{33D2E4DC-2D4D-4602-B6F3-BCED5F5E48F5}" destId="{6A2C8125-AB87-46A9-AD7B-3EA9DFCFCAC2}" srcOrd="2" destOrd="0" presId="urn:microsoft.com/office/officeart/2008/layout/NameandTitleOrganizationalChart"/>
    <dgm:cxn modelId="{C58D1DDF-6C64-4BAA-9EDB-6C4C22864E46}" type="presParOf" srcId="{C46576D3-4D83-44F0-94E8-1EE42204421F}" destId="{8675CD3F-4C3A-4355-9E0C-0835F044AD4A}" srcOrd="2" destOrd="0" presId="urn:microsoft.com/office/officeart/2008/layout/NameandTitleOrganizationalChart"/>
    <dgm:cxn modelId="{61E0B3CC-B556-432C-B76D-32F18DA0CC82}" type="presParOf" srcId="{C46576D3-4D83-44F0-94E8-1EE42204421F}" destId="{C9D8D2CC-36D0-4098-8A1D-1284446F6301}" srcOrd="3" destOrd="0" presId="urn:microsoft.com/office/officeart/2008/layout/NameandTitleOrganizationalChart"/>
    <dgm:cxn modelId="{3CB7BEFB-63F0-45B6-8D67-10A0D657687C}" type="presParOf" srcId="{C9D8D2CC-36D0-4098-8A1D-1284446F6301}" destId="{6BFCB8A1-7D67-4028-906B-2FB387128236}" srcOrd="0" destOrd="0" presId="urn:microsoft.com/office/officeart/2008/layout/NameandTitleOrganizationalChart"/>
    <dgm:cxn modelId="{FA2A060F-0879-435A-B361-A22625CBDD3E}" type="presParOf" srcId="{6BFCB8A1-7D67-4028-906B-2FB387128236}" destId="{8C1F529A-8431-453C-B0F6-081189FA7EB0}" srcOrd="0" destOrd="0" presId="urn:microsoft.com/office/officeart/2008/layout/NameandTitleOrganizationalChart"/>
    <dgm:cxn modelId="{8A772FDC-C0F6-4BED-9B32-0599B5941971}" type="presParOf" srcId="{6BFCB8A1-7D67-4028-906B-2FB387128236}" destId="{3DEE7FE4-8C95-4646-9237-E12D14920CE3}" srcOrd="1" destOrd="0" presId="urn:microsoft.com/office/officeart/2008/layout/NameandTitleOrganizationalChart"/>
    <dgm:cxn modelId="{5C57A0B1-C8BB-427C-9225-13CD4804912D}" type="presParOf" srcId="{6BFCB8A1-7D67-4028-906B-2FB387128236}" destId="{8F8E03E8-B047-4B27-A4FE-5E54DB252118}" srcOrd="2" destOrd="0" presId="urn:microsoft.com/office/officeart/2008/layout/NameandTitleOrganizationalChart"/>
    <dgm:cxn modelId="{A1EB064E-E001-4A6D-AD98-0ABF2CB76F9D}" type="presParOf" srcId="{C9D8D2CC-36D0-4098-8A1D-1284446F6301}" destId="{3C81E05F-748A-4AD9-9C09-9D3A5E9C844B}" srcOrd="1" destOrd="0" presId="urn:microsoft.com/office/officeart/2008/layout/NameandTitleOrganizationalChart"/>
    <dgm:cxn modelId="{F909FD67-2E82-43C9-AAA8-E1362D9A1DD0}" type="presParOf" srcId="{C9D8D2CC-36D0-4098-8A1D-1284446F6301}" destId="{959BF538-D4DA-40F5-ADC1-E8D11BFC7EFA}" srcOrd="2" destOrd="0" presId="urn:microsoft.com/office/officeart/2008/layout/NameandTitleOrganizationalChart"/>
    <dgm:cxn modelId="{3B790386-DD61-4C24-8633-8E9D4CC1D1A6}" type="presParOf" srcId="{C46576D3-4D83-44F0-94E8-1EE42204421F}" destId="{BA04F90C-2CC5-45BD-930B-8EFCD632E48D}" srcOrd="4" destOrd="0" presId="urn:microsoft.com/office/officeart/2008/layout/NameandTitleOrganizationalChart"/>
    <dgm:cxn modelId="{44916642-5EAB-44EC-A0E0-388E52851BD8}" type="presParOf" srcId="{C46576D3-4D83-44F0-94E8-1EE42204421F}" destId="{B5C55725-5715-4F6D-8789-2E7E00BB51AA}" srcOrd="5" destOrd="0" presId="urn:microsoft.com/office/officeart/2008/layout/NameandTitleOrganizationalChart"/>
    <dgm:cxn modelId="{58B23CBF-4497-498C-B016-E8B52E38EF21}" type="presParOf" srcId="{B5C55725-5715-4F6D-8789-2E7E00BB51AA}" destId="{74124756-D5D8-43E4-BAF0-4F87BF468616}" srcOrd="0" destOrd="0" presId="urn:microsoft.com/office/officeart/2008/layout/NameandTitleOrganizationalChart"/>
    <dgm:cxn modelId="{CEE47909-4FA7-4DC3-8BEC-05D9FAF2DA7C}" type="presParOf" srcId="{74124756-D5D8-43E4-BAF0-4F87BF468616}" destId="{BC682B05-B988-44AD-8848-02E509679DC2}" srcOrd="0" destOrd="0" presId="urn:microsoft.com/office/officeart/2008/layout/NameandTitleOrganizationalChart"/>
    <dgm:cxn modelId="{A4BC61C1-029E-4C6D-A4E8-D080F95E3CAF}" type="presParOf" srcId="{74124756-D5D8-43E4-BAF0-4F87BF468616}" destId="{0BD4B24B-88A9-40D6-A5BD-BC1D4228F57A}" srcOrd="1" destOrd="0" presId="urn:microsoft.com/office/officeart/2008/layout/NameandTitleOrganizationalChart"/>
    <dgm:cxn modelId="{FD66B530-008F-498A-8B5B-2F4196DD3029}" type="presParOf" srcId="{74124756-D5D8-43E4-BAF0-4F87BF468616}" destId="{9A3B1D59-7DC1-4BC9-B709-9260F5069005}" srcOrd="2" destOrd="0" presId="urn:microsoft.com/office/officeart/2008/layout/NameandTitleOrganizationalChart"/>
    <dgm:cxn modelId="{83CACE26-158A-41A4-82AF-E12EEDBEEAF8}" type="presParOf" srcId="{B5C55725-5715-4F6D-8789-2E7E00BB51AA}" destId="{4683953C-3A9A-49A0-B85F-998F390C26BA}" srcOrd="1" destOrd="0" presId="urn:microsoft.com/office/officeart/2008/layout/NameandTitleOrganizationalChart"/>
    <dgm:cxn modelId="{E10B0AF2-558C-4056-93FE-CC977C769B84}" type="presParOf" srcId="{B5C55725-5715-4F6D-8789-2E7E00BB51AA}" destId="{AAAF980C-DE40-4101-ABC5-062EE534E37C}" srcOrd="2" destOrd="0" presId="urn:microsoft.com/office/officeart/2008/layout/NameandTitleOrganizationalChart"/>
    <dgm:cxn modelId="{C39B3A05-91E4-4FF4-91B8-737FB44A9FC5}" type="presParOf" srcId="{6C7E467C-28F0-439F-BB44-2AD77DD083E6}" destId="{A54F574B-18F9-425D-8055-DE9ABB8FE0D0}" srcOrd="2" destOrd="0" presId="urn:microsoft.com/office/officeart/2008/layout/NameandTitleOrganizationalChart"/>
  </dgm:cxnLst>
  <dgm:bg/>
  <dgm:whole/>
  <dgm:extLst>
    <a:ext uri="http://schemas.microsoft.com/office/drawing/2008/diagram">
      <dsp:dataModelExt xmlns:dsp="http://schemas.microsoft.com/office/drawing/2008/diagram" relId="rId1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4AE6BCD-0D56-453D-8B93-AEB4EB60ED51}" type="doc">
      <dgm:prSet loTypeId="urn:microsoft.com/office/officeart/2005/8/layout/vList5" loCatId="list" qsTypeId="urn:microsoft.com/office/officeart/2005/8/quickstyle/simple2" qsCatId="simple" csTypeId="urn:microsoft.com/office/officeart/2005/8/colors/colorful2" csCatId="colorful" phldr="1"/>
      <dgm:spPr/>
      <dgm:t>
        <a:bodyPr/>
        <a:lstStyle/>
        <a:p>
          <a:endParaRPr lang="en-IN"/>
        </a:p>
      </dgm:t>
    </dgm:pt>
    <dgm:pt modelId="{519280F7-7628-4427-8D99-8BEA3E6DF619}">
      <dgm:prSet phldrT="[Text]" custT="1"/>
      <dgm:spPr/>
      <dgm:t>
        <a:bodyPr/>
        <a:lstStyle/>
        <a:p>
          <a:r>
            <a:rPr lang="en-IN" sz="1200" b="1">
              <a:latin typeface="Ubuntu" panose="020B0504030602030204" pitchFamily="34" charset="0"/>
            </a:rPr>
            <a:t>SPRINT - VELOCITY by stories</a:t>
          </a:r>
        </a:p>
      </dgm:t>
    </dgm:pt>
    <dgm:pt modelId="{485B8268-1F85-4278-B6B6-29EB042B2E32}" type="parTrans" cxnId="{D81815D7-8834-4E20-B6DB-00E584E1DD50}">
      <dgm:prSet/>
      <dgm:spPr/>
      <dgm:t>
        <a:bodyPr/>
        <a:lstStyle/>
        <a:p>
          <a:endParaRPr lang="en-IN" sz="1200">
            <a:latin typeface="Ubuntu" panose="020B0504030602030204" pitchFamily="34" charset="0"/>
          </a:endParaRPr>
        </a:p>
      </dgm:t>
    </dgm:pt>
    <dgm:pt modelId="{1C1CC9FE-7F9A-46D7-9295-121B89D7BCA1}" type="sibTrans" cxnId="{D81815D7-8834-4E20-B6DB-00E584E1DD50}">
      <dgm:prSet/>
      <dgm:spPr/>
      <dgm:t>
        <a:bodyPr/>
        <a:lstStyle/>
        <a:p>
          <a:endParaRPr lang="en-IN" sz="1200">
            <a:latin typeface="Ubuntu" panose="020B0504030602030204" pitchFamily="34" charset="0"/>
          </a:endParaRPr>
        </a:p>
      </dgm:t>
    </dgm:pt>
    <dgm:pt modelId="{894BE2F0-305F-4435-B4EF-E9F7227E7E15}">
      <dgm:prSet phldrT="[Text]" custT="1"/>
      <dgm:spPr/>
      <dgm:t>
        <a:bodyPr/>
        <a:lstStyle/>
        <a:p>
          <a:r>
            <a:rPr lang="en-IN" sz="1200">
              <a:latin typeface="Ubuntu" panose="020B0504030602030204" pitchFamily="34" charset="0"/>
            </a:rPr>
            <a:t>User story burn down tracking. Planned vs Actual on a daily basis</a:t>
          </a:r>
        </a:p>
      </dgm:t>
    </dgm:pt>
    <dgm:pt modelId="{1C47E045-A720-48A2-AFBD-8D8B93F18BBD}" type="parTrans" cxnId="{CC9261C8-0255-496E-A81B-97729709D7C9}">
      <dgm:prSet/>
      <dgm:spPr/>
      <dgm:t>
        <a:bodyPr/>
        <a:lstStyle/>
        <a:p>
          <a:endParaRPr lang="en-IN" sz="1200">
            <a:latin typeface="Ubuntu" panose="020B0504030602030204" pitchFamily="34" charset="0"/>
          </a:endParaRPr>
        </a:p>
      </dgm:t>
    </dgm:pt>
    <dgm:pt modelId="{72059E62-80FA-4D06-AEE5-B776686D80F6}" type="sibTrans" cxnId="{CC9261C8-0255-496E-A81B-97729709D7C9}">
      <dgm:prSet/>
      <dgm:spPr/>
      <dgm:t>
        <a:bodyPr/>
        <a:lstStyle/>
        <a:p>
          <a:endParaRPr lang="en-IN" sz="1200">
            <a:latin typeface="Ubuntu" panose="020B0504030602030204" pitchFamily="34" charset="0"/>
          </a:endParaRPr>
        </a:p>
      </dgm:t>
    </dgm:pt>
    <dgm:pt modelId="{ED31B995-9E38-4ABF-BE57-8804C09D52C3}">
      <dgm:prSet phldrT="[Text]" custT="1"/>
      <dgm:spPr/>
      <dgm:t>
        <a:bodyPr/>
        <a:lstStyle/>
        <a:p>
          <a:r>
            <a:rPr lang="en-IN" sz="1200" b="1">
              <a:latin typeface="Ubuntu" panose="020B0504030602030204" pitchFamily="34" charset="0"/>
            </a:rPr>
            <a:t>SPRINT - VELOCITY by story points</a:t>
          </a:r>
        </a:p>
      </dgm:t>
    </dgm:pt>
    <dgm:pt modelId="{648C841B-82B2-4C42-A5D0-4F003FB8A836}" type="parTrans" cxnId="{44E41AD8-E1F5-4E5B-AA5C-6C8B413ED5D3}">
      <dgm:prSet/>
      <dgm:spPr/>
      <dgm:t>
        <a:bodyPr/>
        <a:lstStyle/>
        <a:p>
          <a:endParaRPr lang="en-IN" sz="1200">
            <a:latin typeface="Ubuntu" panose="020B0504030602030204" pitchFamily="34" charset="0"/>
          </a:endParaRPr>
        </a:p>
      </dgm:t>
    </dgm:pt>
    <dgm:pt modelId="{89B28FC6-C771-47A5-9F29-C735F5609D0F}" type="sibTrans" cxnId="{44E41AD8-E1F5-4E5B-AA5C-6C8B413ED5D3}">
      <dgm:prSet/>
      <dgm:spPr/>
      <dgm:t>
        <a:bodyPr/>
        <a:lstStyle/>
        <a:p>
          <a:endParaRPr lang="en-IN" sz="1200">
            <a:latin typeface="Ubuntu" panose="020B0504030602030204" pitchFamily="34" charset="0"/>
          </a:endParaRPr>
        </a:p>
      </dgm:t>
    </dgm:pt>
    <dgm:pt modelId="{C27C4EDA-3CBC-48B8-913C-F4CDA5731F15}">
      <dgm:prSet phldrT="[Text]" custT="1"/>
      <dgm:spPr/>
      <dgm:t>
        <a:bodyPr/>
        <a:lstStyle/>
        <a:p>
          <a:r>
            <a:rPr lang="en-IN" sz="1200">
              <a:latin typeface="Ubuntu" panose="020B0504030602030204" pitchFamily="34" charset="0"/>
            </a:rPr>
            <a:t>Story points burn down tracking. Planned vs Actual on a daily basis</a:t>
          </a:r>
        </a:p>
      </dgm:t>
    </dgm:pt>
    <dgm:pt modelId="{8AE9AED4-0EFC-4ACC-B152-0BDB51B06D10}" type="parTrans" cxnId="{83215D1E-DC5B-40CB-AEF0-0276658975C8}">
      <dgm:prSet/>
      <dgm:spPr/>
      <dgm:t>
        <a:bodyPr/>
        <a:lstStyle/>
        <a:p>
          <a:endParaRPr lang="en-IN" sz="1200">
            <a:latin typeface="Ubuntu" panose="020B0504030602030204" pitchFamily="34" charset="0"/>
          </a:endParaRPr>
        </a:p>
      </dgm:t>
    </dgm:pt>
    <dgm:pt modelId="{3FE702F3-CB91-49F5-972E-8293A3E99098}" type="sibTrans" cxnId="{83215D1E-DC5B-40CB-AEF0-0276658975C8}">
      <dgm:prSet/>
      <dgm:spPr/>
      <dgm:t>
        <a:bodyPr/>
        <a:lstStyle/>
        <a:p>
          <a:endParaRPr lang="en-IN" sz="1200">
            <a:latin typeface="Ubuntu" panose="020B0504030602030204" pitchFamily="34" charset="0"/>
          </a:endParaRPr>
        </a:p>
      </dgm:t>
    </dgm:pt>
    <dgm:pt modelId="{59415FB5-54B7-402F-8B74-C5B63CF190B7}">
      <dgm:prSet phldrT="[Text]" custT="1"/>
      <dgm:spPr/>
      <dgm:t>
        <a:bodyPr/>
        <a:lstStyle/>
        <a:p>
          <a:r>
            <a:rPr lang="en-IN" sz="1200">
              <a:latin typeface="Ubuntu" panose="020B0504030602030204" pitchFamily="34" charset="0"/>
            </a:rPr>
            <a:t>Team to take up corrective action for any lag in the burn down</a:t>
          </a:r>
        </a:p>
      </dgm:t>
    </dgm:pt>
    <dgm:pt modelId="{2E323CFC-9F47-4C61-A135-AAE859050865}" type="parTrans" cxnId="{A74E55F0-15F1-4BA2-AEC4-E590A46A5F37}">
      <dgm:prSet/>
      <dgm:spPr/>
      <dgm:t>
        <a:bodyPr/>
        <a:lstStyle/>
        <a:p>
          <a:endParaRPr lang="en-IN" sz="1200">
            <a:latin typeface="Ubuntu" panose="020B0504030602030204" pitchFamily="34" charset="0"/>
          </a:endParaRPr>
        </a:p>
      </dgm:t>
    </dgm:pt>
    <dgm:pt modelId="{8B1F9C5D-95EE-407C-871F-0A46E4F265A5}" type="sibTrans" cxnId="{A74E55F0-15F1-4BA2-AEC4-E590A46A5F37}">
      <dgm:prSet/>
      <dgm:spPr/>
      <dgm:t>
        <a:bodyPr/>
        <a:lstStyle/>
        <a:p>
          <a:endParaRPr lang="en-IN" sz="1200">
            <a:latin typeface="Ubuntu" panose="020B0504030602030204" pitchFamily="34" charset="0"/>
          </a:endParaRPr>
        </a:p>
      </dgm:t>
    </dgm:pt>
    <dgm:pt modelId="{3FB6CB80-3680-46A1-9F08-5AD4B5AC819C}">
      <dgm:prSet phldrT="[Text]" custT="1"/>
      <dgm:spPr/>
      <dgm:t>
        <a:bodyPr/>
        <a:lstStyle/>
        <a:p>
          <a:r>
            <a:rPr lang="en-IN" sz="1200" b="1">
              <a:latin typeface="Ubuntu" panose="020B0504030602030204" pitchFamily="34" charset="0"/>
            </a:rPr>
            <a:t>SPRINT PROGRESS</a:t>
          </a:r>
        </a:p>
      </dgm:t>
    </dgm:pt>
    <dgm:pt modelId="{E0ACFD6F-0D8F-4F86-A435-13F5ACBC77C9}" type="parTrans" cxnId="{CA7D97B8-5466-4266-8FAF-78DDDA933AFF}">
      <dgm:prSet/>
      <dgm:spPr/>
      <dgm:t>
        <a:bodyPr/>
        <a:lstStyle/>
        <a:p>
          <a:endParaRPr lang="en-IN" sz="1200">
            <a:latin typeface="Ubuntu" panose="020B0504030602030204" pitchFamily="34" charset="0"/>
          </a:endParaRPr>
        </a:p>
      </dgm:t>
    </dgm:pt>
    <dgm:pt modelId="{3E7F05EA-5FE7-4580-96BB-810A48E0CDFB}" type="sibTrans" cxnId="{CA7D97B8-5466-4266-8FAF-78DDDA933AFF}">
      <dgm:prSet/>
      <dgm:spPr/>
      <dgm:t>
        <a:bodyPr/>
        <a:lstStyle/>
        <a:p>
          <a:endParaRPr lang="en-IN" sz="1200">
            <a:latin typeface="Ubuntu" panose="020B0504030602030204" pitchFamily="34" charset="0"/>
          </a:endParaRPr>
        </a:p>
      </dgm:t>
    </dgm:pt>
    <dgm:pt modelId="{90BF0E12-C226-4FB0-9932-FBEEA36E2C94}">
      <dgm:prSet phldrT="[Text]" custT="1"/>
      <dgm:spPr/>
      <dgm:t>
        <a:bodyPr/>
        <a:lstStyle/>
        <a:p>
          <a:r>
            <a:rPr lang="en-IN" sz="1200">
              <a:latin typeface="Ubuntu" panose="020B0504030602030204" pitchFamily="34" charset="0"/>
            </a:rPr>
            <a:t>User stories progress by Release Train through life cycle (dev vs test)</a:t>
          </a:r>
        </a:p>
      </dgm:t>
    </dgm:pt>
    <dgm:pt modelId="{A44223AB-E665-4D78-8F56-5D82B8204D8A}" type="parTrans" cxnId="{6EB24F85-002F-4BFC-8FAA-3A19235C29B0}">
      <dgm:prSet/>
      <dgm:spPr/>
      <dgm:t>
        <a:bodyPr/>
        <a:lstStyle/>
        <a:p>
          <a:endParaRPr lang="en-IN" sz="1200">
            <a:latin typeface="Ubuntu" panose="020B0504030602030204" pitchFamily="34" charset="0"/>
          </a:endParaRPr>
        </a:p>
      </dgm:t>
    </dgm:pt>
    <dgm:pt modelId="{CC3A9C73-715C-44FE-A052-F51A447F9633}" type="sibTrans" cxnId="{6EB24F85-002F-4BFC-8FAA-3A19235C29B0}">
      <dgm:prSet/>
      <dgm:spPr/>
      <dgm:t>
        <a:bodyPr/>
        <a:lstStyle/>
        <a:p>
          <a:endParaRPr lang="en-IN" sz="1200">
            <a:latin typeface="Ubuntu" panose="020B0504030602030204" pitchFamily="34" charset="0"/>
          </a:endParaRPr>
        </a:p>
      </dgm:t>
    </dgm:pt>
    <dgm:pt modelId="{1DF349B9-B767-4FF0-90BA-140ADDD9F79C}">
      <dgm:prSet phldrT="[Text]" custT="1"/>
      <dgm:spPr/>
      <dgm:t>
        <a:bodyPr/>
        <a:lstStyle/>
        <a:p>
          <a:r>
            <a:rPr lang="en-IN" sz="1200" b="0">
              <a:latin typeface="Ubuntu" panose="020B0504030602030204" pitchFamily="34" charset="0"/>
            </a:rPr>
            <a:t>Reports made available via JIRA dashboards</a:t>
          </a:r>
          <a:endParaRPr lang="en-IN" sz="1200">
            <a:latin typeface="Ubuntu" panose="020B0504030602030204" pitchFamily="34" charset="0"/>
          </a:endParaRPr>
        </a:p>
      </dgm:t>
    </dgm:pt>
    <dgm:pt modelId="{0522CB3A-A634-4C89-A3C6-F35876FDC80C}" type="parTrans" cxnId="{987292A4-4D10-486A-8C55-D0D4C9606B22}">
      <dgm:prSet/>
      <dgm:spPr/>
      <dgm:t>
        <a:bodyPr/>
        <a:lstStyle/>
        <a:p>
          <a:endParaRPr lang="en-IN" sz="1200">
            <a:latin typeface="Ubuntu" panose="020B0504030602030204" pitchFamily="34" charset="0"/>
          </a:endParaRPr>
        </a:p>
      </dgm:t>
    </dgm:pt>
    <dgm:pt modelId="{C94ED2DF-C626-47D3-8C1B-76F80D37C717}" type="sibTrans" cxnId="{987292A4-4D10-486A-8C55-D0D4C9606B22}">
      <dgm:prSet/>
      <dgm:spPr/>
      <dgm:t>
        <a:bodyPr/>
        <a:lstStyle/>
        <a:p>
          <a:endParaRPr lang="en-IN" sz="1200">
            <a:latin typeface="Ubuntu" panose="020B0504030602030204" pitchFamily="34" charset="0"/>
          </a:endParaRPr>
        </a:p>
      </dgm:t>
    </dgm:pt>
    <dgm:pt modelId="{4CB26F3E-FF23-481A-BED6-6C0188E6692D}">
      <dgm:prSet phldrT="[Text]" custT="1"/>
      <dgm:spPr/>
      <dgm:t>
        <a:bodyPr/>
        <a:lstStyle/>
        <a:p>
          <a:r>
            <a:rPr lang="en-IN" sz="1200">
              <a:latin typeface="Ubuntu" panose="020B0504030602030204" pitchFamily="34" charset="0"/>
            </a:rPr>
            <a:t>Team to take up corrective action for any lag in the burn down</a:t>
          </a:r>
        </a:p>
      </dgm:t>
    </dgm:pt>
    <dgm:pt modelId="{67850BF7-CCBB-4956-9635-1600FE47C24A}" type="parTrans" cxnId="{67A0F181-BD4F-4B54-9BC5-C7CD32FEDD84}">
      <dgm:prSet/>
      <dgm:spPr/>
      <dgm:t>
        <a:bodyPr/>
        <a:lstStyle/>
        <a:p>
          <a:endParaRPr lang="en-IN" sz="1600"/>
        </a:p>
      </dgm:t>
    </dgm:pt>
    <dgm:pt modelId="{E91E2190-9BC9-4E8D-9565-7CD9488C4146}" type="sibTrans" cxnId="{67A0F181-BD4F-4B54-9BC5-C7CD32FEDD84}">
      <dgm:prSet/>
      <dgm:spPr/>
      <dgm:t>
        <a:bodyPr/>
        <a:lstStyle/>
        <a:p>
          <a:endParaRPr lang="en-IN" sz="1600"/>
        </a:p>
      </dgm:t>
    </dgm:pt>
    <dgm:pt modelId="{96C683B6-439F-4755-9B8F-509445602E33}">
      <dgm:prSet phldrT="[Text]" custT="1"/>
      <dgm:spPr/>
      <dgm:t>
        <a:bodyPr/>
        <a:lstStyle/>
        <a:p>
          <a:r>
            <a:rPr lang="en-IN" sz="1200">
              <a:latin typeface="Ubuntu" panose="020B0504030602030204" pitchFamily="34" charset="0"/>
            </a:rPr>
            <a:t>Burndown charts by Release Trains</a:t>
          </a:r>
        </a:p>
      </dgm:t>
    </dgm:pt>
    <dgm:pt modelId="{A3C35746-C38B-4D0E-B1E2-C761B424EE01}" type="parTrans" cxnId="{4388FAAB-3272-4189-9E44-AA225B57D9E2}">
      <dgm:prSet/>
      <dgm:spPr/>
      <dgm:t>
        <a:bodyPr/>
        <a:lstStyle/>
        <a:p>
          <a:endParaRPr lang="en-IN" sz="1600"/>
        </a:p>
      </dgm:t>
    </dgm:pt>
    <dgm:pt modelId="{F6188443-14D3-43F8-86B9-A1D1728E152B}" type="sibTrans" cxnId="{4388FAAB-3272-4189-9E44-AA225B57D9E2}">
      <dgm:prSet/>
      <dgm:spPr/>
      <dgm:t>
        <a:bodyPr/>
        <a:lstStyle/>
        <a:p>
          <a:endParaRPr lang="en-IN" sz="1600"/>
        </a:p>
      </dgm:t>
    </dgm:pt>
    <dgm:pt modelId="{C556666F-ABF3-444D-8064-B9B2E0B12DD6}">
      <dgm:prSet phldrT="[Text]" custT="1"/>
      <dgm:spPr/>
      <dgm:t>
        <a:bodyPr/>
        <a:lstStyle/>
        <a:p>
          <a:r>
            <a:rPr lang="en-IN" sz="1200">
              <a:latin typeface="Ubuntu" panose="020B0504030602030204" pitchFamily="34" charset="0"/>
            </a:rPr>
            <a:t>Burndown charts by Release Trains</a:t>
          </a:r>
        </a:p>
      </dgm:t>
    </dgm:pt>
    <dgm:pt modelId="{1DC2C168-1F45-4026-87F9-0CD01A5054ED}" type="parTrans" cxnId="{6FBA7857-DCDE-492F-8AE9-1C3031095B97}">
      <dgm:prSet/>
      <dgm:spPr/>
      <dgm:t>
        <a:bodyPr/>
        <a:lstStyle/>
        <a:p>
          <a:endParaRPr lang="en-IN"/>
        </a:p>
      </dgm:t>
    </dgm:pt>
    <dgm:pt modelId="{F8947C60-E62F-4BD0-AF09-311C63D9E4A5}" type="sibTrans" cxnId="{6FBA7857-DCDE-492F-8AE9-1C3031095B97}">
      <dgm:prSet/>
      <dgm:spPr/>
      <dgm:t>
        <a:bodyPr/>
        <a:lstStyle/>
        <a:p>
          <a:endParaRPr lang="en-IN"/>
        </a:p>
      </dgm:t>
    </dgm:pt>
    <dgm:pt modelId="{55CFC0F1-CEC7-46E6-A75B-52740A1B1445}">
      <dgm:prSet custT="1"/>
      <dgm:spPr/>
      <dgm:t>
        <a:bodyPr/>
        <a:lstStyle/>
        <a:p>
          <a:r>
            <a:rPr lang="en-IN" sz="1200" b="1">
              <a:latin typeface="Ubuntu" panose="020B0504030602030204" pitchFamily="34" charset="0"/>
            </a:rPr>
            <a:t>RELEASE – VELOCITY</a:t>
          </a:r>
        </a:p>
      </dgm:t>
    </dgm:pt>
    <dgm:pt modelId="{5CCE8C4C-ABD0-4001-9F8E-149B56AED3F0}" type="parTrans" cxnId="{FCE11D12-663E-41D2-B739-8C9E181E2354}">
      <dgm:prSet/>
      <dgm:spPr/>
      <dgm:t>
        <a:bodyPr/>
        <a:lstStyle/>
        <a:p>
          <a:endParaRPr lang="en-IN"/>
        </a:p>
      </dgm:t>
    </dgm:pt>
    <dgm:pt modelId="{73EA0EEB-E955-4351-9901-605E57022843}" type="sibTrans" cxnId="{FCE11D12-663E-41D2-B739-8C9E181E2354}">
      <dgm:prSet/>
      <dgm:spPr/>
      <dgm:t>
        <a:bodyPr/>
        <a:lstStyle/>
        <a:p>
          <a:endParaRPr lang="en-IN"/>
        </a:p>
      </dgm:t>
    </dgm:pt>
    <dgm:pt modelId="{0B8C970E-AE68-47A9-B065-4DE058B152F4}">
      <dgm:prSet custT="1"/>
      <dgm:spPr/>
      <dgm:t>
        <a:bodyPr/>
        <a:lstStyle/>
        <a:p>
          <a:r>
            <a:rPr lang="en-IN" sz="1200" b="0">
              <a:latin typeface="Ubuntu" panose="020B0504030602030204" pitchFamily="34" charset="0"/>
            </a:rPr>
            <a:t>User story or story points burndown. Planned Vs Actual for full release</a:t>
          </a:r>
        </a:p>
      </dgm:t>
    </dgm:pt>
    <dgm:pt modelId="{4A948706-3F1B-4D57-8AE7-CD4D1DD77C34}" type="parTrans" cxnId="{F806CF1F-7CB0-44CF-B509-0E3A722A9958}">
      <dgm:prSet/>
      <dgm:spPr/>
      <dgm:t>
        <a:bodyPr/>
        <a:lstStyle/>
        <a:p>
          <a:endParaRPr lang="en-IN"/>
        </a:p>
      </dgm:t>
    </dgm:pt>
    <dgm:pt modelId="{22521D8B-4C38-4AEE-B0B6-CFF1A19404C4}" type="sibTrans" cxnId="{F806CF1F-7CB0-44CF-B509-0E3A722A9958}">
      <dgm:prSet/>
      <dgm:spPr/>
      <dgm:t>
        <a:bodyPr/>
        <a:lstStyle/>
        <a:p>
          <a:endParaRPr lang="en-IN"/>
        </a:p>
      </dgm:t>
    </dgm:pt>
    <dgm:pt modelId="{6FC4DB2E-9CE1-40B7-8407-2243DC0F432C}">
      <dgm:prSet custT="1"/>
      <dgm:spPr/>
      <dgm:t>
        <a:bodyPr/>
        <a:lstStyle/>
        <a:p>
          <a:r>
            <a:rPr lang="en-IN" sz="1200" b="0">
              <a:latin typeface="Ubuntu" panose="020B0504030602030204" pitchFamily="34" charset="0"/>
            </a:rPr>
            <a:t>Reports made available via JIRA dashboards</a:t>
          </a:r>
        </a:p>
      </dgm:t>
    </dgm:pt>
    <dgm:pt modelId="{32CF91F6-E1D7-4D27-9236-36B3F191566E}" type="parTrans" cxnId="{6ECE42FD-0139-4568-BED6-8A182CB8037F}">
      <dgm:prSet/>
      <dgm:spPr/>
      <dgm:t>
        <a:bodyPr/>
        <a:lstStyle/>
        <a:p>
          <a:endParaRPr lang="en-IN"/>
        </a:p>
      </dgm:t>
    </dgm:pt>
    <dgm:pt modelId="{E8FB0A44-F1A7-43BE-BFC3-258F13DCD24A}" type="sibTrans" cxnId="{6ECE42FD-0139-4568-BED6-8A182CB8037F}">
      <dgm:prSet/>
      <dgm:spPr/>
      <dgm:t>
        <a:bodyPr/>
        <a:lstStyle/>
        <a:p>
          <a:endParaRPr lang="en-IN"/>
        </a:p>
      </dgm:t>
    </dgm:pt>
    <dgm:pt modelId="{A3A8D80E-2935-4034-8C3B-4437E9E8A052}">
      <dgm:prSet custT="1"/>
      <dgm:spPr/>
      <dgm:t>
        <a:bodyPr/>
        <a:lstStyle/>
        <a:p>
          <a:r>
            <a:rPr lang="en-IN" sz="1200" b="1">
              <a:latin typeface="Ubuntu" panose="020B0504030602030204" pitchFamily="34" charset="0"/>
            </a:rPr>
            <a:t>DEPENDENCISES TRACKING</a:t>
          </a:r>
        </a:p>
      </dgm:t>
    </dgm:pt>
    <dgm:pt modelId="{5466DB06-467C-4F40-96C7-F3D9365B4DFF}" type="parTrans" cxnId="{2E4F674A-CAD3-4FA9-A635-6803ECA74CD2}">
      <dgm:prSet/>
      <dgm:spPr/>
      <dgm:t>
        <a:bodyPr/>
        <a:lstStyle/>
        <a:p>
          <a:endParaRPr lang="en-IN"/>
        </a:p>
      </dgm:t>
    </dgm:pt>
    <dgm:pt modelId="{F1CEBDB7-1A36-47BD-A8DB-44B35772CA89}" type="sibTrans" cxnId="{2E4F674A-CAD3-4FA9-A635-6803ECA74CD2}">
      <dgm:prSet/>
      <dgm:spPr/>
      <dgm:t>
        <a:bodyPr/>
        <a:lstStyle/>
        <a:p>
          <a:endParaRPr lang="en-IN"/>
        </a:p>
      </dgm:t>
    </dgm:pt>
    <dgm:pt modelId="{E5B1D71B-31EC-43CF-B0CB-DF7E53D2A716}">
      <dgm:prSet custT="1"/>
      <dgm:spPr/>
      <dgm:t>
        <a:bodyPr/>
        <a:lstStyle/>
        <a:p>
          <a:r>
            <a:rPr lang="en-IN" sz="1200" b="0">
              <a:latin typeface="Ubuntu" panose="020B0504030602030204" pitchFamily="34" charset="0"/>
            </a:rPr>
            <a:t>A mechanism to be developed to track external dependencies and delays</a:t>
          </a:r>
        </a:p>
      </dgm:t>
    </dgm:pt>
    <dgm:pt modelId="{A75A19A2-F2E8-4BA7-AF05-8E3998A9FD0E}" type="parTrans" cxnId="{CED7E7C3-5759-489B-951A-02C6A85BB370}">
      <dgm:prSet/>
      <dgm:spPr/>
      <dgm:t>
        <a:bodyPr/>
        <a:lstStyle/>
        <a:p>
          <a:endParaRPr lang="en-IN"/>
        </a:p>
      </dgm:t>
    </dgm:pt>
    <dgm:pt modelId="{DD22A884-FBBF-4B53-9149-97D5853E7784}" type="sibTrans" cxnId="{CED7E7C3-5759-489B-951A-02C6A85BB370}">
      <dgm:prSet/>
      <dgm:spPr/>
      <dgm:t>
        <a:bodyPr/>
        <a:lstStyle/>
        <a:p>
          <a:endParaRPr lang="en-IN"/>
        </a:p>
      </dgm:t>
    </dgm:pt>
    <dgm:pt modelId="{70E14B6C-DCCE-47B7-82F4-C6FA5D218DCC}">
      <dgm:prSet custT="1"/>
      <dgm:spPr/>
      <dgm:t>
        <a:bodyPr/>
        <a:lstStyle/>
        <a:p>
          <a:r>
            <a:rPr lang="en-IN" sz="1200" b="1">
              <a:latin typeface="Ubuntu" panose="020B0504030602030204" pitchFamily="34" charset="0"/>
            </a:rPr>
            <a:t>TEST METRICS</a:t>
          </a:r>
        </a:p>
      </dgm:t>
    </dgm:pt>
    <dgm:pt modelId="{337ED60C-6160-4E0D-B6A3-F77422236244}" type="parTrans" cxnId="{0591B8D4-6C73-4B8F-A590-8242A74FB3F2}">
      <dgm:prSet/>
      <dgm:spPr/>
      <dgm:t>
        <a:bodyPr/>
        <a:lstStyle/>
        <a:p>
          <a:endParaRPr lang="en-IN"/>
        </a:p>
      </dgm:t>
    </dgm:pt>
    <dgm:pt modelId="{B58EC74D-4E81-4AC2-86C2-7E4898037AAB}" type="sibTrans" cxnId="{0591B8D4-6C73-4B8F-A590-8242A74FB3F2}">
      <dgm:prSet/>
      <dgm:spPr/>
      <dgm:t>
        <a:bodyPr/>
        <a:lstStyle/>
        <a:p>
          <a:endParaRPr lang="en-IN"/>
        </a:p>
      </dgm:t>
    </dgm:pt>
    <dgm:pt modelId="{898607DE-E07C-4D9D-8767-9E789F5BE8E1}">
      <dgm:prSet custT="1"/>
      <dgm:spPr/>
      <dgm:t>
        <a:bodyPr/>
        <a:lstStyle/>
        <a:p>
          <a:r>
            <a:rPr lang="en-IN" sz="1200" b="0" i="0">
              <a:latin typeface="Ubuntu" panose="020B0504030602030204" pitchFamily="34" charset="0"/>
            </a:rPr>
            <a:t>Coverage metrics – Requirements, User story, Business process during stabilisation</a:t>
          </a:r>
          <a:endParaRPr lang="en-IN" sz="1200" b="1">
            <a:latin typeface="Ubuntu" panose="020B0504030602030204" pitchFamily="34" charset="0"/>
          </a:endParaRPr>
        </a:p>
      </dgm:t>
    </dgm:pt>
    <dgm:pt modelId="{8DFDB4F3-E33B-42F2-82BF-C96774EB5A4B}" type="parTrans" cxnId="{5270C1CA-5642-4B86-8E7B-F498ECA91D71}">
      <dgm:prSet/>
      <dgm:spPr/>
      <dgm:t>
        <a:bodyPr/>
        <a:lstStyle/>
        <a:p>
          <a:endParaRPr lang="en-IN"/>
        </a:p>
      </dgm:t>
    </dgm:pt>
    <dgm:pt modelId="{F1CFEEEB-C217-4CCD-8E5C-E5461A0D4AC1}" type="sibTrans" cxnId="{5270C1CA-5642-4B86-8E7B-F498ECA91D71}">
      <dgm:prSet/>
      <dgm:spPr/>
      <dgm:t>
        <a:bodyPr/>
        <a:lstStyle/>
        <a:p>
          <a:endParaRPr lang="en-IN"/>
        </a:p>
      </dgm:t>
    </dgm:pt>
    <dgm:pt modelId="{F675DD39-7CC5-4FAB-9E31-792623B6A73D}">
      <dgm:prSet custT="1"/>
      <dgm:spPr/>
      <dgm:t>
        <a:bodyPr/>
        <a:lstStyle/>
        <a:p>
          <a:r>
            <a:rPr lang="en-IN" sz="1200" b="0" i="0">
              <a:latin typeface="Ubuntu" panose="020B0504030602030204" pitchFamily="34" charset="0"/>
            </a:rPr>
            <a:t>Test metrics – Test execution burndown</a:t>
          </a:r>
          <a:endParaRPr lang="en-IN" sz="1200" b="1">
            <a:latin typeface="Ubuntu" panose="020B0504030602030204" pitchFamily="34" charset="0"/>
          </a:endParaRPr>
        </a:p>
      </dgm:t>
    </dgm:pt>
    <dgm:pt modelId="{B262845A-B484-496B-B0E3-7F19A7CE8476}" type="parTrans" cxnId="{BE76A5A7-035E-46BD-B962-D2A33767F107}">
      <dgm:prSet/>
      <dgm:spPr/>
      <dgm:t>
        <a:bodyPr/>
        <a:lstStyle/>
        <a:p>
          <a:endParaRPr lang="en-IN"/>
        </a:p>
      </dgm:t>
    </dgm:pt>
    <dgm:pt modelId="{DD370DF4-33BE-494C-8156-4530B7496EB0}" type="sibTrans" cxnId="{BE76A5A7-035E-46BD-B962-D2A33767F107}">
      <dgm:prSet/>
      <dgm:spPr/>
      <dgm:t>
        <a:bodyPr/>
        <a:lstStyle/>
        <a:p>
          <a:endParaRPr lang="en-IN"/>
        </a:p>
      </dgm:t>
    </dgm:pt>
    <dgm:pt modelId="{6AD771C5-CBD2-4EEC-B2DB-BFE74832B9E2}">
      <dgm:prSet custT="1"/>
      <dgm:spPr/>
      <dgm:t>
        <a:bodyPr/>
        <a:lstStyle/>
        <a:p>
          <a:r>
            <a:rPr lang="en-IN" sz="1200" b="0" i="0">
              <a:latin typeface="Ubuntu" panose="020B0504030602030204" pitchFamily="34" charset="0"/>
            </a:rPr>
            <a:t>Defect metrics – Defects by severity/priority, by Release Train, over time, rejection</a:t>
          </a:r>
          <a:endParaRPr lang="en-IN" sz="1200" b="1">
            <a:latin typeface="Ubuntu" panose="020B0504030602030204" pitchFamily="34" charset="0"/>
          </a:endParaRPr>
        </a:p>
      </dgm:t>
    </dgm:pt>
    <dgm:pt modelId="{0B7EA967-0CE4-4089-BB0E-18971E000016}" type="parTrans" cxnId="{C6B8D838-CC03-46A4-A8B8-5AE4AD6E137B}">
      <dgm:prSet/>
      <dgm:spPr/>
      <dgm:t>
        <a:bodyPr/>
        <a:lstStyle/>
        <a:p>
          <a:endParaRPr lang="en-IN"/>
        </a:p>
      </dgm:t>
    </dgm:pt>
    <dgm:pt modelId="{CA61874D-751F-448D-BE2C-3EB66253C90D}" type="sibTrans" cxnId="{C6B8D838-CC03-46A4-A8B8-5AE4AD6E137B}">
      <dgm:prSet/>
      <dgm:spPr/>
      <dgm:t>
        <a:bodyPr/>
        <a:lstStyle/>
        <a:p>
          <a:endParaRPr lang="en-IN"/>
        </a:p>
      </dgm:t>
    </dgm:pt>
    <dgm:pt modelId="{9CA94D39-3CA6-4856-889A-7281067C6FEC}" type="pres">
      <dgm:prSet presAssocID="{D4AE6BCD-0D56-453D-8B93-AEB4EB60ED51}" presName="Name0" presStyleCnt="0">
        <dgm:presLayoutVars>
          <dgm:dir/>
          <dgm:animLvl val="lvl"/>
          <dgm:resizeHandles val="exact"/>
        </dgm:presLayoutVars>
      </dgm:prSet>
      <dgm:spPr/>
    </dgm:pt>
    <dgm:pt modelId="{9B0E87B0-220E-4138-95F7-FA89E8E617EE}" type="pres">
      <dgm:prSet presAssocID="{519280F7-7628-4427-8D99-8BEA3E6DF619}" presName="linNode" presStyleCnt="0"/>
      <dgm:spPr/>
    </dgm:pt>
    <dgm:pt modelId="{284523C8-A35D-47BD-9062-5554B83E22A4}" type="pres">
      <dgm:prSet presAssocID="{519280F7-7628-4427-8D99-8BEA3E6DF619}" presName="parentText" presStyleLbl="node1" presStyleIdx="0" presStyleCnt="6">
        <dgm:presLayoutVars>
          <dgm:chMax val="1"/>
          <dgm:bulletEnabled val="1"/>
        </dgm:presLayoutVars>
      </dgm:prSet>
      <dgm:spPr/>
    </dgm:pt>
    <dgm:pt modelId="{321D45C5-E096-47DB-A92E-2CD9DB2037B7}" type="pres">
      <dgm:prSet presAssocID="{519280F7-7628-4427-8D99-8BEA3E6DF619}" presName="descendantText" presStyleLbl="alignAccFollowNode1" presStyleIdx="0" presStyleCnt="6">
        <dgm:presLayoutVars>
          <dgm:bulletEnabled val="1"/>
        </dgm:presLayoutVars>
      </dgm:prSet>
      <dgm:spPr/>
    </dgm:pt>
    <dgm:pt modelId="{FF6BC2E6-C210-40BB-9782-1F99BBDDDE04}" type="pres">
      <dgm:prSet presAssocID="{1C1CC9FE-7F9A-46D7-9295-121B89D7BCA1}" presName="sp" presStyleCnt="0"/>
      <dgm:spPr/>
    </dgm:pt>
    <dgm:pt modelId="{250F2CEE-2804-422E-AA96-3DD66B2FC292}" type="pres">
      <dgm:prSet presAssocID="{ED31B995-9E38-4ABF-BE57-8804C09D52C3}" presName="linNode" presStyleCnt="0"/>
      <dgm:spPr/>
    </dgm:pt>
    <dgm:pt modelId="{B60CA28B-C537-4821-8294-5F090802889E}" type="pres">
      <dgm:prSet presAssocID="{ED31B995-9E38-4ABF-BE57-8804C09D52C3}" presName="parentText" presStyleLbl="node1" presStyleIdx="1" presStyleCnt="6">
        <dgm:presLayoutVars>
          <dgm:chMax val="1"/>
          <dgm:bulletEnabled val="1"/>
        </dgm:presLayoutVars>
      </dgm:prSet>
      <dgm:spPr/>
    </dgm:pt>
    <dgm:pt modelId="{0FA6AA42-8EFD-411F-9D34-A093AC86A4BD}" type="pres">
      <dgm:prSet presAssocID="{ED31B995-9E38-4ABF-BE57-8804C09D52C3}" presName="descendantText" presStyleLbl="alignAccFollowNode1" presStyleIdx="1" presStyleCnt="6">
        <dgm:presLayoutVars>
          <dgm:bulletEnabled val="1"/>
        </dgm:presLayoutVars>
      </dgm:prSet>
      <dgm:spPr/>
    </dgm:pt>
    <dgm:pt modelId="{5E10AC89-1B90-445F-BD61-B90515B831EB}" type="pres">
      <dgm:prSet presAssocID="{89B28FC6-C771-47A5-9F29-C735F5609D0F}" presName="sp" presStyleCnt="0"/>
      <dgm:spPr/>
    </dgm:pt>
    <dgm:pt modelId="{48A7B3D9-F744-45F8-AF18-D3AD7D07A4AF}" type="pres">
      <dgm:prSet presAssocID="{3FB6CB80-3680-46A1-9F08-5AD4B5AC819C}" presName="linNode" presStyleCnt="0"/>
      <dgm:spPr/>
    </dgm:pt>
    <dgm:pt modelId="{11433F9A-1AE2-4F2E-AD73-72179B1E5AF5}" type="pres">
      <dgm:prSet presAssocID="{3FB6CB80-3680-46A1-9F08-5AD4B5AC819C}" presName="parentText" presStyleLbl="node1" presStyleIdx="2" presStyleCnt="6">
        <dgm:presLayoutVars>
          <dgm:chMax val="1"/>
          <dgm:bulletEnabled val="1"/>
        </dgm:presLayoutVars>
      </dgm:prSet>
      <dgm:spPr/>
    </dgm:pt>
    <dgm:pt modelId="{AF91CCC8-937A-40A9-9E38-D73CA0A35F4F}" type="pres">
      <dgm:prSet presAssocID="{3FB6CB80-3680-46A1-9F08-5AD4B5AC819C}" presName="descendantText" presStyleLbl="alignAccFollowNode1" presStyleIdx="2" presStyleCnt="6">
        <dgm:presLayoutVars>
          <dgm:bulletEnabled val="1"/>
        </dgm:presLayoutVars>
      </dgm:prSet>
      <dgm:spPr/>
    </dgm:pt>
    <dgm:pt modelId="{50E740AE-B316-4F49-B095-FAFF5D3FBDA3}" type="pres">
      <dgm:prSet presAssocID="{3E7F05EA-5FE7-4580-96BB-810A48E0CDFB}" presName="sp" presStyleCnt="0"/>
      <dgm:spPr/>
    </dgm:pt>
    <dgm:pt modelId="{0606CA6F-5FAE-41E5-A4AA-A31040C5151B}" type="pres">
      <dgm:prSet presAssocID="{55CFC0F1-CEC7-46E6-A75B-52740A1B1445}" presName="linNode" presStyleCnt="0"/>
      <dgm:spPr/>
    </dgm:pt>
    <dgm:pt modelId="{10F69BD6-0C66-4D13-AC5E-8C58DB8CAAFC}" type="pres">
      <dgm:prSet presAssocID="{55CFC0F1-CEC7-46E6-A75B-52740A1B1445}" presName="parentText" presStyleLbl="node1" presStyleIdx="3" presStyleCnt="6">
        <dgm:presLayoutVars>
          <dgm:chMax val="1"/>
          <dgm:bulletEnabled val="1"/>
        </dgm:presLayoutVars>
      </dgm:prSet>
      <dgm:spPr/>
    </dgm:pt>
    <dgm:pt modelId="{EBE56806-C316-4D6A-9B7F-8A51717E1E36}" type="pres">
      <dgm:prSet presAssocID="{55CFC0F1-CEC7-46E6-A75B-52740A1B1445}" presName="descendantText" presStyleLbl="alignAccFollowNode1" presStyleIdx="3" presStyleCnt="6">
        <dgm:presLayoutVars>
          <dgm:bulletEnabled val="1"/>
        </dgm:presLayoutVars>
      </dgm:prSet>
      <dgm:spPr/>
    </dgm:pt>
    <dgm:pt modelId="{AA4954CE-142A-42D2-B03F-20C980A84909}" type="pres">
      <dgm:prSet presAssocID="{73EA0EEB-E955-4351-9901-605E57022843}" presName="sp" presStyleCnt="0"/>
      <dgm:spPr/>
    </dgm:pt>
    <dgm:pt modelId="{02A80402-56D3-4DD9-98AA-8862564D88A2}" type="pres">
      <dgm:prSet presAssocID="{A3A8D80E-2935-4034-8C3B-4437E9E8A052}" presName="linNode" presStyleCnt="0"/>
      <dgm:spPr/>
    </dgm:pt>
    <dgm:pt modelId="{054321FE-6EA7-4991-BFE7-12E17F2CC0BE}" type="pres">
      <dgm:prSet presAssocID="{A3A8D80E-2935-4034-8C3B-4437E9E8A052}" presName="parentText" presStyleLbl="node1" presStyleIdx="4" presStyleCnt="6">
        <dgm:presLayoutVars>
          <dgm:chMax val="1"/>
          <dgm:bulletEnabled val="1"/>
        </dgm:presLayoutVars>
      </dgm:prSet>
      <dgm:spPr/>
    </dgm:pt>
    <dgm:pt modelId="{E67BD699-29B6-412D-B83D-98EBB4C18996}" type="pres">
      <dgm:prSet presAssocID="{A3A8D80E-2935-4034-8C3B-4437E9E8A052}" presName="descendantText" presStyleLbl="alignAccFollowNode1" presStyleIdx="4" presStyleCnt="6">
        <dgm:presLayoutVars>
          <dgm:bulletEnabled val="1"/>
        </dgm:presLayoutVars>
      </dgm:prSet>
      <dgm:spPr/>
    </dgm:pt>
    <dgm:pt modelId="{5D1630CD-0E75-4B3A-AADC-7C47A0B3BDFF}" type="pres">
      <dgm:prSet presAssocID="{F1CEBDB7-1A36-47BD-A8DB-44B35772CA89}" presName="sp" presStyleCnt="0"/>
      <dgm:spPr/>
    </dgm:pt>
    <dgm:pt modelId="{9393CC7B-1381-4067-9A88-65468BF1C7ED}" type="pres">
      <dgm:prSet presAssocID="{70E14B6C-DCCE-47B7-82F4-C6FA5D218DCC}" presName="linNode" presStyleCnt="0"/>
      <dgm:spPr/>
    </dgm:pt>
    <dgm:pt modelId="{E4B6E44A-02CE-44C5-8F2E-7A187DFD5622}" type="pres">
      <dgm:prSet presAssocID="{70E14B6C-DCCE-47B7-82F4-C6FA5D218DCC}" presName="parentText" presStyleLbl="node1" presStyleIdx="5" presStyleCnt="6">
        <dgm:presLayoutVars>
          <dgm:chMax val="1"/>
          <dgm:bulletEnabled val="1"/>
        </dgm:presLayoutVars>
      </dgm:prSet>
      <dgm:spPr/>
    </dgm:pt>
    <dgm:pt modelId="{A3A02229-1F38-48ED-B0F8-A0FB2DBB6FB2}" type="pres">
      <dgm:prSet presAssocID="{70E14B6C-DCCE-47B7-82F4-C6FA5D218DCC}" presName="descendantText" presStyleLbl="alignAccFollowNode1" presStyleIdx="5" presStyleCnt="6">
        <dgm:presLayoutVars>
          <dgm:bulletEnabled val="1"/>
        </dgm:presLayoutVars>
      </dgm:prSet>
      <dgm:spPr/>
    </dgm:pt>
  </dgm:ptLst>
  <dgm:cxnLst>
    <dgm:cxn modelId="{226B2B09-3F18-47D3-B32C-7851AB1CB61A}" type="presOf" srcId="{898607DE-E07C-4D9D-8767-9E789F5BE8E1}" destId="{A3A02229-1F38-48ED-B0F8-A0FB2DBB6FB2}" srcOrd="0" destOrd="0" presId="urn:microsoft.com/office/officeart/2005/8/layout/vList5"/>
    <dgm:cxn modelId="{B1DD280D-EB55-4184-932E-10B702999963}" type="presOf" srcId="{D4AE6BCD-0D56-453D-8B93-AEB4EB60ED51}" destId="{9CA94D39-3CA6-4856-889A-7281067C6FEC}" srcOrd="0" destOrd="0" presId="urn:microsoft.com/office/officeart/2005/8/layout/vList5"/>
    <dgm:cxn modelId="{FCE11D12-663E-41D2-B739-8C9E181E2354}" srcId="{D4AE6BCD-0D56-453D-8B93-AEB4EB60ED51}" destId="{55CFC0F1-CEC7-46E6-A75B-52740A1B1445}" srcOrd="3" destOrd="0" parTransId="{5CCE8C4C-ABD0-4001-9F8E-149B56AED3F0}" sibTransId="{73EA0EEB-E955-4351-9901-605E57022843}"/>
    <dgm:cxn modelId="{C94D911A-D20D-4657-9B8F-5F9A14631E15}" type="presOf" srcId="{90BF0E12-C226-4FB0-9932-FBEEA36E2C94}" destId="{AF91CCC8-937A-40A9-9E38-D73CA0A35F4F}" srcOrd="0" destOrd="0" presId="urn:microsoft.com/office/officeart/2005/8/layout/vList5"/>
    <dgm:cxn modelId="{0C45021E-8B53-4A8E-9BAF-1BA18314ABE3}" type="presOf" srcId="{F675DD39-7CC5-4FAB-9E31-792623B6A73D}" destId="{A3A02229-1F38-48ED-B0F8-A0FB2DBB6FB2}" srcOrd="0" destOrd="1" presId="urn:microsoft.com/office/officeart/2005/8/layout/vList5"/>
    <dgm:cxn modelId="{83215D1E-DC5B-40CB-AEF0-0276658975C8}" srcId="{ED31B995-9E38-4ABF-BE57-8804C09D52C3}" destId="{C27C4EDA-3CBC-48B8-913C-F4CDA5731F15}" srcOrd="0" destOrd="0" parTransId="{8AE9AED4-0EFC-4ACC-B152-0BDB51B06D10}" sibTransId="{3FE702F3-CB91-49F5-972E-8293A3E99098}"/>
    <dgm:cxn modelId="{F806CF1F-7CB0-44CF-B509-0E3A722A9958}" srcId="{55CFC0F1-CEC7-46E6-A75B-52740A1B1445}" destId="{0B8C970E-AE68-47A9-B065-4DE058B152F4}" srcOrd="0" destOrd="0" parTransId="{4A948706-3F1B-4D57-8AE7-CD4D1DD77C34}" sibTransId="{22521D8B-4C38-4AEE-B0B6-CFF1A19404C4}"/>
    <dgm:cxn modelId="{11B94D2A-5F20-4BBD-BDC0-9800DC16B9A3}" type="presOf" srcId="{70E14B6C-DCCE-47B7-82F4-C6FA5D218DCC}" destId="{E4B6E44A-02CE-44C5-8F2E-7A187DFD5622}" srcOrd="0" destOrd="0" presId="urn:microsoft.com/office/officeart/2005/8/layout/vList5"/>
    <dgm:cxn modelId="{55FBF82A-C7AE-4C1B-8491-6B6092BF7999}" type="presOf" srcId="{55CFC0F1-CEC7-46E6-A75B-52740A1B1445}" destId="{10F69BD6-0C66-4D13-AC5E-8C58DB8CAAFC}" srcOrd="0" destOrd="0" presId="urn:microsoft.com/office/officeart/2005/8/layout/vList5"/>
    <dgm:cxn modelId="{78908E2F-FCEB-493B-A711-9EF31BE7FA0E}" type="presOf" srcId="{894BE2F0-305F-4435-B4EF-E9F7227E7E15}" destId="{321D45C5-E096-47DB-A92E-2CD9DB2037B7}" srcOrd="0" destOrd="0" presId="urn:microsoft.com/office/officeart/2005/8/layout/vList5"/>
    <dgm:cxn modelId="{C6B8D838-CC03-46A4-A8B8-5AE4AD6E137B}" srcId="{70E14B6C-DCCE-47B7-82F4-C6FA5D218DCC}" destId="{6AD771C5-CBD2-4EEC-B2DB-BFE74832B9E2}" srcOrd="2" destOrd="0" parTransId="{0B7EA967-0CE4-4089-BB0E-18971E000016}" sibTransId="{CA61874D-751F-448D-BE2C-3EB66253C90D}"/>
    <dgm:cxn modelId="{1B506246-F98C-48A8-BA6B-DF45196A87BC}" type="presOf" srcId="{A3A8D80E-2935-4034-8C3B-4437E9E8A052}" destId="{054321FE-6EA7-4991-BFE7-12E17F2CC0BE}" srcOrd="0" destOrd="0" presId="urn:microsoft.com/office/officeart/2005/8/layout/vList5"/>
    <dgm:cxn modelId="{2E4F674A-CAD3-4FA9-A635-6803ECA74CD2}" srcId="{D4AE6BCD-0D56-453D-8B93-AEB4EB60ED51}" destId="{A3A8D80E-2935-4034-8C3B-4437E9E8A052}" srcOrd="4" destOrd="0" parTransId="{5466DB06-467C-4F40-96C7-F3D9365B4DFF}" sibTransId="{F1CEBDB7-1A36-47BD-A8DB-44B35772CA89}"/>
    <dgm:cxn modelId="{18CDA26A-8108-4D9C-AD8F-AAC4CA0A703E}" type="presOf" srcId="{6FC4DB2E-9CE1-40B7-8407-2243DC0F432C}" destId="{EBE56806-C316-4D6A-9B7F-8A51717E1E36}" srcOrd="0" destOrd="1" presId="urn:microsoft.com/office/officeart/2005/8/layout/vList5"/>
    <dgm:cxn modelId="{DBD5D16F-4C7A-449C-970E-F0129C8C32E4}" type="presOf" srcId="{3FB6CB80-3680-46A1-9F08-5AD4B5AC819C}" destId="{11433F9A-1AE2-4F2E-AD73-72179B1E5AF5}" srcOrd="0" destOrd="0" presId="urn:microsoft.com/office/officeart/2005/8/layout/vList5"/>
    <dgm:cxn modelId="{C7352D71-D24E-4083-9EA5-7ED073C68817}" type="presOf" srcId="{59415FB5-54B7-402F-8B74-C5B63CF190B7}" destId="{0FA6AA42-8EFD-411F-9D34-A093AC86A4BD}" srcOrd="0" destOrd="1" presId="urn:microsoft.com/office/officeart/2005/8/layout/vList5"/>
    <dgm:cxn modelId="{6FBA7857-DCDE-492F-8AE9-1C3031095B97}" srcId="{ED31B995-9E38-4ABF-BE57-8804C09D52C3}" destId="{C556666F-ABF3-444D-8064-B9B2E0B12DD6}" srcOrd="2" destOrd="0" parTransId="{1DC2C168-1F45-4026-87F9-0CD01A5054ED}" sibTransId="{F8947C60-E62F-4BD0-AF09-311C63D9E4A5}"/>
    <dgm:cxn modelId="{67A0F181-BD4F-4B54-9BC5-C7CD32FEDD84}" srcId="{519280F7-7628-4427-8D99-8BEA3E6DF619}" destId="{4CB26F3E-FF23-481A-BED6-6C0188E6692D}" srcOrd="1" destOrd="0" parTransId="{67850BF7-CCBB-4956-9635-1600FE47C24A}" sibTransId="{E91E2190-9BC9-4E8D-9565-7CD9488C4146}"/>
    <dgm:cxn modelId="{703EF582-3891-41B7-B047-3E9D8A82CF3B}" type="presOf" srcId="{96C683B6-439F-4755-9B8F-509445602E33}" destId="{321D45C5-E096-47DB-A92E-2CD9DB2037B7}" srcOrd="0" destOrd="2" presId="urn:microsoft.com/office/officeart/2005/8/layout/vList5"/>
    <dgm:cxn modelId="{6EB24F85-002F-4BFC-8FAA-3A19235C29B0}" srcId="{3FB6CB80-3680-46A1-9F08-5AD4B5AC819C}" destId="{90BF0E12-C226-4FB0-9932-FBEEA36E2C94}" srcOrd="0" destOrd="0" parTransId="{A44223AB-E665-4D78-8F56-5D82B8204D8A}" sibTransId="{CC3A9C73-715C-44FE-A052-F51A447F9633}"/>
    <dgm:cxn modelId="{4969BAA0-57B8-4FE6-A517-6E7AADE93C14}" type="presOf" srcId="{1DF349B9-B767-4FF0-90BA-140ADDD9F79C}" destId="{AF91CCC8-937A-40A9-9E38-D73CA0A35F4F}" srcOrd="0" destOrd="1" presId="urn:microsoft.com/office/officeart/2005/8/layout/vList5"/>
    <dgm:cxn modelId="{987292A4-4D10-486A-8C55-D0D4C9606B22}" srcId="{3FB6CB80-3680-46A1-9F08-5AD4B5AC819C}" destId="{1DF349B9-B767-4FF0-90BA-140ADDD9F79C}" srcOrd="1" destOrd="0" parTransId="{0522CB3A-A634-4C89-A3C6-F35876FDC80C}" sibTransId="{C94ED2DF-C626-47D3-8C1B-76F80D37C717}"/>
    <dgm:cxn modelId="{56A0C2A4-7A7B-4AB0-8805-91391952C647}" type="presOf" srcId="{C27C4EDA-3CBC-48B8-913C-F4CDA5731F15}" destId="{0FA6AA42-8EFD-411F-9D34-A093AC86A4BD}" srcOrd="0" destOrd="0" presId="urn:microsoft.com/office/officeart/2005/8/layout/vList5"/>
    <dgm:cxn modelId="{BE76A5A7-035E-46BD-B962-D2A33767F107}" srcId="{70E14B6C-DCCE-47B7-82F4-C6FA5D218DCC}" destId="{F675DD39-7CC5-4FAB-9E31-792623B6A73D}" srcOrd="1" destOrd="0" parTransId="{B262845A-B484-496B-B0E3-7F19A7CE8476}" sibTransId="{DD370DF4-33BE-494C-8156-4530B7496EB0}"/>
    <dgm:cxn modelId="{4388FAAB-3272-4189-9E44-AA225B57D9E2}" srcId="{519280F7-7628-4427-8D99-8BEA3E6DF619}" destId="{96C683B6-439F-4755-9B8F-509445602E33}" srcOrd="2" destOrd="0" parTransId="{A3C35746-C38B-4D0E-B1E2-C761B424EE01}" sibTransId="{F6188443-14D3-43F8-86B9-A1D1728E152B}"/>
    <dgm:cxn modelId="{CA7D97B8-5466-4266-8FAF-78DDDA933AFF}" srcId="{D4AE6BCD-0D56-453D-8B93-AEB4EB60ED51}" destId="{3FB6CB80-3680-46A1-9F08-5AD4B5AC819C}" srcOrd="2" destOrd="0" parTransId="{E0ACFD6F-0D8F-4F86-A435-13F5ACBC77C9}" sibTransId="{3E7F05EA-5FE7-4580-96BB-810A48E0CDFB}"/>
    <dgm:cxn modelId="{254CC5C3-5AC2-40A8-8C25-8CC7B4A14BA1}" type="presOf" srcId="{4CB26F3E-FF23-481A-BED6-6C0188E6692D}" destId="{321D45C5-E096-47DB-A92E-2CD9DB2037B7}" srcOrd="0" destOrd="1" presId="urn:microsoft.com/office/officeart/2005/8/layout/vList5"/>
    <dgm:cxn modelId="{CED7E7C3-5759-489B-951A-02C6A85BB370}" srcId="{A3A8D80E-2935-4034-8C3B-4437E9E8A052}" destId="{E5B1D71B-31EC-43CF-B0CB-DF7E53D2A716}" srcOrd="0" destOrd="0" parTransId="{A75A19A2-F2E8-4BA7-AF05-8E3998A9FD0E}" sibTransId="{DD22A884-FBBF-4B53-9149-97D5853E7784}"/>
    <dgm:cxn modelId="{CC9261C8-0255-496E-A81B-97729709D7C9}" srcId="{519280F7-7628-4427-8D99-8BEA3E6DF619}" destId="{894BE2F0-305F-4435-B4EF-E9F7227E7E15}" srcOrd="0" destOrd="0" parTransId="{1C47E045-A720-48A2-AFBD-8D8B93F18BBD}" sibTransId="{72059E62-80FA-4D06-AEE5-B776686D80F6}"/>
    <dgm:cxn modelId="{683BC6C8-B1FF-4E51-81D2-83B024EB90F4}" type="presOf" srcId="{0B8C970E-AE68-47A9-B065-4DE058B152F4}" destId="{EBE56806-C316-4D6A-9B7F-8A51717E1E36}" srcOrd="0" destOrd="0" presId="urn:microsoft.com/office/officeart/2005/8/layout/vList5"/>
    <dgm:cxn modelId="{5270C1CA-5642-4B86-8E7B-F498ECA91D71}" srcId="{70E14B6C-DCCE-47B7-82F4-C6FA5D218DCC}" destId="{898607DE-E07C-4D9D-8767-9E789F5BE8E1}" srcOrd="0" destOrd="0" parTransId="{8DFDB4F3-E33B-42F2-82BF-C96774EB5A4B}" sibTransId="{F1CFEEEB-C217-4CCD-8E5C-E5461A0D4AC1}"/>
    <dgm:cxn modelId="{7FCEC1CB-E5D6-4D84-9F8A-66870D9839C6}" type="presOf" srcId="{ED31B995-9E38-4ABF-BE57-8804C09D52C3}" destId="{B60CA28B-C537-4821-8294-5F090802889E}" srcOrd="0" destOrd="0" presId="urn:microsoft.com/office/officeart/2005/8/layout/vList5"/>
    <dgm:cxn modelId="{960FCCD1-23C2-4270-8065-55C9419FAA47}" type="presOf" srcId="{6AD771C5-CBD2-4EEC-B2DB-BFE74832B9E2}" destId="{A3A02229-1F38-48ED-B0F8-A0FB2DBB6FB2}" srcOrd="0" destOrd="2" presId="urn:microsoft.com/office/officeart/2005/8/layout/vList5"/>
    <dgm:cxn modelId="{0591B8D4-6C73-4B8F-A590-8242A74FB3F2}" srcId="{D4AE6BCD-0D56-453D-8B93-AEB4EB60ED51}" destId="{70E14B6C-DCCE-47B7-82F4-C6FA5D218DCC}" srcOrd="5" destOrd="0" parTransId="{337ED60C-6160-4E0D-B6A3-F77422236244}" sibTransId="{B58EC74D-4E81-4AC2-86C2-7E4898037AAB}"/>
    <dgm:cxn modelId="{D81815D7-8834-4E20-B6DB-00E584E1DD50}" srcId="{D4AE6BCD-0D56-453D-8B93-AEB4EB60ED51}" destId="{519280F7-7628-4427-8D99-8BEA3E6DF619}" srcOrd="0" destOrd="0" parTransId="{485B8268-1F85-4278-B6B6-29EB042B2E32}" sibTransId="{1C1CC9FE-7F9A-46D7-9295-121B89D7BCA1}"/>
    <dgm:cxn modelId="{BE5B55D7-4C4F-481F-BBC2-5FFD7083E9E3}" type="presOf" srcId="{519280F7-7628-4427-8D99-8BEA3E6DF619}" destId="{284523C8-A35D-47BD-9062-5554B83E22A4}" srcOrd="0" destOrd="0" presId="urn:microsoft.com/office/officeart/2005/8/layout/vList5"/>
    <dgm:cxn modelId="{44E41AD8-E1F5-4E5B-AA5C-6C8B413ED5D3}" srcId="{D4AE6BCD-0D56-453D-8B93-AEB4EB60ED51}" destId="{ED31B995-9E38-4ABF-BE57-8804C09D52C3}" srcOrd="1" destOrd="0" parTransId="{648C841B-82B2-4C42-A5D0-4F003FB8A836}" sibTransId="{89B28FC6-C771-47A5-9F29-C735F5609D0F}"/>
    <dgm:cxn modelId="{6E048FEE-5445-4914-A93B-205C87943D44}" type="presOf" srcId="{C556666F-ABF3-444D-8064-B9B2E0B12DD6}" destId="{0FA6AA42-8EFD-411F-9D34-A093AC86A4BD}" srcOrd="0" destOrd="2" presId="urn:microsoft.com/office/officeart/2005/8/layout/vList5"/>
    <dgm:cxn modelId="{A74E55F0-15F1-4BA2-AEC4-E590A46A5F37}" srcId="{ED31B995-9E38-4ABF-BE57-8804C09D52C3}" destId="{59415FB5-54B7-402F-8B74-C5B63CF190B7}" srcOrd="1" destOrd="0" parTransId="{2E323CFC-9F47-4C61-A135-AAE859050865}" sibTransId="{8B1F9C5D-95EE-407C-871F-0A46E4F265A5}"/>
    <dgm:cxn modelId="{40F336F8-9FB0-4235-A393-59A544B78C3F}" type="presOf" srcId="{E5B1D71B-31EC-43CF-B0CB-DF7E53D2A716}" destId="{E67BD699-29B6-412D-B83D-98EBB4C18996}" srcOrd="0" destOrd="0" presId="urn:microsoft.com/office/officeart/2005/8/layout/vList5"/>
    <dgm:cxn modelId="{6ECE42FD-0139-4568-BED6-8A182CB8037F}" srcId="{55CFC0F1-CEC7-46E6-A75B-52740A1B1445}" destId="{6FC4DB2E-9CE1-40B7-8407-2243DC0F432C}" srcOrd="1" destOrd="0" parTransId="{32CF91F6-E1D7-4D27-9236-36B3F191566E}" sibTransId="{E8FB0A44-F1A7-43BE-BFC3-258F13DCD24A}"/>
    <dgm:cxn modelId="{F10DFD80-CF48-4A6B-91AE-83B61BEE2114}" type="presParOf" srcId="{9CA94D39-3CA6-4856-889A-7281067C6FEC}" destId="{9B0E87B0-220E-4138-95F7-FA89E8E617EE}" srcOrd="0" destOrd="0" presId="urn:microsoft.com/office/officeart/2005/8/layout/vList5"/>
    <dgm:cxn modelId="{56BB5074-60D5-4064-81D4-C49A9D2AA724}" type="presParOf" srcId="{9B0E87B0-220E-4138-95F7-FA89E8E617EE}" destId="{284523C8-A35D-47BD-9062-5554B83E22A4}" srcOrd="0" destOrd="0" presId="urn:microsoft.com/office/officeart/2005/8/layout/vList5"/>
    <dgm:cxn modelId="{8112A488-6E79-4B81-A072-2EAEE59F8480}" type="presParOf" srcId="{9B0E87B0-220E-4138-95F7-FA89E8E617EE}" destId="{321D45C5-E096-47DB-A92E-2CD9DB2037B7}" srcOrd="1" destOrd="0" presId="urn:microsoft.com/office/officeart/2005/8/layout/vList5"/>
    <dgm:cxn modelId="{47F1BFFE-7E7E-4415-B9F5-8D8932B24C24}" type="presParOf" srcId="{9CA94D39-3CA6-4856-889A-7281067C6FEC}" destId="{FF6BC2E6-C210-40BB-9782-1F99BBDDDE04}" srcOrd="1" destOrd="0" presId="urn:microsoft.com/office/officeart/2005/8/layout/vList5"/>
    <dgm:cxn modelId="{6D28A850-4846-4CFC-BA3E-37F6C4BD326E}" type="presParOf" srcId="{9CA94D39-3CA6-4856-889A-7281067C6FEC}" destId="{250F2CEE-2804-422E-AA96-3DD66B2FC292}" srcOrd="2" destOrd="0" presId="urn:microsoft.com/office/officeart/2005/8/layout/vList5"/>
    <dgm:cxn modelId="{8CC439E0-FDC6-4534-A687-2F154DEA9D18}" type="presParOf" srcId="{250F2CEE-2804-422E-AA96-3DD66B2FC292}" destId="{B60CA28B-C537-4821-8294-5F090802889E}" srcOrd="0" destOrd="0" presId="urn:microsoft.com/office/officeart/2005/8/layout/vList5"/>
    <dgm:cxn modelId="{696BF701-1D8B-4DA5-813B-8CDC029E01A7}" type="presParOf" srcId="{250F2CEE-2804-422E-AA96-3DD66B2FC292}" destId="{0FA6AA42-8EFD-411F-9D34-A093AC86A4BD}" srcOrd="1" destOrd="0" presId="urn:microsoft.com/office/officeart/2005/8/layout/vList5"/>
    <dgm:cxn modelId="{5A9BFB8D-07A8-4CB1-81C9-ECFAC503621C}" type="presParOf" srcId="{9CA94D39-3CA6-4856-889A-7281067C6FEC}" destId="{5E10AC89-1B90-445F-BD61-B90515B831EB}" srcOrd="3" destOrd="0" presId="urn:microsoft.com/office/officeart/2005/8/layout/vList5"/>
    <dgm:cxn modelId="{499D43DD-3148-490F-993E-F8EB90F5573A}" type="presParOf" srcId="{9CA94D39-3CA6-4856-889A-7281067C6FEC}" destId="{48A7B3D9-F744-45F8-AF18-D3AD7D07A4AF}" srcOrd="4" destOrd="0" presId="urn:microsoft.com/office/officeart/2005/8/layout/vList5"/>
    <dgm:cxn modelId="{4B349DB9-EA03-4501-84C4-20768E84D523}" type="presParOf" srcId="{48A7B3D9-F744-45F8-AF18-D3AD7D07A4AF}" destId="{11433F9A-1AE2-4F2E-AD73-72179B1E5AF5}" srcOrd="0" destOrd="0" presId="urn:microsoft.com/office/officeart/2005/8/layout/vList5"/>
    <dgm:cxn modelId="{5C3C4C97-8F9B-4A22-92EB-645AC7950782}" type="presParOf" srcId="{48A7B3D9-F744-45F8-AF18-D3AD7D07A4AF}" destId="{AF91CCC8-937A-40A9-9E38-D73CA0A35F4F}" srcOrd="1" destOrd="0" presId="urn:microsoft.com/office/officeart/2005/8/layout/vList5"/>
    <dgm:cxn modelId="{666E586B-EEA7-4A5F-8867-7DE987573707}" type="presParOf" srcId="{9CA94D39-3CA6-4856-889A-7281067C6FEC}" destId="{50E740AE-B316-4F49-B095-FAFF5D3FBDA3}" srcOrd="5" destOrd="0" presId="urn:microsoft.com/office/officeart/2005/8/layout/vList5"/>
    <dgm:cxn modelId="{493F74CF-EF76-47EC-BCF2-20BC60BFB569}" type="presParOf" srcId="{9CA94D39-3CA6-4856-889A-7281067C6FEC}" destId="{0606CA6F-5FAE-41E5-A4AA-A31040C5151B}" srcOrd="6" destOrd="0" presId="urn:microsoft.com/office/officeart/2005/8/layout/vList5"/>
    <dgm:cxn modelId="{7BF7E579-6DFD-4585-B99B-C67137E557F0}" type="presParOf" srcId="{0606CA6F-5FAE-41E5-A4AA-A31040C5151B}" destId="{10F69BD6-0C66-4D13-AC5E-8C58DB8CAAFC}" srcOrd="0" destOrd="0" presId="urn:microsoft.com/office/officeart/2005/8/layout/vList5"/>
    <dgm:cxn modelId="{04C11760-CBFC-45D3-8DEB-3C8FE827D9FA}" type="presParOf" srcId="{0606CA6F-5FAE-41E5-A4AA-A31040C5151B}" destId="{EBE56806-C316-4D6A-9B7F-8A51717E1E36}" srcOrd="1" destOrd="0" presId="urn:microsoft.com/office/officeart/2005/8/layout/vList5"/>
    <dgm:cxn modelId="{DD37FE08-9172-43F3-ABDD-941912CB0F2D}" type="presParOf" srcId="{9CA94D39-3CA6-4856-889A-7281067C6FEC}" destId="{AA4954CE-142A-42D2-B03F-20C980A84909}" srcOrd="7" destOrd="0" presId="urn:microsoft.com/office/officeart/2005/8/layout/vList5"/>
    <dgm:cxn modelId="{FA2E3FEA-D7AE-476E-9D00-C1EDF367B7E5}" type="presParOf" srcId="{9CA94D39-3CA6-4856-889A-7281067C6FEC}" destId="{02A80402-56D3-4DD9-98AA-8862564D88A2}" srcOrd="8" destOrd="0" presId="urn:microsoft.com/office/officeart/2005/8/layout/vList5"/>
    <dgm:cxn modelId="{96B8D438-4A81-46C9-8B3A-9651810ABD31}" type="presParOf" srcId="{02A80402-56D3-4DD9-98AA-8862564D88A2}" destId="{054321FE-6EA7-4991-BFE7-12E17F2CC0BE}" srcOrd="0" destOrd="0" presId="urn:microsoft.com/office/officeart/2005/8/layout/vList5"/>
    <dgm:cxn modelId="{66CBE780-ACA2-493F-AE1E-57E96402B5E4}" type="presParOf" srcId="{02A80402-56D3-4DD9-98AA-8862564D88A2}" destId="{E67BD699-29B6-412D-B83D-98EBB4C18996}" srcOrd="1" destOrd="0" presId="urn:microsoft.com/office/officeart/2005/8/layout/vList5"/>
    <dgm:cxn modelId="{09CAB2C7-2E45-4854-99CE-7C009B1C3BAF}" type="presParOf" srcId="{9CA94D39-3CA6-4856-889A-7281067C6FEC}" destId="{5D1630CD-0E75-4B3A-AADC-7C47A0B3BDFF}" srcOrd="9" destOrd="0" presId="urn:microsoft.com/office/officeart/2005/8/layout/vList5"/>
    <dgm:cxn modelId="{1685D19F-3F4E-4CCA-8D22-A5F282958D62}" type="presParOf" srcId="{9CA94D39-3CA6-4856-889A-7281067C6FEC}" destId="{9393CC7B-1381-4067-9A88-65468BF1C7ED}" srcOrd="10" destOrd="0" presId="urn:microsoft.com/office/officeart/2005/8/layout/vList5"/>
    <dgm:cxn modelId="{B638B639-E0E8-409F-A5BF-2A549EEB942B}" type="presParOf" srcId="{9393CC7B-1381-4067-9A88-65468BF1C7ED}" destId="{E4B6E44A-02CE-44C5-8F2E-7A187DFD5622}" srcOrd="0" destOrd="0" presId="urn:microsoft.com/office/officeart/2005/8/layout/vList5"/>
    <dgm:cxn modelId="{5331D159-D69D-491B-B559-883FE1BFB68B}" type="presParOf" srcId="{9393CC7B-1381-4067-9A88-65468BF1C7ED}" destId="{A3A02229-1F38-48ED-B0F8-A0FB2DBB6FB2}"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04F90C-2CC5-45BD-930B-8EFCD632E48D}">
      <dsp:nvSpPr>
        <dsp:cNvPr id="0" name=""/>
        <dsp:cNvSpPr/>
      </dsp:nvSpPr>
      <dsp:spPr>
        <a:xfrm>
          <a:off x="2572421" y="1081229"/>
          <a:ext cx="1614841" cy="487851"/>
        </a:xfrm>
        <a:custGeom>
          <a:avLst/>
          <a:gdLst/>
          <a:ahLst/>
          <a:cxnLst/>
          <a:rect l="0" t="0" r="0" b="0"/>
          <a:pathLst>
            <a:path>
              <a:moveTo>
                <a:pt x="0" y="0"/>
              </a:moveTo>
              <a:lnTo>
                <a:pt x="0" y="322213"/>
              </a:lnTo>
              <a:lnTo>
                <a:pt x="1614841" y="322213"/>
              </a:lnTo>
              <a:lnTo>
                <a:pt x="1614841" y="48785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675CD3F-4C3A-4355-9E0C-0835F044AD4A}">
      <dsp:nvSpPr>
        <dsp:cNvPr id="0" name=""/>
        <dsp:cNvSpPr/>
      </dsp:nvSpPr>
      <dsp:spPr>
        <a:xfrm>
          <a:off x="2526701" y="1081229"/>
          <a:ext cx="91440" cy="513307"/>
        </a:xfrm>
        <a:custGeom>
          <a:avLst/>
          <a:gdLst/>
          <a:ahLst/>
          <a:cxnLst/>
          <a:rect l="0" t="0" r="0" b="0"/>
          <a:pathLst>
            <a:path>
              <a:moveTo>
                <a:pt x="45720" y="0"/>
              </a:moveTo>
              <a:lnTo>
                <a:pt x="45720" y="347669"/>
              </a:lnTo>
              <a:lnTo>
                <a:pt x="50175" y="347669"/>
              </a:lnTo>
              <a:lnTo>
                <a:pt x="50175" y="51330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9E9BD54-8683-4802-9B4F-1632587F1E84}">
      <dsp:nvSpPr>
        <dsp:cNvPr id="0" name=""/>
        <dsp:cNvSpPr/>
      </dsp:nvSpPr>
      <dsp:spPr>
        <a:xfrm>
          <a:off x="737427" y="1081229"/>
          <a:ext cx="1834994" cy="487851"/>
        </a:xfrm>
        <a:custGeom>
          <a:avLst/>
          <a:gdLst/>
          <a:ahLst/>
          <a:cxnLst/>
          <a:rect l="0" t="0" r="0" b="0"/>
          <a:pathLst>
            <a:path>
              <a:moveTo>
                <a:pt x="1834994" y="0"/>
              </a:moveTo>
              <a:lnTo>
                <a:pt x="1834994" y="322213"/>
              </a:lnTo>
              <a:lnTo>
                <a:pt x="0" y="322213"/>
              </a:lnTo>
              <a:lnTo>
                <a:pt x="0" y="48785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26452A4-014F-41D7-AEED-A01732072531}">
      <dsp:nvSpPr>
        <dsp:cNvPr id="0" name=""/>
        <dsp:cNvSpPr/>
      </dsp:nvSpPr>
      <dsp:spPr>
        <a:xfrm>
          <a:off x="1643633" y="549083"/>
          <a:ext cx="1857576" cy="532145"/>
        </a:xfrm>
        <a:prstGeom prst="rect">
          <a:avLst/>
        </a:prstGeom>
        <a:solidFill>
          <a:schemeClr val="accent6">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00172" numCol="1" spcCol="1270" anchor="ctr" anchorCtr="0">
          <a:noAutofit/>
        </a:bodyPr>
        <a:lstStyle/>
        <a:p>
          <a:pPr marL="0" lvl="0" indent="0" algn="ctr" defTabSz="800100">
            <a:lnSpc>
              <a:spcPct val="90000"/>
            </a:lnSpc>
            <a:spcBef>
              <a:spcPct val="0"/>
            </a:spcBef>
            <a:spcAft>
              <a:spcPts val="0"/>
            </a:spcAft>
            <a:buNone/>
          </a:pPr>
          <a:r>
            <a:rPr lang="en-US" sz="1800" b="1" kern="1200">
              <a:latin typeface="Calibri" panose="020F0502020204030204" pitchFamily="34" charset="0"/>
              <a:cs typeface="Calibri" panose="020F0502020204030204" pitchFamily="34" charset="0"/>
            </a:rPr>
            <a:t>Project</a:t>
          </a:r>
        </a:p>
        <a:p>
          <a:pPr marL="0" lvl="0" indent="0" algn="ctr" defTabSz="800100">
            <a:lnSpc>
              <a:spcPct val="90000"/>
            </a:lnSpc>
            <a:spcBef>
              <a:spcPct val="0"/>
            </a:spcBef>
            <a:spcAft>
              <a:spcPts val="0"/>
            </a:spcAft>
            <a:buNone/>
          </a:pPr>
          <a:r>
            <a:rPr lang="en-US" sz="1600" b="1" kern="1200">
              <a:latin typeface="Calibri" panose="020F0502020204030204" pitchFamily="34" charset="0"/>
              <a:cs typeface="Calibri" panose="020F0502020204030204" pitchFamily="34" charset="0"/>
            </a:rPr>
            <a:t>(</a:t>
          </a:r>
          <a:r>
            <a:rPr lang="en-US" sz="1200" b="1" kern="1200">
              <a:latin typeface="Calibri" panose="020F0502020204030204" pitchFamily="34" charset="0"/>
              <a:cs typeface="Calibri" panose="020F0502020204030204" pitchFamily="34" charset="0"/>
            </a:rPr>
            <a:t>Workstream</a:t>
          </a:r>
          <a:r>
            <a:rPr lang="en-US" sz="1600" b="1" kern="1200">
              <a:latin typeface="Calibri" panose="020F0502020204030204" pitchFamily="34" charset="0"/>
              <a:cs typeface="Calibri" panose="020F0502020204030204" pitchFamily="34" charset="0"/>
            </a:rPr>
            <a:t>)</a:t>
          </a:r>
          <a:endParaRPr lang="en-US" sz="2400" b="1" kern="1200">
            <a:latin typeface="Calibri" panose="020F0502020204030204" pitchFamily="34" charset="0"/>
            <a:cs typeface="Calibri" panose="020F0502020204030204" pitchFamily="34" charset="0"/>
          </a:endParaRPr>
        </a:p>
      </dsp:txBody>
      <dsp:txXfrm>
        <a:off x="1643633" y="549083"/>
        <a:ext cx="1857576" cy="532145"/>
      </dsp:txXfrm>
    </dsp:sp>
    <dsp:sp modelId="{3D5C5E5B-3357-4F26-86E0-F1E99B64A6A9}">
      <dsp:nvSpPr>
        <dsp:cNvPr id="0" name=""/>
        <dsp:cNvSpPr/>
      </dsp:nvSpPr>
      <dsp:spPr>
        <a:xfrm>
          <a:off x="2234110" y="1026634"/>
          <a:ext cx="1233960" cy="236625"/>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7620" rIns="30480" bIns="7620" numCol="1" spcCol="1270" anchor="ctr" anchorCtr="0">
          <a:noAutofit/>
        </a:bodyPr>
        <a:lstStyle/>
        <a:p>
          <a:pPr marL="0" lvl="0" indent="0" algn="r" defTabSz="533400">
            <a:lnSpc>
              <a:spcPct val="90000"/>
            </a:lnSpc>
            <a:spcBef>
              <a:spcPct val="0"/>
            </a:spcBef>
            <a:spcAft>
              <a:spcPct val="35000"/>
            </a:spcAft>
            <a:buNone/>
          </a:pPr>
          <a:r>
            <a:rPr lang="en-US" sz="1200" b="1" kern="1200"/>
            <a:t>BZ </a:t>
          </a:r>
          <a:r>
            <a:rPr lang="en-US" sz="1200" b="1" kern="1200" err="1"/>
            <a:t>PolicyCenter</a:t>
          </a:r>
          <a:endParaRPr lang="en-US" sz="1200" b="1" kern="1200"/>
        </a:p>
      </dsp:txBody>
      <dsp:txXfrm>
        <a:off x="2234110" y="1026634"/>
        <a:ext cx="1233960" cy="236625"/>
      </dsp:txXfrm>
    </dsp:sp>
    <dsp:sp modelId="{37652F4A-13D1-4DCB-952C-C4F8E68A9BB8}">
      <dsp:nvSpPr>
        <dsp:cNvPr id="0" name=""/>
        <dsp:cNvSpPr/>
      </dsp:nvSpPr>
      <dsp:spPr>
        <a:xfrm>
          <a:off x="51894" y="1569080"/>
          <a:ext cx="1371067" cy="709877"/>
        </a:xfrm>
        <a:prstGeom prst="rect">
          <a:avLst/>
        </a:prstGeom>
        <a:solidFill>
          <a:srgbClr val="92D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00172" numCol="1" spcCol="1270" anchor="ctr" anchorCtr="0">
          <a:noAutofit/>
        </a:bodyPr>
        <a:lstStyle/>
        <a:p>
          <a:pPr marL="0" lvl="0" indent="0" algn="ctr" defTabSz="800100">
            <a:lnSpc>
              <a:spcPct val="90000"/>
            </a:lnSpc>
            <a:spcBef>
              <a:spcPct val="0"/>
            </a:spcBef>
            <a:spcAft>
              <a:spcPct val="35000"/>
            </a:spcAft>
            <a:buNone/>
          </a:pPr>
          <a:r>
            <a:rPr lang="en-US" sz="1800" b="1" kern="1200">
              <a:latin typeface="Calibri" panose="020F0502020204030204" pitchFamily="34" charset="0"/>
              <a:cs typeface="Calibri" panose="020F0502020204030204" pitchFamily="34" charset="0"/>
            </a:rPr>
            <a:t>Scrum board 1</a:t>
          </a:r>
        </a:p>
      </dsp:txBody>
      <dsp:txXfrm>
        <a:off x="51894" y="1569080"/>
        <a:ext cx="1371067" cy="709877"/>
      </dsp:txXfrm>
    </dsp:sp>
    <dsp:sp modelId="{02B1AAB0-57AD-4BA8-B4D8-9D50D9650327}">
      <dsp:nvSpPr>
        <dsp:cNvPr id="0" name=""/>
        <dsp:cNvSpPr/>
      </dsp:nvSpPr>
      <dsp:spPr>
        <a:xfrm>
          <a:off x="326107" y="2146664"/>
          <a:ext cx="1233960" cy="236625"/>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6985" rIns="27940" bIns="6985" numCol="1" spcCol="1270" anchor="ctr" anchorCtr="0">
          <a:noAutofit/>
        </a:bodyPr>
        <a:lstStyle/>
        <a:p>
          <a:pPr marL="0" lvl="0" indent="0" algn="r" defTabSz="488950">
            <a:lnSpc>
              <a:spcPct val="90000"/>
            </a:lnSpc>
            <a:spcBef>
              <a:spcPct val="0"/>
            </a:spcBef>
            <a:spcAft>
              <a:spcPct val="35000"/>
            </a:spcAft>
            <a:buNone/>
          </a:pPr>
          <a:r>
            <a:rPr lang="en-US" sz="1100" b="0" kern="1200"/>
            <a:t>BZFoundation R1</a:t>
          </a:r>
        </a:p>
      </dsp:txBody>
      <dsp:txXfrm>
        <a:off x="326107" y="2146664"/>
        <a:ext cx="1233960" cy="236625"/>
      </dsp:txXfrm>
    </dsp:sp>
    <dsp:sp modelId="{8C1F529A-8431-453C-B0F6-081189FA7EB0}">
      <dsp:nvSpPr>
        <dsp:cNvPr id="0" name=""/>
        <dsp:cNvSpPr/>
      </dsp:nvSpPr>
      <dsp:spPr>
        <a:xfrm>
          <a:off x="1891344" y="1594537"/>
          <a:ext cx="1371067" cy="709877"/>
        </a:xfrm>
        <a:prstGeom prst="rect">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00172" numCol="1" spcCol="1270" anchor="ctr" anchorCtr="0">
          <a:noAutofit/>
        </a:bodyPr>
        <a:lstStyle/>
        <a:p>
          <a:pPr marL="0" lvl="0" indent="0" algn="ctr" defTabSz="800100">
            <a:lnSpc>
              <a:spcPct val="90000"/>
            </a:lnSpc>
            <a:spcBef>
              <a:spcPct val="0"/>
            </a:spcBef>
            <a:spcAft>
              <a:spcPct val="35000"/>
            </a:spcAft>
            <a:buNone/>
          </a:pPr>
          <a:r>
            <a:rPr lang="en-US" sz="1800" b="1" kern="1200">
              <a:latin typeface="Calibri" panose="020F0502020204030204" pitchFamily="34" charset="0"/>
              <a:cs typeface="Calibri" panose="020F0502020204030204" pitchFamily="34" charset="0"/>
            </a:rPr>
            <a:t>Scrum board 2</a:t>
          </a:r>
        </a:p>
      </dsp:txBody>
      <dsp:txXfrm>
        <a:off x="1891344" y="1594537"/>
        <a:ext cx="1371067" cy="709877"/>
      </dsp:txXfrm>
    </dsp:sp>
    <dsp:sp modelId="{3DEE7FE4-8C95-4646-9237-E12D14920CE3}">
      <dsp:nvSpPr>
        <dsp:cNvPr id="0" name=""/>
        <dsp:cNvSpPr/>
      </dsp:nvSpPr>
      <dsp:spPr>
        <a:xfrm>
          <a:off x="2165557" y="2146664"/>
          <a:ext cx="1233960" cy="236625"/>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400" tIns="6350" rIns="25400" bIns="6350" numCol="1" spcCol="1270" anchor="ctr" anchorCtr="0">
          <a:noAutofit/>
        </a:bodyPr>
        <a:lstStyle/>
        <a:p>
          <a:pPr marL="0" lvl="0" indent="0" algn="r" defTabSz="444500">
            <a:lnSpc>
              <a:spcPct val="90000"/>
            </a:lnSpc>
            <a:spcBef>
              <a:spcPct val="0"/>
            </a:spcBef>
            <a:spcAft>
              <a:spcPct val="35000"/>
            </a:spcAft>
            <a:buNone/>
          </a:pPr>
          <a:r>
            <a:rPr lang="en-US" sz="1000" b="0" kern="1200" err="1"/>
            <a:t>BZPolicyCenter</a:t>
          </a:r>
          <a:r>
            <a:rPr lang="en-US" sz="1000" b="0" kern="1200"/>
            <a:t> R2</a:t>
          </a:r>
        </a:p>
      </dsp:txBody>
      <dsp:txXfrm>
        <a:off x="2165557" y="2146664"/>
        <a:ext cx="1233960" cy="236625"/>
      </dsp:txXfrm>
    </dsp:sp>
    <dsp:sp modelId="{BC682B05-B988-44AD-8848-02E509679DC2}">
      <dsp:nvSpPr>
        <dsp:cNvPr id="0" name=""/>
        <dsp:cNvSpPr/>
      </dsp:nvSpPr>
      <dsp:spPr>
        <a:xfrm>
          <a:off x="3501730" y="1569080"/>
          <a:ext cx="1371067" cy="709877"/>
        </a:xfrm>
        <a:prstGeom prst="rect">
          <a:avLst/>
        </a:prstGeom>
        <a:solidFill>
          <a:srgbClr val="00B0F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00172" numCol="1" spcCol="1270" anchor="ctr" anchorCtr="0">
          <a:noAutofit/>
        </a:bodyPr>
        <a:lstStyle/>
        <a:p>
          <a:pPr marL="0" lvl="0" indent="0" algn="ctr" defTabSz="800100">
            <a:lnSpc>
              <a:spcPct val="90000"/>
            </a:lnSpc>
            <a:spcBef>
              <a:spcPct val="0"/>
            </a:spcBef>
            <a:spcAft>
              <a:spcPct val="35000"/>
            </a:spcAft>
            <a:buNone/>
          </a:pPr>
          <a:r>
            <a:rPr lang="en-US" sz="1800" b="1" kern="1200">
              <a:latin typeface="Calibri" panose="020F0502020204030204" pitchFamily="34" charset="0"/>
              <a:cs typeface="Calibri" panose="020F0502020204030204" pitchFamily="34" charset="0"/>
            </a:rPr>
            <a:t>Scrum board 3</a:t>
          </a:r>
        </a:p>
      </dsp:txBody>
      <dsp:txXfrm>
        <a:off x="3501730" y="1569080"/>
        <a:ext cx="1371067" cy="709877"/>
      </dsp:txXfrm>
    </dsp:sp>
    <dsp:sp modelId="{0BD4B24B-88A9-40D6-A5BD-BC1D4228F57A}">
      <dsp:nvSpPr>
        <dsp:cNvPr id="0" name=""/>
        <dsp:cNvSpPr/>
      </dsp:nvSpPr>
      <dsp:spPr>
        <a:xfrm>
          <a:off x="4005007" y="2146664"/>
          <a:ext cx="1233960" cy="236625"/>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400" tIns="6350" rIns="25400" bIns="6350" numCol="1" spcCol="1270" anchor="ctr" anchorCtr="0">
          <a:noAutofit/>
        </a:bodyPr>
        <a:lstStyle/>
        <a:p>
          <a:pPr marL="0" lvl="0" indent="0" algn="r" defTabSz="444500">
            <a:lnSpc>
              <a:spcPct val="90000"/>
            </a:lnSpc>
            <a:spcBef>
              <a:spcPct val="0"/>
            </a:spcBef>
            <a:spcAft>
              <a:spcPct val="35000"/>
            </a:spcAft>
            <a:buNone/>
          </a:pPr>
          <a:r>
            <a:rPr lang="en-US" sz="1000" b="0" kern="1200" err="1"/>
            <a:t>BZPolicyCenter</a:t>
          </a:r>
          <a:r>
            <a:rPr lang="en-US" sz="1000" b="0" kern="1200"/>
            <a:t> R3</a:t>
          </a:r>
        </a:p>
      </dsp:txBody>
      <dsp:txXfrm>
        <a:off x="4005007" y="2146664"/>
        <a:ext cx="1233960" cy="23662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6E346E-9134-4A6D-996D-B3DF93B8EA8D}">
      <dsp:nvSpPr>
        <dsp:cNvPr id="0" name=""/>
        <dsp:cNvSpPr/>
      </dsp:nvSpPr>
      <dsp:spPr>
        <a:xfrm>
          <a:off x="1071238" y="582"/>
          <a:ext cx="5555407" cy="44386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7625" tIns="31750" rIns="47625" bIns="31750" numCol="1" spcCol="1270" anchor="ctr" anchorCtr="0">
          <a:noAutofit/>
        </a:bodyPr>
        <a:lstStyle/>
        <a:p>
          <a:pPr marL="0" lvl="0" indent="0" algn="ctr" defTabSz="1111250">
            <a:lnSpc>
              <a:spcPct val="90000"/>
            </a:lnSpc>
            <a:spcBef>
              <a:spcPct val="0"/>
            </a:spcBef>
            <a:spcAft>
              <a:spcPct val="35000"/>
            </a:spcAft>
            <a:buNone/>
          </a:pPr>
          <a:r>
            <a:rPr lang="en-US" sz="2500" kern="1200">
              <a:latin typeface="Calibri" panose="020F0502020204030204" pitchFamily="34" charset="0"/>
              <a:cs typeface="Calibri" panose="020F0502020204030204" pitchFamily="34" charset="0"/>
            </a:rPr>
            <a:t>Scrum Board</a:t>
          </a:r>
        </a:p>
      </dsp:txBody>
      <dsp:txXfrm>
        <a:off x="1084238" y="13582"/>
        <a:ext cx="5529407" cy="417866"/>
      </dsp:txXfrm>
    </dsp:sp>
    <dsp:sp modelId="{2A629BF8-0292-418D-9FEA-785A0C347E0F}">
      <dsp:nvSpPr>
        <dsp:cNvPr id="0" name=""/>
        <dsp:cNvSpPr/>
      </dsp:nvSpPr>
      <dsp:spPr>
        <a:xfrm>
          <a:off x="1071238" y="524344"/>
          <a:ext cx="443866" cy="443866"/>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ED61B94-DEDF-4242-9A06-F22CBB0FA80D}">
      <dsp:nvSpPr>
        <dsp:cNvPr id="0" name=""/>
        <dsp:cNvSpPr/>
      </dsp:nvSpPr>
      <dsp:spPr>
        <a:xfrm>
          <a:off x="1541737" y="524344"/>
          <a:ext cx="5084908" cy="443866"/>
        </a:xfrm>
        <a:prstGeom prst="roundRect">
          <a:avLst>
            <a:gd name="adj" fmla="val 16670"/>
          </a:avLst>
        </a:prstGeom>
        <a:solidFill>
          <a:schemeClr val="accent1">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a:solidFill>
                <a:schemeClr val="tx1"/>
              </a:solidFill>
            </a:rPr>
            <a:t>Release Backlog</a:t>
          </a:r>
        </a:p>
      </dsp:txBody>
      <dsp:txXfrm>
        <a:off x="1563409" y="546016"/>
        <a:ext cx="5041564" cy="400522"/>
      </dsp:txXfrm>
    </dsp:sp>
    <dsp:sp modelId="{C955275F-94DE-4491-A99B-9650CD669C7B}">
      <dsp:nvSpPr>
        <dsp:cNvPr id="0" name=""/>
        <dsp:cNvSpPr/>
      </dsp:nvSpPr>
      <dsp:spPr>
        <a:xfrm>
          <a:off x="1071238" y="1021475"/>
          <a:ext cx="443866" cy="443866"/>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8EF159A-FD85-4760-AB19-2B3CCA1353A9}">
      <dsp:nvSpPr>
        <dsp:cNvPr id="0" name=""/>
        <dsp:cNvSpPr/>
      </dsp:nvSpPr>
      <dsp:spPr>
        <a:xfrm>
          <a:off x="1541737" y="1021475"/>
          <a:ext cx="5084908" cy="443866"/>
        </a:xfrm>
        <a:prstGeom prst="roundRect">
          <a:avLst>
            <a:gd name="adj" fmla="val 16670"/>
          </a:avLst>
        </a:prstGeom>
        <a:solidFill>
          <a:schemeClr val="accent1">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a:solidFill>
                <a:schemeClr val="tx1"/>
              </a:solidFill>
            </a:rPr>
            <a:t>Sprint Backlog</a:t>
          </a:r>
        </a:p>
      </dsp:txBody>
      <dsp:txXfrm>
        <a:off x="1563409" y="1043147"/>
        <a:ext cx="5041564" cy="400522"/>
      </dsp:txXfrm>
    </dsp:sp>
    <dsp:sp modelId="{2B4D4486-CC39-4DA7-B6D8-96D1C93F9263}">
      <dsp:nvSpPr>
        <dsp:cNvPr id="0" name=""/>
        <dsp:cNvSpPr/>
      </dsp:nvSpPr>
      <dsp:spPr>
        <a:xfrm>
          <a:off x="1071238" y="1518605"/>
          <a:ext cx="443866" cy="443866"/>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CA2F759-53CA-4EDF-9004-5B569BB430E5}">
      <dsp:nvSpPr>
        <dsp:cNvPr id="0" name=""/>
        <dsp:cNvSpPr/>
      </dsp:nvSpPr>
      <dsp:spPr>
        <a:xfrm>
          <a:off x="1541737" y="1518605"/>
          <a:ext cx="5084908" cy="443866"/>
        </a:xfrm>
        <a:prstGeom prst="roundRect">
          <a:avLst>
            <a:gd name="adj" fmla="val 16670"/>
          </a:avLst>
        </a:prstGeom>
        <a:solidFill>
          <a:schemeClr val="accent1">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a:solidFill>
                <a:schemeClr val="tx1"/>
              </a:solidFill>
            </a:rPr>
            <a:t>Sprint board (Active Sprint)</a:t>
          </a:r>
        </a:p>
      </dsp:txBody>
      <dsp:txXfrm>
        <a:off x="1563409" y="1540277"/>
        <a:ext cx="5041564" cy="400522"/>
      </dsp:txXfrm>
    </dsp:sp>
    <dsp:sp modelId="{7E9CD6A9-0350-43E5-B912-645AF4704DC6}">
      <dsp:nvSpPr>
        <dsp:cNvPr id="0" name=""/>
        <dsp:cNvSpPr/>
      </dsp:nvSpPr>
      <dsp:spPr>
        <a:xfrm>
          <a:off x="1071238" y="2015736"/>
          <a:ext cx="443866" cy="443866"/>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7F4B772-B1D1-4047-B999-7B85074A1084}">
      <dsp:nvSpPr>
        <dsp:cNvPr id="0" name=""/>
        <dsp:cNvSpPr/>
      </dsp:nvSpPr>
      <dsp:spPr>
        <a:xfrm>
          <a:off x="1541737" y="2015736"/>
          <a:ext cx="5084908" cy="443866"/>
        </a:xfrm>
        <a:prstGeom prst="roundRect">
          <a:avLst>
            <a:gd name="adj" fmla="val 16670"/>
          </a:avLst>
        </a:prstGeom>
        <a:solidFill>
          <a:schemeClr val="accent1">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a:solidFill>
                <a:schemeClr val="tx1"/>
              </a:solidFill>
            </a:rPr>
            <a:t>Reports</a:t>
          </a:r>
        </a:p>
      </dsp:txBody>
      <dsp:txXfrm>
        <a:off x="1563409" y="2037408"/>
        <a:ext cx="5041564" cy="40052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04F90C-2CC5-45BD-930B-8EFCD632E48D}">
      <dsp:nvSpPr>
        <dsp:cNvPr id="0" name=""/>
        <dsp:cNvSpPr/>
      </dsp:nvSpPr>
      <dsp:spPr>
        <a:xfrm>
          <a:off x="2568610" y="1072978"/>
          <a:ext cx="1705984" cy="488882"/>
        </a:xfrm>
        <a:custGeom>
          <a:avLst/>
          <a:gdLst/>
          <a:ahLst/>
          <a:cxnLst/>
          <a:rect l="0" t="0" r="0" b="0"/>
          <a:pathLst>
            <a:path>
              <a:moveTo>
                <a:pt x="0" y="0"/>
              </a:moveTo>
              <a:lnTo>
                <a:pt x="0" y="314598"/>
              </a:lnTo>
              <a:lnTo>
                <a:pt x="1705984" y="314598"/>
              </a:lnTo>
              <a:lnTo>
                <a:pt x="1705984" y="48888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675CD3F-4C3A-4355-9E0C-0835F044AD4A}">
      <dsp:nvSpPr>
        <dsp:cNvPr id="0" name=""/>
        <dsp:cNvSpPr/>
      </dsp:nvSpPr>
      <dsp:spPr>
        <a:xfrm>
          <a:off x="2522890" y="1072978"/>
          <a:ext cx="91440" cy="568222"/>
        </a:xfrm>
        <a:custGeom>
          <a:avLst/>
          <a:gdLst/>
          <a:ahLst/>
          <a:cxnLst/>
          <a:rect l="0" t="0" r="0" b="0"/>
          <a:pathLst>
            <a:path>
              <a:moveTo>
                <a:pt x="45720" y="0"/>
              </a:moveTo>
              <a:lnTo>
                <a:pt x="45720" y="393937"/>
              </a:lnTo>
              <a:lnTo>
                <a:pt x="51193" y="393937"/>
              </a:lnTo>
              <a:lnTo>
                <a:pt x="51193" y="56822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9E9BD54-8683-4802-9B4F-1632587F1E84}">
      <dsp:nvSpPr>
        <dsp:cNvPr id="0" name=""/>
        <dsp:cNvSpPr/>
      </dsp:nvSpPr>
      <dsp:spPr>
        <a:xfrm>
          <a:off x="775245" y="1072978"/>
          <a:ext cx="1793364" cy="488882"/>
        </a:xfrm>
        <a:custGeom>
          <a:avLst/>
          <a:gdLst/>
          <a:ahLst/>
          <a:cxnLst/>
          <a:rect l="0" t="0" r="0" b="0"/>
          <a:pathLst>
            <a:path>
              <a:moveTo>
                <a:pt x="1793364" y="0"/>
              </a:moveTo>
              <a:lnTo>
                <a:pt x="1793364" y="314598"/>
              </a:lnTo>
              <a:lnTo>
                <a:pt x="0" y="314598"/>
              </a:lnTo>
              <a:lnTo>
                <a:pt x="0" y="48888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26452A4-014F-41D7-AEED-A01732072531}">
      <dsp:nvSpPr>
        <dsp:cNvPr id="0" name=""/>
        <dsp:cNvSpPr/>
      </dsp:nvSpPr>
      <dsp:spPr>
        <a:xfrm>
          <a:off x="1591338" y="513054"/>
          <a:ext cx="1954543" cy="559924"/>
        </a:xfrm>
        <a:prstGeom prst="rect">
          <a:avLst/>
        </a:prstGeom>
        <a:solidFill>
          <a:schemeClr val="accent6">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05401" numCol="1" spcCol="1270" anchor="ctr" anchorCtr="0">
          <a:noAutofit/>
        </a:bodyPr>
        <a:lstStyle/>
        <a:p>
          <a:pPr marL="0" lvl="0" indent="0" algn="ctr" defTabSz="800100">
            <a:lnSpc>
              <a:spcPct val="90000"/>
            </a:lnSpc>
            <a:spcBef>
              <a:spcPct val="0"/>
            </a:spcBef>
            <a:spcAft>
              <a:spcPts val="0"/>
            </a:spcAft>
            <a:buNone/>
          </a:pPr>
          <a:r>
            <a:rPr lang="en-US" sz="1800" b="1" kern="1200">
              <a:latin typeface="Calibri" panose="020F0502020204030204" pitchFamily="34" charset="0"/>
              <a:cs typeface="Calibri" panose="020F0502020204030204" pitchFamily="34" charset="0"/>
            </a:rPr>
            <a:t>Project</a:t>
          </a:r>
        </a:p>
        <a:p>
          <a:pPr marL="0" lvl="0" indent="0" algn="ctr" defTabSz="800100">
            <a:lnSpc>
              <a:spcPct val="90000"/>
            </a:lnSpc>
            <a:spcBef>
              <a:spcPct val="0"/>
            </a:spcBef>
            <a:spcAft>
              <a:spcPts val="0"/>
            </a:spcAft>
            <a:buNone/>
          </a:pPr>
          <a:r>
            <a:rPr lang="en-US" sz="1600" b="1" kern="1200">
              <a:latin typeface="Calibri" panose="020F0502020204030204" pitchFamily="34" charset="0"/>
              <a:cs typeface="Calibri" panose="020F0502020204030204" pitchFamily="34" charset="0"/>
            </a:rPr>
            <a:t>(</a:t>
          </a:r>
          <a:r>
            <a:rPr lang="en-US" sz="1200" b="1" kern="1200">
              <a:latin typeface="Calibri" panose="020F0502020204030204" pitchFamily="34" charset="0"/>
              <a:cs typeface="Calibri" panose="020F0502020204030204" pitchFamily="34" charset="0"/>
            </a:rPr>
            <a:t>Workstream</a:t>
          </a:r>
          <a:r>
            <a:rPr lang="en-US" sz="1600" b="1" kern="1200">
              <a:latin typeface="Calibri" panose="020F0502020204030204" pitchFamily="34" charset="0"/>
              <a:cs typeface="Calibri" panose="020F0502020204030204" pitchFamily="34" charset="0"/>
            </a:rPr>
            <a:t>)</a:t>
          </a:r>
          <a:endParaRPr lang="en-US" sz="2400" b="1" kern="1200">
            <a:latin typeface="Calibri" panose="020F0502020204030204" pitchFamily="34" charset="0"/>
            <a:cs typeface="Calibri" panose="020F0502020204030204" pitchFamily="34" charset="0"/>
          </a:endParaRPr>
        </a:p>
      </dsp:txBody>
      <dsp:txXfrm>
        <a:off x="1591338" y="513054"/>
        <a:ext cx="1954543" cy="559924"/>
      </dsp:txXfrm>
    </dsp:sp>
    <dsp:sp modelId="{3D5C5E5B-3357-4F26-86E0-F1E99B64A6A9}">
      <dsp:nvSpPr>
        <dsp:cNvPr id="0" name=""/>
        <dsp:cNvSpPr/>
      </dsp:nvSpPr>
      <dsp:spPr>
        <a:xfrm>
          <a:off x="2285575" y="1039969"/>
          <a:ext cx="1152501" cy="200108"/>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marL="0" lvl="0" indent="0" algn="r" defTabSz="577850">
            <a:lnSpc>
              <a:spcPct val="90000"/>
            </a:lnSpc>
            <a:spcBef>
              <a:spcPct val="0"/>
            </a:spcBef>
            <a:spcAft>
              <a:spcPct val="35000"/>
            </a:spcAft>
            <a:buNone/>
          </a:pPr>
          <a:r>
            <a:rPr lang="en-US" sz="1300" b="1" kern="1200"/>
            <a:t>BZ Billing</a:t>
          </a:r>
        </a:p>
      </dsp:txBody>
      <dsp:txXfrm>
        <a:off x="2285575" y="1039969"/>
        <a:ext cx="1152501" cy="200108"/>
      </dsp:txXfrm>
    </dsp:sp>
    <dsp:sp modelId="{37652F4A-13D1-4DCB-952C-C4F8E68A9BB8}">
      <dsp:nvSpPr>
        <dsp:cNvPr id="0" name=""/>
        <dsp:cNvSpPr/>
      </dsp:nvSpPr>
      <dsp:spPr>
        <a:xfrm>
          <a:off x="53927" y="1561861"/>
          <a:ext cx="1442637" cy="746933"/>
        </a:xfrm>
        <a:prstGeom prst="rect">
          <a:avLst/>
        </a:prstGeom>
        <a:solidFill>
          <a:srgbClr val="92D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05401" numCol="1" spcCol="1270" anchor="ctr" anchorCtr="0">
          <a:noAutofit/>
        </a:bodyPr>
        <a:lstStyle/>
        <a:p>
          <a:pPr marL="0" lvl="0" indent="0" algn="ctr" defTabSz="800100">
            <a:lnSpc>
              <a:spcPct val="90000"/>
            </a:lnSpc>
            <a:spcBef>
              <a:spcPct val="0"/>
            </a:spcBef>
            <a:spcAft>
              <a:spcPct val="35000"/>
            </a:spcAft>
            <a:buNone/>
          </a:pPr>
          <a:r>
            <a:rPr lang="en-US" sz="1800" b="1" kern="1200">
              <a:latin typeface="Calibri" panose="020F0502020204030204" pitchFamily="34" charset="0"/>
              <a:cs typeface="Calibri" panose="020F0502020204030204" pitchFamily="34" charset="0"/>
            </a:rPr>
            <a:t>Scrum board 1</a:t>
          </a:r>
        </a:p>
      </dsp:txBody>
      <dsp:txXfrm>
        <a:off x="53927" y="1561861"/>
        <a:ext cx="1442637" cy="746933"/>
      </dsp:txXfrm>
    </dsp:sp>
    <dsp:sp modelId="{02B1AAB0-57AD-4BA8-B4D8-9D50D9650327}">
      <dsp:nvSpPr>
        <dsp:cNvPr id="0" name=""/>
        <dsp:cNvSpPr/>
      </dsp:nvSpPr>
      <dsp:spPr>
        <a:xfrm>
          <a:off x="342454" y="2169595"/>
          <a:ext cx="1298373" cy="24897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7620" rIns="30480" bIns="7620" numCol="1" spcCol="1270" anchor="ctr" anchorCtr="0">
          <a:noAutofit/>
        </a:bodyPr>
        <a:lstStyle/>
        <a:p>
          <a:pPr marL="0" lvl="0" indent="0" algn="r" defTabSz="533400">
            <a:lnSpc>
              <a:spcPct val="90000"/>
            </a:lnSpc>
            <a:spcBef>
              <a:spcPct val="0"/>
            </a:spcBef>
            <a:spcAft>
              <a:spcPct val="35000"/>
            </a:spcAft>
            <a:buNone/>
          </a:pPr>
          <a:r>
            <a:rPr lang="en-US" sz="1200" b="0" kern="1200" err="1"/>
            <a:t>BZFoundation</a:t>
          </a:r>
          <a:r>
            <a:rPr lang="en-US" sz="1200" b="0" kern="1200"/>
            <a:t> R1</a:t>
          </a:r>
        </a:p>
      </dsp:txBody>
      <dsp:txXfrm>
        <a:off x="342454" y="2169595"/>
        <a:ext cx="1298373" cy="248977"/>
      </dsp:txXfrm>
    </dsp:sp>
    <dsp:sp modelId="{8C1F529A-8431-453C-B0F6-081189FA7EB0}">
      <dsp:nvSpPr>
        <dsp:cNvPr id="0" name=""/>
        <dsp:cNvSpPr/>
      </dsp:nvSpPr>
      <dsp:spPr>
        <a:xfrm>
          <a:off x="1852765" y="1641201"/>
          <a:ext cx="1442637" cy="746933"/>
        </a:xfrm>
        <a:prstGeom prst="rect">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05401" numCol="1" spcCol="1270" anchor="ctr" anchorCtr="0">
          <a:noAutofit/>
        </a:bodyPr>
        <a:lstStyle/>
        <a:p>
          <a:pPr marL="0" lvl="0" indent="0" algn="ctr" defTabSz="800100">
            <a:lnSpc>
              <a:spcPct val="90000"/>
            </a:lnSpc>
            <a:spcBef>
              <a:spcPct val="0"/>
            </a:spcBef>
            <a:spcAft>
              <a:spcPct val="35000"/>
            </a:spcAft>
            <a:buNone/>
          </a:pPr>
          <a:r>
            <a:rPr lang="en-US" sz="1800" b="1" kern="1200">
              <a:latin typeface="Calibri" panose="020F0502020204030204" pitchFamily="34" charset="0"/>
              <a:cs typeface="Calibri" panose="020F0502020204030204" pitchFamily="34" charset="0"/>
            </a:rPr>
            <a:t>Scrum board 2</a:t>
          </a:r>
        </a:p>
      </dsp:txBody>
      <dsp:txXfrm>
        <a:off x="1852765" y="1641201"/>
        <a:ext cx="1442637" cy="746933"/>
      </dsp:txXfrm>
    </dsp:sp>
    <dsp:sp modelId="{3DEE7FE4-8C95-4646-9237-E12D14920CE3}">
      <dsp:nvSpPr>
        <dsp:cNvPr id="0" name=""/>
        <dsp:cNvSpPr/>
      </dsp:nvSpPr>
      <dsp:spPr>
        <a:xfrm>
          <a:off x="2408496" y="2187057"/>
          <a:ext cx="1037231" cy="214053"/>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7620" rIns="30480" bIns="7620" numCol="1" spcCol="1270" anchor="ctr" anchorCtr="0">
          <a:noAutofit/>
        </a:bodyPr>
        <a:lstStyle/>
        <a:p>
          <a:pPr marL="0" lvl="0" indent="0" algn="r" defTabSz="533400">
            <a:lnSpc>
              <a:spcPct val="90000"/>
            </a:lnSpc>
            <a:spcBef>
              <a:spcPct val="0"/>
            </a:spcBef>
            <a:spcAft>
              <a:spcPct val="35000"/>
            </a:spcAft>
            <a:buNone/>
          </a:pPr>
          <a:r>
            <a:rPr lang="en-US" sz="1200" b="0" kern="1200" err="1"/>
            <a:t>BZBilling</a:t>
          </a:r>
          <a:r>
            <a:rPr lang="en-US" sz="1200" b="0" kern="1200"/>
            <a:t> R2</a:t>
          </a:r>
        </a:p>
      </dsp:txBody>
      <dsp:txXfrm>
        <a:off x="2408496" y="2187057"/>
        <a:ext cx="1037231" cy="214053"/>
      </dsp:txXfrm>
    </dsp:sp>
    <dsp:sp modelId="{BC682B05-B988-44AD-8848-02E509679DC2}">
      <dsp:nvSpPr>
        <dsp:cNvPr id="0" name=""/>
        <dsp:cNvSpPr/>
      </dsp:nvSpPr>
      <dsp:spPr>
        <a:xfrm>
          <a:off x="3553275" y="1561861"/>
          <a:ext cx="1442637" cy="746933"/>
        </a:xfrm>
        <a:prstGeom prst="rect">
          <a:avLst/>
        </a:prstGeom>
        <a:solidFill>
          <a:srgbClr val="00B0F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05401" numCol="1" spcCol="1270" anchor="ctr" anchorCtr="0">
          <a:noAutofit/>
        </a:bodyPr>
        <a:lstStyle/>
        <a:p>
          <a:pPr marL="0" lvl="0" indent="0" algn="ctr" defTabSz="800100">
            <a:lnSpc>
              <a:spcPct val="90000"/>
            </a:lnSpc>
            <a:spcBef>
              <a:spcPct val="0"/>
            </a:spcBef>
            <a:spcAft>
              <a:spcPct val="35000"/>
            </a:spcAft>
            <a:buNone/>
          </a:pPr>
          <a:r>
            <a:rPr lang="en-US" sz="1800" b="1" kern="1200">
              <a:latin typeface="Calibri" panose="020F0502020204030204" pitchFamily="34" charset="0"/>
              <a:cs typeface="Calibri" panose="020F0502020204030204" pitchFamily="34" charset="0"/>
            </a:rPr>
            <a:t>Scrum board 3</a:t>
          </a:r>
        </a:p>
      </dsp:txBody>
      <dsp:txXfrm>
        <a:off x="3553275" y="1561861"/>
        <a:ext cx="1442637" cy="746933"/>
      </dsp:txXfrm>
    </dsp:sp>
    <dsp:sp modelId="{0BD4B24B-88A9-40D6-A5BD-BC1D4228F57A}">
      <dsp:nvSpPr>
        <dsp:cNvPr id="0" name=""/>
        <dsp:cNvSpPr/>
      </dsp:nvSpPr>
      <dsp:spPr>
        <a:xfrm>
          <a:off x="4241460" y="2186083"/>
          <a:ext cx="981103" cy="216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7620" rIns="30480" bIns="7620" numCol="1" spcCol="1270" anchor="ctr" anchorCtr="0">
          <a:noAutofit/>
        </a:bodyPr>
        <a:lstStyle/>
        <a:p>
          <a:pPr marL="0" lvl="0" indent="0" algn="r" defTabSz="533400">
            <a:lnSpc>
              <a:spcPct val="90000"/>
            </a:lnSpc>
            <a:spcBef>
              <a:spcPct val="0"/>
            </a:spcBef>
            <a:spcAft>
              <a:spcPct val="35000"/>
            </a:spcAft>
            <a:buNone/>
          </a:pPr>
          <a:r>
            <a:rPr lang="en-US" sz="1200" b="0" kern="1200"/>
            <a:t>BZ Billing R3</a:t>
          </a:r>
        </a:p>
      </dsp:txBody>
      <dsp:txXfrm>
        <a:off x="4241460" y="2186083"/>
        <a:ext cx="981103" cy="216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1D45C5-E096-47DB-A92E-2CD9DB2037B7}">
      <dsp:nvSpPr>
        <dsp:cNvPr id="0" name=""/>
        <dsp:cNvSpPr/>
      </dsp:nvSpPr>
      <dsp:spPr>
        <a:xfrm rot="5400000">
          <a:off x="6573640" y="-2842414"/>
          <a:ext cx="640709" cy="6488466"/>
        </a:xfrm>
        <a:prstGeom prst="round2Same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IN" sz="1200" kern="1200">
              <a:latin typeface="Ubuntu" panose="020B0504030602030204" pitchFamily="34" charset="0"/>
            </a:rPr>
            <a:t>User story burn down tracking. Planned vs Actual on a daily basis</a:t>
          </a:r>
        </a:p>
        <a:p>
          <a:pPr marL="114300" lvl="1" indent="-114300" algn="l" defTabSz="533400">
            <a:lnSpc>
              <a:spcPct val="90000"/>
            </a:lnSpc>
            <a:spcBef>
              <a:spcPct val="0"/>
            </a:spcBef>
            <a:spcAft>
              <a:spcPct val="15000"/>
            </a:spcAft>
            <a:buChar char="•"/>
          </a:pPr>
          <a:r>
            <a:rPr lang="en-IN" sz="1200" kern="1200">
              <a:latin typeface="Ubuntu" panose="020B0504030602030204" pitchFamily="34" charset="0"/>
            </a:rPr>
            <a:t>Team to take up corrective action for any lag in the burn down</a:t>
          </a:r>
        </a:p>
        <a:p>
          <a:pPr marL="114300" lvl="1" indent="-114300" algn="l" defTabSz="533400">
            <a:lnSpc>
              <a:spcPct val="90000"/>
            </a:lnSpc>
            <a:spcBef>
              <a:spcPct val="0"/>
            </a:spcBef>
            <a:spcAft>
              <a:spcPct val="15000"/>
            </a:spcAft>
            <a:buChar char="•"/>
          </a:pPr>
          <a:r>
            <a:rPr lang="en-IN" sz="1200" kern="1200">
              <a:latin typeface="Ubuntu" panose="020B0504030602030204" pitchFamily="34" charset="0"/>
            </a:rPr>
            <a:t>Burndown charts by Release Trains</a:t>
          </a:r>
        </a:p>
      </dsp:txBody>
      <dsp:txXfrm rot="-5400000">
        <a:off x="3649762" y="112741"/>
        <a:ext cx="6457189" cy="578155"/>
      </dsp:txXfrm>
    </dsp:sp>
    <dsp:sp modelId="{284523C8-A35D-47BD-9062-5554B83E22A4}">
      <dsp:nvSpPr>
        <dsp:cNvPr id="0" name=""/>
        <dsp:cNvSpPr/>
      </dsp:nvSpPr>
      <dsp:spPr>
        <a:xfrm>
          <a:off x="0" y="1375"/>
          <a:ext cx="3649762" cy="800887"/>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IN" sz="1200" b="1" kern="1200">
              <a:latin typeface="Ubuntu" panose="020B0504030602030204" pitchFamily="34" charset="0"/>
            </a:rPr>
            <a:t>SPRINT - VELOCITY by stories</a:t>
          </a:r>
        </a:p>
      </dsp:txBody>
      <dsp:txXfrm>
        <a:off x="39096" y="40471"/>
        <a:ext cx="3571570" cy="722695"/>
      </dsp:txXfrm>
    </dsp:sp>
    <dsp:sp modelId="{0FA6AA42-8EFD-411F-9D34-A093AC86A4BD}">
      <dsp:nvSpPr>
        <dsp:cNvPr id="0" name=""/>
        <dsp:cNvSpPr/>
      </dsp:nvSpPr>
      <dsp:spPr>
        <a:xfrm rot="5400000">
          <a:off x="6573640" y="-2001482"/>
          <a:ext cx="640709" cy="6488466"/>
        </a:xfrm>
        <a:prstGeom prst="round2SameRect">
          <a:avLst/>
        </a:prstGeom>
        <a:solidFill>
          <a:schemeClr val="accent2">
            <a:tint val="40000"/>
            <a:alpha val="90000"/>
            <a:hueOff val="780344"/>
            <a:satOff val="-11110"/>
            <a:lumOff val="-1389"/>
            <a:alphaOff val="0"/>
          </a:schemeClr>
        </a:solidFill>
        <a:ln w="12700" cap="flat" cmpd="sng" algn="ctr">
          <a:solidFill>
            <a:schemeClr val="accent2">
              <a:tint val="40000"/>
              <a:alpha val="90000"/>
              <a:hueOff val="780344"/>
              <a:satOff val="-11110"/>
              <a:lumOff val="-138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IN" sz="1200" kern="1200">
              <a:latin typeface="Ubuntu" panose="020B0504030602030204" pitchFamily="34" charset="0"/>
            </a:rPr>
            <a:t>Story points burn down tracking. Planned vs Actual on a daily basis</a:t>
          </a:r>
        </a:p>
        <a:p>
          <a:pPr marL="114300" lvl="1" indent="-114300" algn="l" defTabSz="533400">
            <a:lnSpc>
              <a:spcPct val="90000"/>
            </a:lnSpc>
            <a:spcBef>
              <a:spcPct val="0"/>
            </a:spcBef>
            <a:spcAft>
              <a:spcPct val="15000"/>
            </a:spcAft>
            <a:buChar char="•"/>
          </a:pPr>
          <a:r>
            <a:rPr lang="en-IN" sz="1200" kern="1200">
              <a:latin typeface="Ubuntu" panose="020B0504030602030204" pitchFamily="34" charset="0"/>
            </a:rPr>
            <a:t>Team to take up corrective action for any lag in the burn down</a:t>
          </a:r>
        </a:p>
        <a:p>
          <a:pPr marL="114300" lvl="1" indent="-114300" algn="l" defTabSz="533400">
            <a:lnSpc>
              <a:spcPct val="90000"/>
            </a:lnSpc>
            <a:spcBef>
              <a:spcPct val="0"/>
            </a:spcBef>
            <a:spcAft>
              <a:spcPct val="15000"/>
            </a:spcAft>
            <a:buChar char="•"/>
          </a:pPr>
          <a:r>
            <a:rPr lang="en-IN" sz="1200" kern="1200">
              <a:latin typeface="Ubuntu" panose="020B0504030602030204" pitchFamily="34" charset="0"/>
            </a:rPr>
            <a:t>Burndown charts by Release Trains</a:t>
          </a:r>
        </a:p>
      </dsp:txBody>
      <dsp:txXfrm rot="-5400000">
        <a:off x="3649762" y="953673"/>
        <a:ext cx="6457189" cy="578155"/>
      </dsp:txXfrm>
    </dsp:sp>
    <dsp:sp modelId="{B60CA28B-C537-4821-8294-5F090802889E}">
      <dsp:nvSpPr>
        <dsp:cNvPr id="0" name=""/>
        <dsp:cNvSpPr/>
      </dsp:nvSpPr>
      <dsp:spPr>
        <a:xfrm>
          <a:off x="0" y="842307"/>
          <a:ext cx="3649762" cy="800887"/>
        </a:xfrm>
        <a:prstGeom prst="roundRect">
          <a:avLst/>
        </a:prstGeom>
        <a:solidFill>
          <a:schemeClr val="accent2">
            <a:hueOff val="1013863"/>
            <a:satOff val="-2603"/>
            <a:lumOff val="-650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IN" sz="1200" b="1" kern="1200">
              <a:latin typeface="Ubuntu" panose="020B0504030602030204" pitchFamily="34" charset="0"/>
            </a:rPr>
            <a:t>SPRINT - VELOCITY by story points</a:t>
          </a:r>
        </a:p>
      </dsp:txBody>
      <dsp:txXfrm>
        <a:off x="39096" y="881403"/>
        <a:ext cx="3571570" cy="722695"/>
      </dsp:txXfrm>
    </dsp:sp>
    <dsp:sp modelId="{AF91CCC8-937A-40A9-9E38-D73CA0A35F4F}">
      <dsp:nvSpPr>
        <dsp:cNvPr id="0" name=""/>
        <dsp:cNvSpPr/>
      </dsp:nvSpPr>
      <dsp:spPr>
        <a:xfrm rot="5400000">
          <a:off x="6573640" y="-1160550"/>
          <a:ext cx="640709" cy="6488466"/>
        </a:xfrm>
        <a:prstGeom prst="round2SameRect">
          <a:avLst/>
        </a:prstGeom>
        <a:solidFill>
          <a:schemeClr val="accent2">
            <a:tint val="40000"/>
            <a:alpha val="90000"/>
            <a:hueOff val="1560688"/>
            <a:satOff val="-22220"/>
            <a:lumOff val="-2778"/>
            <a:alphaOff val="0"/>
          </a:schemeClr>
        </a:solidFill>
        <a:ln w="12700" cap="flat" cmpd="sng" algn="ctr">
          <a:solidFill>
            <a:schemeClr val="accent2">
              <a:tint val="40000"/>
              <a:alpha val="90000"/>
              <a:hueOff val="1560688"/>
              <a:satOff val="-22220"/>
              <a:lumOff val="-277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IN" sz="1200" kern="1200">
              <a:latin typeface="Ubuntu" panose="020B0504030602030204" pitchFamily="34" charset="0"/>
            </a:rPr>
            <a:t>User stories progress by Release Train through life cycle (dev vs test)</a:t>
          </a:r>
        </a:p>
        <a:p>
          <a:pPr marL="114300" lvl="1" indent="-114300" algn="l" defTabSz="533400">
            <a:lnSpc>
              <a:spcPct val="90000"/>
            </a:lnSpc>
            <a:spcBef>
              <a:spcPct val="0"/>
            </a:spcBef>
            <a:spcAft>
              <a:spcPct val="15000"/>
            </a:spcAft>
            <a:buChar char="•"/>
          </a:pPr>
          <a:r>
            <a:rPr lang="en-IN" sz="1200" b="0" kern="1200">
              <a:latin typeface="Ubuntu" panose="020B0504030602030204" pitchFamily="34" charset="0"/>
            </a:rPr>
            <a:t>Reports made available via JIRA dashboards</a:t>
          </a:r>
          <a:endParaRPr lang="en-IN" sz="1200" kern="1200">
            <a:latin typeface="Ubuntu" panose="020B0504030602030204" pitchFamily="34" charset="0"/>
          </a:endParaRPr>
        </a:p>
      </dsp:txBody>
      <dsp:txXfrm rot="-5400000">
        <a:off x="3649762" y="1794605"/>
        <a:ext cx="6457189" cy="578155"/>
      </dsp:txXfrm>
    </dsp:sp>
    <dsp:sp modelId="{11433F9A-1AE2-4F2E-AD73-72179B1E5AF5}">
      <dsp:nvSpPr>
        <dsp:cNvPr id="0" name=""/>
        <dsp:cNvSpPr/>
      </dsp:nvSpPr>
      <dsp:spPr>
        <a:xfrm>
          <a:off x="0" y="1683238"/>
          <a:ext cx="3649762" cy="800887"/>
        </a:xfrm>
        <a:prstGeom prst="roundRect">
          <a:avLst/>
        </a:prstGeom>
        <a:solidFill>
          <a:schemeClr val="accent2">
            <a:hueOff val="2027726"/>
            <a:satOff val="-5205"/>
            <a:lumOff val="-13018"/>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IN" sz="1200" b="1" kern="1200">
              <a:latin typeface="Ubuntu" panose="020B0504030602030204" pitchFamily="34" charset="0"/>
            </a:rPr>
            <a:t>SPRINT PROGRESS</a:t>
          </a:r>
        </a:p>
      </dsp:txBody>
      <dsp:txXfrm>
        <a:off x="39096" y="1722334"/>
        <a:ext cx="3571570" cy="722695"/>
      </dsp:txXfrm>
    </dsp:sp>
    <dsp:sp modelId="{EBE56806-C316-4D6A-9B7F-8A51717E1E36}">
      <dsp:nvSpPr>
        <dsp:cNvPr id="0" name=""/>
        <dsp:cNvSpPr/>
      </dsp:nvSpPr>
      <dsp:spPr>
        <a:xfrm rot="5400000">
          <a:off x="6573640" y="-319618"/>
          <a:ext cx="640709" cy="6488466"/>
        </a:xfrm>
        <a:prstGeom prst="round2SameRect">
          <a:avLst/>
        </a:prstGeom>
        <a:solidFill>
          <a:schemeClr val="accent2">
            <a:tint val="40000"/>
            <a:alpha val="90000"/>
            <a:hueOff val="2341033"/>
            <a:satOff val="-33329"/>
            <a:lumOff val="-4166"/>
            <a:alphaOff val="0"/>
          </a:schemeClr>
        </a:solidFill>
        <a:ln w="12700" cap="flat" cmpd="sng" algn="ctr">
          <a:solidFill>
            <a:schemeClr val="accent2">
              <a:tint val="40000"/>
              <a:alpha val="90000"/>
              <a:hueOff val="2341033"/>
              <a:satOff val="-33329"/>
              <a:lumOff val="-416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IN" sz="1200" b="0" kern="1200">
              <a:latin typeface="Ubuntu" panose="020B0504030602030204" pitchFamily="34" charset="0"/>
            </a:rPr>
            <a:t>User story or story points burndown. Planned Vs Actual for full release</a:t>
          </a:r>
        </a:p>
        <a:p>
          <a:pPr marL="114300" lvl="1" indent="-114300" algn="l" defTabSz="533400">
            <a:lnSpc>
              <a:spcPct val="90000"/>
            </a:lnSpc>
            <a:spcBef>
              <a:spcPct val="0"/>
            </a:spcBef>
            <a:spcAft>
              <a:spcPct val="15000"/>
            </a:spcAft>
            <a:buChar char="•"/>
          </a:pPr>
          <a:r>
            <a:rPr lang="en-IN" sz="1200" b="0" kern="1200">
              <a:latin typeface="Ubuntu" panose="020B0504030602030204" pitchFamily="34" charset="0"/>
            </a:rPr>
            <a:t>Reports made available via JIRA dashboards</a:t>
          </a:r>
        </a:p>
      </dsp:txBody>
      <dsp:txXfrm rot="-5400000">
        <a:off x="3649762" y="2635537"/>
        <a:ext cx="6457189" cy="578155"/>
      </dsp:txXfrm>
    </dsp:sp>
    <dsp:sp modelId="{10F69BD6-0C66-4D13-AC5E-8C58DB8CAAFC}">
      <dsp:nvSpPr>
        <dsp:cNvPr id="0" name=""/>
        <dsp:cNvSpPr/>
      </dsp:nvSpPr>
      <dsp:spPr>
        <a:xfrm>
          <a:off x="0" y="2524170"/>
          <a:ext cx="3649762" cy="800887"/>
        </a:xfrm>
        <a:prstGeom prst="roundRect">
          <a:avLst/>
        </a:prstGeom>
        <a:solidFill>
          <a:schemeClr val="accent2">
            <a:hueOff val="3041590"/>
            <a:satOff val="-7808"/>
            <a:lumOff val="-19528"/>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IN" sz="1200" b="1" kern="1200">
              <a:latin typeface="Ubuntu" panose="020B0504030602030204" pitchFamily="34" charset="0"/>
            </a:rPr>
            <a:t>RELEASE – VELOCITY</a:t>
          </a:r>
        </a:p>
      </dsp:txBody>
      <dsp:txXfrm>
        <a:off x="39096" y="2563266"/>
        <a:ext cx="3571570" cy="722695"/>
      </dsp:txXfrm>
    </dsp:sp>
    <dsp:sp modelId="{E67BD699-29B6-412D-B83D-98EBB4C18996}">
      <dsp:nvSpPr>
        <dsp:cNvPr id="0" name=""/>
        <dsp:cNvSpPr/>
      </dsp:nvSpPr>
      <dsp:spPr>
        <a:xfrm rot="5400000">
          <a:off x="6573640" y="521312"/>
          <a:ext cx="640709" cy="6488466"/>
        </a:xfrm>
        <a:prstGeom prst="round2SameRect">
          <a:avLst/>
        </a:prstGeom>
        <a:solidFill>
          <a:schemeClr val="accent2">
            <a:tint val="40000"/>
            <a:alpha val="90000"/>
            <a:hueOff val="3121377"/>
            <a:satOff val="-44439"/>
            <a:lumOff val="-5555"/>
            <a:alphaOff val="0"/>
          </a:schemeClr>
        </a:solidFill>
        <a:ln w="12700" cap="flat" cmpd="sng" algn="ctr">
          <a:solidFill>
            <a:schemeClr val="accent2">
              <a:tint val="40000"/>
              <a:alpha val="90000"/>
              <a:hueOff val="3121377"/>
              <a:satOff val="-44439"/>
              <a:lumOff val="-555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IN" sz="1200" b="0" kern="1200">
              <a:latin typeface="Ubuntu" panose="020B0504030602030204" pitchFamily="34" charset="0"/>
            </a:rPr>
            <a:t>A mechanism to be developed to track external dependencies and delays</a:t>
          </a:r>
        </a:p>
      </dsp:txBody>
      <dsp:txXfrm rot="-5400000">
        <a:off x="3649762" y="3476468"/>
        <a:ext cx="6457189" cy="578155"/>
      </dsp:txXfrm>
    </dsp:sp>
    <dsp:sp modelId="{054321FE-6EA7-4991-BFE7-12E17F2CC0BE}">
      <dsp:nvSpPr>
        <dsp:cNvPr id="0" name=""/>
        <dsp:cNvSpPr/>
      </dsp:nvSpPr>
      <dsp:spPr>
        <a:xfrm>
          <a:off x="0" y="3365102"/>
          <a:ext cx="3649762" cy="800887"/>
        </a:xfrm>
        <a:prstGeom prst="roundRect">
          <a:avLst/>
        </a:prstGeom>
        <a:solidFill>
          <a:schemeClr val="accent2">
            <a:hueOff val="4055453"/>
            <a:satOff val="-10410"/>
            <a:lumOff val="-26037"/>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IN" sz="1200" b="1" kern="1200">
              <a:latin typeface="Ubuntu" panose="020B0504030602030204" pitchFamily="34" charset="0"/>
            </a:rPr>
            <a:t>DEPENDENCISES TRACKING</a:t>
          </a:r>
        </a:p>
      </dsp:txBody>
      <dsp:txXfrm>
        <a:off x="39096" y="3404198"/>
        <a:ext cx="3571570" cy="722695"/>
      </dsp:txXfrm>
    </dsp:sp>
    <dsp:sp modelId="{A3A02229-1F38-48ED-B0F8-A0FB2DBB6FB2}">
      <dsp:nvSpPr>
        <dsp:cNvPr id="0" name=""/>
        <dsp:cNvSpPr/>
      </dsp:nvSpPr>
      <dsp:spPr>
        <a:xfrm rot="5400000">
          <a:off x="6573640" y="1362244"/>
          <a:ext cx="640709" cy="6488466"/>
        </a:xfrm>
        <a:prstGeom prst="round2SameRect">
          <a:avLst/>
        </a:prstGeom>
        <a:solidFill>
          <a:schemeClr val="accent2">
            <a:tint val="40000"/>
            <a:alpha val="90000"/>
            <a:hueOff val="3901721"/>
            <a:satOff val="-55549"/>
            <a:lumOff val="-6944"/>
            <a:alphaOff val="0"/>
          </a:schemeClr>
        </a:solidFill>
        <a:ln w="12700" cap="flat" cmpd="sng" algn="ctr">
          <a:solidFill>
            <a:schemeClr val="accent2">
              <a:tint val="40000"/>
              <a:alpha val="90000"/>
              <a:hueOff val="3901721"/>
              <a:satOff val="-55549"/>
              <a:lumOff val="-694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IN" sz="1200" b="0" i="0" kern="1200">
              <a:latin typeface="Ubuntu" panose="020B0504030602030204" pitchFamily="34" charset="0"/>
            </a:rPr>
            <a:t>Coverage metrics – Requirements, User story, Business process during stabilisation</a:t>
          </a:r>
          <a:endParaRPr lang="en-IN" sz="1200" b="1" kern="1200">
            <a:latin typeface="Ubuntu" panose="020B0504030602030204" pitchFamily="34" charset="0"/>
          </a:endParaRPr>
        </a:p>
        <a:p>
          <a:pPr marL="114300" lvl="1" indent="-114300" algn="l" defTabSz="533400">
            <a:lnSpc>
              <a:spcPct val="90000"/>
            </a:lnSpc>
            <a:spcBef>
              <a:spcPct val="0"/>
            </a:spcBef>
            <a:spcAft>
              <a:spcPct val="15000"/>
            </a:spcAft>
            <a:buChar char="•"/>
          </a:pPr>
          <a:r>
            <a:rPr lang="en-IN" sz="1200" b="0" i="0" kern="1200">
              <a:latin typeface="Ubuntu" panose="020B0504030602030204" pitchFamily="34" charset="0"/>
            </a:rPr>
            <a:t>Test metrics – Test execution burndown</a:t>
          </a:r>
          <a:endParaRPr lang="en-IN" sz="1200" b="1" kern="1200">
            <a:latin typeface="Ubuntu" panose="020B0504030602030204" pitchFamily="34" charset="0"/>
          </a:endParaRPr>
        </a:p>
        <a:p>
          <a:pPr marL="114300" lvl="1" indent="-114300" algn="l" defTabSz="533400">
            <a:lnSpc>
              <a:spcPct val="90000"/>
            </a:lnSpc>
            <a:spcBef>
              <a:spcPct val="0"/>
            </a:spcBef>
            <a:spcAft>
              <a:spcPct val="15000"/>
            </a:spcAft>
            <a:buChar char="•"/>
          </a:pPr>
          <a:r>
            <a:rPr lang="en-IN" sz="1200" b="0" i="0" kern="1200">
              <a:latin typeface="Ubuntu" panose="020B0504030602030204" pitchFamily="34" charset="0"/>
            </a:rPr>
            <a:t>Defect metrics – Defects by severity/priority, by Release Train, over time, rejection</a:t>
          </a:r>
          <a:endParaRPr lang="en-IN" sz="1200" b="1" kern="1200">
            <a:latin typeface="Ubuntu" panose="020B0504030602030204" pitchFamily="34" charset="0"/>
          </a:endParaRPr>
        </a:p>
      </dsp:txBody>
      <dsp:txXfrm rot="-5400000">
        <a:off x="3649762" y="4317400"/>
        <a:ext cx="6457189" cy="578155"/>
      </dsp:txXfrm>
    </dsp:sp>
    <dsp:sp modelId="{E4B6E44A-02CE-44C5-8F2E-7A187DFD5622}">
      <dsp:nvSpPr>
        <dsp:cNvPr id="0" name=""/>
        <dsp:cNvSpPr/>
      </dsp:nvSpPr>
      <dsp:spPr>
        <a:xfrm>
          <a:off x="0" y="4206034"/>
          <a:ext cx="3649762" cy="800887"/>
        </a:xfrm>
        <a:prstGeom prst="roundRect">
          <a:avLst/>
        </a:prstGeom>
        <a:solidFill>
          <a:schemeClr val="accent2">
            <a:hueOff val="5069316"/>
            <a:satOff val="-13013"/>
            <a:lumOff val="-32546"/>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IN" sz="1200" b="1" kern="1200">
              <a:latin typeface="Ubuntu" panose="020B0504030602030204" pitchFamily="34" charset="0"/>
            </a:rPr>
            <a:t>TEST METRICS</a:t>
          </a:r>
        </a:p>
      </dsp:txBody>
      <dsp:txXfrm>
        <a:off x="39096" y="4245130"/>
        <a:ext cx="3571570" cy="722695"/>
      </dsp:txXfrm>
    </dsp:sp>
  </dsp:spTree>
</dsp:drawing>
</file>

<file path=ppt/diagrams/layout1.xml><?xml version="1.0" encoding="utf-8"?>
<dgm:layoutDef xmlns:dgm="http://schemas.openxmlformats.org/drawingml/2006/diagram" xmlns:a="http://schemas.openxmlformats.org/drawingml/2006/main" uniqueId="urn:microsoft.com/office/officeart/2008/layout/NameandTitleOrganizationalChart">
  <dgm:title val=""/>
  <dgm:desc val=""/>
  <dgm:catLst>
    <dgm:cat type="hierarchy" pri="125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1" styleLbl="fgAcc0">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alg type="conn">
                            <dgm:param type="connRout" val="bend"/>
                            <dgm:param type="dim" val="1D"/>
                            <dgm:param type="endSty" val="noArr"/>
                            <dgm:param type="begPts" val="bCtr"/>
                            <dgm:param type="endPts" val="tCtr"/>
                            <dgm:param type="bendPt" val="end"/>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41" func="var" arg="hierBranch" op="equ" val="hang">
                    <dgm:layoutNode name="Name42">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3">
                    <dgm:layoutNode name="Name44">
                      <dgm:choose name="Name45">
                        <dgm:if name="Name46" axis="self" func="depth" op="lte" val="2">
                          <dgm:choose name="Name47">
                            <dgm:if name="Name48" axis="par ch" ptType="node asst" func="cnt" op="gte" val="1">
                              <dgm:alg type="conn">
                                <dgm:param type="connRout" val="bend"/>
                                <dgm:param type="dim" val="1D"/>
                                <dgm:param type="endSty" val="noArr"/>
                                <dgm:param type="begPts" val="bCtr"/>
                                <dgm:param type="endPts" val="midL midR"/>
                              </dgm:alg>
                            </dgm:if>
                            <dgm:else name="Name49">
                              <dgm:alg type="conn">
                                <dgm:param type="connRout" val="bend"/>
                                <dgm:param type="dim" val="1D"/>
                                <dgm:param type="endSty" val="noArr"/>
                                <dgm:param type="begPts" val="bCtr"/>
                                <dgm:param type="endPts" val="midL midR"/>
                                <dgm:param type="srcNode" val="rootConnector1"/>
                              </dgm:alg>
                            </dgm:else>
                          </dgm:choose>
                        </dgm:if>
                        <dgm:else name="Name50">
                          <dgm:choose name="Name51">
                            <dgm:if name="Name52" axis="par ch" ptType="node asst" func="cnt" op="gte" val="1">
                              <dgm:alg type="conn">
                                <dgm:param type="connRout" val="bend"/>
                                <dgm:param type="dim" val="1D"/>
                                <dgm:param type="endSty" val="noArr"/>
                                <dgm:param type="begPts" val="bCtr"/>
                                <dgm:param type="endPts" val="midL midR"/>
                              </dgm:alg>
                            </dgm:if>
                            <dgm:else name="Name53">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54">
                  <dgm:if name="Name55" func="var" arg="hierBranch" op="equ" val="l">
                    <dgm:choose name="Name56">
                      <dgm:if name="Name57"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58">
                        <dgm:alg type="hierRoot">
                          <dgm:param type="hierAlign" val="tR"/>
                        </dgm:alg>
                        <dgm:shape xmlns:r="http://schemas.openxmlformats.org/officeDocument/2006/relationships" r:blip="">
                          <dgm:adjLst/>
                        </dgm:shape>
                        <dgm:presOf/>
                        <dgm:constrLst>
                          <dgm:constr type="alignOff" val="0.25"/>
                        </dgm:constrLst>
                      </dgm:else>
                    </dgm:choose>
                  </dgm:if>
                  <dgm:if name="Name59" func="var" arg="hierBranch" op="equ" val="r">
                    <dgm:choose name="Name60">
                      <dgm:if name="Name61"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2">
                        <dgm:alg type="hierRoot">
                          <dgm:param type="hierAlign" val="tL"/>
                        </dgm:alg>
                        <dgm:shape xmlns:r="http://schemas.openxmlformats.org/officeDocument/2006/relationships" r:blip="">
                          <dgm:adjLst/>
                        </dgm:shape>
                        <dgm:presOf/>
                        <dgm:constrLst>
                          <dgm:constr type="alignOff" val="0.25"/>
                        </dgm:constrLst>
                      </dgm:else>
                    </dgm:choose>
                  </dgm:if>
                  <dgm:if name="Name63"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4"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65">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66">
                    <dgm:if name="Name67" func="var" arg="hierBranch" op="equ" val="init">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68" func="var" arg="hierBranch" op="equ" val="l">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69" func="var" arg="hierBranch" op="equ" val="r">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70">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2" styleLbl="fgAcc1">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71">
                    <dgm:if name="Name72" func="var" arg="hierBranch" op="equ" val="l">
                      <dgm:alg type="hierChild">
                        <dgm:param type="chAlign" val="r"/>
                        <dgm:param type="linDir" val="fromT"/>
                      </dgm:alg>
                    </dgm:if>
                    <dgm:if name="Name73" func="var" arg="hierBranch" op="equ" val="r">
                      <dgm:alg type="hierChild">
                        <dgm:param type="chAlign" val="l"/>
                        <dgm:param type="linDir" val="fromT"/>
                      </dgm:alg>
                    </dgm:if>
                    <dgm:if name="Name74" func="var" arg="hierBranch" op="equ" val="hang">
                      <dgm:choose name="Name75">
                        <dgm:if name="Name76" func="var" arg="dir" op="equ" val="norm">
                          <dgm:alg type="hierChild">
                            <dgm:param type="chAlign" val="l"/>
                            <dgm:param type="linDir" val="fromL"/>
                            <dgm:param type="secChAlign" val="t"/>
                            <dgm:param type="secLinDir" val="fromT"/>
                          </dgm:alg>
                        </dgm:if>
                        <dgm:else name="Name77">
                          <dgm:alg type="hierChild">
                            <dgm:param type="chAlign" val="l"/>
                            <dgm:param type="linDir" val="fromR"/>
                            <dgm:param type="secChAlign" val="t"/>
                            <dgm:param type="secLinDir" val="fromT"/>
                          </dgm:alg>
                        </dgm:else>
                      </dgm:choose>
                    </dgm:if>
                    <dgm:if name="Name78" func="var" arg="hierBranch" op="equ" val="std">
                      <dgm:choose name="Name79">
                        <dgm:if name="Name80" func="var" arg="dir" op="equ" val="norm">
                          <dgm:alg type="hierChild"/>
                        </dgm:if>
                        <dgm:else name="Name81">
                          <dgm:alg type="hierChild">
                            <dgm:param type="linDir" val="fromR"/>
                          </dgm:alg>
                        </dgm:else>
                      </dgm:choose>
                    </dgm:if>
                    <dgm:if name="Name82" func="var" arg="hierBranch" op="equ" val="init">
                      <dgm:choose name="Name83">
                        <dgm:if name="Name84" func="var" arg="dir" op="equ" val="norm">
                          <dgm:alg type="hierChild"/>
                        </dgm:if>
                        <dgm:else name="Name85">
                          <dgm:alg type="hierChild">
                            <dgm:param type="linDir" val="fromR"/>
                          </dgm:alg>
                        </dgm:else>
                      </dgm:choose>
                    </dgm:if>
                    <dgm:else name="Name86"/>
                  </dgm:choose>
                  <dgm:shape xmlns:r="http://schemas.openxmlformats.org/officeDocument/2006/relationships" r:blip="">
                    <dgm:adjLst/>
                  </dgm:shape>
                  <dgm:presOf/>
                  <dgm:constrLst/>
                  <dgm:ruleLst/>
                  <dgm:forEach name="Name87" ref="rep2a"/>
                </dgm:layoutNode>
                <dgm:layoutNode name="hierChild5">
                  <dgm:choose name="Name88">
                    <dgm:if name="Name89" func="var" arg="dir" op="equ" val="norm">
                      <dgm:alg type="hierChild">
                        <dgm:param type="chAlign" val="l"/>
                        <dgm:param type="linDir" val="fromL"/>
                        <dgm:param type="secChAlign" val="t"/>
                        <dgm:param type="secLinDir" val="fromT"/>
                      </dgm:alg>
                    </dgm:if>
                    <dgm:else name="Name90">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91" ref="rep2b"/>
                </dgm:layoutNode>
              </dgm:layoutNode>
            </dgm:forEach>
          </dgm:layoutNode>
          <dgm:layoutNode name="hierChild3">
            <dgm:choose name="Name92">
              <dgm:if name="Name93" func="var" arg="dir" op="equ" val="norm">
                <dgm:alg type="hierChild">
                  <dgm:param type="chAlign" val="l"/>
                  <dgm:param type="linDir" val="fromL"/>
                  <dgm:param type="secChAlign" val="t"/>
                  <dgm:param type="secLinDir" val="fromT"/>
                </dgm:alg>
              </dgm:if>
              <dgm:else name="Name94">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95" axis="precedSib" ptType="parTrans" st="-1" cnt="1">
                <dgm:layoutNode name="Name96">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97">
                  <dgm:if name="Name98" func="var" arg="hierBranch" op="equ" val="l">
                    <dgm:alg type="hierRoot">
                      <dgm:param type="hierAlign" val="tR"/>
                    </dgm:alg>
                    <dgm:shape xmlns:r="http://schemas.openxmlformats.org/officeDocument/2006/relationships" r:blip="">
                      <dgm:adjLst/>
                    </dgm:shape>
                    <dgm:presOf/>
                    <dgm:constrLst>
                      <dgm:constr type="alignOff" val="0.65"/>
                    </dgm:constrLst>
                  </dgm:if>
                  <dgm:if name="Name99" func="var" arg="hierBranch" op="equ" val="r">
                    <dgm:alg type="hierRoot">
                      <dgm:param type="hierAlign" val="tL"/>
                    </dgm:alg>
                    <dgm:shape xmlns:r="http://schemas.openxmlformats.org/officeDocument/2006/relationships" r:blip="">
                      <dgm:adjLst/>
                    </dgm:shape>
                    <dgm:presOf/>
                    <dgm:constrLst>
                      <dgm:constr type="alignOff" val="0.65"/>
                    </dgm:constrLst>
                  </dgm:if>
                  <dgm:if name="Name100" func="var" arg="hierBranch" op="equ" val="hang">
                    <dgm:alg type="hierRoot"/>
                    <dgm:shape xmlns:r="http://schemas.openxmlformats.org/officeDocument/2006/relationships" r:blip="">
                      <dgm:adjLst/>
                    </dgm:shape>
                    <dgm:presOf/>
                    <dgm:constrLst>
                      <dgm:constr type="alignOff" val="0.65"/>
                    </dgm:constrLst>
                  </dgm:if>
                  <dgm:if name="Name101"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02"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103"/>
                </dgm:choose>
                <dgm:ruleLst/>
                <dgm:layoutNode name="rootComposite3">
                  <dgm:alg type="composite"/>
                  <dgm:shape xmlns:r="http://schemas.openxmlformats.org/officeDocument/2006/relationships" r:blip="">
                    <dgm:adjLst/>
                  </dgm:shape>
                  <dgm:presOf axis="self" ptType="node" cnt="1"/>
                  <dgm:choose name="Name104">
                    <dgm:if name="Name105" func="var" arg="hierBranch" op="equ" val="init">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06" func="var" arg="hierBranch" op="equ" val="l">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07" func="var" arg="hierBranch" op="equ" val="r">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08">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styleLbl="asst1">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3" styleLbl="fgAcc2">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09">
                    <dgm:if name="Name110" func="var" arg="hierBranch" op="equ" val="l">
                      <dgm:alg type="hierChild">
                        <dgm:param type="chAlign" val="r"/>
                        <dgm:param type="linDir" val="fromT"/>
                      </dgm:alg>
                    </dgm:if>
                    <dgm:if name="Name111" func="var" arg="hierBranch" op="equ" val="r">
                      <dgm:alg type="hierChild">
                        <dgm:param type="chAlign" val="l"/>
                        <dgm:param type="linDir" val="fromT"/>
                      </dgm:alg>
                    </dgm:if>
                    <dgm:if name="Name112" func="var" arg="hierBranch" op="equ" val="hang">
                      <dgm:choose name="Name113">
                        <dgm:if name="Name114" func="var" arg="dir" op="equ" val="norm">
                          <dgm:alg type="hierChild">
                            <dgm:param type="chAlign" val="l"/>
                            <dgm:param type="linDir" val="fromL"/>
                            <dgm:param type="secChAlign" val="t"/>
                            <dgm:param type="secLinDir" val="fromT"/>
                          </dgm:alg>
                        </dgm:if>
                        <dgm:else name="Name115">
                          <dgm:alg type="hierChild">
                            <dgm:param type="chAlign" val="l"/>
                            <dgm:param type="linDir" val="fromR"/>
                            <dgm:param type="secChAlign" val="t"/>
                            <dgm:param type="secLinDir" val="fromT"/>
                          </dgm:alg>
                        </dgm:else>
                      </dgm:choose>
                    </dgm:if>
                    <dgm:if name="Name116" func="var" arg="hierBranch" op="equ" val="std">
                      <dgm:choose name="Name117">
                        <dgm:if name="Name118" func="var" arg="dir" op="equ" val="norm">
                          <dgm:alg type="hierChild"/>
                        </dgm:if>
                        <dgm:else name="Name119">
                          <dgm:alg type="hierChild">
                            <dgm:param type="linDir" val="fromR"/>
                          </dgm:alg>
                        </dgm:else>
                      </dgm:choose>
                    </dgm:if>
                    <dgm:if name="Name120" func="var" arg="hierBranch" op="equ" val="init">
                      <dgm:alg type="hierChild"/>
                    </dgm:if>
                    <dgm:else name="Name121"/>
                  </dgm:choose>
                  <dgm:shape xmlns:r="http://schemas.openxmlformats.org/officeDocument/2006/relationships" r:blip="">
                    <dgm:adjLst/>
                  </dgm:shape>
                  <dgm:presOf/>
                  <dgm:constrLst/>
                  <dgm:ruleLst/>
                  <dgm:forEach name="Name122" ref="rep2a"/>
                </dgm:layoutNode>
                <dgm:layoutNode name="hierChild7">
                  <dgm:choose name="Name123">
                    <dgm:if name="Name124" func="var" arg="dir" op="equ" val="norm">
                      <dgm:alg type="hierChild">
                        <dgm:param type="chAlign" val="l"/>
                        <dgm:param type="linDir" val="fromL"/>
                        <dgm:param type="secChAlign" val="t"/>
                        <dgm:param type="secLinDir" val="fromT"/>
                      </dgm:alg>
                    </dgm:if>
                    <dgm:else name="Name12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26"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PictureAccentList">
  <dgm:title val=""/>
  <dgm:desc val=""/>
  <dgm:catLst>
    <dgm:cat type="picture" pri="14000"/>
    <dgm:cat type="list" pri="14500"/>
  </dgm:catLst>
  <dgm:sampData>
    <dgm:dataModel>
      <dgm:ptLst>
        <dgm:pt modelId="0" type="doc"/>
        <dgm:pt modelId="1">
          <dgm:prSet phldr="1"/>
        </dgm:pt>
        <dgm:pt modelId="11">
          <dgm:prSet phldr="1"/>
        </dgm:pt>
        <dgm:pt modelId="12">
          <dgm:prSet phldr="1"/>
        </dgm:pt>
      </dgm:ptLst>
      <dgm:cxnLst>
        <dgm:cxn modelId="4" srcId="0" destId="1" srcOrd="0" destOrd="0"/>
        <dgm:cxn modelId="5" srcId="1" destId="11" srcOrd="0" destOrd="0"/>
        <dgm:cxn modelId="6" srcId="1" destId="12" srcOrd="1" destOrd="0"/>
      </dgm:cxnLst>
      <dgm:bg/>
      <dgm:whole/>
    </dgm:dataModel>
  </dgm:sampData>
  <dgm:style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styleData>
  <dgm:clr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clrData>
  <dgm:layoutNode name="layout">
    <dgm:varLst>
      <dgm:chMax/>
      <dgm:chPref/>
      <dgm:dir/>
      <dgm:animOne val="branch"/>
      <dgm:animLvl val="lvl"/>
      <dgm:resizeHandles/>
    </dgm:varLst>
    <dgm:choose name="Name0">
      <dgm:if name="Name1" func="var" arg="dir" op="equ" val="norm">
        <dgm:alg type="hierChild">
          <dgm:param type="linDir" val="fromL"/>
        </dgm:alg>
      </dgm:if>
      <dgm:else name="Name2">
        <dgm:alg type="hierChild">
          <dgm:param type="linDir" val="fromL"/>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primFontSz" for="des" forName="childText" refType="primFontSz" refFor="des" refForName="rootText" op="lte"/>
      <dgm:constr type="w" for="des" forName="rootComposite" refType="w" fact="4"/>
      <dgm:constr type="h" for="des" forName="rootComposite" refType="h"/>
      <dgm:constr type="w" for="des" forName="childComposite" refType="w" refFor="des" refForName="rootComposite"/>
      <dgm:constr type="h" for="des" forName="childComposite" refType="h" refFor="des" refForName="rootComposite"/>
      <dgm:constr type="sibSp" refType="w" refFor="des" refForName="rootComposite" fact="0.1"/>
      <dgm:constr type="sibSp" for="des" forName="childShape" refType="h" refFor="des" refForName="rootComposite" fact="0.12"/>
      <dgm:constr type="sp" for="des" forName="root" refType="h" refFor="des" refForName="rootComposite" fact="0.18"/>
    </dgm:constrLst>
    <dgm:ruleLst/>
    <dgm:forEach name="Name3" axis="ch">
      <dgm:forEach name="Name4" axis="self" ptType="node" cnt="1">
        <dgm:layoutNode name="root">
          <dgm:varLst>
            <dgm:chMax/>
            <dgm:chPref val="4"/>
          </dgm:varLst>
          <dgm:alg type="hierRoot"/>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onstrLst>
              <dgm:constr type="l" for="ch" forName="rootText"/>
              <dgm:constr type="t" for="ch" forName="rootText"/>
              <dgm:constr type="w" for="ch" forName="rootText" refType="w"/>
              <dgm:constr type="h" for="ch" forName="rootText" refType="h"/>
            </dgm:constrLst>
            <dgm:ruleLst/>
            <dgm:layoutNode name="rootText" styleLbl="node0">
              <dgm:varLst>
                <dgm:chMax/>
                <dgm:chPref val="4"/>
              </dgm:varLst>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5" axis="ch">
              <dgm:forEach name="Name6" axis="self" ptType="node">
                <dgm:layoutNode name="childComposite">
                  <dgm:varLst>
                    <dgm:chMax val="0"/>
                    <dgm:chPref val="0"/>
                  </dgm:varLst>
                  <dgm:alg type="composite"/>
                  <dgm:shape xmlns:r="http://schemas.openxmlformats.org/officeDocument/2006/relationships" r:blip="">
                    <dgm:adjLst/>
                  </dgm:shape>
                  <dgm:presOf/>
                  <dgm:choose name="Name7">
                    <dgm:if name="Name8" func="var" arg="dir" op="equ" val="norm">
                      <dgm:constrLst>
                        <dgm:constr type="w" for="ch" forName="Image" refType="h"/>
                        <dgm:constr type="h" for="ch" forName="Image" refType="h"/>
                        <dgm:constr type="l" for="ch" forName="Image"/>
                        <dgm:constr type="t" for="ch" forName="Image"/>
                        <dgm:constr type="h" for="ch" forName="childText" refType="h"/>
                        <dgm:constr type="l" for="ch" forName="childText" refType="w" refFor="ch" refForName="Image" fact="1.06"/>
                        <dgm:constr type="t" for="ch" forName="childText"/>
                      </dgm:constrLst>
                    </dgm:if>
                    <dgm:else name="Name9">
                      <dgm:constrLst>
                        <dgm:constr type="w" for="ch" forName="Image" refType="h"/>
                        <dgm:constr type="h" for="ch" forName="Image" refType="h"/>
                        <dgm:constr type="r" for="ch" forName="Image" refType="w"/>
                        <dgm:constr type="t" for="ch" forName="Image"/>
                        <dgm:constr type="h" for="ch" forName="childText" refType="h"/>
                        <dgm:constr type="t" for="ch" forName="childText"/>
                        <dgm:constr type="wOff" for="ch" forName="childText" refType="w" refFor="ch" refForName="Image" fact="-1.06"/>
                      </dgm:constrLst>
                    </dgm:else>
                  </dgm:choose>
                  <dgm:ruleLst/>
                  <dgm:layoutNode name="Image" styleLbl="node1">
                    <dgm:alg type="sp"/>
                    <dgm:shape xmlns:r="http://schemas.openxmlformats.org/officeDocument/2006/relationships" type="roundRect" r:blip="" blipPhldr="1">
                      <dgm:adjLst>
                        <dgm:adj idx="1" val="0.1667"/>
                      </dgm:adjLst>
                    </dgm:shape>
                    <dgm:presOf/>
                  </dgm:layoutNode>
                  <dgm:layoutNode name="childText" styleLbl="lnNode1">
                    <dgm:varLst>
                      <dgm:chMax val="0"/>
                      <dgm:chPref val="0"/>
                      <dgm:bulletEnabled val="1"/>
                    </dgm:varLst>
                    <dgm:alg type="tx"/>
                    <dgm:shape xmlns:r="http://schemas.openxmlformats.org/officeDocument/2006/relationships" type="roundRect" r:blip="">
                      <dgm:adjLst>
                        <dgm:adj idx="1" val="0.1667"/>
                      </dgm:adjLst>
                    </dgm:shape>
                    <dgm:presOf axis="self desOrSelf" ptType="node node" st="1 1" cnt="1 0"/>
                    <dgm:ruleLst>
                      <dgm:rule type="primFontSz" val="5" fact="NaN" max="NaN"/>
                    </dgm:ruleLs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NameandTitleOrganizationalChart">
  <dgm:title val=""/>
  <dgm:desc val=""/>
  <dgm:catLst>
    <dgm:cat type="hierarchy" pri="125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1" styleLbl="fgAcc0">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alg type="conn">
                            <dgm:param type="connRout" val="bend"/>
                            <dgm:param type="dim" val="1D"/>
                            <dgm:param type="endSty" val="noArr"/>
                            <dgm:param type="begPts" val="bCtr"/>
                            <dgm:param type="endPts" val="tCtr"/>
                            <dgm:param type="bendPt" val="end"/>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41" func="var" arg="hierBranch" op="equ" val="hang">
                    <dgm:layoutNode name="Name42">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3">
                    <dgm:layoutNode name="Name44">
                      <dgm:choose name="Name45">
                        <dgm:if name="Name46" axis="self" func="depth" op="lte" val="2">
                          <dgm:choose name="Name47">
                            <dgm:if name="Name48" axis="par ch" ptType="node asst" func="cnt" op="gte" val="1">
                              <dgm:alg type="conn">
                                <dgm:param type="connRout" val="bend"/>
                                <dgm:param type="dim" val="1D"/>
                                <dgm:param type="endSty" val="noArr"/>
                                <dgm:param type="begPts" val="bCtr"/>
                                <dgm:param type="endPts" val="midL midR"/>
                              </dgm:alg>
                            </dgm:if>
                            <dgm:else name="Name49">
                              <dgm:alg type="conn">
                                <dgm:param type="connRout" val="bend"/>
                                <dgm:param type="dim" val="1D"/>
                                <dgm:param type="endSty" val="noArr"/>
                                <dgm:param type="begPts" val="bCtr"/>
                                <dgm:param type="endPts" val="midL midR"/>
                                <dgm:param type="srcNode" val="rootConnector1"/>
                              </dgm:alg>
                            </dgm:else>
                          </dgm:choose>
                        </dgm:if>
                        <dgm:else name="Name50">
                          <dgm:choose name="Name51">
                            <dgm:if name="Name52" axis="par ch" ptType="node asst" func="cnt" op="gte" val="1">
                              <dgm:alg type="conn">
                                <dgm:param type="connRout" val="bend"/>
                                <dgm:param type="dim" val="1D"/>
                                <dgm:param type="endSty" val="noArr"/>
                                <dgm:param type="begPts" val="bCtr"/>
                                <dgm:param type="endPts" val="midL midR"/>
                              </dgm:alg>
                            </dgm:if>
                            <dgm:else name="Name53">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54">
                  <dgm:if name="Name55" func="var" arg="hierBranch" op="equ" val="l">
                    <dgm:choose name="Name56">
                      <dgm:if name="Name57"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58">
                        <dgm:alg type="hierRoot">
                          <dgm:param type="hierAlign" val="tR"/>
                        </dgm:alg>
                        <dgm:shape xmlns:r="http://schemas.openxmlformats.org/officeDocument/2006/relationships" r:blip="">
                          <dgm:adjLst/>
                        </dgm:shape>
                        <dgm:presOf/>
                        <dgm:constrLst>
                          <dgm:constr type="alignOff" val="0.25"/>
                        </dgm:constrLst>
                      </dgm:else>
                    </dgm:choose>
                  </dgm:if>
                  <dgm:if name="Name59" func="var" arg="hierBranch" op="equ" val="r">
                    <dgm:choose name="Name60">
                      <dgm:if name="Name61"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2">
                        <dgm:alg type="hierRoot">
                          <dgm:param type="hierAlign" val="tL"/>
                        </dgm:alg>
                        <dgm:shape xmlns:r="http://schemas.openxmlformats.org/officeDocument/2006/relationships" r:blip="">
                          <dgm:adjLst/>
                        </dgm:shape>
                        <dgm:presOf/>
                        <dgm:constrLst>
                          <dgm:constr type="alignOff" val="0.25"/>
                        </dgm:constrLst>
                      </dgm:else>
                    </dgm:choose>
                  </dgm:if>
                  <dgm:if name="Name63"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4"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65">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66">
                    <dgm:if name="Name67" func="var" arg="hierBranch" op="equ" val="init">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68" func="var" arg="hierBranch" op="equ" val="l">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69" func="var" arg="hierBranch" op="equ" val="r">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70">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2" styleLbl="fgAcc1">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71">
                    <dgm:if name="Name72" func="var" arg="hierBranch" op="equ" val="l">
                      <dgm:alg type="hierChild">
                        <dgm:param type="chAlign" val="r"/>
                        <dgm:param type="linDir" val="fromT"/>
                      </dgm:alg>
                    </dgm:if>
                    <dgm:if name="Name73" func="var" arg="hierBranch" op="equ" val="r">
                      <dgm:alg type="hierChild">
                        <dgm:param type="chAlign" val="l"/>
                        <dgm:param type="linDir" val="fromT"/>
                      </dgm:alg>
                    </dgm:if>
                    <dgm:if name="Name74" func="var" arg="hierBranch" op="equ" val="hang">
                      <dgm:choose name="Name75">
                        <dgm:if name="Name76" func="var" arg="dir" op="equ" val="norm">
                          <dgm:alg type="hierChild">
                            <dgm:param type="chAlign" val="l"/>
                            <dgm:param type="linDir" val="fromL"/>
                            <dgm:param type="secChAlign" val="t"/>
                            <dgm:param type="secLinDir" val="fromT"/>
                          </dgm:alg>
                        </dgm:if>
                        <dgm:else name="Name77">
                          <dgm:alg type="hierChild">
                            <dgm:param type="chAlign" val="l"/>
                            <dgm:param type="linDir" val="fromR"/>
                            <dgm:param type="secChAlign" val="t"/>
                            <dgm:param type="secLinDir" val="fromT"/>
                          </dgm:alg>
                        </dgm:else>
                      </dgm:choose>
                    </dgm:if>
                    <dgm:if name="Name78" func="var" arg="hierBranch" op="equ" val="std">
                      <dgm:choose name="Name79">
                        <dgm:if name="Name80" func="var" arg="dir" op="equ" val="norm">
                          <dgm:alg type="hierChild"/>
                        </dgm:if>
                        <dgm:else name="Name81">
                          <dgm:alg type="hierChild">
                            <dgm:param type="linDir" val="fromR"/>
                          </dgm:alg>
                        </dgm:else>
                      </dgm:choose>
                    </dgm:if>
                    <dgm:if name="Name82" func="var" arg="hierBranch" op="equ" val="init">
                      <dgm:choose name="Name83">
                        <dgm:if name="Name84" func="var" arg="dir" op="equ" val="norm">
                          <dgm:alg type="hierChild"/>
                        </dgm:if>
                        <dgm:else name="Name85">
                          <dgm:alg type="hierChild">
                            <dgm:param type="linDir" val="fromR"/>
                          </dgm:alg>
                        </dgm:else>
                      </dgm:choose>
                    </dgm:if>
                    <dgm:else name="Name86"/>
                  </dgm:choose>
                  <dgm:shape xmlns:r="http://schemas.openxmlformats.org/officeDocument/2006/relationships" r:blip="">
                    <dgm:adjLst/>
                  </dgm:shape>
                  <dgm:presOf/>
                  <dgm:constrLst/>
                  <dgm:ruleLst/>
                  <dgm:forEach name="Name87" ref="rep2a"/>
                </dgm:layoutNode>
                <dgm:layoutNode name="hierChild5">
                  <dgm:choose name="Name88">
                    <dgm:if name="Name89" func="var" arg="dir" op="equ" val="norm">
                      <dgm:alg type="hierChild">
                        <dgm:param type="chAlign" val="l"/>
                        <dgm:param type="linDir" val="fromL"/>
                        <dgm:param type="secChAlign" val="t"/>
                        <dgm:param type="secLinDir" val="fromT"/>
                      </dgm:alg>
                    </dgm:if>
                    <dgm:else name="Name90">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91" ref="rep2b"/>
                </dgm:layoutNode>
              </dgm:layoutNode>
            </dgm:forEach>
          </dgm:layoutNode>
          <dgm:layoutNode name="hierChild3">
            <dgm:choose name="Name92">
              <dgm:if name="Name93" func="var" arg="dir" op="equ" val="norm">
                <dgm:alg type="hierChild">
                  <dgm:param type="chAlign" val="l"/>
                  <dgm:param type="linDir" val="fromL"/>
                  <dgm:param type="secChAlign" val="t"/>
                  <dgm:param type="secLinDir" val="fromT"/>
                </dgm:alg>
              </dgm:if>
              <dgm:else name="Name94">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95" axis="precedSib" ptType="parTrans" st="-1" cnt="1">
                <dgm:layoutNode name="Name96">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97">
                  <dgm:if name="Name98" func="var" arg="hierBranch" op="equ" val="l">
                    <dgm:alg type="hierRoot">
                      <dgm:param type="hierAlign" val="tR"/>
                    </dgm:alg>
                    <dgm:shape xmlns:r="http://schemas.openxmlformats.org/officeDocument/2006/relationships" r:blip="">
                      <dgm:adjLst/>
                    </dgm:shape>
                    <dgm:presOf/>
                    <dgm:constrLst>
                      <dgm:constr type="alignOff" val="0.65"/>
                    </dgm:constrLst>
                  </dgm:if>
                  <dgm:if name="Name99" func="var" arg="hierBranch" op="equ" val="r">
                    <dgm:alg type="hierRoot">
                      <dgm:param type="hierAlign" val="tL"/>
                    </dgm:alg>
                    <dgm:shape xmlns:r="http://schemas.openxmlformats.org/officeDocument/2006/relationships" r:blip="">
                      <dgm:adjLst/>
                    </dgm:shape>
                    <dgm:presOf/>
                    <dgm:constrLst>
                      <dgm:constr type="alignOff" val="0.65"/>
                    </dgm:constrLst>
                  </dgm:if>
                  <dgm:if name="Name100" func="var" arg="hierBranch" op="equ" val="hang">
                    <dgm:alg type="hierRoot"/>
                    <dgm:shape xmlns:r="http://schemas.openxmlformats.org/officeDocument/2006/relationships" r:blip="">
                      <dgm:adjLst/>
                    </dgm:shape>
                    <dgm:presOf/>
                    <dgm:constrLst>
                      <dgm:constr type="alignOff" val="0.65"/>
                    </dgm:constrLst>
                  </dgm:if>
                  <dgm:if name="Name101"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02"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103"/>
                </dgm:choose>
                <dgm:ruleLst/>
                <dgm:layoutNode name="rootComposite3">
                  <dgm:alg type="composite"/>
                  <dgm:shape xmlns:r="http://schemas.openxmlformats.org/officeDocument/2006/relationships" r:blip="">
                    <dgm:adjLst/>
                  </dgm:shape>
                  <dgm:presOf axis="self" ptType="node" cnt="1"/>
                  <dgm:choose name="Name104">
                    <dgm:if name="Name105" func="var" arg="hierBranch" op="equ" val="init">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06" func="var" arg="hierBranch" op="equ" val="l">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07" func="var" arg="hierBranch" op="equ" val="r">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08">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styleLbl="asst1">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3" styleLbl="fgAcc2">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09">
                    <dgm:if name="Name110" func="var" arg="hierBranch" op="equ" val="l">
                      <dgm:alg type="hierChild">
                        <dgm:param type="chAlign" val="r"/>
                        <dgm:param type="linDir" val="fromT"/>
                      </dgm:alg>
                    </dgm:if>
                    <dgm:if name="Name111" func="var" arg="hierBranch" op="equ" val="r">
                      <dgm:alg type="hierChild">
                        <dgm:param type="chAlign" val="l"/>
                        <dgm:param type="linDir" val="fromT"/>
                      </dgm:alg>
                    </dgm:if>
                    <dgm:if name="Name112" func="var" arg="hierBranch" op="equ" val="hang">
                      <dgm:choose name="Name113">
                        <dgm:if name="Name114" func="var" arg="dir" op="equ" val="norm">
                          <dgm:alg type="hierChild">
                            <dgm:param type="chAlign" val="l"/>
                            <dgm:param type="linDir" val="fromL"/>
                            <dgm:param type="secChAlign" val="t"/>
                            <dgm:param type="secLinDir" val="fromT"/>
                          </dgm:alg>
                        </dgm:if>
                        <dgm:else name="Name115">
                          <dgm:alg type="hierChild">
                            <dgm:param type="chAlign" val="l"/>
                            <dgm:param type="linDir" val="fromR"/>
                            <dgm:param type="secChAlign" val="t"/>
                            <dgm:param type="secLinDir" val="fromT"/>
                          </dgm:alg>
                        </dgm:else>
                      </dgm:choose>
                    </dgm:if>
                    <dgm:if name="Name116" func="var" arg="hierBranch" op="equ" val="std">
                      <dgm:choose name="Name117">
                        <dgm:if name="Name118" func="var" arg="dir" op="equ" val="norm">
                          <dgm:alg type="hierChild"/>
                        </dgm:if>
                        <dgm:else name="Name119">
                          <dgm:alg type="hierChild">
                            <dgm:param type="linDir" val="fromR"/>
                          </dgm:alg>
                        </dgm:else>
                      </dgm:choose>
                    </dgm:if>
                    <dgm:if name="Name120" func="var" arg="hierBranch" op="equ" val="init">
                      <dgm:alg type="hierChild"/>
                    </dgm:if>
                    <dgm:else name="Name121"/>
                  </dgm:choose>
                  <dgm:shape xmlns:r="http://schemas.openxmlformats.org/officeDocument/2006/relationships" r:blip="">
                    <dgm:adjLst/>
                  </dgm:shape>
                  <dgm:presOf/>
                  <dgm:constrLst/>
                  <dgm:ruleLst/>
                  <dgm:forEach name="Name122" ref="rep2a"/>
                </dgm:layoutNode>
                <dgm:layoutNode name="hierChild7">
                  <dgm:choose name="Name123">
                    <dgm:if name="Name124" func="var" arg="dir" op="equ" val="norm">
                      <dgm:alg type="hierChild">
                        <dgm:param type="chAlign" val="l"/>
                        <dgm:param type="linDir" val="fromL"/>
                        <dgm:param type="secChAlign" val="t"/>
                        <dgm:param type="secLinDir" val="fromT"/>
                      </dgm:alg>
                    </dgm:if>
                    <dgm:else name="Name12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26"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sz="900"/>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C988DC-9DE3-4390-97AB-D61B85DACE57}" type="datetimeFigureOut">
              <a:rPr lang="pt-PT" sz="900" smtClean="0"/>
              <a:pPr/>
              <a:t>06/08/2024</a:t>
            </a:fld>
            <a:endParaRPr lang="pt-PT" sz="900"/>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sz="900"/>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190BF9-40D8-49B5-87EF-599BB2C7EE93}" type="slidenum">
              <a:rPr lang="pt-PT" sz="900" smtClean="0"/>
              <a:pPr/>
              <a:t>‹#›</a:t>
            </a:fld>
            <a:endParaRPr lang="pt-PT" sz="90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vl1pPr>
          </a:lstStyle>
          <a:p>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vl1pPr>
          </a:lstStyle>
          <a:p>
            <a:fld id="{0835B8F7-DAC4-4931-8AED-4356A8B2FD64}" type="datetimeFigureOut">
              <a:rPr lang="pt-BR" smtClean="0"/>
              <a:pPr/>
              <a:t>06/08/2024</a:t>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a:t>Insert comments</a:t>
            </a:r>
            <a:endParaRPr lang="pt-BR"/>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vl1pPr>
          </a:lstStyle>
          <a:p>
            <a:fld id="{C0696B5C-12A0-4042-B4D0-BD3B9A4F58C6}" type="slidenum">
              <a:rPr lang="pt-BR" smtClean="0"/>
              <a:pPr/>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696B5C-12A0-4042-B4D0-BD3B9A4F58C6}" type="slidenum">
              <a:rPr lang="pt-BR" smtClean="0"/>
              <a:pPr/>
              <a:t>1</a:t>
            </a:fld>
            <a:endParaRPr lang="pt-BR"/>
          </a:p>
        </p:txBody>
      </p:sp>
    </p:spTree>
    <p:extLst>
      <p:ext uri="{BB962C8B-B14F-4D97-AF65-F5344CB8AC3E}">
        <p14:creationId xmlns:p14="http://schemas.microsoft.com/office/powerpoint/2010/main" val="302814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6E6F73"/>
                </a:solidFill>
                <a:effectLst/>
                <a:uLnTx/>
                <a:uFillTx/>
                <a:latin typeface="Trebuchet MS"/>
                <a:ea typeface="+mn-ea"/>
                <a:cs typeface="+mn-cs"/>
              </a:rPr>
              <a:t>Notes view: </a:t>
            </a:r>
            <a:fld id="{128CEAFE-FA94-43E5-B0FF-D47E1CCDD1B4}" type="slidenum">
              <a:rPr kumimoji="0" lang="en-US" sz="800" b="0" i="0" u="none" strike="noStrike" kern="1200" cap="none" spc="0" normalizeH="0" baseline="0" noProof="0" smtClean="0">
                <a:ln>
                  <a:noFill/>
                </a:ln>
                <a:solidFill>
                  <a:srgbClr val="6E6F73"/>
                </a:solidFill>
                <a:effectLst/>
                <a:uLnTx/>
                <a:uFillTx/>
                <a:latin typeface="Trebuchet M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a:ln>
                <a:noFill/>
              </a:ln>
              <a:solidFill>
                <a:srgbClr val="6E6F73"/>
              </a:solidFill>
              <a:effectLst/>
              <a:uLnTx/>
              <a:uFillTx/>
              <a:latin typeface="Trebuchet MS"/>
              <a:ea typeface="+mn-ea"/>
              <a:cs typeface="+mn-cs"/>
            </a:endParaRPr>
          </a:p>
        </p:txBody>
      </p:sp>
    </p:spTree>
    <p:extLst>
      <p:ext uri="{BB962C8B-B14F-4D97-AF65-F5344CB8AC3E}">
        <p14:creationId xmlns:p14="http://schemas.microsoft.com/office/powerpoint/2010/main" val="7889469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4CF020-0462-2D47-950F-817C4E9C0EDD}" type="slidenum">
              <a:rPr kumimoji="0" lang="en-US"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4062434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4CF020-0462-2D47-950F-817C4E9C0EDD}" type="slidenum">
              <a:rPr kumimoji="0" lang="en-US"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8377646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94CF020-0462-2D47-950F-817C4E9C0EDD}" type="slidenum">
              <a:rPr lang="en-US" smtClean="0"/>
              <a:pPr/>
              <a:t>7</a:t>
            </a:fld>
            <a:endParaRPr lang="en-US"/>
          </a:p>
        </p:txBody>
      </p:sp>
    </p:spTree>
    <p:extLst>
      <p:ext uri="{BB962C8B-B14F-4D97-AF65-F5344CB8AC3E}">
        <p14:creationId xmlns:p14="http://schemas.microsoft.com/office/powerpoint/2010/main" val="11873047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94CF020-0462-2D47-950F-817C4E9C0EDD}" type="slidenum">
              <a:rPr lang="en-US" smtClean="0"/>
              <a:pPr/>
              <a:t>8</a:t>
            </a:fld>
            <a:endParaRPr lang="en-US"/>
          </a:p>
        </p:txBody>
      </p:sp>
    </p:spTree>
    <p:extLst>
      <p:ext uri="{BB962C8B-B14F-4D97-AF65-F5344CB8AC3E}">
        <p14:creationId xmlns:p14="http://schemas.microsoft.com/office/powerpoint/2010/main" val="27937714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94CF020-0462-2D47-950F-817C4E9C0EDD}" type="slidenum">
              <a:rPr lang="en-US" smtClean="0"/>
              <a:pPr/>
              <a:t>9</a:t>
            </a:fld>
            <a:endParaRPr lang="en-US"/>
          </a:p>
        </p:txBody>
      </p:sp>
    </p:spTree>
    <p:extLst>
      <p:ext uri="{BB962C8B-B14F-4D97-AF65-F5344CB8AC3E}">
        <p14:creationId xmlns:p14="http://schemas.microsoft.com/office/powerpoint/2010/main" val="15552013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4CF020-0462-2D47-950F-817C4E9C0EDD}" type="slidenum">
              <a:rPr kumimoji="0" lang="en-US"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15552013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16</a:t>
            </a:fld>
            <a:endParaRPr lang="pt-BR"/>
          </a:p>
        </p:txBody>
      </p:sp>
    </p:spTree>
    <p:extLst>
      <p:ext uri="{BB962C8B-B14F-4D97-AF65-F5344CB8AC3E}">
        <p14:creationId xmlns:p14="http://schemas.microsoft.com/office/powerpoint/2010/main" val="35627098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96332AD-D446-4BAD-BC08-494CEFCD9297}"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257907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18</a:t>
            </a:fld>
            <a:endParaRPr lang="pt-BR"/>
          </a:p>
        </p:txBody>
      </p:sp>
    </p:spTree>
    <p:extLst>
      <p:ext uri="{BB962C8B-B14F-4D97-AF65-F5344CB8AC3E}">
        <p14:creationId xmlns:p14="http://schemas.microsoft.com/office/powerpoint/2010/main" val="14272494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19</a:t>
            </a:fld>
            <a:endParaRPr lang="pt-BR"/>
          </a:p>
        </p:txBody>
      </p:sp>
    </p:spTree>
    <p:extLst>
      <p:ext uri="{BB962C8B-B14F-4D97-AF65-F5344CB8AC3E}">
        <p14:creationId xmlns:p14="http://schemas.microsoft.com/office/powerpoint/2010/main" val="40001884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20</a:t>
            </a:fld>
            <a:endParaRPr lang="pt-BR"/>
          </a:p>
        </p:txBody>
      </p:sp>
    </p:spTree>
    <p:extLst>
      <p:ext uri="{BB962C8B-B14F-4D97-AF65-F5344CB8AC3E}">
        <p14:creationId xmlns:p14="http://schemas.microsoft.com/office/powerpoint/2010/main" val="36057204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21</a:t>
            </a:fld>
            <a:endParaRPr lang="pt-BR"/>
          </a:p>
        </p:txBody>
      </p:sp>
    </p:spTree>
    <p:extLst>
      <p:ext uri="{BB962C8B-B14F-4D97-AF65-F5344CB8AC3E}">
        <p14:creationId xmlns:p14="http://schemas.microsoft.com/office/powerpoint/2010/main" val="33184277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22</a:t>
            </a:fld>
            <a:endParaRPr lang="en-GB"/>
          </a:p>
        </p:txBody>
      </p:sp>
    </p:spTree>
    <p:extLst>
      <p:ext uri="{BB962C8B-B14F-4D97-AF65-F5344CB8AC3E}">
        <p14:creationId xmlns:p14="http://schemas.microsoft.com/office/powerpoint/2010/main" val="36217385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23</a:t>
            </a:fld>
            <a:endParaRPr lang="en-GB"/>
          </a:p>
        </p:txBody>
      </p:sp>
    </p:spTree>
    <p:extLst>
      <p:ext uri="{BB962C8B-B14F-4D97-AF65-F5344CB8AC3E}">
        <p14:creationId xmlns:p14="http://schemas.microsoft.com/office/powerpoint/2010/main" val="34829266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696B5C-12A0-4042-B4D0-BD3B9A4F58C6}" type="slidenum">
              <a:rPr lang="pt-BR" smtClean="0"/>
              <a:pPr/>
              <a:t>25</a:t>
            </a:fld>
            <a:endParaRPr lang="pt-BR"/>
          </a:p>
        </p:txBody>
      </p:sp>
    </p:spTree>
    <p:extLst>
      <p:ext uri="{BB962C8B-B14F-4D97-AF65-F5344CB8AC3E}">
        <p14:creationId xmlns:p14="http://schemas.microsoft.com/office/powerpoint/2010/main" val="10053864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9.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8.xml"/><Relationship Id="rId16" Type="http://schemas.openxmlformats.org/officeDocument/2006/relationships/image" Target="../media/image12.png"/><Relationship Id="rId1" Type="http://schemas.openxmlformats.org/officeDocument/2006/relationships/tags" Target="../tags/tag7.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1.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10.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 Id="rId4" Type="http://schemas.openxmlformats.org/officeDocument/2006/relationships/image" Target="../media/image17.svg"/></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3.xml"/><Relationship Id="rId1" Type="http://schemas.openxmlformats.org/officeDocument/2006/relationships/tags" Target="../tags/tag13.xml"/><Relationship Id="rId4" Type="http://schemas.openxmlformats.org/officeDocument/2006/relationships/image" Target="../media/image1.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3.xml"/><Relationship Id="rId1" Type="http://schemas.openxmlformats.org/officeDocument/2006/relationships/tags" Target="../tags/tag14.xml"/><Relationship Id="rId4" Type="http://schemas.openxmlformats.org/officeDocument/2006/relationships/image" Target="../media/image1.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3.xml"/><Relationship Id="rId1" Type="http://schemas.openxmlformats.org/officeDocument/2006/relationships/tags" Target="../tags/tag15.xml"/><Relationship Id="rId4" Type="http://schemas.openxmlformats.org/officeDocument/2006/relationships/image" Target="../media/image1.emf"/></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3.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46.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18.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17.xml"/><Relationship Id="rId16" Type="http://schemas.openxmlformats.org/officeDocument/2006/relationships/image" Target="../media/image12.png"/><Relationship Id="rId1" Type="http://schemas.openxmlformats.org/officeDocument/2006/relationships/tags" Target="../tags/tag16.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3.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19.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3.xml"/><Relationship Id="rId1" Type="http://schemas.openxmlformats.org/officeDocument/2006/relationships/tags" Target="../tags/tag20.xml"/><Relationship Id="rId4" Type="http://schemas.openxmlformats.org/officeDocument/2006/relationships/image" Target="../media/image1.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3.xml"/><Relationship Id="rId1" Type="http://schemas.openxmlformats.org/officeDocument/2006/relationships/tags" Target="../tags/tag21.xml"/><Relationship Id="rId4" Type="http://schemas.openxmlformats.org/officeDocument/2006/relationships/image" Target="../media/image1.emf"/></Relationships>
</file>

<file path=ppt/slideLayouts/_rels/slideLayout50.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image" Target="../media/image19.emf"/><Relationship Id="rId5" Type="http://schemas.openxmlformats.org/officeDocument/2006/relationships/oleObject" Target="../embeddings/oleObject11.bin"/><Relationship Id="rId4"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3.xml"/><Relationship Id="rId1" Type="http://schemas.openxmlformats.org/officeDocument/2006/relationships/tags" Target="../tags/tag25.xml"/><Relationship Id="rId4" Type="http://schemas.openxmlformats.org/officeDocument/2006/relationships/image" Target="../media/image1.emf"/></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tags" Target="../tags/tag28.xml"/><Relationship Id="rId7" Type="http://schemas.openxmlformats.org/officeDocument/2006/relationships/oleObject" Target="../embeddings/oleObject13.bin"/><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slideMaster" Target="../slideMasters/slideMaster3.xml"/><Relationship Id="rId11" Type="http://schemas.openxmlformats.org/officeDocument/2006/relationships/hyperlink" Target="https://www.capgemini.com/optimize-your-business-and-it-operations" TargetMode="External"/><Relationship Id="rId5" Type="http://schemas.openxmlformats.org/officeDocument/2006/relationships/tags" Target="../tags/tag30.xml"/><Relationship Id="rId10" Type="http://schemas.openxmlformats.org/officeDocument/2006/relationships/image" Target="../media/image21.svg"/><Relationship Id="rId4" Type="http://schemas.openxmlformats.org/officeDocument/2006/relationships/tags" Target="../tags/tag29.xml"/><Relationship Id="rId9" Type="http://schemas.openxmlformats.org/officeDocument/2006/relationships/image" Target="../media/image20.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tags" Target="../tags/tag33.xml"/><Relationship Id="rId7" Type="http://schemas.openxmlformats.org/officeDocument/2006/relationships/image" Target="../media/image22.pn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19.emf"/><Relationship Id="rId5" Type="http://schemas.openxmlformats.org/officeDocument/2006/relationships/oleObject" Target="../embeddings/oleObject14.bin"/><Relationship Id="rId4"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4.xml"/><Relationship Id="rId1" Type="http://schemas.openxmlformats.org/officeDocument/2006/relationships/tags" Target="../tags/tag35.xml"/><Relationship Id="rId4" Type="http://schemas.openxmlformats.org/officeDocument/2006/relationships/image" Target="../media/image1.emf"/></Relationships>
</file>

<file path=ppt/slideLayouts/_rels/slideLayout71.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4.xml"/><Relationship Id="rId1" Type="http://schemas.openxmlformats.org/officeDocument/2006/relationships/tags" Target="../tags/tag36.xml"/><Relationship Id="rId4" Type="http://schemas.openxmlformats.org/officeDocument/2006/relationships/image" Target="../media/image1.emf"/></Relationships>
</file>

<file path=ppt/slideLayouts/_rels/slideLayout72.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4.xml"/><Relationship Id="rId1" Type="http://schemas.openxmlformats.org/officeDocument/2006/relationships/tags" Target="../tags/tag37.xml"/><Relationship Id="rId4" Type="http://schemas.openxmlformats.org/officeDocument/2006/relationships/image" Target="../media/image1.emf"/></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4.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79.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40.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39.xml"/><Relationship Id="rId16" Type="http://schemas.openxmlformats.org/officeDocument/2006/relationships/image" Target="../media/image12.png"/><Relationship Id="rId1" Type="http://schemas.openxmlformats.org/officeDocument/2006/relationships/tags" Target="../tags/tag38.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4.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41.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4.xml"/><Relationship Id="rId1" Type="http://schemas.openxmlformats.org/officeDocument/2006/relationships/tags" Target="../tags/tag42.xml"/><Relationship Id="rId4" Type="http://schemas.openxmlformats.org/officeDocument/2006/relationships/image" Target="../media/image1.emf"/></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4.jpe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5.xml"/><Relationship Id="rId1" Type="http://schemas.openxmlformats.org/officeDocument/2006/relationships/tags" Target="../tags/tag44.xml"/><Relationship Id="rId4" Type="http://schemas.openxmlformats.org/officeDocument/2006/relationships/image" Target="../media/image1.emf"/></Relationships>
</file>

<file path=ppt/slideLayouts/_rels/slideLayout95.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5.xml"/><Relationship Id="rId1" Type="http://schemas.openxmlformats.org/officeDocument/2006/relationships/tags" Target="../tags/tag45.xml"/><Relationship Id="rId4" Type="http://schemas.openxmlformats.org/officeDocument/2006/relationships/image" Target="../media/image1.emf"/></Relationships>
</file>

<file path=ppt/slideLayouts/_rels/slideLayout96.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5.xml"/><Relationship Id="rId1" Type="http://schemas.openxmlformats.org/officeDocument/2006/relationships/tags" Target="../tags/tag46.xml"/><Relationship Id="rId4" Type="http://schemas.openxmlformats.org/officeDocument/2006/relationships/image" Target="../media/image1.emf"/></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5.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10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49.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48.xml"/><Relationship Id="rId16" Type="http://schemas.openxmlformats.org/officeDocument/2006/relationships/image" Target="../media/image12.png"/><Relationship Id="rId1" Type="http://schemas.openxmlformats.org/officeDocument/2006/relationships/tags" Target="../tags/tag47.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5.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50.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5.xml"/><Relationship Id="rId1" Type="http://schemas.openxmlformats.org/officeDocument/2006/relationships/tags" Target="../tags/tag51.xml"/><Relationship Id="rId4" Type="http://schemas.openxmlformats.org/officeDocument/2006/relationships/image" Target="../media/image1.emf"/></Relationships>
</file>

<file path=ppt/slideLayouts/_rels/slideLayout105.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5.xml"/><Relationship Id="rId1" Type="http://schemas.openxmlformats.org/officeDocument/2006/relationships/tags" Target="../tags/tag52.xml"/><Relationship Id="rId4" Type="http://schemas.openxmlformats.org/officeDocument/2006/relationships/image" Target="../media/image1.emf"/></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Master" Target="../slideMasters/slideMaster5.xml"/><Relationship Id="rId5" Type="http://schemas.openxmlformats.org/officeDocument/2006/relationships/image" Target="../media/image28.png"/><Relationship Id="rId4" Type="http://schemas.openxmlformats.org/officeDocument/2006/relationships/image" Target="../media/image27.png"/></Relationships>
</file>

<file path=ppt/slideLayouts/_rels/slideLayout107.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5.xml"/><Relationship Id="rId1" Type="http://schemas.openxmlformats.org/officeDocument/2006/relationships/tags" Target="../tags/tag53.xml"/><Relationship Id="rId4" Type="http://schemas.openxmlformats.org/officeDocument/2006/relationships/image" Target="../media/image19.emf"/></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Master" Target="../slideMasters/slideMaster5.xml"/><Relationship Id="rId1" Type="http://schemas.openxmlformats.org/officeDocument/2006/relationships/tags" Target="../tags/tag54.xml"/><Relationship Id="rId4" Type="http://schemas.openxmlformats.org/officeDocument/2006/relationships/image" Target="../media/image1.emf"/></Relationships>
</file>

<file path=ppt/slideLayouts/_rels/slideLayout112.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image" Target="../media/image29.emf"/><Relationship Id="rId4" Type="http://schemas.openxmlformats.org/officeDocument/2006/relationships/oleObject" Target="../embeddings/oleObject27.bin"/></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6.xml"/><Relationship Id="rId5" Type="http://schemas.openxmlformats.org/officeDocument/2006/relationships/image" Target="../media/image2.png"/><Relationship Id="rId4" Type="http://schemas.openxmlformats.org/officeDocument/2006/relationships/image" Target="../media/image5.svg"/></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8.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6.xml"/><Relationship Id="rId1" Type="http://schemas.openxmlformats.org/officeDocument/2006/relationships/tags" Target="../tags/tag58.xml"/><Relationship Id="rId4" Type="http://schemas.openxmlformats.org/officeDocument/2006/relationships/image" Target="../media/image1.emf"/></Relationships>
</file>

<file path=ppt/slideLayouts/_rels/slideLayout129.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6.xml"/><Relationship Id="rId1" Type="http://schemas.openxmlformats.org/officeDocument/2006/relationships/tags" Target="../tags/tag59.xml"/><Relationship Id="rId4" Type="http://schemas.openxmlformats.org/officeDocument/2006/relationships/image" Target="../media/image1.emf"/></Relationships>
</file>

<file path=ppt/slideLayouts/_rels/slideLayout130.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6.xml"/><Relationship Id="rId1" Type="http://schemas.openxmlformats.org/officeDocument/2006/relationships/tags" Target="../tags/tag60.xml"/><Relationship Id="rId4" Type="http://schemas.openxmlformats.org/officeDocument/2006/relationships/image" Target="../media/image1.emf"/></Relationships>
</file>

<file path=ppt/slideLayouts/_rels/slideLayout131.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6.xml"/><Relationship Id="rId1" Type="http://schemas.openxmlformats.org/officeDocument/2006/relationships/tags" Target="../tags/tag61.xml"/><Relationship Id="rId4" Type="http://schemas.openxmlformats.org/officeDocument/2006/relationships/image" Target="../media/image1.emf"/></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6.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138.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64.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63.xml"/><Relationship Id="rId16" Type="http://schemas.openxmlformats.org/officeDocument/2006/relationships/image" Target="../media/image12.png"/><Relationship Id="rId1" Type="http://schemas.openxmlformats.org/officeDocument/2006/relationships/tags" Target="../tags/tag62.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6.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65.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6.xml"/><Relationship Id="rId1" Type="http://schemas.openxmlformats.org/officeDocument/2006/relationships/tags" Target="../tags/tag66.xml"/><Relationship Id="rId5" Type="http://schemas.openxmlformats.org/officeDocument/2006/relationships/image" Target="../media/image30.png"/><Relationship Id="rId4" Type="http://schemas.openxmlformats.org/officeDocument/2006/relationships/image" Target="../media/image1.emf"/></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7.xml"/><Relationship Id="rId5" Type="http://schemas.openxmlformats.org/officeDocument/2006/relationships/image" Target="../media/image2.png"/><Relationship Id="rId4" Type="http://schemas.openxmlformats.org/officeDocument/2006/relationships/image" Target="../media/image5.svg"/></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7.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5.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Master" Target="../slideMasters/slideMaster7.xml"/><Relationship Id="rId1" Type="http://schemas.openxmlformats.org/officeDocument/2006/relationships/tags" Target="../tags/tag68.xml"/><Relationship Id="rId4" Type="http://schemas.openxmlformats.org/officeDocument/2006/relationships/image" Target="../media/image1.emf"/></Relationships>
</file>

<file path=ppt/slideLayouts/_rels/slideLayout156.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7.xml"/><Relationship Id="rId1" Type="http://schemas.openxmlformats.org/officeDocument/2006/relationships/tags" Target="../tags/tag69.xml"/><Relationship Id="rId4" Type="http://schemas.openxmlformats.org/officeDocument/2006/relationships/image" Target="../media/image1.emf"/></Relationships>
</file>

<file path=ppt/slideLayouts/_rels/slideLayout157.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Master" Target="../slideMasters/slideMaster7.xml"/><Relationship Id="rId1" Type="http://schemas.openxmlformats.org/officeDocument/2006/relationships/tags" Target="../tags/tag70.xml"/><Relationship Id="rId4" Type="http://schemas.openxmlformats.org/officeDocument/2006/relationships/image" Target="../media/image1.emf"/></Relationships>
</file>

<file path=ppt/slideLayouts/_rels/slideLayout158.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Master" Target="../slideMasters/slideMaster7.xml"/><Relationship Id="rId1" Type="http://schemas.openxmlformats.org/officeDocument/2006/relationships/tags" Target="../tags/tag71.xml"/><Relationship Id="rId4" Type="http://schemas.openxmlformats.org/officeDocument/2006/relationships/image" Target="../media/image1.emf"/></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3.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7.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16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74.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73.xml"/><Relationship Id="rId16" Type="http://schemas.openxmlformats.org/officeDocument/2006/relationships/image" Target="../media/image12.png"/><Relationship Id="rId1" Type="http://schemas.openxmlformats.org/officeDocument/2006/relationships/tags" Target="../tags/tag72.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7.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75.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7.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1.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Master" Target="../slideMasters/slideMaster7.xml"/><Relationship Id="rId1" Type="http://schemas.openxmlformats.org/officeDocument/2006/relationships/tags" Target="../tags/tag76.xml"/><Relationship Id="rId5" Type="http://schemas.openxmlformats.org/officeDocument/2006/relationships/image" Target="../media/image30.png"/><Relationship Id="rId4" Type="http://schemas.openxmlformats.org/officeDocument/2006/relationships/image" Target="../media/image1.emf"/></Relationships>
</file>

<file path=ppt/slideLayouts/_rels/slideLayout17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8.xml"/><Relationship Id="rId5" Type="http://schemas.openxmlformats.org/officeDocument/2006/relationships/image" Target="../media/image2.png"/><Relationship Id="rId4" Type="http://schemas.openxmlformats.org/officeDocument/2006/relationships/image" Target="../media/image5.svg"/></Relationships>
</file>

<file path=ppt/slideLayouts/_rels/slideLayout17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17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8.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1.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Master" Target="../slideMasters/slideMaster8.xml"/><Relationship Id="rId1" Type="http://schemas.openxmlformats.org/officeDocument/2006/relationships/tags" Target="../tags/tag78.xml"/><Relationship Id="rId4" Type="http://schemas.openxmlformats.org/officeDocument/2006/relationships/image" Target="../media/image1.emf"/></Relationships>
</file>

<file path=ppt/slideLayouts/_rels/slideLayout182.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Master" Target="../slideMasters/slideMaster8.xml"/><Relationship Id="rId1" Type="http://schemas.openxmlformats.org/officeDocument/2006/relationships/tags" Target="../tags/tag79.xml"/><Relationship Id="rId4" Type="http://schemas.openxmlformats.org/officeDocument/2006/relationships/image" Target="../media/image1.emf"/></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9.xml"/><Relationship Id="rId5" Type="http://schemas.openxmlformats.org/officeDocument/2006/relationships/image" Target="../media/image2.png"/><Relationship Id="rId4" Type="http://schemas.openxmlformats.org/officeDocument/2006/relationships/image" Target="../media/image5.svg"/></Relationships>
</file>

<file path=ppt/slideLayouts/_rels/slideLayout18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9.xml"/></Relationships>
</file>

<file path=ppt/slideLayouts/_rels/slideLayout18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9.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4.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Master" Target="../slideMasters/slideMaster9.xml"/><Relationship Id="rId1" Type="http://schemas.openxmlformats.org/officeDocument/2006/relationships/tags" Target="../tags/tag81.xml"/><Relationship Id="rId4" Type="http://schemas.openxmlformats.org/officeDocument/2006/relationships/image" Target="../media/image1.emf"/></Relationships>
</file>

<file path=ppt/slideLayouts/_rels/slideLayout195.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Master" Target="../slideMasters/slideMaster9.xml"/><Relationship Id="rId1" Type="http://schemas.openxmlformats.org/officeDocument/2006/relationships/tags" Target="../tags/tag82.xml"/><Relationship Id="rId4" Type="http://schemas.openxmlformats.org/officeDocument/2006/relationships/image" Target="../media/image1.emf"/></Relationships>
</file>

<file path=ppt/slideLayouts/_rels/slideLayout196.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Master" Target="../slideMasters/slideMaster9.xml"/><Relationship Id="rId1" Type="http://schemas.openxmlformats.org/officeDocument/2006/relationships/tags" Target="../tags/tag83.xml"/><Relationship Id="rId4" Type="http://schemas.openxmlformats.org/officeDocument/2006/relationships/image" Target="../media/image1.emf"/></Relationships>
</file>

<file path=ppt/slideLayouts/_rels/slideLayout197.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Master" Target="../slideMasters/slideMaster9.xml"/><Relationship Id="rId1" Type="http://schemas.openxmlformats.org/officeDocument/2006/relationships/tags" Target="../tags/tag84.xml"/><Relationship Id="rId4" Type="http://schemas.openxmlformats.org/officeDocument/2006/relationships/image" Target="../media/image1.emf"/></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3.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9.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20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87.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86.xml"/><Relationship Id="rId16" Type="http://schemas.openxmlformats.org/officeDocument/2006/relationships/image" Target="../media/image12.png"/><Relationship Id="rId1" Type="http://schemas.openxmlformats.org/officeDocument/2006/relationships/tags" Target="../tags/tag85.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9.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88.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20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9.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tags" Target="../tags/tag89.xml"/></Relationships>
</file>

<file path=ppt/slideLayouts/_rels/slideLayout20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Master" Target="../slideMasters/slideMaster9.xml"/><Relationship Id="rId1" Type="http://schemas.openxmlformats.org/officeDocument/2006/relationships/tags" Target="../tags/tag90.xml"/></Relationships>
</file>

<file path=ppt/slideLayouts/_rels/slideLayout2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tags" Target="../tags/tag91.xml"/></Relationships>
</file>

<file path=ppt/slideLayouts/_rels/slideLayout2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0.xml"/><Relationship Id="rId5" Type="http://schemas.openxmlformats.org/officeDocument/2006/relationships/image" Target="../media/image2.png"/><Relationship Id="rId4" Type="http://schemas.openxmlformats.org/officeDocument/2006/relationships/image" Target="../media/image5.svg"/></Relationships>
</file>

<file path=ppt/slideLayouts/_rels/slideLayout2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0.xml"/></Relationships>
</file>

<file path=ppt/slideLayouts/_rels/slideLayout2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0.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0.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Master" Target="../slideMasters/slideMaster10.xml"/><Relationship Id="rId1" Type="http://schemas.openxmlformats.org/officeDocument/2006/relationships/tags" Target="../tags/tag93.xml"/><Relationship Id="rId4" Type="http://schemas.openxmlformats.org/officeDocument/2006/relationships/image" Target="../media/image1.emf"/></Relationships>
</file>

<file path=ppt/slideLayouts/_rels/slideLayout221.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Master" Target="../slideMasters/slideMaster10.xml"/><Relationship Id="rId1" Type="http://schemas.openxmlformats.org/officeDocument/2006/relationships/tags" Target="../tags/tag94.xml"/><Relationship Id="rId4" Type="http://schemas.openxmlformats.org/officeDocument/2006/relationships/image" Target="../media/image1.emf"/></Relationships>
</file>

<file path=ppt/slideLayouts/_rels/slideLayout222.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Master" Target="../slideMasters/slideMaster10.xml"/><Relationship Id="rId1" Type="http://schemas.openxmlformats.org/officeDocument/2006/relationships/tags" Target="../tags/tag95.xml"/><Relationship Id="rId4" Type="http://schemas.openxmlformats.org/officeDocument/2006/relationships/image" Target="../media/image1.emf"/></Relationships>
</file>

<file path=ppt/slideLayouts/_rels/slideLayout223.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Master" Target="../slideMasters/slideMaster10.xml"/><Relationship Id="rId1" Type="http://schemas.openxmlformats.org/officeDocument/2006/relationships/tags" Target="../tags/tag96.xml"/><Relationship Id="rId4" Type="http://schemas.openxmlformats.org/officeDocument/2006/relationships/image" Target="../media/image1.emf"/></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9.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10.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230.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99.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98.xml"/><Relationship Id="rId16" Type="http://schemas.openxmlformats.org/officeDocument/2006/relationships/image" Target="../media/image12.png"/><Relationship Id="rId1" Type="http://schemas.openxmlformats.org/officeDocument/2006/relationships/tags" Target="../tags/tag97.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10.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100.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0.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1.xml"/><Relationship Id="rId5" Type="http://schemas.openxmlformats.org/officeDocument/2006/relationships/image" Target="../media/image2.png"/><Relationship Id="rId4" Type="http://schemas.openxmlformats.org/officeDocument/2006/relationships/image" Target="../media/image5.svg"/></Relationships>
</file>

<file path=ppt/slideLayouts/_rels/slideLayout2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1.xml"/></Relationships>
</file>

<file path=ppt/slideLayouts/_rels/slideLayout2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1.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43.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Master" Target="../slideMasters/slideMaster11.xml"/><Relationship Id="rId1" Type="http://schemas.openxmlformats.org/officeDocument/2006/relationships/tags" Target="../tags/tag102.xml"/><Relationship Id="rId4" Type="http://schemas.openxmlformats.org/officeDocument/2006/relationships/image" Target="../media/image1.emf"/></Relationships>
</file>

<file path=ppt/slideLayouts/_rels/slideLayout244.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Master" Target="../slideMasters/slideMaster11.xml"/><Relationship Id="rId1" Type="http://schemas.openxmlformats.org/officeDocument/2006/relationships/tags" Target="../tags/tag103.xml"/><Relationship Id="rId4" Type="http://schemas.openxmlformats.org/officeDocument/2006/relationships/image" Target="../media/image1.emf"/></Relationships>
</file>

<file path=ppt/slideLayouts/_rels/slideLayout245.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Master" Target="../slideMasters/slideMaster11.xml"/><Relationship Id="rId1" Type="http://schemas.openxmlformats.org/officeDocument/2006/relationships/tags" Target="../tags/tag104.xml"/><Relationship Id="rId4" Type="http://schemas.openxmlformats.org/officeDocument/2006/relationships/image" Target="../media/image1.emf"/></Relationships>
</file>

<file path=ppt/slideLayouts/_rels/slideLayout246.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Master" Target="../slideMasters/slideMaster11.xml"/><Relationship Id="rId1" Type="http://schemas.openxmlformats.org/officeDocument/2006/relationships/tags" Target="../tags/tag105.xml"/><Relationship Id="rId4" Type="http://schemas.openxmlformats.org/officeDocument/2006/relationships/image" Target="../media/image1.emf"/></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52.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11.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25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108.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107.xml"/><Relationship Id="rId16" Type="http://schemas.openxmlformats.org/officeDocument/2006/relationships/image" Target="../media/image12.png"/><Relationship Id="rId1" Type="http://schemas.openxmlformats.org/officeDocument/2006/relationships/tags" Target="../tags/tag106.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11.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109.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25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1.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60.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Master" Target="../slideMasters/slideMaster11.xml"/><Relationship Id="rId1" Type="http://schemas.openxmlformats.org/officeDocument/2006/relationships/tags" Target="../tags/tag110.xml"/><Relationship Id="rId5" Type="http://schemas.openxmlformats.org/officeDocument/2006/relationships/image" Target="../media/image30.png"/><Relationship Id="rId4" Type="http://schemas.openxmlformats.org/officeDocument/2006/relationships/image" Target="../media/image1.emf"/></Relationships>
</file>

<file path=ppt/slideLayouts/_rels/slideLayout261.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themeOverride" Target="../theme/themeOverride2.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64.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Master" Target="../slideMasters/slideMaster12.xml"/><Relationship Id="rId1" Type="http://schemas.openxmlformats.org/officeDocument/2006/relationships/tags" Target="../tags/tag111.xml"/><Relationship Id="rId4" Type="http://schemas.openxmlformats.org/officeDocument/2006/relationships/image" Target="../media/image1.emf"/></Relationships>
</file>

<file path=ppt/slideLayouts/_rels/slideLayout265.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hyperlink" Target="http://www.capgemini.com/about/how-we-work/rightshorer" TargetMode="External"/><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hyperlink" Target="http://www.capgemini.com/about/how-we-work/the-collaborative-business-experiencetm" TargetMode="External"/><Relationship Id="rId2" Type="http://schemas.openxmlformats.org/officeDocument/2006/relationships/hyperlink" Target="http://www.linkedin.com/company/capgemini" TargetMode="External"/><Relationship Id="rId1" Type="http://schemas.openxmlformats.org/officeDocument/2006/relationships/slideMaster" Target="../slideMasters/slideMaster12.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26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2.xml"/><Relationship Id="rId5" Type="http://schemas.openxmlformats.org/officeDocument/2006/relationships/image" Target="../media/image2.png"/><Relationship Id="rId4"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241154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1990185582"/>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3743173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Tree>
    <p:extLst>
      <p:ext uri="{BB962C8B-B14F-4D97-AF65-F5344CB8AC3E}">
        <p14:creationId xmlns:p14="http://schemas.microsoft.com/office/powerpoint/2010/main" val="5508180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43589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042031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70050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541078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4810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575358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5766568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29555795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192420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310471827"/>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17667358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50897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735264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4797057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280450640"/>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6522078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790077819"/>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35555659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FB450-1E49-4B52-9911-7E6917A8A2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9ED87E-8BF4-4026-80B2-EE6EEFE427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3A384A-808A-4F76-B2EA-38B99153B74E}"/>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7010D720-78A7-459B-8E5D-D20CA26773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046FEB-8EDD-4919-A26E-5757EB36EA85}"/>
              </a:ext>
            </a:extLst>
          </p:cNvPr>
          <p:cNvSpPr>
            <a:spLocks noGrp="1"/>
          </p:cNvSpPr>
          <p:nvPr>
            <p:ph type="sldNum" sz="quarter" idx="12"/>
          </p:nvPr>
        </p:nvSpPr>
        <p:spPr/>
        <p:txBody>
          <a:bodyPr/>
          <a:lstStyle/>
          <a:p>
            <a:fld id="{EF8DFA20-5F2A-463A-9076-07DB3AA08392}" type="slidenum">
              <a:rPr lang="en-IN" smtClean="0"/>
              <a:t>‹#›</a:t>
            </a:fld>
            <a:endParaRPr lang="en-IN"/>
          </a:p>
        </p:txBody>
      </p:sp>
    </p:spTree>
    <p:extLst>
      <p:ext uri="{BB962C8B-B14F-4D97-AF65-F5344CB8AC3E}">
        <p14:creationId xmlns:p14="http://schemas.microsoft.com/office/powerpoint/2010/main" val="1401815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D88196A4-F67C-4FA9-BC80-1229B1578153}"/>
              </a:ext>
            </a:extLst>
          </p:cNvPr>
          <p:cNvSpPr>
            <a:spLocks noGrp="1" noChangeArrowheads="1"/>
          </p:cNvSpPr>
          <p:nvPr>
            <p:ph type="dt" sz="half" idx="10"/>
          </p:nvPr>
        </p:nvSpPr>
        <p:spPr>
          <a:ln/>
        </p:spPr>
        <p:txBody>
          <a:bodyPr/>
          <a:lstStyle>
            <a:lvl1pPr>
              <a:defRPr/>
            </a:lvl1pPr>
          </a:lstStyle>
          <a:p>
            <a:endParaRPr lang="en-GB" altLang="en-US"/>
          </a:p>
        </p:txBody>
      </p:sp>
      <p:sp>
        <p:nvSpPr>
          <p:cNvPr id="4" name="Rectangle 5">
            <a:extLst>
              <a:ext uri="{FF2B5EF4-FFF2-40B4-BE49-F238E27FC236}">
                <a16:creationId xmlns:a16="http://schemas.microsoft.com/office/drawing/2014/main" id="{64969AD8-CD0C-499B-9BE1-FA6AB8E880B7}"/>
              </a:ext>
            </a:extLst>
          </p:cNvPr>
          <p:cNvSpPr>
            <a:spLocks noGrp="1" noChangeArrowheads="1"/>
          </p:cNvSpPr>
          <p:nvPr>
            <p:ph type="ftr" sz="quarter" idx="11"/>
          </p:nvPr>
        </p:nvSpPr>
        <p:spPr>
          <a:ln/>
        </p:spPr>
        <p:txBody>
          <a:bodyPr/>
          <a:lstStyle>
            <a:lvl1pPr>
              <a:defRPr/>
            </a:lvl1pPr>
          </a:lstStyle>
          <a:p>
            <a:endParaRPr lang="en-GB" altLang="en-US"/>
          </a:p>
        </p:txBody>
      </p:sp>
      <p:sp>
        <p:nvSpPr>
          <p:cNvPr id="5" name="Rectangle 6">
            <a:extLst>
              <a:ext uri="{FF2B5EF4-FFF2-40B4-BE49-F238E27FC236}">
                <a16:creationId xmlns:a16="http://schemas.microsoft.com/office/drawing/2014/main" id="{B5332CFB-F65C-46A0-95AF-1C401646AB90}"/>
              </a:ext>
            </a:extLst>
          </p:cNvPr>
          <p:cNvSpPr>
            <a:spLocks noGrp="1" noChangeArrowheads="1"/>
          </p:cNvSpPr>
          <p:nvPr>
            <p:ph type="sldNum" sz="quarter" idx="12"/>
          </p:nvPr>
        </p:nvSpPr>
        <p:spPr>
          <a:ln/>
        </p:spPr>
        <p:txBody>
          <a:bodyPr/>
          <a:lstStyle>
            <a:lvl1pPr>
              <a:defRPr/>
            </a:lvl1pPr>
          </a:lstStyle>
          <a:p>
            <a:endParaRPr lang="en-GB" altLang="en-US"/>
          </a:p>
        </p:txBody>
      </p:sp>
    </p:spTree>
    <p:extLst>
      <p:ext uri="{BB962C8B-B14F-4D97-AF65-F5344CB8AC3E}">
        <p14:creationId xmlns:p14="http://schemas.microsoft.com/office/powerpoint/2010/main" val="450157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Image and Text1 (fixe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20ECE27-3956-4FE1-8709-933577BED3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pic>
        <p:nvPicPr>
          <p:cNvPr id="7" name="Graphic 6">
            <a:extLst>
              <a:ext uri="{FF2B5EF4-FFF2-40B4-BE49-F238E27FC236}">
                <a16:creationId xmlns:a16="http://schemas.microsoft.com/office/drawing/2014/main" id="{0D0D1E5A-3176-4CB4-975A-4DC18D29026C}"/>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r="23077" b="19676"/>
          <a:stretch/>
        </p:blipFill>
        <p:spPr>
          <a:xfrm rot="16200000">
            <a:off x="5406681" y="72677"/>
            <a:ext cx="6870699" cy="6699938"/>
          </a:xfrm>
          <a:prstGeom prst="rect">
            <a:avLst/>
          </a:prstGeom>
        </p:spPr>
      </p:pic>
      <p:sp>
        <p:nvSpPr>
          <p:cNvPr id="11" name="Title Placeholder 1">
            <a:extLst>
              <a:ext uri="{FF2B5EF4-FFF2-40B4-BE49-F238E27FC236}">
                <a16:creationId xmlns:a16="http://schemas.microsoft.com/office/drawing/2014/main" id="{AC165F49-BCC1-4C3B-91C3-5D1BB415ABF1}"/>
              </a:ext>
            </a:extLst>
          </p:cNvPr>
          <p:cNvSpPr>
            <a:spLocks noGrp="1"/>
          </p:cNvSpPr>
          <p:nvPr>
            <p:ph type="title" hasCustomPrompt="1"/>
          </p:nvPr>
        </p:nvSpPr>
        <p:spPr>
          <a:xfrm>
            <a:off x="6688365" y="4308293"/>
            <a:ext cx="3484336" cy="1721321"/>
          </a:xfrm>
          <a:prstGeom prst="rect">
            <a:avLst/>
          </a:prstGeom>
        </p:spPr>
        <p:txBody>
          <a:bodyPr vert="horz" lIns="0" tIns="0" rIns="0" bIns="45720" rtlCol="0" anchor="b">
            <a:noAutofit/>
          </a:bodyPr>
          <a:lstStyle>
            <a:lvl1pPr>
              <a:lnSpc>
                <a:spcPts val="3000"/>
              </a:lnSpc>
              <a:defRPr sz="2600">
                <a:solidFill>
                  <a:schemeClr val="bg1"/>
                </a:solidFill>
              </a:defRPr>
            </a:lvl1pPr>
          </a:lstStyle>
          <a:p>
            <a:r>
              <a:rPr lang="en-US"/>
              <a:t>Click to add title</a:t>
            </a:r>
            <a:endParaRPr lang="pt-PT"/>
          </a:p>
        </p:txBody>
      </p:sp>
      <p:sp>
        <p:nvSpPr>
          <p:cNvPr id="12" name="Text Placeholder 7">
            <a:extLst>
              <a:ext uri="{FF2B5EF4-FFF2-40B4-BE49-F238E27FC236}">
                <a16:creationId xmlns:a16="http://schemas.microsoft.com/office/drawing/2014/main" id="{98BC8B91-D2A3-4F52-B4E2-1C3C1B691942}"/>
              </a:ext>
            </a:extLst>
          </p:cNvPr>
          <p:cNvSpPr>
            <a:spLocks noGrp="1"/>
          </p:cNvSpPr>
          <p:nvPr>
            <p:ph type="body" sz="quarter" idx="32" hasCustomPrompt="1"/>
          </p:nvPr>
        </p:nvSpPr>
        <p:spPr>
          <a:xfrm>
            <a:off x="407988" y="5085184"/>
            <a:ext cx="4123375" cy="944430"/>
          </a:xfrm>
          <a:prstGeom prst="rect">
            <a:avLst/>
          </a:prstGeom>
        </p:spPr>
        <p:txBody>
          <a:bodyPr anchor="b">
            <a:noAutofit/>
          </a:bodyPr>
          <a:lstStyle>
            <a:lvl1pPr>
              <a:lnSpc>
                <a:spcPts val="2200"/>
              </a:lnSpc>
              <a:spcAft>
                <a:spcPts val="0"/>
              </a:spcAft>
              <a:defRPr sz="18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a:t>Click to insert text</a:t>
            </a:r>
          </a:p>
        </p:txBody>
      </p:sp>
    </p:spTree>
    <p:extLst>
      <p:ext uri="{BB962C8B-B14F-4D97-AF65-F5344CB8AC3E}">
        <p14:creationId xmlns:p14="http://schemas.microsoft.com/office/powerpoint/2010/main" val="319552550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84150" y="175419"/>
            <a:ext cx="10515600" cy="365127"/>
          </a:xfrm>
        </p:spPr>
        <p:txBody>
          <a:bodyPr anchor="t">
            <a:normAutofit/>
          </a:bodyPr>
          <a:lstStyle>
            <a:lvl1pPr>
              <a:defRPr lang="en-US" sz="2800" kern="1200" dirty="0">
                <a:solidFill>
                  <a:srgbClr val="FF0000"/>
                </a:solidFill>
                <a:latin typeface="+mn-lt"/>
                <a:ea typeface="+mn-ea"/>
                <a:cs typeface="+mn-cs"/>
              </a:defRPr>
            </a:lvl1pPr>
          </a:lstStyle>
          <a:p>
            <a:r>
              <a:rPr lang="en-US"/>
              <a:t>Main Heading</a:t>
            </a:r>
          </a:p>
        </p:txBody>
      </p:sp>
      <p:sp>
        <p:nvSpPr>
          <p:cNvPr id="4" name="Date Placeholder 3"/>
          <p:cNvSpPr>
            <a:spLocks noGrp="1"/>
          </p:cNvSpPr>
          <p:nvPr>
            <p:ph type="dt" sz="half" idx="10"/>
          </p:nvPr>
        </p:nvSpPr>
        <p:spPr/>
        <p:txBody>
          <a:bodyPr/>
          <a:lstStyle/>
          <a:p>
            <a:fld id="{A62CCA1E-0EEA-4CCA-A9F2-89AEF8419AFD}" type="datetimeFigureOut">
              <a:rPr lang="en-GB" smtClean="0"/>
              <a:t>06/08/2024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6612583-AFA1-4562-9DDD-EB238F2D05DB}" type="slidenum">
              <a:rPr lang="en-GB" smtClean="0"/>
              <a:t>‹#›</a:t>
            </a:fld>
            <a:endParaRPr lang="en-GB"/>
          </a:p>
        </p:txBody>
      </p:sp>
      <p:sp>
        <p:nvSpPr>
          <p:cNvPr id="7" name="Subtitle 2">
            <a:extLst>
              <a:ext uri="{FF2B5EF4-FFF2-40B4-BE49-F238E27FC236}">
                <a16:creationId xmlns:a16="http://schemas.microsoft.com/office/drawing/2014/main" id="{D0007C42-634C-FE59-CD16-D8B207A58BAD}"/>
              </a:ext>
            </a:extLst>
          </p:cNvPr>
          <p:cNvSpPr>
            <a:spLocks noGrp="1"/>
          </p:cNvSpPr>
          <p:nvPr>
            <p:ph type="subTitle" idx="1" hasCustomPrompt="1"/>
          </p:nvPr>
        </p:nvSpPr>
        <p:spPr>
          <a:xfrm>
            <a:off x="184150" y="617538"/>
            <a:ext cx="9144000" cy="365125"/>
          </a:xfrm>
        </p:spPr>
        <p:txBody>
          <a:bodyPr>
            <a:normAutofit/>
          </a:bodyPr>
          <a:lstStyle>
            <a:lvl1pPr marL="0" indent="0" algn="l">
              <a:buNone/>
              <a:defRPr sz="1800">
                <a:solidFill>
                  <a:schemeClr val="accent6">
                    <a:lumMod val="7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Optional </a:t>
            </a:r>
            <a:r>
              <a:rPr lang="en-US" err="1"/>
              <a:t>Subheader</a:t>
            </a:r>
            <a:endParaRPr lang="en-US"/>
          </a:p>
        </p:txBody>
      </p:sp>
      <p:sp>
        <p:nvSpPr>
          <p:cNvPr id="3" name="TextBox 2">
            <a:extLst>
              <a:ext uri="{FF2B5EF4-FFF2-40B4-BE49-F238E27FC236}">
                <a16:creationId xmlns:a16="http://schemas.microsoft.com/office/drawing/2014/main" id="{38E0E0C4-4771-1FA8-87EE-300AA265EFF4}"/>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161298586"/>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81AB4-7D60-0388-ACF1-A57F24D78E92}"/>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3E5C353-32A6-3AAB-F7EE-95BEF61EC80D}"/>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90373346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155116" y="260648"/>
            <a:ext cx="3024000" cy="1226177"/>
          </a:xfrm>
          <a:prstGeom prst="rect">
            <a:avLst/>
          </a:prstGeom>
        </p:spPr>
      </p:pic>
    </p:spTree>
    <p:extLst>
      <p:ext uri="{BB962C8B-B14F-4D97-AF65-F5344CB8AC3E}">
        <p14:creationId xmlns:p14="http://schemas.microsoft.com/office/powerpoint/2010/main" val="2402411546"/>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1990185582"/>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374317356"/>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5508180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4358952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04203169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7005057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54107855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481092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575358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57665688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1924201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31047182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176673580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508972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7352646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47970572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
        <p:nvSpPr>
          <p:cNvPr id="22" name="Rectangle 21">
            <a:extLst>
              <a:ext uri="{FF2B5EF4-FFF2-40B4-BE49-F238E27FC236}">
                <a16:creationId xmlns:a16="http://schemas.microsoft.com/office/drawing/2014/main" id="{1895EE92-DCB2-4898-B1A1-3B79A9CC2B38}"/>
              </a:ext>
            </a:extLst>
          </p:cNvPr>
          <p:cNvSpPr/>
          <p:nvPr userDrawn="1"/>
        </p:nvSpPr>
        <p:spPr>
          <a:xfrm>
            <a:off x="6536185" y="3318394"/>
            <a:ext cx="4528367"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a:solidFill>
                  <a:schemeClr val="bg1"/>
                </a:solidFill>
                <a:effectLst/>
                <a:ea typeface="Verdana" panose="020B060403050404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a:t>
            </a:r>
            <a:r>
              <a:rPr lang="en-US" sz="900">
                <a:solidFill>
                  <a:schemeClr val="bg1"/>
                </a:solidFill>
                <a:effectLst/>
                <a:ea typeface="Verdana" panose="020B0604030504040204" pitchFamily="34" charset="0"/>
              </a:rPr>
              <a:t>fueled</a:t>
            </a:r>
            <a:r>
              <a:rPr lang="en-GB" sz="900">
                <a:solidFill>
                  <a:schemeClr val="bg1"/>
                </a:solidFill>
                <a:effectLst/>
                <a:ea typeface="Verdana" panose="020B0604030504040204" pitchFamily="34" charset="0"/>
              </a:rPr>
              <a:t> by the fast evolving and innovative world of cloud, data, AI, connectivity, software, digital engineering and platforms. The Group reported in 2021 global revenues of €18 billion.</a:t>
            </a:r>
            <a:endParaRPr lang="en-US" sz="900">
              <a:solidFill>
                <a:schemeClr val="bg1"/>
              </a:solidFill>
              <a:effectLst/>
              <a:ea typeface="Verdana" panose="020B0604030504040204" pitchFamily="34" charset="0"/>
            </a:endParaRPr>
          </a:p>
        </p:txBody>
      </p:sp>
    </p:spTree>
    <p:extLst>
      <p:ext uri="{BB962C8B-B14F-4D97-AF65-F5344CB8AC3E}">
        <p14:creationId xmlns:p14="http://schemas.microsoft.com/office/powerpoint/2010/main" val="2280450640"/>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65220789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790077819"/>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5" name="Object 1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974872" y="0"/>
            <a:ext cx="10377711" cy="1104900"/>
          </a:xfrm>
        </p:spPr>
        <p:txBody>
          <a:bodyPr/>
          <a:lstStyle/>
          <a:p>
            <a:r>
              <a:rPr lang="fr-FR"/>
              <a:t>Modifiez le style du titre</a:t>
            </a:r>
            <a:endParaRPr lang="en-GB"/>
          </a:p>
        </p:txBody>
      </p:sp>
      <p:sp>
        <p:nvSpPr>
          <p:cNvPr id="4" name="Text Placeholder 3"/>
          <p:cNvSpPr>
            <a:spLocks noGrp="1"/>
          </p:cNvSpPr>
          <p:nvPr>
            <p:ph type="body" sz="quarter" idx="10"/>
          </p:nvPr>
        </p:nvSpPr>
        <p:spPr>
          <a:xfrm>
            <a:off x="227347" y="1815351"/>
            <a:ext cx="11700000" cy="446760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a:t>
            </a:r>
            <a:endParaRPr lang="en-GB"/>
          </a:p>
        </p:txBody>
      </p:sp>
    </p:spTree>
    <p:extLst>
      <p:ext uri="{BB962C8B-B14F-4D97-AF65-F5344CB8AC3E}">
        <p14:creationId xmlns:p14="http://schemas.microsoft.com/office/powerpoint/2010/main" val="52549952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fr-FR"/>
              <a:t>Modifiez le style du titre</a:t>
            </a:r>
            <a:endParaRPr lang="en-GB"/>
          </a:p>
        </p:txBody>
      </p:sp>
    </p:spTree>
    <p:extLst>
      <p:ext uri="{BB962C8B-B14F-4D97-AF65-F5344CB8AC3E}">
        <p14:creationId xmlns:p14="http://schemas.microsoft.com/office/powerpoint/2010/main" val="79150188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2" y="4"/>
          <a:ext cx="180999" cy="143985"/>
        </p:xfrm>
        <a:graphic>
          <a:graphicData uri="http://schemas.openxmlformats.org/presentationml/2006/ole">
            <mc:AlternateContent xmlns:mc="http://schemas.openxmlformats.org/markup-compatibility/2006">
              <mc:Choice xmlns:v="urn:schemas-microsoft-com:vml" Requires="v">
                <p:oleObj name="think-cell Slide" r:id="rId5" imgW="360" imgH="360" progId="">
                  <p:embed/>
                </p:oleObj>
              </mc:Choice>
              <mc:Fallback>
                <p:oleObj name="think-cell Slide" r:id="rId5" imgW="360" imgH="360" progId="">
                  <p:embed/>
                  <p:pic>
                    <p:nvPicPr>
                      <p:cNvPr id="4" name="Object 3"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 y="4"/>
                        <a:ext cx="180999"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2"/>
            </p:custDataLst>
          </p:nvPr>
        </p:nvSpPr>
        <p:spPr/>
        <p:txBody>
          <a:bodyPr/>
          <a:lstStyle>
            <a:lvl1pPr>
              <a:defRPr/>
            </a:lvl1pPr>
          </a:lstStyle>
          <a:p>
            <a:r>
              <a:rPr lang="en-US" noProof="0"/>
              <a:t>Click to edit Master title style</a:t>
            </a:r>
            <a:endParaRPr lang="en-US"/>
          </a:p>
        </p:txBody>
      </p:sp>
      <p:sp>
        <p:nvSpPr>
          <p:cNvPr id="3" name="Content Placeholder 2"/>
          <p:cNvSpPr>
            <a:spLocks noGrp="1"/>
          </p:cNvSpPr>
          <p:nvPr>
            <p:ph idx="1" hasCustomPrompt="1"/>
            <p:custDataLst>
              <p:tags r:id="rId3"/>
            </p:custDataLst>
          </p:nvPr>
        </p:nvSpPr>
        <p:spPr>
          <a:xfrm>
            <a:off x="398021" y="1494769"/>
            <a:ext cx="11793979" cy="4643751"/>
          </a:xfrm>
        </p:spPr>
        <p:txBody>
          <a:bodyPr/>
          <a:lstStyle>
            <a:lvl1pPr>
              <a:defRPr b="0"/>
            </a:lvl1pPr>
            <a:lvl5pPr>
              <a:buNone/>
              <a:defRPr/>
            </a:lvl5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Tree>
    <p:extLst>
      <p:ext uri="{BB962C8B-B14F-4D97-AF65-F5344CB8AC3E}">
        <p14:creationId xmlns:p14="http://schemas.microsoft.com/office/powerpoint/2010/main" val="301820437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228600" y="152400"/>
            <a:ext cx="11125236" cy="838200"/>
          </a:xfrm>
        </p:spPr>
        <p:txBody>
          <a:bodyPr/>
          <a:lstStyle/>
          <a:p>
            <a:r>
              <a:rPr lang="en-US"/>
              <a:t>Click to edit Master title style</a:t>
            </a:r>
            <a:endParaRPr lang="en-GB"/>
          </a:p>
        </p:txBody>
      </p:sp>
    </p:spTree>
    <p:extLst>
      <p:ext uri="{BB962C8B-B14F-4D97-AF65-F5344CB8AC3E}">
        <p14:creationId xmlns:p14="http://schemas.microsoft.com/office/powerpoint/2010/main" val="401654245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5" name="Espace réservé du titre 8">
            <a:extLst>
              <a:ext uri="{FF2B5EF4-FFF2-40B4-BE49-F238E27FC236}">
                <a16:creationId xmlns:a16="http://schemas.microsoft.com/office/drawing/2014/main" id="{9E35DCC2-39B8-A349-A701-BCC779217600}"/>
              </a:ext>
            </a:extLst>
          </p:cNvPr>
          <p:cNvSpPr>
            <a:spLocks noGrp="1"/>
          </p:cNvSpPr>
          <p:nvPr>
            <p:ph type="title"/>
          </p:nvPr>
        </p:nvSpPr>
        <p:spPr>
          <a:xfrm>
            <a:off x="479376" y="386054"/>
            <a:ext cx="8784976" cy="476672"/>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a:t>
            </a:r>
            <a:r>
              <a:rPr lang="fr-FR" err="1"/>
              <a:t>title</a:t>
            </a:r>
            <a:endParaRPr lang="en-US"/>
          </a:p>
        </p:txBody>
      </p:sp>
    </p:spTree>
    <p:extLst>
      <p:ext uri="{BB962C8B-B14F-4D97-AF65-F5344CB8AC3E}">
        <p14:creationId xmlns:p14="http://schemas.microsoft.com/office/powerpoint/2010/main" val="204524544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tbl">
  <p:cSld name="Title and Table">
    <p:spTree>
      <p:nvGrpSpPr>
        <p:cNvPr id="1" name=""/>
        <p:cNvGrpSpPr/>
        <p:nvPr/>
      </p:nvGrpSpPr>
      <p:grpSpPr>
        <a:xfrm>
          <a:off x="0" y="0"/>
          <a:ext cx="0" cy="0"/>
          <a:chOff x="0" y="0"/>
          <a:chExt cx="0" cy="0"/>
        </a:xfrm>
      </p:grpSpPr>
      <p:graphicFrame>
        <p:nvGraphicFramePr>
          <p:cNvPr id="4" name="Object 1" hidden="1"/>
          <p:cNvGraphicFramePr>
            <a:graphicFrameLocks noChangeAspect="1"/>
          </p:cNvGraphicFramePr>
          <p:nvPr>
            <p:custDataLst>
              <p:tags r:id="rId1"/>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name="think-cell Slide" r:id="rId7" imgW="360" imgH="360" progId="">
                  <p:embed/>
                </p:oleObj>
              </mc:Choice>
              <mc:Fallback>
                <p:oleObj name="think-cell Slide" r:id="rId7" imgW="360" imgH="360" progId="">
                  <p:embed/>
                  <p:pic>
                    <p:nvPicPr>
                      <p:cNvPr id="4" name="Object 1"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extBox 4"/>
          <p:cNvSpPr txBox="1"/>
          <p:nvPr>
            <p:custDataLst>
              <p:tags r:id="rId2"/>
            </p:custDataLst>
          </p:nvPr>
        </p:nvSpPr>
        <p:spPr>
          <a:xfrm>
            <a:off x="11766295" y="6661264"/>
            <a:ext cx="153888" cy="107722"/>
          </a:xfrm>
          <a:prstGeom prst="rect">
            <a:avLst/>
          </a:prstGeom>
          <a:noFill/>
        </p:spPr>
        <p:txBody>
          <a:bodyPr wrap="none" lIns="0" tIns="0" rIns="0" bIns="0" anchor="ctr">
            <a:spAutoFit/>
          </a:bodyPr>
          <a:lstStyle/>
          <a:p>
            <a:pPr algn="ctr" defTabSz="957756" fontAlgn="auto">
              <a:spcBef>
                <a:spcPts val="0"/>
              </a:spcBef>
              <a:spcAft>
                <a:spcPts val="0"/>
              </a:spcAft>
              <a:defRPr/>
            </a:pPr>
            <a:fld id="{034FB964-67C8-49A9-847A-93BE26A1CD9E}" type="slidenum">
              <a:rPr lang="en-US" sz="700">
                <a:solidFill>
                  <a:schemeClr val="tx2"/>
                </a:solidFill>
                <a:latin typeface="Verdana" panose="020B0604030504040204" pitchFamily="34" charset="0"/>
                <a:ea typeface="Verdana" panose="020B0604030504040204" pitchFamily="34" charset="0"/>
                <a:cs typeface="Verdana" panose="020B0604030504040204" pitchFamily="34" charset="0"/>
              </a:rPr>
              <a:pPr algn="ctr" defTabSz="957756" fontAlgn="auto">
                <a:spcBef>
                  <a:spcPts val="0"/>
                </a:spcBef>
                <a:spcAft>
                  <a:spcPts val="0"/>
                </a:spcAft>
                <a:defRPr/>
              </a:pPr>
              <a:t>‹#›</a:t>
            </a:fld>
            <a:endParaRPr lang="en-US" sz="70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6" name="Freeform 4"/>
          <p:cNvSpPr>
            <a:spLocks/>
          </p:cNvSpPr>
          <p:nvPr>
            <p:custDataLst>
              <p:tags r:id="rId3"/>
            </p:custDataLst>
          </p:nvPr>
        </p:nvSpPr>
        <p:spPr bwMode="auto">
          <a:xfrm>
            <a:off x="0" y="676276"/>
            <a:ext cx="12192000" cy="728663"/>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lIns="99563" tIns="49782" rIns="99563" bIns="49782"/>
          <a:lstStyle/>
          <a:p>
            <a:pPr defTabSz="957756" fontAlgn="auto">
              <a:spcBef>
                <a:spcPts val="0"/>
              </a:spcBef>
              <a:spcAft>
                <a:spcPts val="0"/>
              </a:spcAft>
              <a:defRPr/>
            </a:pPr>
            <a:endParaRPr lang="fr-FR" sz="1800">
              <a:latin typeface="Verdana" panose="020B0604030504040204" pitchFamily="34" charset="0"/>
              <a:ea typeface="Verdana" panose="020B0604030504040204" pitchFamily="34" charset="0"/>
              <a:cs typeface="Verdana" panose="020B0604030504040204" pitchFamily="34" charset="0"/>
            </a:endParaRPr>
          </a:p>
        </p:txBody>
      </p:sp>
      <p:cxnSp>
        <p:nvCxnSpPr>
          <p:cNvPr id="9" name="Straight Connector 5"/>
          <p:cNvCxnSpPr/>
          <p:nvPr>
            <p:custDataLst>
              <p:tags r:id="rId4"/>
            </p:custDataLst>
          </p:nvPr>
        </p:nvCxnSpPr>
        <p:spPr>
          <a:xfrm flipH="1">
            <a:off x="0" y="6362700"/>
            <a:ext cx="12192000"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325967" y="136527"/>
            <a:ext cx="11618384" cy="549275"/>
          </a:xfrm>
        </p:spPr>
        <p:txBody>
          <a:bodyPr/>
          <a:lstStyle>
            <a:lvl1pPr>
              <a:defRPr>
                <a:latin typeface="Verdana" panose="020B0604030504040204" pitchFamily="34" charset="0"/>
                <a:ea typeface="Verdana" panose="020B0604030504040204" pitchFamily="34" charset="0"/>
                <a:cs typeface="Verdana" panose="020B0604030504040204" pitchFamily="34" charset="0"/>
              </a:defRPr>
            </a:lvl1pPr>
          </a:lstStyle>
          <a:p>
            <a:r>
              <a:rPr lang="en-US"/>
              <a:t>Click to edit Master title style</a:t>
            </a:r>
            <a:endParaRPr lang="nl-NL"/>
          </a:p>
        </p:txBody>
      </p:sp>
      <p:sp>
        <p:nvSpPr>
          <p:cNvPr id="3" name="Table Placeholder 2"/>
          <p:cNvSpPr>
            <a:spLocks noGrp="1"/>
          </p:cNvSpPr>
          <p:nvPr>
            <p:ph type="tbl" idx="1"/>
          </p:nvPr>
        </p:nvSpPr>
        <p:spPr>
          <a:xfrm>
            <a:off x="407693" y="1241426"/>
            <a:ext cx="11618384" cy="4860925"/>
          </a:xfrm>
        </p:spPr>
        <p:txBody>
          <a:bodyPr rtlCol="0">
            <a:noAutofit/>
          </a:bodyPr>
          <a:lstStyle>
            <a:lvl1pPr>
              <a:defRPr>
                <a:latin typeface="Verdana" panose="020B0604030504040204" pitchFamily="34" charset="0"/>
                <a:ea typeface="Verdana" panose="020B0604030504040204" pitchFamily="34" charset="0"/>
                <a:cs typeface="Verdana" panose="020B0604030504040204" pitchFamily="34" charset="0"/>
              </a:defRPr>
            </a:lvl1pPr>
          </a:lstStyle>
          <a:p>
            <a:pPr lvl="0"/>
            <a:endParaRPr lang="nl-NL" noProof="0"/>
          </a:p>
        </p:txBody>
      </p:sp>
      <p:sp>
        <p:nvSpPr>
          <p:cNvPr id="12" name="Rectangle 11"/>
          <p:cNvSpPr>
            <a:spLocks noChangeArrowheads="1"/>
          </p:cNvSpPr>
          <p:nvPr userDrawn="1">
            <p:custDataLst>
              <p:tags r:id="rId5"/>
            </p:custDataLst>
          </p:nvPr>
        </p:nvSpPr>
        <p:spPr bwMode="auto">
          <a:xfrm>
            <a:off x="8297985" y="6623050"/>
            <a:ext cx="3274646" cy="184150"/>
          </a:xfrm>
          <a:prstGeom prst="rect">
            <a:avLst/>
          </a:prstGeom>
          <a:noFill/>
          <a:ln w="19050">
            <a:noFill/>
            <a:miter lim="800000"/>
            <a:headEnd/>
            <a:tailEnd/>
          </a:ln>
          <a:effectLst/>
        </p:spPr>
        <p:txBody>
          <a:bodyPr lIns="35997" tIns="35997" rIns="35997" bIns="35997" anchor="b"/>
          <a:lstStyle/>
          <a:p>
            <a:pPr algn="r" defTabSz="995445" eaLnBrk="0" fontAlgn="auto" hangingPunct="0">
              <a:lnSpc>
                <a:spcPct val="90000"/>
              </a:lnSpc>
              <a:spcBef>
                <a:spcPct val="10000"/>
              </a:spcBef>
              <a:spcAft>
                <a:spcPts val="0"/>
              </a:spcAft>
              <a:defRPr/>
            </a:pPr>
            <a:r>
              <a:rPr lang="en-US" altLang="en-US" sz="700">
                <a:solidFill>
                  <a:schemeClr val="tx2"/>
                </a:solidFill>
                <a:latin typeface="Verdana" panose="020B0604030504040204" pitchFamily="34" charset="0"/>
                <a:ea typeface="Verdana" panose="020B0604030504040204" pitchFamily="34" charset="0"/>
                <a:cs typeface="Verdana" panose="020B0604030504040204" pitchFamily="34" charset="0"/>
              </a:rPr>
              <a:t>Copyright © Capgemini 2020. All Rights Reserved</a:t>
            </a:r>
          </a:p>
        </p:txBody>
      </p:sp>
      <p:pic>
        <p:nvPicPr>
          <p:cNvPr id="13" name="Graphic 12">
            <a:extLst>
              <a:ext uri="{FF2B5EF4-FFF2-40B4-BE49-F238E27FC236}">
                <a16:creationId xmlns:a16="http://schemas.microsoft.com/office/drawing/2014/main" id="{1D677A51-1D1E-43DC-AED0-606B6703EFEB}"/>
              </a:ext>
            </a:extLst>
          </p:cNvPr>
          <p:cNvPicPr>
            <a:picLocks noChangeAspect="1"/>
          </p:cNvPicPr>
          <p:nvPr userDrawn="1"/>
        </p:nvPicPr>
        <p:blipFill>
          <a:blip r:embed="rId9" cstate="print">
            <a:extLst>
              <a:ext uri="{96DAC541-7B7A-43D3-8B79-37D633B846F1}">
                <asvg:svgBlip xmlns:asvg="http://schemas.microsoft.com/office/drawing/2016/SVG/main" r:embed="rId10"/>
              </a:ext>
            </a:extLst>
          </a:blip>
          <a:stretch>
            <a:fillRect/>
          </a:stretch>
        </p:blipFill>
        <p:spPr>
          <a:xfrm>
            <a:off x="281355" y="6441323"/>
            <a:ext cx="2172865" cy="393879"/>
          </a:xfrm>
          <a:prstGeom prst="rect">
            <a:avLst/>
          </a:prstGeom>
        </p:spPr>
      </p:pic>
      <p:pic>
        <p:nvPicPr>
          <p:cNvPr id="14" name="Graphic 4">
            <a:extLst>
              <a:ext uri="{FF2B5EF4-FFF2-40B4-BE49-F238E27FC236}">
                <a16:creationId xmlns:a16="http://schemas.microsoft.com/office/drawing/2014/main" id="{804A57A5-874A-4C95-812A-6F7DBEC0D52D}"/>
              </a:ext>
            </a:extLst>
          </p:cNvPr>
          <p:cNvPicPr>
            <a:picLocks noChangeAspect="1"/>
          </p:cNvPicPr>
          <p:nvPr userDrawn="1"/>
        </p:nvPicPr>
        <p:blipFill rotWithShape="1">
          <a:blip r:embed="rId9" cstate="print">
            <a:extLst>
              <a:ext uri="{96DAC541-7B7A-43D3-8B79-37D633B846F1}">
                <asvg:svgBlip xmlns:asvg="http://schemas.microsoft.com/office/drawing/2016/SVG/main" r:embed="rId10"/>
              </a:ext>
            </a:extLst>
          </a:blip>
          <a:srcRect l="81836" t="-4713" b="16530"/>
          <a:stretch/>
        </p:blipFill>
        <p:spPr>
          <a:xfrm>
            <a:off x="11483278" y="189861"/>
            <a:ext cx="522284" cy="459624"/>
          </a:xfrm>
          <a:prstGeom prst="rect">
            <a:avLst/>
          </a:prstGeom>
        </p:spPr>
      </p:pic>
      <p:sp>
        <p:nvSpPr>
          <p:cNvPr id="17" name="Rectangle 27">
            <a:hlinkClick r:id="rId11"/>
            <a:extLst>
              <a:ext uri="{FF2B5EF4-FFF2-40B4-BE49-F238E27FC236}">
                <a16:creationId xmlns:a16="http://schemas.microsoft.com/office/drawing/2014/main" id="{5656E3A8-1305-4381-A985-EDD518567854}"/>
              </a:ext>
            </a:extLst>
          </p:cNvPr>
          <p:cNvSpPr/>
          <p:nvPr userDrawn="1"/>
        </p:nvSpPr>
        <p:spPr>
          <a:xfrm>
            <a:off x="8382000" y="6437594"/>
            <a:ext cx="4113803" cy="232482"/>
          </a:xfrm>
          <a:prstGeom prst="rect">
            <a:avLst/>
          </a:prstGeom>
        </p:spPr>
        <p:txBody>
          <a:bodyPr wrap="square" lIns="0" tIns="0" rIns="0" bIns="0" anchor="ctr" anchorCtr="0">
            <a:noAutofit/>
          </a:bodyPr>
          <a:lstStyle/>
          <a:p>
            <a:pPr lvl="0" algn="l" defTabSz="914400">
              <a:lnSpc>
                <a:spcPct val="85000"/>
              </a:lnSpc>
              <a:defRPr/>
            </a:pPr>
            <a:r>
              <a:rPr lang="en-US" sz="800" b="1" kern="0">
                <a:solidFill>
                  <a:schemeClr val="tx1"/>
                </a:solidFill>
                <a:latin typeface="+mj-lt"/>
                <a:cs typeface="Arial" panose="020B0604020202020204" pitchFamily="34" charset="0"/>
              </a:rPr>
              <a:t>FS SBU Light Deal Review </a:t>
            </a:r>
            <a:r>
              <a:rPr lang="en-US" sz="800" b="1" kern="0">
                <a:solidFill>
                  <a:schemeClr val="tx1"/>
                </a:solidFill>
                <a:latin typeface="+mn-lt"/>
                <a:ea typeface="+mn-ea"/>
                <a:cs typeface="Arial" panose="020B0604020202020204" pitchFamily="34" charset="0"/>
              </a:rPr>
              <a:t>Deck  V3.11 – 8 January 2020</a:t>
            </a:r>
            <a:endParaRPr lang="en-US" sz="800" b="1" kern="0">
              <a:solidFill>
                <a:schemeClr val="tx1"/>
              </a:solidFill>
              <a:latin typeface="+mj-lt"/>
              <a:cs typeface="Arial" panose="020B0604020202020204" pitchFamily="34" charset="0"/>
            </a:endParaRPr>
          </a:p>
        </p:txBody>
      </p:sp>
    </p:spTree>
    <p:extLst>
      <p:ext uri="{BB962C8B-B14F-4D97-AF65-F5344CB8AC3E}">
        <p14:creationId xmlns:p14="http://schemas.microsoft.com/office/powerpoint/2010/main" val="1748114219"/>
      </p:ext>
    </p:extLst>
  </p:cSld>
  <p:clrMapOvr>
    <a:masterClrMapping/>
  </p:clrMapOvr>
  <p:transition>
    <p:wipe dir="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cSld name="Blank-White">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0869612" cy="863600"/>
          </a:xfrm>
          <a:prstGeom prst="rect">
            <a:avLst/>
          </a:prstGeom>
        </p:spPr>
        <p:txBody>
          <a:bodyPr vert="horz" lIns="0" tIns="0" rIns="0" bIns="0" rtlCol="0" anchor="t">
            <a:normAutofit/>
          </a:bodyPr>
          <a:lstStyle>
            <a:lvl1pPr>
              <a:defRPr lang="pt-PT" dirty="0"/>
            </a:lvl1pPr>
          </a:lstStyle>
          <a:p>
            <a:pPr lvl="0">
              <a:lnSpc>
                <a:spcPts val="3000"/>
              </a:lnSpc>
            </a:pPr>
            <a:r>
              <a:rPr lang="en-US"/>
              <a:t>Click to add title</a:t>
            </a:r>
            <a:endParaRPr lang="pt-PT"/>
          </a:p>
        </p:txBody>
      </p:sp>
      <p:sp>
        <p:nvSpPr>
          <p:cNvPr id="10" name="Text Placeholder 7">
            <a:extLst>
              <a:ext uri="{FF2B5EF4-FFF2-40B4-BE49-F238E27FC236}">
                <a16:creationId xmlns:a16="http://schemas.microsoft.com/office/drawing/2014/main" id="{053B0AF9-F410-4C47-9D9C-CAC9890E4210}"/>
              </a:ext>
            </a:extLst>
          </p:cNvPr>
          <p:cNvSpPr>
            <a:spLocks noGrp="1"/>
          </p:cNvSpPr>
          <p:nvPr>
            <p:ph type="body" sz="quarter" idx="10" hasCustomPrompt="1"/>
          </p:nvPr>
        </p:nvSpPr>
        <p:spPr>
          <a:xfrm>
            <a:off x="407987" y="1413990"/>
            <a:ext cx="11376025" cy="5039198"/>
          </a:xfrm>
          <a:prstGeom prst="rect">
            <a:avLst/>
          </a:prstGeom>
        </p:spPr>
        <p:txBody>
          <a:bodyPr>
            <a:noAutofit/>
          </a:bodyPr>
          <a:lstStyle>
            <a:lvl1pPr marL="0" indent="0">
              <a:lnSpc>
                <a:spcPts val="2200"/>
              </a:lnSpc>
              <a:buNone/>
              <a:defRPr sz="18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225425" indent="-225425">
              <a:buClr>
                <a:schemeClr val="tx2"/>
              </a:buClr>
              <a:buFont typeface="Wingdings" panose="05000000000000000000" pitchFamily="2" charset="2"/>
              <a:buChar char="§"/>
            </a:pPr>
            <a:r>
              <a:rPr lang="en-US"/>
              <a:t>Click to insert text</a:t>
            </a:r>
          </a:p>
          <a:p>
            <a:pPr marL="461963" lvl="1" indent="-236538">
              <a:buClr>
                <a:schemeClr val="accent4"/>
              </a:buClr>
              <a:buFont typeface="Arial" panose="020B0604020202020204" pitchFamily="34" charset="0"/>
              <a:buChar char="•"/>
            </a:pPr>
            <a:r>
              <a:rPr lang="en-US" sz="1600"/>
              <a:t>Click to insert text</a:t>
            </a:r>
            <a:endParaRPr lang="pt-PT" sz="1600"/>
          </a:p>
          <a:p>
            <a:pPr marL="688975" lvl="2" indent="-241300">
              <a:buClr>
                <a:schemeClr val="accent2"/>
              </a:buClr>
              <a:buFont typeface="Verdana" panose="020B0604030504040204" pitchFamily="34" charset="0"/>
              <a:buChar char="–"/>
            </a:pPr>
            <a:r>
              <a:rPr lang="en-US"/>
              <a:t>Click to insert text</a:t>
            </a:r>
            <a:endParaRPr lang="pt-PT"/>
          </a:p>
          <a:p>
            <a:pPr marL="914400" lvl="3" indent="-225425">
              <a:buClr>
                <a:schemeClr val="accent3"/>
              </a:buClr>
              <a:buFont typeface="Wingdings" panose="05000000000000000000" pitchFamily="2" charset="2"/>
              <a:buChar char="§"/>
            </a:pPr>
            <a:r>
              <a:rPr lang="en-US"/>
              <a:t>Click to insert text</a:t>
            </a:r>
            <a:endParaRPr lang="pt-PT"/>
          </a:p>
        </p:txBody>
      </p:sp>
    </p:spTree>
    <p:extLst>
      <p:ext uri="{BB962C8B-B14F-4D97-AF65-F5344CB8AC3E}">
        <p14:creationId xmlns:p14="http://schemas.microsoft.com/office/powerpoint/2010/main" val="362398529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013B6ED-BED2-4B30-B5B1-D40CFA2CB594}"/>
              </a:ext>
            </a:extLst>
          </p:cNvPr>
          <p:cNvSpPr>
            <a:spLocks noGrp="1"/>
          </p:cNvSpPr>
          <p:nvPr>
            <p:ph type="dt" sz="half" idx="10"/>
          </p:nvPr>
        </p:nvSpPr>
        <p:spPr/>
        <p:txBody>
          <a:bodyPr/>
          <a:lstStyle/>
          <a:p>
            <a:fld id="{39909D7C-42AE-4B80-9FF7-89D79AE33CF6}" type="datetimeFigureOut">
              <a:rPr lang="en-GB" smtClean="0"/>
              <a:t>06/08/2024</a:t>
            </a:fld>
            <a:endParaRPr lang="en-GB"/>
          </a:p>
        </p:txBody>
      </p:sp>
      <p:sp>
        <p:nvSpPr>
          <p:cNvPr id="5" name="Footer Placeholder 4">
            <a:extLst>
              <a:ext uri="{FF2B5EF4-FFF2-40B4-BE49-F238E27FC236}">
                <a16:creationId xmlns:a16="http://schemas.microsoft.com/office/drawing/2014/main" id="{132B624B-FED8-4A88-A401-418754F7E18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41CECF6-73B9-43FB-ADD3-C06E3FFBCA6F}"/>
              </a:ext>
            </a:extLst>
          </p:cNvPr>
          <p:cNvSpPr>
            <a:spLocks noGrp="1"/>
          </p:cNvSpPr>
          <p:nvPr>
            <p:ph type="sldNum" sz="quarter" idx="12"/>
          </p:nvPr>
        </p:nvSpPr>
        <p:spPr/>
        <p:txBody>
          <a:bodyPr/>
          <a:lstStyle/>
          <a:p>
            <a:fld id="{66FC89D5-3D49-42F4-ADF1-A786C18CC686}" type="slidenum">
              <a:rPr lang="en-GB" smtClean="0"/>
              <a:t>‹#›</a:t>
            </a:fld>
            <a:endParaRPr lang="en-GB"/>
          </a:p>
        </p:txBody>
      </p:sp>
      <p:sp>
        <p:nvSpPr>
          <p:cNvPr id="7" name="Rectangle 6">
            <a:extLst>
              <a:ext uri="{FF2B5EF4-FFF2-40B4-BE49-F238E27FC236}">
                <a16:creationId xmlns:a16="http://schemas.microsoft.com/office/drawing/2014/main" id="{F682CB3A-BEF8-4A40-AC35-A9DC6E3E927E}"/>
              </a:ext>
            </a:extLst>
          </p:cNvPr>
          <p:cNvSpPr/>
          <p:nvPr userDrawn="1"/>
        </p:nvSpPr>
        <p:spPr>
          <a:xfrm>
            <a:off x="191065" y="900751"/>
            <a:ext cx="11814515" cy="5469247"/>
          </a:xfrm>
          <a:prstGeom prst="rect">
            <a:avLst/>
          </a:prstGeom>
          <a:solidFill>
            <a:schemeClr val="tx1">
              <a:lumMod val="95000"/>
              <a:alpha val="9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293412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1_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0328008"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8" y="1815351"/>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a:t>Click to edit Master subtitle styles</a:t>
            </a:r>
          </a:p>
        </p:txBody>
      </p:sp>
    </p:spTree>
    <p:extLst>
      <p:ext uri="{BB962C8B-B14F-4D97-AF65-F5344CB8AC3E}">
        <p14:creationId xmlns:p14="http://schemas.microsoft.com/office/powerpoint/2010/main" val="406984903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cSld name="8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F3D03-54A3-4D2B-9D41-F89A4354CF8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327B5DE-2510-44D9-B8FB-9654FA928904}"/>
              </a:ext>
            </a:extLst>
          </p:cNvPr>
          <p:cNvSpPr>
            <a:spLocks noGrp="1"/>
          </p:cNvSpPr>
          <p:nvPr>
            <p:ph type="dt" sz="half" idx="10"/>
          </p:nvPr>
        </p:nvSpPr>
        <p:spPr/>
        <p:txBody>
          <a:bodyPr/>
          <a:lstStyle/>
          <a:p>
            <a:fld id="{198B3B90-3C3B-43E1-8971-96164C424B5F}" type="datetimeFigureOut">
              <a:rPr lang="en-US" smtClean="0">
                <a:solidFill>
                  <a:prstClr val="black"/>
                </a:solidFill>
              </a:rPr>
              <a:pPr/>
              <a:t>8/6/2024</a:t>
            </a:fld>
            <a:endParaRPr lang="en-US">
              <a:solidFill>
                <a:prstClr val="black"/>
              </a:solidFill>
            </a:endParaRPr>
          </a:p>
        </p:txBody>
      </p:sp>
      <p:sp>
        <p:nvSpPr>
          <p:cNvPr id="4" name="Footer Placeholder 3">
            <a:extLst>
              <a:ext uri="{FF2B5EF4-FFF2-40B4-BE49-F238E27FC236}">
                <a16:creationId xmlns:a16="http://schemas.microsoft.com/office/drawing/2014/main" id="{C81CC7E6-C750-472A-8983-1822161395D8}"/>
              </a:ext>
            </a:extLst>
          </p:cNvPr>
          <p:cNvSpPr>
            <a:spLocks noGrp="1"/>
          </p:cNvSpPr>
          <p:nvPr>
            <p:ph type="ftr" sz="quarter" idx="11"/>
          </p:nvPr>
        </p:nvSpPr>
        <p:spPr/>
        <p:txBody>
          <a:bodyPr/>
          <a:lstStyle/>
          <a:p>
            <a:endParaRPr lang="en-US">
              <a:solidFill>
                <a:prstClr val="black"/>
              </a:solidFill>
            </a:endParaRPr>
          </a:p>
        </p:txBody>
      </p:sp>
      <p:sp>
        <p:nvSpPr>
          <p:cNvPr id="5" name="Slide Number Placeholder 4">
            <a:extLst>
              <a:ext uri="{FF2B5EF4-FFF2-40B4-BE49-F238E27FC236}">
                <a16:creationId xmlns:a16="http://schemas.microsoft.com/office/drawing/2014/main" id="{FF4681F2-FF11-435C-A3E8-D31E3CE61DE8}"/>
              </a:ext>
            </a:extLst>
          </p:cNvPr>
          <p:cNvSpPr>
            <a:spLocks noGrp="1"/>
          </p:cNvSpPr>
          <p:nvPr>
            <p:ph type="sldNum" sz="quarter" idx="12"/>
          </p:nvPr>
        </p:nvSpPr>
        <p:spPr/>
        <p:txBody>
          <a:bodyPr/>
          <a:lstStyle/>
          <a:p>
            <a:fld id="{96D2A221-7219-4537-A27A-8EF6D0A61FB9}"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3751743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1" y="1"/>
          <a:ext cx="180998" cy="143985"/>
        </p:xfrm>
        <a:graphic>
          <a:graphicData uri="http://schemas.openxmlformats.org/presentationml/2006/ole">
            <mc:AlternateContent xmlns:mc="http://schemas.openxmlformats.org/markup-compatibility/2006">
              <mc:Choice xmlns:v="urn:schemas-microsoft-com:vml" Requires="v">
                <p:oleObj name="think-cell Slide" r:id="rId5" imgW="360" imgH="360" progId="">
                  <p:embed/>
                </p:oleObj>
              </mc:Choice>
              <mc:Fallback>
                <p:oleObj name="think-cell Slide" r:id="rId5" imgW="360" imgH="360" progId="">
                  <p:embed/>
                  <p:pic>
                    <p:nvPicPr>
                      <p:cNvPr id="4" name="Object 3"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 y="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2"/>
            </p:custDataLst>
          </p:nvPr>
        </p:nvSpPr>
        <p:spPr>
          <a:xfrm>
            <a:off x="2" y="1"/>
            <a:ext cx="12191999" cy="728133"/>
          </a:xfrm>
          <a:gradFill flip="none" rotWithShape="1">
            <a:gsLst>
              <a:gs pos="0">
                <a:srgbClr val="8488C4"/>
              </a:gs>
              <a:gs pos="53000">
                <a:srgbClr val="D4DEFF"/>
              </a:gs>
              <a:gs pos="83000">
                <a:srgbClr val="D4DEFF"/>
              </a:gs>
              <a:gs pos="100000">
                <a:srgbClr val="96AB94"/>
              </a:gs>
            </a:gsLst>
            <a:path path="circle">
              <a:fillToRect l="100000" t="100000"/>
            </a:path>
            <a:tileRect r="-100000" b="-100000"/>
          </a:gradFill>
        </p:spPr>
        <p:txBody>
          <a:bodyPr/>
          <a:lstStyle>
            <a:lvl1pPr>
              <a:defRPr sz="2400">
                <a:effectLst>
                  <a:outerShdw blurRad="38100" dist="38100" dir="2700000" algn="tl">
                    <a:srgbClr val="000000">
                      <a:alpha val="43137"/>
                    </a:srgbClr>
                  </a:outerShdw>
                </a:effectLst>
              </a:defRPr>
            </a:lvl1pPr>
          </a:lstStyle>
          <a:p>
            <a:r>
              <a:rPr lang="en-US" noProof="0"/>
              <a:t>Click to edit Master title style</a:t>
            </a:r>
            <a:endParaRPr lang="en-US"/>
          </a:p>
        </p:txBody>
      </p:sp>
      <p:sp>
        <p:nvSpPr>
          <p:cNvPr id="3" name="Content Placeholder 2"/>
          <p:cNvSpPr>
            <a:spLocks noGrp="1"/>
          </p:cNvSpPr>
          <p:nvPr>
            <p:ph idx="1" hasCustomPrompt="1"/>
            <p:custDataLst>
              <p:tags r:id="rId3"/>
            </p:custDataLst>
          </p:nvPr>
        </p:nvSpPr>
        <p:spPr>
          <a:xfrm>
            <a:off x="398021" y="1494766"/>
            <a:ext cx="11793979" cy="4643751"/>
          </a:xfrm>
        </p:spPr>
        <p:txBody>
          <a:bodyPr/>
          <a:lstStyle>
            <a:lvl1pPr>
              <a:defRPr b="0"/>
            </a:lvl1pPr>
            <a:lvl5pPr>
              <a:buNone/>
              <a:defRPr/>
            </a:lvl5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pic>
        <p:nvPicPr>
          <p:cNvPr id="5" name="Picture 4" descr="C:\Users\hbuys\AppData\Local\Microsoft\Windows\Temporary Internet Files\Content.IE5\EZASK7NL\large-alphabet-Letter-L-0-3858[1].gif"/>
          <p:cNvPicPr>
            <a:picLocks noChangeAspect="1" noChangeArrowheads="1"/>
          </p:cNvPicPr>
          <p:nvPr userDrawn="1"/>
        </p:nvPicPr>
        <p:blipFill>
          <a:blip r:embed="rId7" cstate="print"/>
          <a:srcRect/>
          <a:stretch>
            <a:fillRect/>
          </a:stretch>
        </p:blipFill>
        <p:spPr bwMode="auto">
          <a:xfrm>
            <a:off x="11785600" y="121834"/>
            <a:ext cx="231959" cy="315682"/>
          </a:xfrm>
          <a:prstGeom prst="rect">
            <a:avLst/>
          </a:prstGeom>
          <a:noFill/>
        </p:spPr>
      </p:pic>
    </p:spTree>
    <p:extLst>
      <p:ext uri="{BB962C8B-B14F-4D97-AF65-F5344CB8AC3E}">
        <p14:creationId xmlns:p14="http://schemas.microsoft.com/office/powerpoint/2010/main" val="7575467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hasCustomPrompt="1"/>
          </p:nvPr>
        </p:nvSpPr>
        <p:spPr>
          <a:xfrm>
            <a:off x="407990" y="2010609"/>
            <a:ext cx="5543551" cy="4442581"/>
          </a:xfrm>
          <a:prstGeom prst="rect">
            <a:avLst/>
          </a:prstGeom>
        </p:spPr>
        <p:txBody>
          <a:bodyPr>
            <a:noAutofit/>
          </a:bodyPr>
          <a:lstStyle>
            <a:lvl1pPr>
              <a:lnSpc>
                <a:spcPct val="100000"/>
              </a:lnSpc>
              <a:defRPr sz="16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long text</a:t>
            </a:r>
          </a:p>
        </p:txBody>
      </p:sp>
      <p:sp>
        <p:nvSpPr>
          <p:cNvPr id="11" name="Text Placeholder 7">
            <a:extLst>
              <a:ext uri="{FF2B5EF4-FFF2-40B4-BE49-F238E27FC236}">
                <a16:creationId xmlns:a16="http://schemas.microsoft.com/office/drawing/2014/main" id="{4F279807-494A-45DD-A5C6-24F625316B92}"/>
              </a:ext>
            </a:extLst>
          </p:cNvPr>
          <p:cNvSpPr>
            <a:spLocks noGrp="1"/>
          </p:cNvSpPr>
          <p:nvPr>
            <p:ph type="body" sz="quarter" idx="11" hasCustomPrompt="1"/>
          </p:nvPr>
        </p:nvSpPr>
        <p:spPr>
          <a:xfrm>
            <a:off x="6240467" y="2010606"/>
            <a:ext cx="5516444" cy="4441372"/>
          </a:xfrm>
          <a:prstGeom prst="rect">
            <a:avLst/>
          </a:prstGeom>
        </p:spPr>
        <p:txBody>
          <a:bodyPr>
            <a:noAutofit/>
          </a:bodyPr>
          <a:lstStyle>
            <a:lvl1pPr>
              <a:lnSpc>
                <a:spcPct val="100000"/>
              </a:lnSpc>
              <a:defRPr sz="16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long text</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7990" y="1420990"/>
            <a:ext cx="5543551" cy="438494"/>
          </a:xfrm>
          <a:prstGeom prst="rect">
            <a:avLst/>
          </a:prstGeom>
        </p:spPr>
        <p:txBody>
          <a:bodyPr>
            <a:noAutofit/>
          </a:bodyPr>
          <a:lstStyle>
            <a:lvl1pPr>
              <a:lnSpc>
                <a:spcPts val="2500"/>
              </a:lnSpc>
              <a:defRPr sz="2000" b="0">
                <a:solidFill>
                  <a:srgbClr val="12ABDB"/>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240467" y="1420990"/>
            <a:ext cx="5516444" cy="438494"/>
          </a:xfrm>
          <a:prstGeom prst="rect">
            <a:avLst/>
          </a:prstGeom>
        </p:spPr>
        <p:txBody>
          <a:bodyPr>
            <a:noAutofit/>
          </a:bodyPr>
          <a:lstStyle>
            <a:lvl1pPr>
              <a:lnSpc>
                <a:spcPts val="2500"/>
              </a:lnSpc>
              <a:defRPr sz="2000" b="0">
                <a:solidFill>
                  <a:srgbClr val="12ABDB"/>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title</a:t>
            </a:r>
          </a:p>
        </p:txBody>
      </p:sp>
      <p:sp>
        <p:nvSpPr>
          <p:cNvPr id="9" name="Title Placeholder 1">
            <a:extLst>
              <a:ext uri="{FF2B5EF4-FFF2-40B4-BE49-F238E27FC236}">
                <a16:creationId xmlns:a16="http://schemas.microsoft.com/office/drawing/2014/main" id="{6733E381-C11A-4F10-88ED-DDEA4B9167E2}"/>
              </a:ext>
            </a:extLst>
          </p:cNvPr>
          <p:cNvSpPr>
            <a:spLocks noGrp="1"/>
          </p:cNvSpPr>
          <p:nvPr>
            <p:ph type="title" hasCustomPrompt="1"/>
          </p:nvPr>
        </p:nvSpPr>
        <p:spPr>
          <a:xfrm>
            <a:off x="407988" y="404813"/>
            <a:ext cx="10944596" cy="865054"/>
          </a:xfrm>
          <a:prstGeom prst="rect">
            <a:avLst/>
          </a:prstGeom>
        </p:spPr>
        <p:txBody>
          <a:bodyPr vert="horz" lIns="0" tIns="0" rIns="0" bIns="0" rtlCol="0" anchor="t">
            <a:normAutofit/>
          </a:bodyPr>
          <a:lstStyle>
            <a:lvl1pPr>
              <a:defRPr lang="pt-PT" dirty="0">
                <a:solidFill>
                  <a:schemeClr val="tx2"/>
                </a:solidFill>
              </a:defRPr>
            </a:lvl1pPr>
          </a:lstStyle>
          <a:p>
            <a:pPr lvl="0">
              <a:lnSpc>
                <a:spcPts val="3408"/>
              </a:lnSpc>
            </a:pPr>
            <a:r>
              <a:rPr lang="en-US"/>
              <a:t>Click to insert title</a:t>
            </a:r>
            <a:endParaRPr lang="pt-PT"/>
          </a:p>
        </p:txBody>
      </p:sp>
    </p:spTree>
    <p:extLst>
      <p:ext uri="{BB962C8B-B14F-4D97-AF65-F5344CB8AC3E}">
        <p14:creationId xmlns:p14="http://schemas.microsoft.com/office/powerpoint/2010/main" val="387574095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userDrawn="1">
  <p:cSld name="1_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6096000" y="0"/>
            <a:ext cx="6096000"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7987" y="3509583"/>
            <a:ext cx="5597526"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397879" y="1677087"/>
            <a:ext cx="5698121" cy="1828193"/>
          </a:xfrm>
        </p:spPr>
        <p:txBody>
          <a:bodyPr wrap="square" lIns="36000" rIns="36000" bIns="0" anchor="ctr" anchorCtr="0">
            <a:spAutoFit/>
          </a:bodyPr>
          <a:lstStyle>
            <a:lvl1pPr algn="l">
              <a:lnSpc>
                <a:spcPct val="90000"/>
              </a:lnSpc>
              <a:defRPr sz="44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8408" y="209848"/>
            <a:ext cx="3024000" cy="1226177"/>
          </a:xfrm>
          <a:prstGeom prst="rect">
            <a:avLst/>
          </a:prstGeom>
        </p:spPr>
      </p:pic>
      <p:sp>
        <p:nvSpPr>
          <p:cNvPr id="6" name="Content Placeholder 4"/>
          <p:cNvSpPr>
            <a:spLocks noGrp="1"/>
          </p:cNvSpPr>
          <p:nvPr>
            <p:ph sz="quarter" idx="11"/>
          </p:nvPr>
        </p:nvSpPr>
        <p:spPr>
          <a:xfrm>
            <a:off x="404813" y="4343400"/>
            <a:ext cx="5600700" cy="2119313"/>
          </a:xfrm>
        </p:spPr>
        <p:txBody>
          <a:bodyPr numCol="1"/>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p:txBody>
      </p:sp>
      <p:sp>
        <p:nvSpPr>
          <p:cNvPr id="8" name="Text Placeholder 8">
            <a:extLst>
              <a:ext uri="{FF2B5EF4-FFF2-40B4-BE49-F238E27FC236}">
                <a16:creationId xmlns:a16="http://schemas.microsoft.com/office/drawing/2014/main" id="{E744C52A-2030-4EFF-B1D2-B60B2B279897}"/>
              </a:ext>
            </a:extLst>
          </p:cNvPr>
          <p:cNvSpPr>
            <a:spLocks noGrp="1"/>
          </p:cNvSpPr>
          <p:nvPr>
            <p:ph type="body" sz="quarter" idx="12" hasCustomPrompt="1"/>
          </p:nvPr>
        </p:nvSpPr>
        <p:spPr>
          <a:xfrm>
            <a:off x="397879" y="1365007"/>
            <a:ext cx="5607634" cy="312080"/>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883932923"/>
      </p:ext>
    </p:extLst>
  </p:cSld>
  <p:clrMapOvr>
    <a:masterClrMapping/>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spTree>
    <p:extLst>
      <p:ext uri="{BB962C8B-B14F-4D97-AF65-F5344CB8AC3E}">
        <p14:creationId xmlns:p14="http://schemas.microsoft.com/office/powerpoint/2010/main" val="2402411546"/>
      </p:ext>
    </p:extLst>
  </p:cSld>
  <p:clrMapOvr>
    <a:masterClrMapping/>
  </p:clrMapOvr>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1990185582"/>
      </p:ext>
    </p:extLst>
  </p:cSld>
  <p:clrMapOvr>
    <a:masterClrMapping/>
  </p:clrMapOvr>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374317356"/>
      </p:ext>
    </p:extLst>
  </p:cSld>
  <p:clrMapOvr>
    <a:masterClrMapping/>
  </p:clrMapOvr>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Tree>
    <p:extLst>
      <p:ext uri="{BB962C8B-B14F-4D97-AF65-F5344CB8AC3E}">
        <p14:creationId xmlns:p14="http://schemas.microsoft.com/office/powerpoint/2010/main" val="55081809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4358952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04203169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7005057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54107855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481092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5753580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57665688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1924201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310471827"/>
      </p:ext>
    </p:extLst>
  </p:cSld>
  <p:clrMapOvr>
    <a:masterClrMapping/>
  </p:clrMapOvr>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176673580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508972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7352646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47970572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280450640"/>
      </p:ext>
    </p:extLst>
  </p:cSld>
  <p:clrMapOvr>
    <a:masterClrMapping/>
  </p:clrMapOvr>
  <p:extLst>
    <p:ext uri="{DCECCB84-F9BA-43D5-87BE-67443E8EF086}">
      <p15:sldGuideLst xmlns:p15="http://schemas.microsoft.com/office/powerpoint/2012/main"/>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65220789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790077819"/>
      </p:ext>
    </p:extLst>
  </p:cSld>
  <p:clrMapOvr>
    <a:masterClrMapping/>
  </p:clrMapOvr>
  <p:extLst>
    <p:ext uri="{DCECCB84-F9BA-43D5-87BE-67443E8EF086}">
      <p15:sldGuideLst xmlns:p15="http://schemas.microsoft.com/office/powerpoint/2012/main"/>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821331376"/>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871F6-8CCE-1997-E639-30EB6C5082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359ADC14-328F-AC61-0007-6DB30AAAC6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1FB4071-256F-2943-54D1-CBD76B489927}"/>
              </a:ext>
            </a:extLst>
          </p:cNvPr>
          <p:cNvSpPr>
            <a:spLocks noGrp="1"/>
          </p:cNvSpPr>
          <p:nvPr>
            <p:ph type="dt" sz="half" idx="10"/>
          </p:nvPr>
        </p:nvSpPr>
        <p:spPr/>
        <p:txBody>
          <a:bodyPr/>
          <a:lstStyle/>
          <a:p>
            <a:fld id="{96784ECD-CD7E-46BB-8572-A6F568850810}" type="datetimeFigureOut">
              <a:rPr lang="en-GB" smtClean="0"/>
              <a:t>06/08/2024</a:t>
            </a:fld>
            <a:endParaRPr lang="en-GB"/>
          </a:p>
        </p:txBody>
      </p:sp>
      <p:sp>
        <p:nvSpPr>
          <p:cNvPr id="5" name="Footer Placeholder 4">
            <a:extLst>
              <a:ext uri="{FF2B5EF4-FFF2-40B4-BE49-F238E27FC236}">
                <a16:creationId xmlns:a16="http://schemas.microsoft.com/office/drawing/2014/main" id="{D17F141D-D9E4-1090-E944-2BA3F56EB8A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EEC4F96-7133-D642-9EE9-8EF3865DFF43}"/>
              </a:ext>
            </a:extLst>
          </p:cNvPr>
          <p:cNvSpPr>
            <a:spLocks noGrp="1"/>
          </p:cNvSpPr>
          <p:nvPr>
            <p:ph type="sldNum" sz="quarter" idx="12"/>
          </p:nvPr>
        </p:nvSpPr>
        <p:spPr/>
        <p:txBody>
          <a:bodyPr/>
          <a:lstStyle/>
          <a:p>
            <a:fld id="{D708F159-ABE9-441A-9DA7-56C844EFEE43}" type="slidenum">
              <a:rPr lang="en-GB" smtClean="0"/>
              <a:t>‹#›</a:t>
            </a:fld>
            <a:endParaRPr lang="en-GB"/>
          </a:p>
        </p:txBody>
      </p:sp>
    </p:spTree>
    <p:extLst>
      <p:ext uri="{BB962C8B-B14F-4D97-AF65-F5344CB8AC3E}">
        <p14:creationId xmlns:p14="http://schemas.microsoft.com/office/powerpoint/2010/main" val="406194483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355556591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Standard w Bullets">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36998"/>
          </a:xfrm>
        </p:spPr>
        <p:txBody>
          <a:bodyPr/>
          <a:lstStyle>
            <a:lvl1pPr>
              <a:defRPr>
                <a:solidFill>
                  <a:srgbClr val="CC0717"/>
                </a:solidFill>
              </a:defRPr>
            </a:lvl1pPr>
          </a:lstStyle>
          <a:p>
            <a:r>
              <a:rPr lang="en-US"/>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D18F47A1-F350-4B12-9FC1-5B9E880A8879}" type="slidenum">
              <a:rPr lang="en-US" smtClean="0">
                <a:solidFill>
                  <a:prstClr val="white"/>
                </a:solidFill>
              </a:rPr>
              <a:pPr/>
              <a:t>‹#›</a:t>
            </a:fld>
            <a:endParaRPr lang="en-US">
              <a:solidFill>
                <a:prstClr val="white"/>
              </a:solidFill>
            </a:endParaRPr>
          </a:p>
        </p:txBody>
      </p:sp>
      <p:sp>
        <p:nvSpPr>
          <p:cNvPr id="6" name="Text Placeholder 2"/>
          <p:cNvSpPr>
            <a:spLocks noGrp="1"/>
          </p:cNvSpPr>
          <p:nvPr>
            <p:ph idx="1"/>
          </p:nvPr>
        </p:nvSpPr>
        <p:spPr>
          <a:xfrm>
            <a:off x="643850" y="893852"/>
            <a:ext cx="10709953" cy="5283111"/>
          </a:xfrm>
          <a:prstGeom prst="rect">
            <a:avLst/>
          </a:prstGeom>
        </p:spPr>
        <p:txBody>
          <a:bodyPr vert="horz" lIns="91440" tIns="45720" rIns="91440" bIns="45720" rtlCol="0">
            <a:normAutofit/>
          </a:bodyPr>
          <a:lstStyle>
            <a:lvl2pPr marL="685800" indent="-228600">
              <a:buFont typeface="Arial" panose="020B0604020202020204" pitchFamily="34" charset="0"/>
              <a:buChar char="−"/>
              <a:defRPr/>
            </a:lvl2pPr>
            <a:lvl3pPr marL="1143000" indent="-228600">
              <a:buFont typeface="Wingdings" panose="05000000000000000000" pitchFamily="2" charset="2"/>
              <a:buChar char="§"/>
              <a:defRPr/>
            </a:lvl3pPr>
            <a:lvl4pPr marL="1600200" indent="-228600">
              <a:buSzPct val="90000"/>
              <a:buFont typeface="Courier New" panose="02070309020205020404" pitchFamily="49" charset="0"/>
              <a:buChar char="o"/>
              <a:defRPr/>
            </a:lvl4pPr>
            <a:lvl5pPr marL="20574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661000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168000" y="295631"/>
            <a:ext cx="3024000" cy="1226177"/>
          </a:xfrm>
          <a:prstGeom prst="rect">
            <a:avLst/>
          </a:prstGeom>
        </p:spPr>
      </p:pic>
    </p:spTree>
    <p:extLst>
      <p:ext uri="{BB962C8B-B14F-4D97-AF65-F5344CB8AC3E}">
        <p14:creationId xmlns:p14="http://schemas.microsoft.com/office/powerpoint/2010/main" val="2424938477"/>
      </p:ext>
    </p:extLst>
  </p:cSld>
  <p:clrMapOvr>
    <a:masterClrMapping/>
  </p:clrMapOvr>
  <p:extLst>
    <p:ext uri="{DCECCB84-F9BA-43D5-87BE-67443E8EF086}">
      <p15:sldGuideLst xmlns:p15="http://schemas.microsoft.com/office/powerpoint/2012/main"/>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pic>
        <p:nvPicPr>
          <p:cNvPr id="5" name="Picture 4" descr="Construction worker cutting through metal">
            <a:extLst>
              <a:ext uri="{FF2B5EF4-FFF2-40B4-BE49-F238E27FC236}">
                <a16:creationId xmlns:a16="http://schemas.microsoft.com/office/drawing/2014/main" id="{29C6EFF9-4E06-4E6E-B36E-95016398A20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548438"/>
          </a:xfrm>
          <a:prstGeom prst="rect">
            <a:avLst/>
          </a:prstGeom>
        </p:spPr>
      </p:pic>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98408" y="260648"/>
            <a:ext cx="3024000" cy="1226177"/>
          </a:xfrm>
          <a:prstGeom prst="rect">
            <a:avLst/>
          </a:prstGeom>
        </p:spPr>
      </p:pic>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to back</a:t>
            </a:r>
          </a:p>
        </p:txBody>
      </p:sp>
    </p:spTree>
    <p:extLst>
      <p:ext uri="{BB962C8B-B14F-4D97-AF65-F5344CB8AC3E}">
        <p14:creationId xmlns:p14="http://schemas.microsoft.com/office/powerpoint/2010/main" val="2923288967"/>
      </p:ext>
    </p:extLst>
  </p:cSld>
  <p:clrMapOvr>
    <a:masterClrMapping/>
  </p:clrMapOvr>
  <p:extLst>
    <p:ext uri="{DCECCB84-F9BA-43D5-87BE-67443E8EF086}">
      <p15:sldGuideLst xmlns:p15="http://schemas.microsoft.com/office/powerpoint/2012/main"/>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to back</a:t>
            </a:r>
          </a:p>
        </p:txBody>
      </p:sp>
      <p:sp>
        <p:nvSpPr>
          <p:cNvPr id="7" name="Picture Placeholder 9">
            <a:extLst>
              <a:ext uri="{FF2B5EF4-FFF2-40B4-BE49-F238E27FC236}">
                <a16:creationId xmlns:a16="http://schemas.microsoft.com/office/drawing/2014/main" id="{081C4918-C9CA-457D-B771-BBF2B621BB8B}"/>
              </a:ext>
            </a:extLst>
          </p:cNvPr>
          <p:cNvSpPr>
            <a:spLocks noGrp="1"/>
          </p:cNvSpPr>
          <p:nvPr>
            <p:ph type="pic" sz="quarter" idx="11"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8" name="Subtitle">
            <a:extLst>
              <a:ext uri="{FF2B5EF4-FFF2-40B4-BE49-F238E27FC236}">
                <a16:creationId xmlns:a16="http://schemas.microsoft.com/office/drawing/2014/main" id="{EC048838-321C-4CDC-B5B5-945F310A2C37}"/>
              </a:ext>
            </a:extLst>
          </p:cNvPr>
          <p:cNvSpPr>
            <a:spLocks noGrp="1"/>
          </p:cNvSpPr>
          <p:nvPr>
            <p:ph type="subTitle" idx="1"/>
          </p:nvPr>
        </p:nvSpPr>
        <p:spPr>
          <a:xfrm>
            <a:off x="404813" y="4561383"/>
            <a:ext cx="477678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9" name="Title">
            <a:extLst>
              <a:ext uri="{FF2B5EF4-FFF2-40B4-BE49-F238E27FC236}">
                <a16:creationId xmlns:a16="http://schemas.microsoft.com/office/drawing/2014/main" id="{5B033218-1FB2-4E4E-8884-28C9C6A32F7A}"/>
              </a:ext>
            </a:extLst>
          </p:cNvPr>
          <p:cNvSpPr>
            <a:spLocks noGrp="1"/>
          </p:cNvSpPr>
          <p:nvPr>
            <p:ph type="ctrTitle"/>
          </p:nvPr>
        </p:nvSpPr>
        <p:spPr>
          <a:xfrm>
            <a:off x="404813" y="3622724"/>
            <a:ext cx="4776787" cy="886397"/>
          </a:xfrm>
        </p:spPr>
        <p:txBody>
          <a:bodyPr wrap="square" lIns="36000" rIns="36000" bIns="0" anchor="b" anchorCtr="0">
            <a:spAutoFit/>
          </a:bodyPr>
          <a:lstStyle>
            <a:lvl1pPr algn="l">
              <a:lnSpc>
                <a:spcPct val="90000"/>
              </a:lnSpc>
              <a:defRPr sz="3200" b="1" baseline="0">
                <a:solidFill>
                  <a:schemeClr val="bg1"/>
                </a:solidFill>
                <a:latin typeface="Ubuntu" panose="020B0504030602030204" pitchFamily="34" charset="0"/>
              </a:defRPr>
            </a:lvl1pPr>
          </a:lstStyle>
          <a:p>
            <a:r>
              <a:rPr lang="en-US"/>
              <a:t>Click to edit Master title style</a:t>
            </a:r>
            <a:endParaRPr lang="en-GB"/>
          </a:p>
        </p:txBody>
      </p:sp>
    </p:spTree>
    <p:extLst>
      <p:ext uri="{BB962C8B-B14F-4D97-AF65-F5344CB8AC3E}">
        <p14:creationId xmlns:p14="http://schemas.microsoft.com/office/powerpoint/2010/main" val="4179677478"/>
      </p:ext>
    </p:extLst>
  </p:cSld>
  <p:clrMapOvr>
    <a:masterClrMapping/>
  </p:clrMapOvr>
  <p:extLst>
    <p:ext uri="{DCECCB84-F9BA-43D5-87BE-67443E8EF086}">
      <p15:sldGuideLst xmlns:p15="http://schemas.microsoft.com/office/powerpoint/2012/main"/>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18361890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2209284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251060138"/>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80868047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64777275"/>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31812430"/>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nchor="t"/>
          <a:lstStyle/>
          <a:p>
            <a:r>
              <a:rPr lang="en-US"/>
              <a:t>Click to edit Master title style</a:t>
            </a:r>
            <a:endParaRPr lang="de-DE"/>
          </a:p>
        </p:txBody>
      </p:sp>
    </p:spTree>
    <p:extLst>
      <p:ext uri="{BB962C8B-B14F-4D97-AF65-F5344CB8AC3E}">
        <p14:creationId xmlns:p14="http://schemas.microsoft.com/office/powerpoint/2010/main" val="294953971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52082024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395163357"/>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479306526"/>
      </p:ext>
    </p:extLst>
  </p:cSld>
  <p:clrMapOvr>
    <a:masterClrMapping/>
  </p:clrMapOvr>
  <p:extLst>
    <p:ext uri="{DCECCB84-F9BA-43D5-87BE-67443E8EF086}">
      <p15:sldGuideLst xmlns:p15="http://schemas.microsoft.com/office/powerpoint/2012/main"/>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616672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791117424"/>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3738572230"/>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606564517"/>
      </p:ext>
    </p:extLst>
  </p:cSld>
  <p:clrMapOvr>
    <a:masterClrMapping/>
  </p:clrMapOvr>
  <p:extLst>
    <p:ext uri="{DCECCB84-F9BA-43D5-87BE-67443E8EF086}">
      <p15:sldGuideLst xmlns:p15="http://schemas.microsoft.com/office/powerpoint/2012/main"/>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361445582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440604304"/>
      </p:ext>
    </p:extLst>
  </p:cSld>
  <p:clrMapOvr>
    <a:masterClrMapping/>
  </p:clrMapOvr>
  <p:extLst>
    <p:ext uri="{DCECCB84-F9BA-43D5-87BE-67443E8EF086}">
      <p15:sldGuideLst xmlns:p15="http://schemas.microsoft.com/office/powerpoint/2012/main"/>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cSld name="2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550200" y="0"/>
            <a:ext cx="5545800" cy="1105200"/>
          </a:xfrm>
        </p:spPr>
        <p:txBody>
          <a:bodyPr vert="horz" lIns="0" tIns="180000" rIns="0" bIns="0" rtlCol="0" anchor="t">
            <a:noAutofit/>
          </a:bodyPr>
          <a:lstStyle>
            <a:lvl1pPr>
              <a:defRPr lang="en-GB" dirty="0"/>
            </a:lvl1pPr>
          </a:lstStyle>
          <a:p>
            <a:pPr lvl="0"/>
            <a:r>
              <a:rPr lang="en-US"/>
              <a:t>Click to edit Master title style</a:t>
            </a:r>
            <a:endParaRPr lang="en-GB"/>
          </a:p>
        </p:txBody>
      </p:sp>
    </p:spTree>
    <p:extLst>
      <p:ext uri="{BB962C8B-B14F-4D97-AF65-F5344CB8AC3E}">
        <p14:creationId xmlns:p14="http://schemas.microsoft.com/office/powerpoint/2010/main" val="2948233135"/>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cSld name="Blank">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111823520"/>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userDrawn="1">
  <p:cSld name="Section A – Narrow">
    <p:spTree>
      <p:nvGrpSpPr>
        <p:cNvPr id="1" name=""/>
        <p:cNvGrpSpPr/>
        <p:nvPr/>
      </p:nvGrpSpPr>
      <p:grpSpPr>
        <a:xfrm>
          <a:off x="0" y="0"/>
          <a:ext cx="0" cy="0"/>
          <a:chOff x="0" y="0"/>
          <a:chExt cx="0" cy="0"/>
        </a:xfrm>
      </p:grpSpPr>
      <p:pic>
        <p:nvPicPr>
          <p:cNvPr id="4" name="Picture 3" descr="Simple concrete texture">
            <a:extLst>
              <a:ext uri="{FF2B5EF4-FFF2-40B4-BE49-F238E27FC236}">
                <a16:creationId xmlns:a16="http://schemas.microsoft.com/office/drawing/2014/main" id="{8F989865-EE8D-4748-9860-2F8CAAFFCAD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0" name="Rectangle 19">
            <a:extLst>
              <a:ext uri="{FF2B5EF4-FFF2-40B4-BE49-F238E27FC236}">
                <a16:creationId xmlns:a16="http://schemas.microsoft.com/office/drawing/2014/main" id="{C883B4EA-D053-4E5C-84C3-EE72BC24E22C}"/>
              </a:ext>
            </a:extLst>
          </p:cNvPr>
          <p:cNvSpPr/>
          <p:nvPr userDrawn="1"/>
        </p:nvSpPr>
        <p:spPr bwMode="white">
          <a:xfrm>
            <a:off x="2655737" y="-1"/>
            <a:ext cx="4585572" cy="6858001"/>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latin typeface="+mj-lt"/>
            </a:endParaRPr>
          </a:p>
        </p:txBody>
      </p:sp>
      <p:sp>
        <p:nvSpPr>
          <p:cNvPr id="14" name="Title 1">
            <a:extLst>
              <a:ext uri="{FF2B5EF4-FFF2-40B4-BE49-F238E27FC236}">
                <a16:creationId xmlns:a16="http://schemas.microsoft.com/office/drawing/2014/main" id="{50A620EA-D7F6-457A-9F84-F5DC18B217C6}"/>
              </a:ext>
            </a:extLst>
          </p:cNvPr>
          <p:cNvSpPr>
            <a:spLocks noGrp="1"/>
          </p:cNvSpPr>
          <p:nvPr>
            <p:ph type="ctrTitle" hasCustomPrompt="1"/>
          </p:nvPr>
        </p:nvSpPr>
        <p:spPr bwMode="invGray">
          <a:xfrm>
            <a:off x="3125940" y="3287890"/>
            <a:ext cx="3641582" cy="11761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lvl1pPr algn="ctr">
              <a:lnSpc>
                <a:spcPct val="100000"/>
              </a:lnSpc>
              <a:defRPr lang="en-US" sz="2500" b="0" cap="all" baseline="0" dirty="0">
                <a:solidFill>
                  <a:schemeClr val="bg1"/>
                </a:solidFill>
                <a:latin typeface="Ubuntu" panose="020B0504030602030204" pitchFamily="34" charset="0"/>
              </a:defRPr>
            </a:lvl1pPr>
          </a:lstStyle>
          <a:p>
            <a:pPr marL="0" lvl="0"/>
            <a:r>
              <a:rPr lang="en-US"/>
              <a:t>SECTION TITLE ALL CAPS, LOREM IPSUM DOLOR AMET.</a:t>
            </a:r>
          </a:p>
        </p:txBody>
      </p:sp>
      <p:pic>
        <p:nvPicPr>
          <p:cNvPr id="6" name="Picture 5">
            <a:extLst>
              <a:ext uri="{FF2B5EF4-FFF2-40B4-BE49-F238E27FC236}">
                <a16:creationId xmlns:a16="http://schemas.microsoft.com/office/drawing/2014/main" id="{4AC2D978-8882-4AFA-86B2-EF5BC2A8530A}"/>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3689968" y="-3920"/>
            <a:ext cx="573846" cy="2946314"/>
          </a:xfrm>
          <a:prstGeom prst="rect">
            <a:avLst/>
          </a:prstGeom>
        </p:spPr>
      </p:pic>
      <p:pic>
        <p:nvPicPr>
          <p:cNvPr id="8" name="Picture 7" descr="A picture containing shape&#10;&#10;Description automatically generated">
            <a:extLst>
              <a:ext uri="{FF2B5EF4-FFF2-40B4-BE49-F238E27FC236}">
                <a16:creationId xmlns:a16="http://schemas.microsoft.com/office/drawing/2014/main" id="{44EDB8CD-D570-4B36-A15F-DD1E361EF259}"/>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4263814" y="1139617"/>
            <a:ext cx="1550027" cy="1808365"/>
          </a:xfrm>
          <a:prstGeom prst="rect">
            <a:avLst/>
          </a:prstGeom>
        </p:spPr>
      </p:pic>
      <p:pic>
        <p:nvPicPr>
          <p:cNvPr id="9" name="Picture 8" descr="A picture containing venn diagram&#10;&#10;Description automatically generated">
            <a:extLst>
              <a:ext uri="{FF2B5EF4-FFF2-40B4-BE49-F238E27FC236}">
                <a16:creationId xmlns:a16="http://schemas.microsoft.com/office/drawing/2014/main" id="{46D3A33D-B870-46A7-9EA1-51B5C4F42F61}"/>
              </a:ext>
            </a:extLst>
          </p:cNvPr>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5814582" y="1137677"/>
            <a:ext cx="2555267" cy="6008579"/>
          </a:xfrm>
          <a:prstGeom prst="rect">
            <a:avLst/>
          </a:prstGeom>
        </p:spPr>
      </p:pic>
      <p:sp>
        <p:nvSpPr>
          <p:cNvPr id="3" name="Text Placeholder 2">
            <a:extLst>
              <a:ext uri="{FF2B5EF4-FFF2-40B4-BE49-F238E27FC236}">
                <a16:creationId xmlns:a16="http://schemas.microsoft.com/office/drawing/2014/main" id="{D19AEC72-27C4-4556-93EC-C7570CE2148B}"/>
              </a:ext>
            </a:extLst>
          </p:cNvPr>
          <p:cNvSpPr>
            <a:spLocks noGrp="1"/>
          </p:cNvSpPr>
          <p:nvPr>
            <p:ph type="body" sz="quarter" idx="10" hasCustomPrompt="1"/>
          </p:nvPr>
        </p:nvSpPr>
        <p:spPr>
          <a:xfrm>
            <a:off x="3125788" y="1600264"/>
            <a:ext cx="3641725" cy="1336675"/>
          </a:xfrm>
          <a:prstGeom prst="rect">
            <a:avLst/>
          </a:prstGeom>
        </p:spPr>
        <p:txBody>
          <a:bodyPr/>
          <a:lstStyle>
            <a:lvl1pPr marL="0" indent="0" algn="ctr">
              <a:buNone/>
              <a:defRPr sz="9600">
                <a:solidFill>
                  <a:srgbClr val="00B9E8"/>
                </a:solidFill>
                <a:latin typeface="Ubuntu" panose="020B0504030602030204" pitchFamily="34" charset="0"/>
              </a:defRPr>
            </a:lvl1pPr>
          </a:lstStyle>
          <a:p>
            <a:pPr lvl="0"/>
            <a:r>
              <a:rPr lang="en-US"/>
              <a:t>1</a:t>
            </a:r>
            <a:endParaRPr lang="en-GB"/>
          </a:p>
        </p:txBody>
      </p:sp>
      <p:grpSp>
        <p:nvGrpSpPr>
          <p:cNvPr id="13" name="Group 37">
            <a:extLst>
              <a:ext uri="{FF2B5EF4-FFF2-40B4-BE49-F238E27FC236}">
                <a16:creationId xmlns:a16="http://schemas.microsoft.com/office/drawing/2014/main" id="{66DB8712-4F4E-4114-B3E8-851145F3E59A}"/>
              </a:ext>
            </a:extLst>
          </p:cNvPr>
          <p:cNvGrpSpPr/>
          <p:nvPr userDrawn="1"/>
        </p:nvGrpSpPr>
        <p:grpSpPr>
          <a:xfrm>
            <a:off x="11559747" y="210928"/>
            <a:ext cx="413177" cy="382296"/>
            <a:chOff x="5481638" y="2859088"/>
            <a:chExt cx="1231900" cy="1139825"/>
          </a:xfrm>
          <a:solidFill>
            <a:schemeClr val="bg1"/>
          </a:solidFill>
        </p:grpSpPr>
        <p:sp>
          <p:nvSpPr>
            <p:cNvPr id="15" name="Freeform 320">
              <a:extLst>
                <a:ext uri="{FF2B5EF4-FFF2-40B4-BE49-F238E27FC236}">
                  <a16:creationId xmlns:a16="http://schemas.microsoft.com/office/drawing/2014/main" id="{46271D6B-FF3D-4B16-807C-A775621A0ED5}"/>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321">
              <a:extLst>
                <a:ext uri="{FF2B5EF4-FFF2-40B4-BE49-F238E27FC236}">
                  <a16:creationId xmlns:a16="http://schemas.microsoft.com/office/drawing/2014/main" id="{19B223FC-79E0-4FBE-B983-062163C65EED}"/>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051371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3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1750"/>
                                  </p:stCondLst>
                                  <p:iterate type="wd">
                                    <p:tmPct val="16667"/>
                                  </p:iterate>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64" presetClass="path" presetSubtype="0" decel="100000" fill="hold" grpId="1" nodeType="withEffect">
                                  <p:stCondLst>
                                    <p:cond delay="1750"/>
                                  </p:stCondLst>
                                  <p:iterate type="wd">
                                    <p:tmPct val="16667"/>
                                  </p:iterate>
                                  <p:childTnLst>
                                    <p:animMotion origin="layout" path="M 8.33333E-7 0.02615 L 8.33333E-7 3.7037E-6 " pathEditMode="relative" rAng="0" ptsTypes="AA">
                                      <p:cBhvr>
                                        <p:cTn id="12" dur="500" fill="hold"/>
                                        <p:tgtEl>
                                          <p:spTgt spid="14"/>
                                        </p:tgtEl>
                                        <p:attrNameLst>
                                          <p:attrName>ppt_x</p:attrName>
                                          <p:attrName>ppt_y</p:attrName>
                                        </p:attrNameLst>
                                      </p:cBhvr>
                                      <p:rCtr x="0" y="-1319"/>
                                    </p:animMotion>
                                  </p:childTnLst>
                                </p:cTn>
                              </p:par>
                              <p:par>
                                <p:cTn id="13" presetID="10" presetClass="entr" presetSubtype="0" fill="hold" grpId="1" nodeType="withEffect">
                                  <p:stCondLst>
                                    <p:cond delay="125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63" presetClass="path" presetSubtype="0" decel="100000" fill="hold" grpId="0" nodeType="withEffect">
                                  <p:stCondLst>
                                    <p:cond delay="1250"/>
                                  </p:stCondLst>
                                  <p:childTnLst>
                                    <p:animMotion origin="layout" path="M -0.05937 0 L -8.33333E-7 0 " pathEditMode="relative" rAng="0" ptsTypes="AA">
                                      <p:cBhvr>
                                        <p:cTn id="17" dur="1100" fill="hold"/>
                                        <p:tgtEl>
                                          <p:spTgt spid="20"/>
                                        </p:tgtEl>
                                        <p:attrNameLst>
                                          <p:attrName>ppt_x</p:attrName>
                                          <p:attrName>ppt_y</p:attrName>
                                        </p:attrNameLst>
                                      </p:cBhvr>
                                      <p:rCtr x="2969" y="0"/>
                                    </p:animMotion>
                                  </p:childTnLst>
                                </p:cTn>
                              </p:par>
                              <p:par>
                                <p:cTn id="18" presetID="22" presetClass="entr" presetSubtype="4" fill="hold" nodeType="withEffect">
                                  <p:stCondLst>
                                    <p:cond delay="200"/>
                                  </p:stCondLst>
                                  <p:childTnLst>
                                    <p:set>
                                      <p:cBhvr>
                                        <p:cTn id="19" dur="1" fill="hold">
                                          <p:stCondLst>
                                            <p:cond delay="0"/>
                                          </p:stCondLst>
                                        </p:cTn>
                                        <p:tgtEl>
                                          <p:spTgt spid="9"/>
                                        </p:tgtEl>
                                        <p:attrNameLst>
                                          <p:attrName>style.visibility</p:attrName>
                                        </p:attrNameLst>
                                      </p:cBhvr>
                                      <p:to>
                                        <p:strVal val="visible"/>
                                      </p:to>
                                    </p:set>
                                    <p:animEffect transition="in" filter="wipe(down)">
                                      <p:cBhvr>
                                        <p:cTn id="20" dur="2200"/>
                                        <p:tgtEl>
                                          <p:spTgt spid="9"/>
                                        </p:tgtEl>
                                      </p:cBhvr>
                                    </p:animEffect>
                                  </p:childTnLst>
                                </p:cTn>
                              </p:par>
                              <p:par>
                                <p:cTn id="21" presetID="22" presetClass="entr" presetSubtype="2" fill="hold" nodeType="withEffect">
                                  <p:stCondLst>
                                    <p:cond delay="2100"/>
                                  </p:stCondLst>
                                  <p:childTnLst>
                                    <p:set>
                                      <p:cBhvr>
                                        <p:cTn id="22" dur="1" fill="hold">
                                          <p:stCondLst>
                                            <p:cond delay="0"/>
                                          </p:stCondLst>
                                        </p:cTn>
                                        <p:tgtEl>
                                          <p:spTgt spid="8"/>
                                        </p:tgtEl>
                                        <p:attrNameLst>
                                          <p:attrName>style.visibility</p:attrName>
                                        </p:attrNameLst>
                                      </p:cBhvr>
                                      <p:to>
                                        <p:strVal val="visible"/>
                                      </p:to>
                                    </p:set>
                                    <p:animEffect transition="in" filter="wipe(right)">
                                      <p:cBhvr>
                                        <p:cTn id="23" dur="1250"/>
                                        <p:tgtEl>
                                          <p:spTgt spid="8"/>
                                        </p:tgtEl>
                                      </p:cBhvr>
                                    </p:animEffect>
                                  </p:childTnLst>
                                </p:cTn>
                              </p:par>
                              <p:par>
                                <p:cTn id="24" presetID="22" presetClass="entr" presetSubtype="4" fill="hold" nodeType="withEffect">
                                  <p:stCondLst>
                                    <p:cond delay="3300"/>
                                  </p:stCondLst>
                                  <p:childTnLst>
                                    <p:set>
                                      <p:cBhvr>
                                        <p:cTn id="25" dur="1" fill="hold">
                                          <p:stCondLst>
                                            <p:cond delay="0"/>
                                          </p:stCondLst>
                                        </p:cTn>
                                        <p:tgtEl>
                                          <p:spTgt spid="6"/>
                                        </p:tgtEl>
                                        <p:attrNameLst>
                                          <p:attrName>style.visibility</p:attrName>
                                        </p:attrNameLst>
                                      </p:cBhvr>
                                      <p:to>
                                        <p:strVal val="visible"/>
                                      </p:to>
                                    </p:set>
                                    <p:animEffect transition="in" filter="wipe(down)">
                                      <p:cBhvr>
                                        <p:cTn id="26" dur="11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14" grpId="0"/>
      <p:bldP spid="14" grpId="1"/>
      <p:bldP spid="3" grpId="0">
        <p:tmplLst>
          <p:tmpl>
            <p:tnLst>
              <p:par>
                <p:cTn presetID="10" presetClass="entr" presetSubtype="0" fill="hold" nodeType="withEffect">
                  <p:stCondLst>
                    <p:cond delay="13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107.xml><?xml version="1.0" encoding="utf-8"?>
<p:sldLayout xmlns:a="http://schemas.openxmlformats.org/drawingml/2006/main" xmlns:r="http://schemas.openxmlformats.org/officeDocument/2006/relationships" xmlns:p="http://schemas.openxmlformats.org/presentationml/2006/main" userDrawn="1">
  <p:cSld name="2_Content Master">
    <p:spTree>
      <p:nvGrpSpPr>
        <p:cNvPr id="1" name=""/>
        <p:cNvGrpSpPr/>
        <p:nvPr/>
      </p:nvGrpSpPr>
      <p:grpSpPr>
        <a:xfrm>
          <a:off x="0" y="0"/>
          <a:ext cx="0" cy="0"/>
          <a:chOff x="0" y="0"/>
          <a:chExt cx="0" cy="0"/>
        </a:xfrm>
      </p:grpSpPr>
      <p:graphicFrame>
        <p:nvGraphicFramePr>
          <p:cNvPr id="3" name="Object 9" hidden="1"/>
          <p:cNvGraphicFramePr>
            <a:graphicFrameLocks noChangeAspect="1"/>
          </p:cNvGraphicFramePr>
          <p:nvPr>
            <p:custDataLst>
              <p:tags r:id="rId1"/>
            </p:custDataLst>
          </p:nvPr>
        </p:nvGraphicFramePr>
        <p:xfrm>
          <a:off x="1" y="3"/>
          <a:ext cx="181708" cy="144463"/>
        </p:xfrm>
        <a:graphic>
          <a:graphicData uri="http://schemas.openxmlformats.org/presentationml/2006/ole">
            <mc:AlternateContent xmlns:mc="http://schemas.openxmlformats.org/markup-compatibility/2006">
              <mc:Choice xmlns:v="urn:schemas-microsoft-com:vml" Requires="v">
                <p:oleObj name="think-cell Slide" r:id="rId3" imgW="360" imgH="360" progId="">
                  <p:embed/>
                </p:oleObj>
              </mc:Choice>
              <mc:Fallback>
                <p:oleObj name="think-cell Slide" r:id="rId3" imgW="360" imgH="360" progId="">
                  <p:embed/>
                  <p:pic>
                    <p:nvPicPr>
                      <p:cNvPr id="3" name="Object 9"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3"/>
                        <a:ext cx="181708" cy="144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84485" y="180327"/>
            <a:ext cx="11083532" cy="859536"/>
          </a:xfrm>
        </p:spPr>
        <p:txBody>
          <a:bodyPr/>
          <a:lstStyle>
            <a:lvl1pPr>
              <a:defRPr sz="2399"/>
            </a:lvl1pPr>
          </a:lstStyle>
          <a:p>
            <a:r>
              <a:rPr lang="en-US" noProof="0"/>
              <a:t>Click to edit Master title style</a:t>
            </a:r>
            <a:endParaRPr lang="en-US"/>
          </a:p>
        </p:txBody>
      </p:sp>
    </p:spTree>
    <p:extLst>
      <p:ext uri="{BB962C8B-B14F-4D97-AF65-F5344CB8AC3E}">
        <p14:creationId xmlns:p14="http://schemas.microsoft.com/office/powerpoint/2010/main" val="3108476830"/>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userDrawn="1">
  <p:cSld name="Blue Background">
    <p:bg>
      <p:bgPr>
        <a:solidFill>
          <a:schemeClr val="accent3"/>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A55E2990-7E30-6749-94EF-7319BED74027}"/>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81836" t="-4713" b="16530"/>
          <a:stretch/>
        </p:blipFill>
        <p:spPr>
          <a:xfrm>
            <a:off x="11571834" y="188064"/>
            <a:ext cx="424356" cy="459624"/>
          </a:xfrm>
          <a:prstGeom prst="rect">
            <a:avLst/>
          </a:prstGeom>
          <a:effectLst>
            <a:outerShdw blurRad="139700" sx="87000" sy="87000" algn="ctr" rotWithShape="0">
              <a:prstClr val="black">
                <a:alpha val="74000"/>
              </a:prstClr>
            </a:outerShdw>
          </a:effectLst>
        </p:spPr>
      </p:pic>
      <p:sp>
        <p:nvSpPr>
          <p:cNvPr id="7" name="Retângulo 43">
            <a:extLst>
              <a:ext uri="{FF2B5EF4-FFF2-40B4-BE49-F238E27FC236}">
                <a16:creationId xmlns:a16="http://schemas.microsoft.com/office/drawing/2014/main" id="{0D6F30A3-FB8E-BF40-9ED4-0266B75CCBAA}"/>
              </a:ext>
            </a:extLst>
          </p:cNvPr>
          <p:cNvSpPr/>
          <p:nvPr userDrawn="1"/>
        </p:nvSpPr>
        <p:spPr>
          <a:xfrm>
            <a:off x="284131" y="6555758"/>
            <a:ext cx="2223686" cy="219456"/>
          </a:xfrm>
          <a:prstGeom prst="rect">
            <a:avLst/>
          </a:prstGeom>
        </p:spPr>
        <p:txBody>
          <a:bodyPr wrap="none" lIns="0" tIns="0" rIns="0" bIns="0" anchor="ctr">
            <a:noAutofit/>
          </a:bodyPr>
          <a:lstStyle/>
          <a:p>
            <a:pPr algn="l"/>
            <a:r>
              <a:rPr lang="en-US" sz="800">
                <a:solidFill>
                  <a:schemeClr val="bg1"/>
                </a:solidFill>
                <a:cs typeface="Arial" panose="020B0604020202020204" pitchFamily="34" charset="0"/>
              </a:rPr>
              <a:t>© 2022 Capgemini. All rights reserved.</a:t>
            </a:r>
          </a:p>
        </p:txBody>
      </p:sp>
      <p:sp>
        <p:nvSpPr>
          <p:cNvPr id="8" name="Retângulo 43">
            <a:extLst>
              <a:ext uri="{FF2B5EF4-FFF2-40B4-BE49-F238E27FC236}">
                <a16:creationId xmlns:a16="http://schemas.microsoft.com/office/drawing/2014/main" id="{24659390-E08F-6B44-B268-E1693324FED2}"/>
              </a:ext>
            </a:extLst>
          </p:cNvPr>
          <p:cNvSpPr/>
          <p:nvPr userDrawn="1"/>
        </p:nvSpPr>
        <p:spPr>
          <a:xfrm>
            <a:off x="11719893" y="6559770"/>
            <a:ext cx="306495" cy="215444"/>
          </a:xfrm>
          <a:prstGeom prst="rect">
            <a:avLst/>
          </a:prstGeom>
        </p:spPr>
        <p:txBody>
          <a:bodyPr wrap="none">
            <a:spAutoFit/>
          </a:bodyPr>
          <a:lstStyle/>
          <a:p>
            <a:pPr algn="r"/>
            <a:fld id="{0502E5A9-B53C-401E-A0E0-4A359BB0A9E5}" type="slidenum">
              <a:rPr lang="en-US" sz="800" smtClean="0">
                <a:solidFill>
                  <a:schemeClr val="bg1"/>
                </a:solidFill>
                <a:cs typeface="Arial" panose="020B0604020202020204" pitchFamily="34" charset="0"/>
              </a:rPr>
              <a:t>‹#›</a:t>
            </a:fld>
            <a:endParaRPr lang="en-US" sz="800">
              <a:solidFill>
                <a:schemeClr val="bg1"/>
              </a:solidFill>
              <a:cs typeface="Arial" panose="020B0604020202020204" pitchFamily="34" charset="0"/>
            </a:endParaRPr>
          </a:p>
        </p:txBody>
      </p:sp>
    </p:spTree>
    <p:extLst>
      <p:ext uri="{BB962C8B-B14F-4D97-AF65-F5344CB8AC3E}">
        <p14:creationId xmlns:p14="http://schemas.microsoft.com/office/powerpoint/2010/main" val="1724053805"/>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userDrawn="1">
  <p:cSld name="L Blue Bar ">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5B0713-B0C4-8344-8449-926A2F202FED}"/>
              </a:ext>
            </a:extLst>
          </p:cNvPr>
          <p:cNvSpPr/>
          <p:nvPr userDrawn="1"/>
        </p:nvSpPr>
        <p:spPr>
          <a:xfrm>
            <a:off x="0" y="0"/>
            <a:ext cx="3391593"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lnSpc>
                <a:spcPct val="90000"/>
              </a:lnSpc>
              <a:spcAft>
                <a:spcPts val="600"/>
              </a:spcAft>
            </a:pPr>
            <a:endParaRPr lang="en-US" sz="3000">
              <a:solidFill>
                <a:schemeClr val="bg1"/>
              </a:solidFill>
              <a:latin typeface="Franklin Gothic Medium" panose="020B0603020102020204" pitchFamily="34" charset="0"/>
            </a:endParaRPr>
          </a:p>
        </p:txBody>
      </p:sp>
      <p:sp>
        <p:nvSpPr>
          <p:cNvPr id="4" name="Retângulo 43">
            <a:extLst>
              <a:ext uri="{FF2B5EF4-FFF2-40B4-BE49-F238E27FC236}">
                <a16:creationId xmlns:a16="http://schemas.microsoft.com/office/drawing/2014/main" id="{E890BB03-F7EB-414B-9DD2-5AD0E7F51BC0}"/>
              </a:ext>
            </a:extLst>
          </p:cNvPr>
          <p:cNvSpPr/>
          <p:nvPr userDrawn="1"/>
        </p:nvSpPr>
        <p:spPr>
          <a:xfrm>
            <a:off x="284131" y="6555758"/>
            <a:ext cx="2223686" cy="219456"/>
          </a:xfrm>
          <a:prstGeom prst="rect">
            <a:avLst/>
          </a:prstGeom>
        </p:spPr>
        <p:txBody>
          <a:bodyPr wrap="none" lIns="0" tIns="0" rIns="0" bIns="0" anchor="ctr">
            <a:noAutofit/>
          </a:bodyPr>
          <a:lstStyle/>
          <a:p>
            <a:pPr algn="l"/>
            <a:r>
              <a:rPr lang="en-US" sz="800">
                <a:solidFill>
                  <a:schemeClr val="bg1"/>
                </a:solidFill>
                <a:cs typeface="Arial" panose="020B0604020202020204" pitchFamily="34" charset="0"/>
              </a:rPr>
              <a:t>© 2022 Capgemini. All rights reserved.</a:t>
            </a:r>
          </a:p>
        </p:txBody>
      </p:sp>
    </p:spTree>
    <p:extLst>
      <p:ext uri="{BB962C8B-B14F-4D97-AF65-F5344CB8AC3E}">
        <p14:creationId xmlns:p14="http://schemas.microsoft.com/office/powerpoint/2010/main" val="569480190"/>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39985555"/>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092473208"/>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USE THIS ONE">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0AD71DBB-784F-460C-A192-55671B86D50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a:extLst>
                          <a:ext uri="{FF2B5EF4-FFF2-40B4-BE49-F238E27FC236}">
                            <a16:creationId xmlns:a16="http://schemas.microsoft.com/office/drawing/2014/main" id="{0AD71DBB-784F-460C-A192-55671B86D50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FC32C0AF-EE0C-4AF7-848F-E6A5B254506F}"/>
              </a:ext>
            </a:extLst>
          </p:cNvPr>
          <p:cNvSpPr/>
          <p:nvPr userDrawn="1">
            <p:custDataLst>
              <p:tags r:id="rId2"/>
            </p:custDataLst>
          </p:nvPr>
        </p:nvSpPr>
        <p:spPr>
          <a:xfrm>
            <a:off x="0" y="0"/>
            <a:ext cx="158750" cy="15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2800" b="0" i="0" baseline="0">
              <a:solidFill>
                <a:schemeClr val="tx1"/>
              </a:solidFill>
              <a:latin typeface="Ubuntu" panose="020B0504030602030204" pitchFamily="34" charset="0"/>
              <a:ea typeface="+mj-ea"/>
              <a:cs typeface="+mj-cs"/>
              <a:sym typeface="Verdana" panose="020B0604030504040204" pitchFamily="34" charset="0"/>
            </a:endParaRPr>
          </a:p>
        </p:txBody>
      </p:sp>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550200" y="1125538"/>
            <a:ext cx="11090938" cy="276999"/>
          </a:xfrm>
        </p:spPr>
        <p:txBody>
          <a:bodyPr>
            <a:spAutoFit/>
          </a:bodyPr>
          <a:lstStyle>
            <a:lvl1pPr>
              <a:defRPr sz="1800">
                <a:solidFill>
                  <a:schemeClr val="accent1"/>
                </a:solidFill>
                <a:latin typeface="+mn-lt"/>
              </a:defRPr>
            </a:lvl1pPr>
          </a:lstStyle>
          <a:p>
            <a:pPr lvl="0"/>
            <a:r>
              <a:rPr lang="en-US"/>
              <a:t>Click to edit Master text styles</a:t>
            </a:r>
          </a:p>
        </p:txBody>
      </p:sp>
      <p:sp>
        <p:nvSpPr>
          <p:cNvPr id="5" name="Text Placeholder 4">
            <a:extLst>
              <a:ext uri="{FF2B5EF4-FFF2-40B4-BE49-F238E27FC236}">
                <a16:creationId xmlns:a16="http://schemas.microsoft.com/office/drawing/2014/main" id="{8822E626-8D4A-4823-A07D-CB58B184F6AA}"/>
              </a:ext>
            </a:extLst>
          </p:cNvPr>
          <p:cNvSpPr>
            <a:spLocks noGrp="1"/>
          </p:cNvSpPr>
          <p:nvPr>
            <p:ph type="body" sz="quarter" idx="16"/>
          </p:nvPr>
        </p:nvSpPr>
        <p:spPr>
          <a:xfrm>
            <a:off x="550863" y="1628775"/>
            <a:ext cx="11090275" cy="4860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7" name="Title 6">
            <a:extLst>
              <a:ext uri="{FF2B5EF4-FFF2-40B4-BE49-F238E27FC236}">
                <a16:creationId xmlns:a16="http://schemas.microsoft.com/office/drawing/2014/main" id="{D0C6E98A-86A2-4C2E-96BE-92ED9F77722C}"/>
              </a:ext>
            </a:extLst>
          </p:cNvPr>
          <p:cNvSpPr>
            <a:spLocks noGrp="1"/>
          </p:cNvSpPr>
          <p:nvPr>
            <p:ph type="title"/>
          </p:nvPr>
        </p:nvSpPr>
        <p:spPr/>
        <p:txBody>
          <a:bodyPr/>
          <a:lstStyle>
            <a:lvl1pPr>
              <a:defRPr sz="2400"/>
            </a:lvl1pPr>
          </a:lstStyle>
          <a:p>
            <a:r>
              <a:rPr lang="en-US"/>
              <a:t>Click to edit Master title style</a:t>
            </a:r>
            <a:endParaRPr lang="de-DE"/>
          </a:p>
        </p:txBody>
      </p:sp>
    </p:spTree>
    <p:extLst>
      <p:ext uri="{BB962C8B-B14F-4D97-AF65-F5344CB8AC3E}">
        <p14:creationId xmlns:p14="http://schemas.microsoft.com/office/powerpoint/2010/main" val="4127984155"/>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012554595"/>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userDrawn="1">
  <p:cSld name="Dark grey">
    <p:bg>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3144558"/>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userDrawn="1">
  <p:cSld name="Title, subtitle and content">
    <p:bg>
      <p:bgPr>
        <a:solidFill>
          <a:schemeClr val="bg2"/>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98D8912F-156D-4144-95D6-C030BED3A0F3}"/>
              </a:ext>
            </a:extLst>
          </p:cNvPr>
          <p:cNvSpPr>
            <a:spLocks noGrp="1"/>
          </p:cNvSpPr>
          <p:nvPr>
            <p:ph type="body" sz="quarter" idx="10"/>
          </p:nvPr>
        </p:nvSpPr>
        <p:spPr>
          <a:xfrm>
            <a:off x="550200" y="1815351"/>
            <a:ext cx="11091600" cy="4466201"/>
          </a:xfrm>
          <a:prstGeom prst="rect">
            <a:avLst/>
          </a:prstGeom>
        </p:spPr>
        <p:txBody>
          <a:bodyPr lIns="0" tIns="0" rIns="0" bIns="0" numCol="1">
            <a:normAutofit/>
          </a:bodyPr>
          <a:lstStyle>
            <a:lvl1pPr>
              <a:spcBef>
                <a:spcPts val="600"/>
              </a:spcBef>
              <a:defRPr sz="2000"/>
            </a:lvl1pPr>
            <a:lvl2pPr marL="273050" indent="-273050">
              <a:spcBef>
                <a:spcPts val="600"/>
              </a:spcBef>
              <a:defRPr sz="1800"/>
            </a:lvl2pPr>
            <a:lvl3pPr marL="531813" indent="-258763">
              <a:spcBef>
                <a:spcPts val="600"/>
              </a:spcBef>
              <a:buClr>
                <a:schemeClr val="accent1"/>
              </a:buClr>
              <a:defRPr sz="1600"/>
            </a:lvl3pPr>
            <a:lvl4pPr marL="723900" indent="-192088">
              <a:spcBef>
                <a:spcPts val="600"/>
              </a:spcBef>
              <a:buClr>
                <a:schemeClr val="accent1"/>
              </a:buClr>
              <a:defRPr sz="14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Espace réservé du texte 4">
            <a:extLst>
              <a:ext uri="{FF2B5EF4-FFF2-40B4-BE49-F238E27FC236}">
                <a16:creationId xmlns:a16="http://schemas.microsoft.com/office/drawing/2014/main" id="{F077FA37-1306-CD45-A29B-E15565294EAF}"/>
              </a:ext>
            </a:extLst>
          </p:cNvPr>
          <p:cNvSpPr>
            <a:spLocks noGrp="1"/>
          </p:cNvSpPr>
          <p:nvPr>
            <p:ph type="body" sz="quarter" idx="11" hasCustomPrompt="1"/>
          </p:nvPr>
        </p:nvSpPr>
        <p:spPr>
          <a:xfrm>
            <a:off x="550200" y="1148607"/>
            <a:ext cx="11091600" cy="504056"/>
          </a:xfrm>
          <a:prstGeom prst="rect">
            <a:avLst/>
          </a:prstGeom>
        </p:spPr>
        <p:txBody>
          <a:bodyPr lIns="0" tIns="0" rIns="0" bIns="0">
            <a:normAutofit/>
          </a:bodyPr>
          <a:lstStyle>
            <a:lvl1pPr>
              <a:spcBef>
                <a:spcPts val="0"/>
              </a:spcBef>
              <a:defRPr sz="2200" spc="-110" baseline="0">
                <a:solidFill>
                  <a:schemeClr val="accent1"/>
                </a:solidFill>
                <a:latin typeface="+mj-lt"/>
              </a:defRPr>
            </a:lvl1pPr>
          </a:lstStyle>
          <a:p>
            <a:pPr lvl="0"/>
            <a:r>
              <a:rPr lang="en-US"/>
              <a:t>Click to edit Master subtitle styles</a:t>
            </a:r>
          </a:p>
        </p:txBody>
      </p:sp>
      <p:sp>
        <p:nvSpPr>
          <p:cNvPr id="4" name="Title 3">
            <a:extLst>
              <a:ext uri="{FF2B5EF4-FFF2-40B4-BE49-F238E27FC236}">
                <a16:creationId xmlns:a16="http://schemas.microsoft.com/office/drawing/2014/main" id="{E4781F08-E2A8-D54B-9C2A-486D5A8C428C}"/>
              </a:ext>
            </a:extLst>
          </p:cNvPr>
          <p:cNvSpPr>
            <a:spLocks noGrp="1"/>
          </p:cNvSpPr>
          <p:nvPr>
            <p:ph type="title"/>
          </p:nvPr>
        </p:nvSpPr>
        <p:spPr>
          <a:xfrm>
            <a:off x="548640" y="0"/>
            <a:ext cx="11091672" cy="1106424"/>
          </a:xfrm>
          <a:prstGeom prst="rect">
            <a:avLst/>
          </a:prstGeom>
        </p:spPr>
        <p:txBody>
          <a:bodyPr vert="horz" lIns="0" tIns="180000" rIns="0" bIns="0" rtlCol="0" anchor="t">
            <a:noAutofit/>
          </a:bodyPr>
          <a:lstStyle>
            <a:lvl1pPr>
              <a:defRPr lang="en-US"/>
            </a:lvl1pPr>
          </a:lstStyle>
          <a:p>
            <a:pPr lvl="0">
              <a:spcBef>
                <a:spcPts val="0"/>
              </a:spcBef>
            </a:pPr>
            <a:r>
              <a:rPr lang="en-US"/>
              <a:t>Click to edit Master title style</a:t>
            </a:r>
          </a:p>
        </p:txBody>
      </p:sp>
    </p:spTree>
    <p:extLst>
      <p:ext uri="{BB962C8B-B14F-4D97-AF65-F5344CB8AC3E}">
        <p14:creationId xmlns:p14="http://schemas.microsoft.com/office/powerpoint/2010/main" val="2467504884"/>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userDrawn="1">
  <p:cSld name="Standard w Bullets">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36998"/>
          </a:xfrm>
        </p:spPr>
        <p:txBody>
          <a:bodyPr/>
          <a:lstStyle>
            <a:lvl1pPr>
              <a:defRPr>
                <a:solidFill>
                  <a:srgbClr val="CC0717"/>
                </a:solidFill>
              </a:defRPr>
            </a:lvl1pPr>
          </a:lstStyle>
          <a:p>
            <a:r>
              <a:rPr lang="en-US"/>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D18F47A1-F350-4B12-9FC1-5B9E880A8879}" type="slidenum">
              <a:rPr lang="en-US" smtClean="0">
                <a:solidFill>
                  <a:prstClr val="white"/>
                </a:solidFill>
              </a:rPr>
              <a:pPr/>
              <a:t>‹#›</a:t>
            </a:fld>
            <a:endParaRPr lang="en-US">
              <a:solidFill>
                <a:prstClr val="white"/>
              </a:solidFill>
            </a:endParaRPr>
          </a:p>
        </p:txBody>
      </p:sp>
      <p:sp>
        <p:nvSpPr>
          <p:cNvPr id="6" name="Text Placeholder 2"/>
          <p:cNvSpPr>
            <a:spLocks noGrp="1"/>
          </p:cNvSpPr>
          <p:nvPr>
            <p:ph idx="1"/>
          </p:nvPr>
        </p:nvSpPr>
        <p:spPr>
          <a:xfrm>
            <a:off x="643850" y="893852"/>
            <a:ext cx="10709953" cy="5283111"/>
          </a:xfrm>
          <a:prstGeom prst="rect">
            <a:avLst/>
          </a:prstGeom>
        </p:spPr>
        <p:txBody>
          <a:bodyPr vert="horz" lIns="91440" tIns="45720" rIns="91440" bIns="45720" rtlCol="0">
            <a:normAutofit/>
          </a:bodyPr>
          <a:lstStyle>
            <a:lvl2pPr marL="685800" indent="-228600">
              <a:buFont typeface="Arial" panose="020B0604020202020204" pitchFamily="34" charset="0"/>
              <a:buChar char="−"/>
              <a:defRPr/>
            </a:lvl2pPr>
            <a:lvl3pPr marL="1143000" indent="-228600">
              <a:buFont typeface="Wingdings" panose="05000000000000000000" pitchFamily="2" charset="2"/>
              <a:buChar char="§"/>
              <a:defRPr/>
            </a:lvl3pPr>
            <a:lvl4pPr marL="1600200" indent="-228600">
              <a:buSzPct val="90000"/>
              <a:buFont typeface="Courier New" panose="02070309020205020404" pitchFamily="49" charset="0"/>
              <a:buChar char="o"/>
              <a:defRPr/>
            </a:lvl4pPr>
            <a:lvl5pPr marL="20574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1733551" y="6400799"/>
            <a:ext cx="8724899" cy="457201"/>
          </a:xfrm>
          <a:prstGeom prst="rect">
            <a:avLst/>
          </a:prstGeom>
          <a:noFill/>
        </p:spPr>
        <p:txBody>
          <a:bodyPr vert="horz" lIns="365760" tIns="45720" rIns="91440" bIns="45720" rtlCol="0" anchor="ctr" anchorCtr="0"/>
          <a:lstStyle>
            <a:lvl1pPr algn="ctr">
              <a:defRPr lang="en-US" sz="1100" smtClean="0">
                <a:effectLst>
                  <a:outerShdw blurRad="38100" dist="38100" dir="2700000" algn="tl">
                    <a:srgbClr val="000000">
                      <a:alpha val="43137"/>
                    </a:srgbClr>
                  </a:outerShdw>
                </a:effectLst>
              </a:defRPr>
            </a:lvl1pPr>
          </a:lstStyle>
          <a:p>
            <a:r>
              <a:rPr lang="en-US">
                <a:solidFill>
                  <a:prstClr val="white"/>
                </a:solidFill>
              </a:rPr>
              <a:t>Grange </a:t>
            </a:r>
            <a:r>
              <a:rPr>
                <a:solidFill>
                  <a:prstClr val="white"/>
                </a:solidFill>
              </a:rPr>
              <a:t> CONFIDENTIAL INFORMATION</a:t>
            </a:r>
          </a:p>
          <a:p>
            <a:r>
              <a:rPr>
                <a:solidFill>
                  <a:prstClr val="white"/>
                </a:solidFill>
              </a:rPr>
              <a:t>- Distribution on a Business Need to Know Basis Only -</a:t>
            </a:r>
          </a:p>
        </p:txBody>
      </p:sp>
    </p:spTree>
    <p:extLst>
      <p:ext uri="{BB962C8B-B14F-4D97-AF65-F5344CB8AC3E}">
        <p14:creationId xmlns:p14="http://schemas.microsoft.com/office/powerpoint/2010/main" val="1924792472"/>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CE4F9-B3B6-4E6A-8643-25866583572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17CB26E-34D1-475B-AB64-468E5AFF66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7F40A5F7-0D71-4EF4-87CB-4316F2AA44D3}"/>
              </a:ext>
            </a:extLst>
          </p:cNvPr>
          <p:cNvSpPr>
            <a:spLocks noGrp="1"/>
          </p:cNvSpPr>
          <p:nvPr>
            <p:ph type="dt" sz="half" idx="10"/>
          </p:nvPr>
        </p:nvSpPr>
        <p:spPr/>
        <p:txBody>
          <a:bodyPr/>
          <a:lstStyle/>
          <a:p>
            <a:fld id="{44E66089-E423-4D92-BA52-53983702B7FE}" type="datetimeFigureOut">
              <a:rPr lang="en-GB" smtClean="0"/>
              <a:t>06/08/2024</a:t>
            </a:fld>
            <a:endParaRPr lang="en-GB"/>
          </a:p>
        </p:txBody>
      </p:sp>
      <p:sp>
        <p:nvSpPr>
          <p:cNvPr id="5" name="Footer Placeholder 4">
            <a:extLst>
              <a:ext uri="{FF2B5EF4-FFF2-40B4-BE49-F238E27FC236}">
                <a16:creationId xmlns:a16="http://schemas.microsoft.com/office/drawing/2014/main" id="{EAC84C48-F095-4992-B6DF-20428F15BEE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B93A0EF-7912-4C0A-B829-D30E82EBE665}"/>
              </a:ext>
            </a:extLst>
          </p:cNvPr>
          <p:cNvSpPr>
            <a:spLocks noGrp="1"/>
          </p:cNvSpPr>
          <p:nvPr>
            <p:ph type="sldNum" sz="quarter" idx="12"/>
          </p:nvPr>
        </p:nvSpPr>
        <p:spPr/>
        <p:txBody>
          <a:bodyPr/>
          <a:lstStyle/>
          <a:p>
            <a:fld id="{F9A2B593-8181-44ED-9949-8D8F477B6F9C}" type="slidenum">
              <a:rPr lang="en-GB" smtClean="0"/>
              <a:t>‹#›</a:t>
            </a:fld>
            <a:endParaRPr lang="en-GB"/>
          </a:p>
        </p:txBody>
      </p:sp>
    </p:spTree>
    <p:extLst>
      <p:ext uri="{BB962C8B-B14F-4D97-AF65-F5344CB8AC3E}">
        <p14:creationId xmlns:p14="http://schemas.microsoft.com/office/powerpoint/2010/main" val="2200755770"/>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D4934-158F-8215-F3FF-1BD3FE5977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69751E-AAEA-32F8-E97A-E7344DE910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802BF7-1EDF-413A-70F1-869C01B5DAD4}"/>
              </a:ext>
            </a:extLst>
          </p:cNvPr>
          <p:cNvSpPr>
            <a:spLocks noGrp="1"/>
          </p:cNvSpPr>
          <p:nvPr>
            <p:ph type="dt" sz="half" idx="10"/>
          </p:nvPr>
        </p:nvSpPr>
        <p:spPr/>
        <p:txBody>
          <a:bodyPr/>
          <a:lstStyle/>
          <a:p>
            <a:fld id="{AA34BEBE-2228-6744-BE97-B19D1AF5F2D9}" type="datetimeFigureOut">
              <a:rPr lang="en-US" smtClean="0"/>
              <a:t>8/6/2024</a:t>
            </a:fld>
            <a:endParaRPr lang="en-US"/>
          </a:p>
        </p:txBody>
      </p:sp>
      <p:sp>
        <p:nvSpPr>
          <p:cNvPr id="5" name="Footer Placeholder 4">
            <a:extLst>
              <a:ext uri="{FF2B5EF4-FFF2-40B4-BE49-F238E27FC236}">
                <a16:creationId xmlns:a16="http://schemas.microsoft.com/office/drawing/2014/main" id="{1559570D-9073-30FA-E96D-2170E6D45E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26BEBD-2207-0370-B0E8-7039908710FC}"/>
              </a:ext>
            </a:extLst>
          </p:cNvPr>
          <p:cNvSpPr>
            <a:spLocks noGrp="1"/>
          </p:cNvSpPr>
          <p:nvPr>
            <p:ph type="sldNum" sz="quarter" idx="12"/>
          </p:nvPr>
        </p:nvSpPr>
        <p:spPr/>
        <p:txBody>
          <a:bodyPr/>
          <a:lstStyle/>
          <a:p>
            <a:fld id="{582E6ADB-CB25-8542-B868-ADAC2ADB8022}" type="slidenum">
              <a:rPr lang="en-US" smtClean="0"/>
              <a:t>‹#›</a:t>
            </a:fld>
            <a:endParaRPr lang="en-US"/>
          </a:p>
        </p:txBody>
      </p:sp>
    </p:spTree>
    <p:extLst>
      <p:ext uri="{BB962C8B-B14F-4D97-AF65-F5344CB8AC3E}">
        <p14:creationId xmlns:p14="http://schemas.microsoft.com/office/powerpoint/2010/main" val="3255109704"/>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6692022"/>
      </p:ext>
    </p:extLst>
  </p:cSld>
  <p:clrMapOvr>
    <a:masterClrMapping/>
  </p:clrMapOvr>
  <p:extLst>
    <p:ext uri="{DCECCB84-F9BA-43D5-87BE-67443E8EF086}">
      <p15:sldGuideLst xmlns:p15="http://schemas.microsoft.com/office/powerpoint/2012/main"/>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2351366594"/>
      </p:ext>
    </p:extLst>
  </p:cSld>
  <p:clrMapOvr>
    <a:masterClrMapping/>
  </p:clrMapOvr>
  <p:extLst>
    <p:ext uri="{DCECCB84-F9BA-43D5-87BE-67443E8EF086}">
      <p15:sldGuideLst xmlns:p15="http://schemas.microsoft.com/office/powerpoint/2012/main"/>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388735221"/>
      </p:ext>
    </p:extLst>
  </p:cSld>
  <p:clrMapOvr>
    <a:masterClrMapping/>
  </p:clrMapOvr>
  <p:extLst>
    <p:ext uri="{DCECCB84-F9BA-43D5-87BE-67443E8EF086}">
      <p15:sldGuideLst xmlns:p15="http://schemas.microsoft.com/office/powerpoint/2012/main"/>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Tree>
    <p:extLst>
      <p:ext uri="{BB962C8B-B14F-4D97-AF65-F5344CB8AC3E}">
        <p14:creationId xmlns:p14="http://schemas.microsoft.com/office/powerpoint/2010/main" val="3741968054"/>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126970175"/>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894985762"/>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69839246"/>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03486162"/>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773713602"/>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15736813"/>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2387847710"/>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2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187906134"/>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41763886"/>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2069556871"/>
      </p:ext>
    </p:extLst>
  </p:cSld>
  <p:clrMapOvr>
    <a:masterClrMapping/>
  </p:clrMapOvr>
  <p:extLst>
    <p:ext uri="{DCECCB84-F9BA-43D5-87BE-67443E8EF086}">
      <p15:sldGuideLst xmlns:p15="http://schemas.microsoft.com/office/powerpoint/2012/main"/>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896523904"/>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6805629"/>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861677787"/>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1496281948"/>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3229688494"/>
      </p:ext>
    </p:extLst>
  </p:cSld>
  <p:clrMapOvr>
    <a:masterClrMapping/>
  </p:clrMapOvr>
  <p:extLst>
    <p:ext uri="{DCECCB84-F9BA-43D5-87BE-67443E8EF086}">
      <p15:sldGuideLst xmlns:p15="http://schemas.microsoft.com/office/powerpoint/2012/main"/>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3620580479"/>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301367345"/>
      </p:ext>
    </p:extLst>
  </p:cSld>
  <p:clrMapOvr>
    <a:masterClrMapping/>
  </p:clrMapOvr>
  <p:extLst>
    <p:ext uri="{DCECCB84-F9BA-43D5-87BE-67443E8EF086}">
      <p15:sldGuideLst xmlns:p15="http://schemas.microsoft.com/office/powerpoint/2012/main"/>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285063866"/>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userDrawn="1">
  <p:cSld name="Standard w Bullets">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36998"/>
          </a:xfrm>
        </p:spPr>
        <p:txBody>
          <a:bodyPr/>
          <a:lstStyle>
            <a:lvl1pPr>
              <a:defRPr>
                <a:solidFill>
                  <a:srgbClr val="CC0717"/>
                </a:solidFill>
              </a:defRPr>
            </a:lvl1pPr>
          </a:lstStyle>
          <a:p>
            <a:r>
              <a:rPr lang="en-US"/>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D18F47A1-F350-4B12-9FC1-5B9E880A8879}" type="slidenum">
              <a:rPr lang="en-US" smtClean="0">
                <a:solidFill>
                  <a:prstClr val="white"/>
                </a:solidFill>
              </a:rPr>
              <a:pPr/>
              <a:t>‹#›</a:t>
            </a:fld>
            <a:endParaRPr lang="en-US">
              <a:solidFill>
                <a:prstClr val="white"/>
              </a:solidFill>
            </a:endParaRPr>
          </a:p>
        </p:txBody>
      </p:sp>
      <p:sp>
        <p:nvSpPr>
          <p:cNvPr id="6" name="Text Placeholder 2"/>
          <p:cNvSpPr>
            <a:spLocks noGrp="1"/>
          </p:cNvSpPr>
          <p:nvPr>
            <p:ph idx="1"/>
          </p:nvPr>
        </p:nvSpPr>
        <p:spPr>
          <a:xfrm>
            <a:off x="643850" y="893852"/>
            <a:ext cx="10709953" cy="5283111"/>
          </a:xfrm>
          <a:prstGeom prst="rect">
            <a:avLst/>
          </a:prstGeom>
        </p:spPr>
        <p:txBody>
          <a:bodyPr vert="horz" lIns="91440" tIns="45720" rIns="91440" bIns="45720" rtlCol="0">
            <a:normAutofit/>
          </a:bodyPr>
          <a:lstStyle>
            <a:lvl2pPr marL="685800" indent="-228600">
              <a:buFont typeface="Arial" panose="020B0604020202020204" pitchFamily="34" charset="0"/>
              <a:buChar char="−"/>
              <a:defRPr/>
            </a:lvl2pPr>
            <a:lvl3pPr marL="1143000" indent="-228600">
              <a:buFont typeface="Wingdings" panose="05000000000000000000" pitchFamily="2" charset="2"/>
              <a:buChar char="§"/>
              <a:defRPr/>
            </a:lvl3pPr>
            <a:lvl4pPr marL="1600200" indent="-228600">
              <a:buSzPct val="90000"/>
              <a:buFont typeface="Courier New" panose="02070309020205020404" pitchFamily="49" charset="0"/>
              <a:buChar char="o"/>
              <a:defRPr/>
            </a:lvl4pPr>
            <a:lvl5pPr marL="20574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1733551" y="6400799"/>
            <a:ext cx="8724899" cy="457201"/>
          </a:xfrm>
          <a:prstGeom prst="rect">
            <a:avLst/>
          </a:prstGeom>
          <a:noFill/>
        </p:spPr>
        <p:txBody>
          <a:bodyPr vert="horz" lIns="365760" tIns="45720" rIns="91440" bIns="45720" rtlCol="0" anchor="ctr" anchorCtr="0"/>
          <a:lstStyle>
            <a:lvl1pPr algn="ctr">
              <a:defRPr lang="en-US" sz="1100" smtClean="0">
                <a:effectLst>
                  <a:outerShdw blurRad="38100" dist="38100" dir="2700000" algn="tl">
                    <a:srgbClr val="000000">
                      <a:alpha val="43137"/>
                    </a:srgbClr>
                  </a:outerShdw>
                </a:effectLst>
              </a:defRPr>
            </a:lvl1pPr>
          </a:lstStyle>
          <a:p>
            <a:r>
              <a:rPr lang="en-US">
                <a:solidFill>
                  <a:prstClr val="white"/>
                </a:solidFill>
              </a:rPr>
              <a:t>Grange </a:t>
            </a:r>
            <a:r>
              <a:rPr>
                <a:solidFill>
                  <a:prstClr val="white"/>
                </a:solidFill>
              </a:rPr>
              <a:t> CONFIDENTIAL INFORMATION</a:t>
            </a:r>
          </a:p>
          <a:p>
            <a:r>
              <a:rPr>
                <a:solidFill>
                  <a:prstClr val="white"/>
                </a:solidFill>
              </a:rPr>
              <a:t>- Distribution on a Business Need to Know Basis Only -</a:t>
            </a:r>
          </a:p>
        </p:txBody>
      </p:sp>
    </p:spTree>
    <p:extLst>
      <p:ext uri="{BB962C8B-B14F-4D97-AF65-F5344CB8AC3E}">
        <p14:creationId xmlns:p14="http://schemas.microsoft.com/office/powerpoint/2010/main" val="447074603"/>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9C1A3-FC1C-F605-49FC-B80D37DB0A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E36E5AA-DE50-F516-9658-18419D98F7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9415E53-41B5-1D69-AB6C-CCCB2B7866AA}"/>
              </a:ext>
            </a:extLst>
          </p:cNvPr>
          <p:cNvSpPr>
            <a:spLocks noGrp="1"/>
          </p:cNvSpPr>
          <p:nvPr>
            <p:ph type="dt" sz="half" idx="10"/>
          </p:nvPr>
        </p:nvSpPr>
        <p:spPr/>
        <p:txBody>
          <a:bodyPr/>
          <a:lstStyle/>
          <a:p>
            <a:fld id="{D334C3A3-F993-414A-AAF8-8E9919339753}" type="datetimeFigureOut">
              <a:rPr lang="en-GB" smtClean="0"/>
              <a:t>06/08/2024</a:t>
            </a:fld>
            <a:endParaRPr lang="en-GB"/>
          </a:p>
        </p:txBody>
      </p:sp>
      <p:sp>
        <p:nvSpPr>
          <p:cNvPr id="5" name="Footer Placeholder 4">
            <a:extLst>
              <a:ext uri="{FF2B5EF4-FFF2-40B4-BE49-F238E27FC236}">
                <a16:creationId xmlns:a16="http://schemas.microsoft.com/office/drawing/2014/main" id="{81D16740-5142-4C09-E754-7566CBF48F9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E8E1DE6-F73C-E6A0-B302-B817502CD791}"/>
              </a:ext>
            </a:extLst>
          </p:cNvPr>
          <p:cNvSpPr>
            <a:spLocks noGrp="1"/>
          </p:cNvSpPr>
          <p:nvPr>
            <p:ph type="sldNum" sz="quarter" idx="12"/>
          </p:nvPr>
        </p:nvSpPr>
        <p:spPr/>
        <p:txBody>
          <a:bodyPr/>
          <a:lstStyle/>
          <a:p>
            <a:fld id="{3DD1359A-EC5E-4808-B5BC-F041E20EB9D7}" type="slidenum">
              <a:rPr lang="en-GB" smtClean="0"/>
              <a:t>‹#›</a:t>
            </a:fld>
            <a:endParaRPr lang="en-GB"/>
          </a:p>
        </p:txBody>
      </p:sp>
    </p:spTree>
    <p:extLst>
      <p:ext uri="{BB962C8B-B14F-4D97-AF65-F5344CB8AC3E}">
        <p14:creationId xmlns:p14="http://schemas.microsoft.com/office/powerpoint/2010/main" val="1837477402"/>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userDrawn="1">
  <p:cSld name="Title &amp; Content (ONE COL)">
    <p:spTree>
      <p:nvGrpSpPr>
        <p:cNvPr id="1" name=""/>
        <p:cNvGrpSpPr/>
        <p:nvPr/>
      </p:nvGrpSpPr>
      <p:grpSpPr>
        <a:xfrm>
          <a:off x="0" y="0"/>
          <a:ext cx="0" cy="0"/>
          <a:chOff x="0" y="0"/>
          <a:chExt cx="0" cy="0"/>
        </a:xfrm>
      </p:grpSpPr>
      <p:sp>
        <p:nvSpPr>
          <p:cNvPr id="3" name="Content Placeholder 2"/>
          <p:cNvSpPr>
            <a:spLocks noGrp="1"/>
          </p:cNvSpPr>
          <p:nvPr>
            <p:ph idx="1"/>
          </p:nvPr>
        </p:nvSpPr>
        <p:spPr>
          <a:xfrm>
            <a:off x="479425" y="1828801"/>
            <a:ext cx="11268075" cy="4114800"/>
          </a:xfrm>
        </p:spPr>
        <p:txBody>
          <a:bodyPr numCol="1">
            <a:noAutofit/>
          </a:bodyPr>
          <a:lstStyle>
            <a:lvl1pPr marL="0" marR="0" indent="0" algn="l" defTabSz="914377" rtl="0" eaLnBrk="1" fontAlgn="auto" latinLnBrk="0" hangingPunct="1">
              <a:lnSpc>
                <a:spcPct val="100000"/>
              </a:lnSpc>
              <a:spcBef>
                <a:spcPts val="1800"/>
              </a:spcBef>
              <a:spcAft>
                <a:spcPts val="0"/>
              </a:spcAft>
              <a:buClr>
                <a:srgbClr val="0028A0"/>
              </a:buClr>
              <a:buSzTx/>
              <a:buFont typeface="Arial" panose="020B0604020202020204" pitchFamily="34" charset="0"/>
              <a:buNone/>
              <a:tabLst/>
              <a:defRPr/>
            </a:lvl1pPr>
            <a:lvl2pPr marL="288918" marR="0"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2pPr>
            <a:lvl3pPr marL="517512" marR="0" indent="-28415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3pPr>
            <a:lvl4pPr marL="746107" marR="0" indent="-29050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4pPr>
            <a:lvl5pPr marL="974701" marR="0"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5pPr>
          </a:lstStyle>
          <a:p>
            <a:pPr marL="0" marR="0" lvl="0" indent="0" algn="l" defTabSz="914377" rtl="0" eaLnBrk="1" fontAlgn="auto" latinLnBrk="0" hangingPunct="1">
              <a:lnSpc>
                <a:spcPct val="100000"/>
              </a:lnSpc>
              <a:spcBef>
                <a:spcPts val="1200"/>
              </a:spcBef>
              <a:spcAft>
                <a:spcPts val="0"/>
              </a:spcAft>
              <a:buClr>
                <a:srgbClr val="0028A0"/>
              </a:buClr>
              <a:buSzTx/>
              <a:buFont typeface="Arial" panose="020B0604020202020204" pitchFamily="34" charset="0"/>
              <a:buNone/>
              <a:tabLst/>
              <a:defRPr/>
            </a:pPr>
            <a:r>
              <a:rPr kumimoji="0" lang="en-US" sz="2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8918" marR="0" lvl="1"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mn-lt"/>
                <a:ea typeface="+mn-ea"/>
                <a:cs typeface="+mn-cs"/>
              </a:rPr>
              <a:t>Second level</a:t>
            </a:r>
          </a:p>
          <a:p>
            <a:pPr marL="517512" marR="0" lvl="2" indent="-28415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mn-lt"/>
                <a:ea typeface="+mn-ea"/>
                <a:cs typeface="+mn-cs"/>
              </a:rPr>
              <a:t>Third level</a:t>
            </a:r>
          </a:p>
          <a:p>
            <a:pPr marL="746107" marR="0" lvl="3" indent="-29050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mn-lt"/>
                <a:ea typeface="+mn-ea"/>
                <a:cs typeface="+mn-cs"/>
              </a:rPr>
              <a:t>Fourth level</a:t>
            </a:r>
          </a:p>
          <a:p>
            <a:pPr marL="974701" marR="0" lvl="4"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4" name="Text Placeholder 3"/>
          <p:cNvSpPr>
            <a:spLocks noGrp="1"/>
          </p:cNvSpPr>
          <p:nvPr>
            <p:ph type="body" sz="quarter" idx="10"/>
          </p:nvPr>
        </p:nvSpPr>
        <p:spPr>
          <a:xfrm>
            <a:off x="479425" y="1080375"/>
            <a:ext cx="11268075" cy="430887"/>
          </a:xfrm>
        </p:spPr>
        <p:txBody>
          <a:bodyPr wrap="square" numCol="1">
            <a:spAutoFit/>
          </a:bodyPr>
          <a:lstStyle>
            <a:lvl1pPr>
              <a:lnSpc>
                <a:spcPct val="100000"/>
              </a:lnSpc>
              <a:spcBef>
                <a:spcPts val="0"/>
              </a:spcBef>
              <a:defRPr sz="2800">
                <a:solidFill>
                  <a:schemeClr val="bg2">
                    <a:lumMod val="65000"/>
                    <a:lumOff val="35000"/>
                  </a:schemeClr>
                </a:solidFill>
              </a:defRPr>
            </a:lvl1pPr>
            <a:lvl2pPr>
              <a:defRPr sz="2400"/>
            </a:lvl2pPr>
            <a:lvl3pPr>
              <a:defRPr sz="2400"/>
            </a:lvl3pPr>
            <a:lvl4pPr>
              <a:defRPr sz="2400"/>
            </a:lvl4pPr>
            <a:lvl5pPr>
              <a:defRPr sz="2400"/>
            </a:lvl5pPr>
          </a:lstStyle>
          <a:p>
            <a:pPr lvl="0"/>
            <a:r>
              <a:rPr lang="en-US"/>
              <a:t>Click to edit Master text styles</a:t>
            </a:r>
          </a:p>
        </p:txBody>
      </p:sp>
      <p:sp>
        <p:nvSpPr>
          <p:cNvPr id="2" name="Title 1"/>
          <p:cNvSpPr>
            <a:spLocks noGrp="1"/>
          </p:cNvSpPr>
          <p:nvPr>
            <p:ph type="title"/>
          </p:nvPr>
        </p:nvSpPr>
        <p:spPr>
          <a:xfrm>
            <a:off x="479425" y="457202"/>
            <a:ext cx="11268075" cy="615553"/>
          </a:xfrm>
        </p:spPr>
        <p:txBody>
          <a:bodyPr/>
          <a:lstStyle/>
          <a:p>
            <a:r>
              <a:rPr lang="en-US"/>
              <a:t>Click to edit Master title style</a:t>
            </a:r>
          </a:p>
        </p:txBody>
      </p:sp>
    </p:spTree>
    <p:extLst>
      <p:ext uri="{BB962C8B-B14F-4D97-AF65-F5344CB8AC3E}">
        <p14:creationId xmlns:p14="http://schemas.microsoft.com/office/powerpoint/2010/main" val="4024684628"/>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D88196A4-F67C-4FA9-BC80-1229B1578153}"/>
              </a:ext>
            </a:extLst>
          </p:cNvPr>
          <p:cNvSpPr>
            <a:spLocks noGrp="1" noChangeArrowheads="1"/>
          </p:cNvSpPr>
          <p:nvPr>
            <p:ph type="dt" sz="half" idx="10"/>
          </p:nvPr>
        </p:nvSpPr>
        <p:spPr>
          <a:xfrm>
            <a:off x="6863862" y="6308725"/>
            <a:ext cx="2305538" cy="476250"/>
          </a:xfrm>
          <a:prstGeom prst="rect">
            <a:avLst/>
          </a:prstGeom>
          <a:ln/>
        </p:spPr>
        <p:txBody>
          <a:bodyPr/>
          <a:lstStyle>
            <a:lvl1pPr>
              <a:defRPr/>
            </a:lvl1pPr>
          </a:lstStyle>
          <a:p>
            <a:r>
              <a:rPr lang="en-US" altLang="en-US"/>
              <a:t>Date</a:t>
            </a:r>
            <a:endParaRPr lang="en-GB" altLang="en-US"/>
          </a:p>
        </p:txBody>
      </p:sp>
      <p:sp>
        <p:nvSpPr>
          <p:cNvPr id="4" name="Rectangle 5">
            <a:extLst>
              <a:ext uri="{FF2B5EF4-FFF2-40B4-BE49-F238E27FC236}">
                <a16:creationId xmlns:a16="http://schemas.microsoft.com/office/drawing/2014/main" id="{64969AD8-CD0C-499B-9BE1-FA6AB8E880B7}"/>
              </a:ext>
            </a:extLst>
          </p:cNvPr>
          <p:cNvSpPr>
            <a:spLocks noGrp="1" noChangeArrowheads="1"/>
          </p:cNvSpPr>
          <p:nvPr>
            <p:ph type="ftr" sz="quarter" idx="11"/>
          </p:nvPr>
        </p:nvSpPr>
        <p:spPr>
          <a:xfrm>
            <a:off x="1166447" y="6308725"/>
            <a:ext cx="5205046" cy="476250"/>
          </a:xfrm>
          <a:prstGeom prst="rect">
            <a:avLst/>
          </a:prstGeom>
          <a:ln/>
        </p:spPr>
        <p:txBody>
          <a:bodyPr/>
          <a:lstStyle>
            <a:lvl1pPr>
              <a:defRPr/>
            </a:lvl1pPr>
          </a:lstStyle>
          <a:p>
            <a:r>
              <a:rPr lang="en-GB" altLang="en-US"/>
              <a:t>New presentation – Author</a:t>
            </a:r>
          </a:p>
        </p:txBody>
      </p:sp>
      <p:sp>
        <p:nvSpPr>
          <p:cNvPr id="5" name="Rectangle 6">
            <a:extLst>
              <a:ext uri="{FF2B5EF4-FFF2-40B4-BE49-F238E27FC236}">
                <a16:creationId xmlns:a16="http://schemas.microsoft.com/office/drawing/2014/main" id="{B5332CFB-F65C-46A0-95AF-1C401646AB90}"/>
              </a:ext>
            </a:extLst>
          </p:cNvPr>
          <p:cNvSpPr>
            <a:spLocks noGrp="1" noChangeArrowheads="1"/>
          </p:cNvSpPr>
          <p:nvPr>
            <p:ph type="sldNum" sz="quarter" idx="12"/>
          </p:nvPr>
        </p:nvSpPr>
        <p:spPr>
          <a:xfrm>
            <a:off x="328246" y="6308725"/>
            <a:ext cx="719015" cy="476250"/>
          </a:xfrm>
          <a:prstGeom prst="rect">
            <a:avLst/>
          </a:prstGeom>
          <a:ln/>
        </p:spPr>
        <p:txBody>
          <a:bodyPr/>
          <a:lstStyle>
            <a:lvl1pPr>
              <a:defRPr/>
            </a:lvl1pPr>
          </a:lstStyle>
          <a:p>
            <a:fld id="{532E4B0F-E077-49F8-921C-80D80331C8AC}" type="slidenum">
              <a:rPr lang="en-GB" altLang="en-US"/>
              <a:pPr/>
              <a:t>‹#›</a:t>
            </a:fld>
            <a:endParaRPr lang="en-GB" altLang="en-US"/>
          </a:p>
        </p:txBody>
      </p:sp>
    </p:spTree>
    <p:extLst>
      <p:ext uri="{BB962C8B-B14F-4D97-AF65-F5344CB8AC3E}">
        <p14:creationId xmlns:p14="http://schemas.microsoft.com/office/powerpoint/2010/main" val="178436080"/>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cSld name="8_Vide">
    <p:bg>
      <p:bgPr>
        <a:solidFill>
          <a:schemeClr val="tx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 name="Picture 7">
            <a:extLst>
              <a:ext uri="{FF2B5EF4-FFF2-40B4-BE49-F238E27FC236}">
                <a16:creationId xmlns:a16="http://schemas.microsoft.com/office/drawing/2014/main" id="{BEB2DB99-1ECC-8785-ED78-2DB4C12E3F08}"/>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0" y="0"/>
            <a:ext cx="12192000" cy="6858000"/>
          </a:xfrm>
          <a:custGeom>
            <a:avLst/>
            <a:gdLst>
              <a:gd name="connsiteX0" fmla="*/ 10732376 w 12192000"/>
              <a:gd name="connsiteY0" fmla="*/ 287238 h 6858000"/>
              <a:gd name="connsiteX1" fmla="*/ 10732376 w 12192000"/>
              <a:gd name="connsiteY1" fmla="*/ 1007318 h 6858000"/>
              <a:gd name="connsiteX2" fmla="*/ 11668480 w 12192000"/>
              <a:gd name="connsiteY2" fmla="*/ 1007318 h 6858000"/>
              <a:gd name="connsiteX3" fmla="*/ 11668480 w 12192000"/>
              <a:gd name="connsiteY3" fmla="*/ 287238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10732376" y="287238"/>
                </a:moveTo>
                <a:lnTo>
                  <a:pt x="10732376" y="1007318"/>
                </a:lnTo>
                <a:lnTo>
                  <a:pt x="11668480" y="1007318"/>
                </a:lnTo>
                <a:lnTo>
                  <a:pt x="11668480" y="287238"/>
                </a:lnTo>
                <a:close/>
                <a:moveTo>
                  <a:pt x="0" y="0"/>
                </a:moveTo>
                <a:lnTo>
                  <a:pt x="12192000" y="0"/>
                </a:lnTo>
                <a:lnTo>
                  <a:pt x="12192000" y="6858000"/>
                </a:lnTo>
                <a:lnTo>
                  <a:pt x="0" y="6858000"/>
                </a:lnTo>
                <a:close/>
              </a:path>
            </a:pathLst>
          </a:custGeom>
        </p:spPr>
      </p:pic>
    </p:spTree>
    <p:extLst>
      <p:ext uri="{BB962C8B-B14F-4D97-AF65-F5344CB8AC3E}">
        <p14:creationId xmlns:p14="http://schemas.microsoft.com/office/powerpoint/2010/main" val="2063806288"/>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854211"/>
      </p:ext>
    </p:extLst>
  </p:cSld>
  <p:clrMapOvr>
    <a:masterClrMapping/>
  </p:clrMapOvr>
  <p:extLst>
    <p:ext uri="{DCECCB84-F9BA-43D5-87BE-67443E8EF086}">
      <p15:sldGuideLst xmlns:p15="http://schemas.microsoft.com/office/powerpoint/2012/main"/>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1926202202"/>
      </p:ext>
    </p:extLst>
  </p:cSld>
  <p:clrMapOvr>
    <a:masterClrMapping/>
  </p:clrMapOvr>
  <p:extLst>
    <p:ext uri="{DCECCB84-F9BA-43D5-87BE-67443E8EF086}">
      <p15:sldGuideLst xmlns:p15="http://schemas.microsoft.com/office/powerpoint/2012/main"/>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640472697"/>
      </p:ext>
    </p:extLst>
  </p:cSld>
  <p:clrMapOvr>
    <a:masterClrMapping/>
  </p:clrMapOvr>
  <p:extLst>
    <p:ext uri="{DCECCB84-F9BA-43D5-87BE-67443E8EF086}">
      <p15:sldGuideLst xmlns:p15="http://schemas.microsoft.com/office/powerpoint/2012/main"/>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
        <p:nvSpPr>
          <p:cNvPr id="3" name="TextBox 2">
            <a:extLst>
              <a:ext uri="{FF2B5EF4-FFF2-40B4-BE49-F238E27FC236}">
                <a16:creationId xmlns:a16="http://schemas.microsoft.com/office/drawing/2014/main" id="{3465709B-F77B-15A4-A9B6-628056491E0A}"/>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952242094"/>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3" name="TextBox 2">
            <a:extLst>
              <a:ext uri="{FF2B5EF4-FFF2-40B4-BE49-F238E27FC236}">
                <a16:creationId xmlns:a16="http://schemas.microsoft.com/office/drawing/2014/main" id="{738AE900-E253-107C-3F81-42084DBB9B9C}"/>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746357434"/>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3" name="TextBox 2">
            <a:extLst>
              <a:ext uri="{FF2B5EF4-FFF2-40B4-BE49-F238E27FC236}">
                <a16:creationId xmlns:a16="http://schemas.microsoft.com/office/drawing/2014/main" id="{3FC99E7A-CC96-CE05-7214-66318339E321}"/>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305866826"/>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
        <p:nvSpPr>
          <p:cNvPr id="3" name="TextBox 2">
            <a:extLst>
              <a:ext uri="{FF2B5EF4-FFF2-40B4-BE49-F238E27FC236}">
                <a16:creationId xmlns:a16="http://schemas.microsoft.com/office/drawing/2014/main" id="{EA8DCE90-ABAA-F24B-CC1C-7342C37580F3}"/>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073069909"/>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618585B2-96AC-7181-8D7E-D61C723FF4CF}"/>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736812765"/>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9AEDEFE3-4327-4249-6DB3-5627E113F67D}"/>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343320845"/>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3EA32169-7F82-5D98-56B3-3EE830E87FD6}"/>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627495633"/>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
        <p:nvSpPr>
          <p:cNvPr id="2" name="TextBox 1">
            <a:extLst>
              <a:ext uri="{FF2B5EF4-FFF2-40B4-BE49-F238E27FC236}">
                <a16:creationId xmlns:a16="http://schemas.microsoft.com/office/drawing/2014/main" id="{DE05BE6B-CE3C-D1E7-5CB2-6B625DAC1D2C}"/>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956645508"/>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2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
        <p:nvSpPr>
          <p:cNvPr id="2" name="TextBox 1">
            <a:extLst>
              <a:ext uri="{FF2B5EF4-FFF2-40B4-BE49-F238E27FC236}">
                <a16:creationId xmlns:a16="http://schemas.microsoft.com/office/drawing/2014/main" id="{D903D6BA-0D9C-CE85-405C-FF8E04FBE4F3}"/>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216721454"/>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D61A7A9C-C636-6DD0-2F61-B6D5792225A3}"/>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595956853"/>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
        <p:nvSpPr>
          <p:cNvPr id="4" name="TextBox 3">
            <a:extLst>
              <a:ext uri="{FF2B5EF4-FFF2-40B4-BE49-F238E27FC236}">
                <a16:creationId xmlns:a16="http://schemas.microsoft.com/office/drawing/2014/main" id="{40173BF7-590A-3DEA-D22F-9C9830AF0A7E}"/>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059125586"/>
      </p:ext>
    </p:extLst>
  </p:cSld>
  <p:clrMapOvr>
    <a:masterClrMapping/>
  </p:clrMapOvr>
  <p:extLst>
    <p:ext uri="{DCECCB84-F9BA-43D5-87BE-67443E8EF086}">
      <p15:sldGuideLst xmlns:p15="http://schemas.microsoft.com/office/powerpoint/2012/main"/>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
        <p:nvSpPr>
          <p:cNvPr id="3" name="TextBox 2">
            <a:extLst>
              <a:ext uri="{FF2B5EF4-FFF2-40B4-BE49-F238E27FC236}">
                <a16:creationId xmlns:a16="http://schemas.microsoft.com/office/drawing/2014/main" id="{86400A54-7D60-DA91-9F99-DCFB16AFCE68}"/>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781425778"/>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6BE2F7-5F14-945C-0FDD-9115CBD96008}"/>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639952145"/>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348247230"/>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3772887540"/>
      </p:ext>
    </p:extLst>
  </p:cSld>
  <p:clrMapOvr>
    <a:masterClrMapping/>
  </p:clrMapOvr>
  <p:extLst>
    <p:ext uri="{DCECCB84-F9BA-43D5-87BE-67443E8EF086}">
      <p15:sldGuideLst xmlns:p15="http://schemas.microsoft.com/office/powerpoint/2012/main"/>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2492489997"/>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344768408"/>
      </p:ext>
    </p:extLst>
  </p:cSld>
  <p:clrMapOvr>
    <a:masterClrMapping/>
  </p:clrMapOvr>
  <p:extLst>
    <p:ext uri="{DCECCB84-F9BA-43D5-87BE-67443E8EF086}">
      <p15:sldGuideLst xmlns:p15="http://schemas.microsoft.com/office/powerpoint/2012/main"/>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
        <p:nvSpPr>
          <p:cNvPr id="3" name="TextBox 2">
            <a:extLst>
              <a:ext uri="{FF2B5EF4-FFF2-40B4-BE49-F238E27FC236}">
                <a16:creationId xmlns:a16="http://schemas.microsoft.com/office/drawing/2014/main" id="{5BB18BFA-4F89-E135-E805-26E35F0AFC58}"/>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577829065"/>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userDrawn="1">
  <p:cSld name="Standard w Bullets">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36998"/>
          </a:xfrm>
        </p:spPr>
        <p:txBody>
          <a:bodyPr/>
          <a:lstStyle>
            <a:lvl1pPr>
              <a:defRPr>
                <a:solidFill>
                  <a:srgbClr val="CC0717"/>
                </a:solidFill>
              </a:defRPr>
            </a:lvl1pPr>
          </a:lstStyle>
          <a:p>
            <a:r>
              <a:rPr lang="en-US"/>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D18F47A1-F350-4B12-9FC1-5B9E880A8879}" type="slidenum">
              <a:rPr lang="en-US" smtClean="0">
                <a:solidFill>
                  <a:prstClr val="white"/>
                </a:solidFill>
              </a:rPr>
              <a:pPr/>
              <a:t>‹#›</a:t>
            </a:fld>
            <a:endParaRPr lang="en-US">
              <a:solidFill>
                <a:prstClr val="white"/>
              </a:solidFill>
            </a:endParaRPr>
          </a:p>
        </p:txBody>
      </p:sp>
      <p:sp>
        <p:nvSpPr>
          <p:cNvPr id="6" name="Text Placeholder 2"/>
          <p:cNvSpPr>
            <a:spLocks noGrp="1"/>
          </p:cNvSpPr>
          <p:nvPr>
            <p:ph idx="1"/>
          </p:nvPr>
        </p:nvSpPr>
        <p:spPr>
          <a:xfrm>
            <a:off x="643850" y="893852"/>
            <a:ext cx="10709953" cy="5283111"/>
          </a:xfrm>
          <a:prstGeom prst="rect">
            <a:avLst/>
          </a:prstGeom>
        </p:spPr>
        <p:txBody>
          <a:bodyPr vert="horz" lIns="91440" tIns="45720" rIns="91440" bIns="45720" rtlCol="0">
            <a:normAutofit/>
          </a:bodyPr>
          <a:lstStyle>
            <a:lvl2pPr marL="685800" indent="-228600">
              <a:buFont typeface="Arial" panose="020B0604020202020204" pitchFamily="34" charset="0"/>
              <a:buChar char="−"/>
              <a:defRPr/>
            </a:lvl2pPr>
            <a:lvl3pPr marL="1143000" indent="-228600">
              <a:buFont typeface="Wingdings" panose="05000000000000000000" pitchFamily="2" charset="2"/>
              <a:buChar char="§"/>
              <a:defRPr/>
            </a:lvl3pPr>
            <a:lvl4pPr marL="1600200" indent="-228600">
              <a:buSzPct val="90000"/>
              <a:buFont typeface="Courier New" panose="02070309020205020404" pitchFamily="49" charset="0"/>
              <a:buChar char="o"/>
              <a:defRPr/>
            </a:lvl4pPr>
            <a:lvl5pPr marL="20574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1733551" y="6400799"/>
            <a:ext cx="8724899" cy="457201"/>
          </a:xfrm>
          <a:prstGeom prst="rect">
            <a:avLst/>
          </a:prstGeom>
          <a:noFill/>
        </p:spPr>
        <p:txBody>
          <a:bodyPr vert="horz" lIns="365760" tIns="45720" rIns="91440" bIns="45720" rtlCol="0" anchor="ctr" anchorCtr="0"/>
          <a:lstStyle>
            <a:lvl1pPr algn="ctr">
              <a:defRPr lang="en-US" sz="1100" smtClean="0">
                <a:effectLst>
                  <a:outerShdw blurRad="38100" dist="38100" dir="2700000" algn="tl">
                    <a:srgbClr val="000000">
                      <a:alpha val="43137"/>
                    </a:srgbClr>
                  </a:outerShdw>
                </a:effectLst>
              </a:defRPr>
            </a:lvl1pPr>
          </a:lstStyle>
          <a:p>
            <a:r>
              <a:rPr lang="en-US">
                <a:solidFill>
                  <a:prstClr val="white"/>
                </a:solidFill>
              </a:rPr>
              <a:t>Grange </a:t>
            </a:r>
            <a:r>
              <a:rPr>
                <a:solidFill>
                  <a:prstClr val="white"/>
                </a:solidFill>
              </a:rPr>
              <a:t> CONFIDENTIAL INFORMATION</a:t>
            </a:r>
          </a:p>
          <a:p>
            <a:r>
              <a:rPr>
                <a:solidFill>
                  <a:prstClr val="white"/>
                </a:solidFill>
              </a:rPr>
              <a:t>- Distribution on a Business Need to Know Basis Only -</a:t>
            </a:r>
          </a:p>
        </p:txBody>
      </p:sp>
      <p:sp>
        <p:nvSpPr>
          <p:cNvPr id="3" name="TextBox 2">
            <a:extLst>
              <a:ext uri="{FF2B5EF4-FFF2-40B4-BE49-F238E27FC236}">
                <a16:creationId xmlns:a16="http://schemas.microsoft.com/office/drawing/2014/main" id="{0A089CA9-53EA-4DD3-42AA-CEF065AFF505}"/>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589779394"/>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9C1A3-FC1C-F605-49FC-B80D37DB0A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E36E5AA-DE50-F516-9658-18419D98F7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9415E53-41B5-1D69-AB6C-CCCB2B7866AA}"/>
              </a:ext>
            </a:extLst>
          </p:cNvPr>
          <p:cNvSpPr>
            <a:spLocks noGrp="1"/>
          </p:cNvSpPr>
          <p:nvPr>
            <p:ph type="dt" sz="half" idx="10"/>
          </p:nvPr>
        </p:nvSpPr>
        <p:spPr/>
        <p:txBody>
          <a:bodyPr/>
          <a:lstStyle/>
          <a:p>
            <a:fld id="{D334C3A3-F993-414A-AAF8-8E9919339753}" type="datetimeFigureOut">
              <a:rPr lang="en-GB" smtClean="0"/>
              <a:t>06/08/2024</a:t>
            </a:fld>
            <a:endParaRPr lang="en-GB"/>
          </a:p>
        </p:txBody>
      </p:sp>
      <p:sp>
        <p:nvSpPr>
          <p:cNvPr id="5" name="Footer Placeholder 4">
            <a:extLst>
              <a:ext uri="{FF2B5EF4-FFF2-40B4-BE49-F238E27FC236}">
                <a16:creationId xmlns:a16="http://schemas.microsoft.com/office/drawing/2014/main" id="{81D16740-5142-4C09-E754-7566CBF48F9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E8E1DE6-F73C-E6A0-B302-B817502CD791}"/>
              </a:ext>
            </a:extLst>
          </p:cNvPr>
          <p:cNvSpPr>
            <a:spLocks noGrp="1"/>
          </p:cNvSpPr>
          <p:nvPr>
            <p:ph type="sldNum" sz="quarter" idx="12"/>
          </p:nvPr>
        </p:nvSpPr>
        <p:spPr/>
        <p:txBody>
          <a:bodyPr/>
          <a:lstStyle/>
          <a:p>
            <a:fld id="{3DD1359A-EC5E-4808-B5BC-F041E20EB9D7}" type="slidenum">
              <a:rPr lang="en-GB" smtClean="0"/>
              <a:t>‹#›</a:t>
            </a:fld>
            <a:endParaRPr lang="en-GB"/>
          </a:p>
        </p:txBody>
      </p:sp>
      <p:sp>
        <p:nvSpPr>
          <p:cNvPr id="7" name="TextBox 6">
            <a:extLst>
              <a:ext uri="{FF2B5EF4-FFF2-40B4-BE49-F238E27FC236}">
                <a16:creationId xmlns:a16="http://schemas.microsoft.com/office/drawing/2014/main" id="{931598C7-B2AE-749C-981C-69E255D54B48}"/>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705787485"/>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userDrawn="1">
  <p:cSld name="Title &amp; Content (ONE COL)">
    <p:spTree>
      <p:nvGrpSpPr>
        <p:cNvPr id="1" name=""/>
        <p:cNvGrpSpPr/>
        <p:nvPr/>
      </p:nvGrpSpPr>
      <p:grpSpPr>
        <a:xfrm>
          <a:off x="0" y="0"/>
          <a:ext cx="0" cy="0"/>
          <a:chOff x="0" y="0"/>
          <a:chExt cx="0" cy="0"/>
        </a:xfrm>
      </p:grpSpPr>
      <p:sp>
        <p:nvSpPr>
          <p:cNvPr id="3" name="Content Placeholder 2"/>
          <p:cNvSpPr>
            <a:spLocks noGrp="1"/>
          </p:cNvSpPr>
          <p:nvPr>
            <p:ph idx="1"/>
          </p:nvPr>
        </p:nvSpPr>
        <p:spPr>
          <a:xfrm>
            <a:off x="479425" y="1828801"/>
            <a:ext cx="11268075" cy="4114800"/>
          </a:xfrm>
        </p:spPr>
        <p:txBody>
          <a:bodyPr numCol="1">
            <a:noAutofit/>
          </a:bodyPr>
          <a:lstStyle>
            <a:lvl1pPr marL="0" marR="0" indent="0" algn="l" defTabSz="914377" rtl="0" eaLnBrk="1" fontAlgn="auto" latinLnBrk="0" hangingPunct="1">
              <a:lnSpc>
                <a:spcPct val="100000"/>
              </a:lnSpc>
              <a:spcBef>
                <a:spcPts val="1800"/>
              </a:spcBef>
              <a:spcAft>
                <a:spcPts val="0"/>
              </a:spcAft>
              <a:buClr>
                <a:srgbClr val="0028A0"/>
              </a:buClr>
              <a:buSzTx/>
              <a:buFont typeface="Arial" panose="020B0604020202020204" pitchFamily="34" charset="0"/>
              <a:buNone/>
              <a:tabLst/>
              <a:defRPr/>
            </a:lvl1pPr>
            <a:lvl2pPr marL="288918" marR="0"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2pPr>
            <a:lvl3pPr marL="517512" marR="0" indent="-28415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3pPr>
            <a:lvl4pPr marL="746107" marR="0" indent="-29050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4pPr>
            <a:lvl5pPr marL="974701" marR="0"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5pPr>
          </a:lstStyle>
          <a:p>
            <a:pPr marL="0" marR="0" lvl="0" indent="0" algn="l" defTabSz="914377" rtl="0" eaLnBrk="1" fontAlgn="auto" latinLnBrk="0" hangingPunct="1">
              <a:lnSpc>
                <a:spcPct val="100000"/>
              </a:lnSpc>
              <a:spcBef>
                <a:spcPts val="1200"/>
              </a:spcBef>
              <a:spcAft>
                <a:spcPts val="0"/>
              </a:spcAft>
              <a:buClr>
                <a:srgbClr val="0028A0"/>
              </a:buClr>
              <a:buSzTx/>
              <a:buFont typeface="Arial" panose="020B0604020202020204" pitchFamily="34" charset="0"/>
              <a:buNone/>
              <a:tabLst/>
              <a:defRPr/>
            </a:pPr>
            <a:r>
              <a:rPr kumimoji="0" lang="en-US" sz="2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8918" marR="0" lvl="1"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mn-lt"/>
                <a:ea typeface="+mn-ea"/>
                <a:cs typeface="+mn-cs"/>
              </a:rPr>
              <a:t>Second level</a:t>
            </a:r>
          </a:p>
          <a:p>
            <a:pPr marL="517512" marR="0" lvl="2" indent="-28415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mn-lt"/>
                <a:ea typeface="+mn-ea"/>
                <a:cs typeface="+mn-cs"/>
              </a:rPr>
              <a:t>Third level</a:t>
            </a:r>
          </a:p>
          <a:p>
            <a:pPr marL="746107" marR="0" lvl="3" indent="-29050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mn-lt"/>
                <a:ea typeface="+mn-ea"/>
                <a:cs typeface="+mn-cs"/>
              </a:rPr>
              <a:t>Fourth level</a:t>
            </a:r>
          </a:p>
          <a:p>
            <a:pPr marL="974701" marR="0" lvl="4"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4" name="Text Placeholder 3"/>
          <p:cNvSpPr>
            <a:spLocks noGrp="1"/>
          </p:cNvSpPr>
          <p:nvPr>
            <p:ph type="body" sz="quarter" idx="10"/>
          </p:nvPr>
        </p:nvSpPr>
        <p:spPr>
          <a:xfrm>
            <a:off x="479425" y="1080375"/>
            <a:ext cx="11268075" cy="430887"/>
          </a:xfrm>
        </p:spPr>
        <p:txBody>
          <a:bodyPr wrap="square" numCol="1">
            <a:spAutoFit/>
          </a:bodyPr>
          <a:lstStyle>
            <a:lvl1pPr>
              <a:lnSpc>
                <a:spcPct val="100000"/>
              </a:lnSpc>
              <a:spcBef>
                <a:spcPts val="0"/>
              </a:spcBef>
              <a:defRPr sz="2800">
                <a:solidFill>
                  <a:schemeClr val="bg2">
                    <a:lumMod val="65000"/>
                    <a:lumOff val="35000"/>
                  </a:schemeClr>
                </a:solidFill>
              </a:defRPr>
            </a:lvl1pPr>
            <a:lvl2pPr>
              <a:defRPr sz="2400"/>
            </a:lvl2pPr>
            <a:lvl3pPr>
              <a:defRPr sz="2400"/>
            </a:lvl3pPr>
            <a:lvl4pPr>
              <a:defRPr sz="2400"/>
            </a:lvl4pPr>
            <a:lvl5pPr>
              <a:defRPr sz="2400"/>
            </a:lvl5pPr>
          </a:lstStyle>
          <a:p>
            <a:pPr lvl="0"/>
            <a:r>
              <a:rPr lang="en-US"/>
              <a:t>Click to edit Master text styles</a:t>
            </a:r>
          </a:p>
        </p:txBody>
      </p:sp>
      <p:sp>
        <p:nvSpPr>
          <p:cNvPr id="2" name="Title 1"/>
          <p:cNvSpPr>
            <a:spLocks noGrp="1"/>
          </p:cNvSpPr>
          <p:nvPr>
            <p:ph type="title"/>
          </p:nvPr>
        </p:nvSpPr>
        <p:spPr>
          <a:xfrm>
            <a:off x="479425" y="457202"/>
            <a:ext cx="11268075" cy="615553"/>
          </a:xfrm>
        </p:spPr>
        <p:txBody>
          <a:bodyPr/>
          <a:lstStyle/>
          <a:p>
            <a:r>
              <a:rPr lang="en-US"/>
              <a:t>Click to edit Master title style</a:t>
            </a:r>
          </a:p>
        </p:txBody>
      </p:sp>
      <p:sp>
        <p:nvSpPr>
          <p:cNvPr id="5" name="TextBox 4">
            <a:extLst>
              <a:ext uri="{FF2B5EF4-FFF2-40B4-BE49-F238E27FC236}">
                <a16:creationId xmlns:a16="http://schemas.microsoft.com/office/drawing/2014/main" id="{9B654154-4F5B-FAE9-1AAD-A034E2846638}"/>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235995933"/>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D88196A4-F67C-4FA9-BC80-1229B1578153}"/>
              </a:ext>
            </a:extLst>
          </p:cNvPr>
          <p:cNvSpPr>
            <a:spLocks noGrp="1" noChangeArrowheads="1"/>
          </p:cNvSpPr>
          <p:nvPr>
            <p:ph type="dt" sz="half" idx="10"/>
          </p:nvPr>
        </p:nvSpPr>
        <p:spPr>
          <a:xfrm>
            <a:off x="6863862" y="6308725"/>
            <a:ext cx="2305538" cy="476250"/>
          </a:xfrm>
          <a:prstGeom prst="rect">
            <a:avLst/>
          </a:prstGeom>
          <a:ln/>
        </p:spPr>
        <p:txBody>
          <a:bodyPr/>
          <a:lstStyle>
            <a:lvl1pPr>
              <a:defRPr/>
            </a:lvl1pPr>
          </a:lstStyle>
          <a:p>
            <a:r>
              <a:rPr lang="en-US" altLang="en-US"/>
              <a:t>Date</a:t>
            </a:r>
            <a:endParaRPr lang="en-GB" altLang="en-US"/>
          </a:p>
        </p:txBody>
      </p:sp>
      <p:sp>
        <p:nvSpPr>
          <p:cNvPr id="4" name="Rectangle 5">
            <a:extLst>
              <a:ext uri="{FF2B5EF4-FFF2-40B4-BE49-F238E27FC236}">
                <a16:creationId xmlns:a16="http://schemas.microsoft.com/office/drawing/2014/main" id="{64969AD8-CD0C-499B-9BE1-FA6AB8E880B7}"/>
              </a:ext>
            </a:extLst>
          </p:cNvPr>
          <p:cNvSpPr>
            <a:spLocks noGrp="1" noChangeArrowheads="1"/>
          </p:cNvSpPr>
          <p:nvPr>
            <p:ph type="ftr" sz="quarter" idx="11"/>
          </p:nvPr>
        </p:nvSpPr>
        <p:spPr>
          <a:xfrm>
            <a:off x="1166447" y="6308725"/>
            <a:ext cx="5205046" cy="476250"/>
          </a:xfrm>
          <a:prstGeom prst="rect">
            <a:avLst/>
          </a:prstGeom>
          <a:ln/>
        </p:spPr>
        <p:txBody>
          <a:bodyPr/>
          <a:lstStyle>
            <a:lvl1pPr>
              <a:defRPr/>
            </a:lvl1pPr>
          </a:lstStyle>
          <a:p>
            <a:r>
              <a:rPr lang="en-GB" altLang="en-US"/>
              <a:t>New presentation – Author</a:t>
            </a:r>
          </a:p>
        </p:txBody>
      </p:sp>
      <p:sp>
        <p:nvSpPr>
          <p:cNvPr id="5" name="Rectangle 6">
            <a:extLst>
              <a:ext uri="{FF2B5EF4-FFF2-40B4-BE49-F238E27FC236}">
                <a16:creationId xmlns:a16="http://schemas.microsoft.com/office/drawing/2014/main" id="{B5332CFB-F65C-46A0-95AF-1C401646AB90}"/>
              </a:ext>
            </a:extLst>
          </p:cNvPr>
          <p:cNvSpPr>
            <a:spLocks noGrp="1" noChangeArrowheads="1"/>
          </p:cNvSpPr>
          <p:nvPr>
            <p:ph type="sldNum" sz="quarter" idx="12"/>
          </p:nvPr>
        </p:nvSpPr>
        <p:spPr>
          <a:xfrm>
            <a:off x="328246" y="6308725"/>
            <a:ext cx="719015" cy="476250"/>
          </a:xfrm>
          <a:prstGeom prst="rect">
            <a:avLst/>
          </a:prstGeom>
          <a:ln/>
        </p:spPr>
        <p:txBody>
          <a:bodyPr/>
          <a:lstStyle>
            <a:lvl1pPr>
              <a:defRPr/>
            </a:lvl1pPr>
          </a:lstStyle>
          <a:p>
            <a:fld id="{532E4B0F-E077-49F8-921C-80D80331C8AC}" type="slidenum">
              <a:rPr lang="en-GB" altLang="en-US"/>
              <a:pPr/>
              <a:t>‹#›</a:t>
            </a:fld>
            <a:endParaRPr lang="en-GB" altLang="en-US"/>
          </a:p>
        </p:txBody>
      </p:sp>
      <p:sp>
        <p:nvSpPr>
          <p:cNvPr id="6" name="TextBox 5">
            <a:extLst>
              <a:ext uri="{FF2B5EF4-FFF2-40B4-BE49-F238E27FC236}">
                <a16:creationId xmlns:a16="http://schemas.microsoft.com/office/drawing/2014/main" id="{50593FF3-EF5C-3210-8289-57EDE7187235}"/>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529274217"/>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cSld name="8_Vide">
    <p:bg>
      <p:bgPr>
        <a:solidFill>
          <a:schemeClr val="tx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 name="Picture 7">
            <a:extLst>
              <a:ext uri="{FF2B5EF4-FFF2-40B4-BE49-F238E27FC236}">
                <a16:creationId xmlns:a16="http://schemas.microsoft.com/office/drawing/2014/main" id="{BEB2DB99-1ECC-8785-ED78-2DB4C12E3F08}"/>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0" y="0"/>
            <a:ext cx="12192000" cy="6858000"/>
          </a:xfrm>
          <a:custGeom>
            <a:avLst/>
            <a:gdLst>
              <a:gd name="connsiteX0" fmla="*/ 10732376 w 12192000"/>
              <a:gd name="connsiteY0" fmla="*/ 287238 h 6858000"/>
              <a:gd name="connsiteX1" fmla="*/ 10732376 w 12192000"/>
              <a:gd name="connsiteY1" fmla="*/ 1007318 h 6858000"/>
              <a:gd name="connsiteX2" fmla="*/ 11668480 w 12192000"/>
              <a:gd name="connsiteY2" fmla="*/ 1007318 h 6858000"/>
              <a:gd name="connsiteX3" fmla="*/ 11668480 w 12192000"/>
              <a:gd name="connsiteY3" fmla="*/ 287238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10732376" y="287238"/>
                </a:moveTo>
                <a:lnTo>
                  <a:pt x="10732376" y="1007318"/>
                </a:lnTo>
                <a:lnTo>
                  <a:pt x="11668480" y="1007318"/>
                </a:lnTo>
                <a:lnTo>
                  <a:pt x="11668480" y="287238"/>
                </a:lnTo>
                <a:close/>
                <a:moveTo>
                  <a:pt x="0" y="0"/>
                </a:moveTo>
                <a:lnTo>
                  <a:pt x="12192000" y="0"/>
                </a:lnTo>
                <a:lnTo>
                  <a:pt x="12192000" y="6858000"/>
                </a:lnTo>
                <a:lnTo>
                  <a:pt x="0" y="6858000"/>
                </a:lnTo>
                <a:close/>
              </a:path>
            </a:pathLst>
          </a:custGeom>
        </p:spPr>
      </p:pic>
    </p:spTree>
    <p:extLst>
      <p:ext uri="{BB962C8B-B14F-4D97-AF65-F5344CB8AC3E}">
        <p14:creationId xmlns:p14="http://schemas.microsoft.com/office/powerpoint/2010/main" val="2049422887"/>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2531328"/>
      </p:ext>
    </p:extLst>
  </p:cSld>
  <p:clrMapOvr>
    <a:masterClrMapping/>
  </p:clrMapOvr>
  <p:extLst>
    <p:ext uri="{DCECCB84-F9BA-43D5-87BE-67443E8EF086}">
      <p15:sldGuideLst xmlns:p15="http://schemas.microsoft.com/office/powerpoint/2012/main"/>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2097520"/>
      </p:ext>
    </p:extLst>
  </p:cSld>
  <p:clrMapOvr>
    <a:masterClrMapping/>
  </p:clrMapOvr>
  <p:extLst>
    <p:ext uri="{DCECCB84-F9BA-43D5-87BE-67443E8EF086}">
      <p15:sldGuideLst xmlns:p15="http://schemas.microsoft.com/office/powerpoint/2012/main"/>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496119629"/>
      </p:ext>
    </p:extLst>
  </p:cSld>
  <p:clrMapOvr>
    <a:masterClrMapping/>
  </p:clrMapOvr>
  <p:extLst>
    <p:ext uri="{DCECCB84-F9BA-43D5-87BE-67443E8EF086}">
      <p15:sldGuideLst xmlns:p15="http://schemas.microsoft.com/office/powerpoint/2012/main"/>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
        <p:nvSpPr>
          <p:cNvPr id="3" name="TextBox 2">
            <a:extLst>
              <a:ext uri="{FF2B5EF4-FFF2-40B4-BE49-F238E27FC236}">
                <a16:creationId xmlns:a16="http://schemas.microsoft.com/office/drawing/2014/main" id="{E82F2702-4C4D-A0C9-D7C5-F23AB977FFDF}"/>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374422336"/>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3" name="TextBox 2">
            <a:extLst>
              <a:ext uri="{FF2B5EF4-FFF2-40B4-BE49-F238E27FC236}">
                <a16:creationId xmlns:a16="http://schemas.microsoft.com/office/drawing/2014/main" id="{7955A24A-68A6-CF39-3A24-555CF059A8ED}"/>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788999460"/>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3" name="TextBox 2">
            <a:extLst>
              <a:ext uri="{FF2B5EF4-FFF2-40B4-BE49-F238E27FC236}">
                <a16:creationId xmlns:a16="http://schemas.microsoft.com/office/drawing/2014/main" id="{2D465798-4577-105A-8826-CCD70EE8AF77}"/>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986656168"/>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
        <p:nvSpPr>
          <p:cNvPr id="3" name="TextBox 2">
            <a:extLst>
              <a:ext uri="{FF2B5EF4-FFF2-40B4-BE49-F238E27FC236}">
                <a16:creationId xmlns:a16="http://schemas.microsoft.com/office/drawing/2014/main" id="{265ADF3D-E852-9EE7-AB31-F21362C143B6}"/>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393002338"/>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E3A8FEED-E8C1-5824-35D0-9E01DADE75D7}"/>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613011674"/>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A22FF26E-B171-CAA5-2CE7-4C1B0F913F3B}"/>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670088534"/>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262332A7-30BD-48BD-A8E3-828502307DEC}"/>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688393968"/>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
        <p:nvSpPr>
          <p:cNvPr id="2" name="TextBox 1">
            <a:extLst>
              <a:ext uri="{FF2B5EF4-FFF2-40B4-BE49-F238E27FC236}">
                <a16:creationId xmlns:a16="http://schemas.microsoft.com/office/drawing/2014/main" id="{4E5533E3-4F69-4B23-AFF8-145E90B3342D}"/>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938187599"/>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
        <p:nvSpPr>
          <p:cNvPr id="3" name="TextBox 2">
            <a:extLst>
              <a:ext uri="{FF2B5EF4-FFF2-40B4-BE49-F238E27FC236}">
                <a16:creationId xmlns:a16="http://schemas.microsoft.com/office/drawing/2014/main" id="{E9A186D8-2567-A6A5-1DB5-055CA426FD2F}"/>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945530250"/>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FB450-1E49-4B52-9911-7E6917A8A2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9ED87E-8BF4-4026-80B2-EE6EEFE427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3A384A-808A-4F76-B2EA-38B99153B74E}"/>
              </a:ext>
            </a:extLst>
          </p:cNvPr>
          <p:cNvSpPr>
            <a:spLocks noGrp="1"/>
          </p:cNvSpPr>
          <p:nvPr>
            <p:ph type="dt" sz="half" idx="10"/>
          </p:nvPr>
        </p:nvSpPr>
        <p:spPr/>
        <p:txBody>
          <a:bodyPr/>
          <a:lstStyle/>
          <a:p>
            <a:fld id="{63ED0650-D9F0-459B-9D87-0B1326143F31}" type="datetimeFigureOut">
              <a:rPr lang="en-IN" smtClean="0"/>
              <a:t>06-08-2024</a:t>
            </a:fld>
            <a:endParaRPr lang="en-IN"/>
          </a:p>
        </p:txBody>
      </p:sp>
      <p:sp>
        <p:nvSpPr>
          <p:cNvPr id="5" name="Footer Placeholder 4">
            <a:extLst>
              <a:ext uri="{FF2B5EF4-FFF2-40B4-BE49-F238E27FC236}">
                <a16:creationId xmlns:a16="http://schemas.microsoft.com/office/drawing/2014/main" id="{7010D720-78A7-459B-8E5D-D20CA26773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046FEB-8EDD-4919-A26E-5757EB36EA85}"/>
              </a:ext>
            </a:extLst>
          </p:cNvPr>
          <p:cNvSpPr>
            <a:spLocks noGrp="1"/>
          </p:cNvSpPr>
          <p:nvPr>
            <p:ph type="sldNum" sz="quarter" idx="12"/>
          </p:nvPr>
        </p:nvSpPr>
        <p:spPr/>
        <p:txBody>
          <a:bodyPr/>
          <a:lstStyle/>
          <a:p>
            <a:fld id="{EF8DFA20-5F2A-463A-9076-07DB3AA08392}" type="slidenum">
              <a:rPr lang="en-IN" smtClean="0"/>
              <a:t>‹#›</a:t>
            </a:fld>
            <a:endParaRPr lang="en-IN"/>
          </a:p>
        </p:txBody>
      </p:sp>
      <p:sp>
        <p:nvSpPr>
          <p:cNvPr id="7" name="TextBox 6">
            <a:extLst>
              <a:ext uri="{FF2B5EF4-FFF2-40B4-BE49-F238E27FC236}">
                <a16:creationId xmlns:a16="http://schemas.microsoft.com/office/drawing/2014/main" id="{FC68BD0E-6264-B80A-C6C3-F7FADB05D35C}"/>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32604377"/>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6161788"/>
      </p:ext>
    </p:extLst>
  </p:cSld>
  <p:clrMapOvr>
    <a:masterClrMapping/>
  </p:clrMapOvr>
  <p:extLst>
    <p:ext uri="{DCECCB84-F9BA-43D5-87BE-67443E8EF086}">
      <p15:sldGuideLst xmlns:p15="http://schemas.microsoft.com/office/powerpoint/2012/main"/>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267782374"/>
      </p:ext>
    </p:extLst>
  </p:cSld>
  <p:clrMapOvr>
    <a:masterClrMapping/>
  </p:clrMapOvr>
  <p:extLst>
    <p:ext uri="{DCECCB84-F9BA-43D5-87BE-67443E8EF086}">
      <p15:sldGuideLst xmlns:p15="http://schemas.microsoft.com/office/powerpoint/2012/main"/>
    </p:ext>
  </p:extLst>
</p:sldLayout>
</file>

<file path=ppt/slideLayouts/slideLayout187.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2838028089"/>
      </p:ext>
    </p:extLst>
  </p:cSld>
  <p:clrMapOvr>
    <a:masterClrMapping/>
  </p:clrMapOvr>
  <p:extLst>
    <p:ext uri="{DCECCB84-F9BA-43D5-87BE-67443E8EF086}">
      <p15:sldGuideLst xmlns:p15="http://schemas.microsoft.com/office/powerpoint/2012/main"/>
    </p:ext>
  </p:extLs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Tree>
    <p:extLst>
      <p:ext uri="{BB962C8B-B14F-4D97-AF65-F5344CB8AC3E}">
        <p14:creationId xmlns:p14="http://schemas.microsoft.com/office/powerpoint/2010/main" val="1423568766"/>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07317780"/>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375463703"/>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957522712"/>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583317843"/>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961583792"/>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84457825"/>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2436801243"/>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2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2792989001"/>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510416171"/>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115866679"/>
      </p:ext>
    </p:extLst>
  </p:cSld>
  <p:clrMapOvr>
    <a:masterClrMapping/>
  </p:clrMapOvr>
  <p:extLst>
    <p:ext uri="{DCECCB84-F9BA-43D5-87BE-67443E8EF086}">
      <p15:sldGuideLst xmlns:p15="http://schemas.microsoft.com/office/powerpoint/2012/main"/>
    </p:ext>
  </p:extLst>
</p:sldLayout>
</file>

<file path=ppt/slideLayouts/slideLayout199.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3332406659"/>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7500355"/>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956865238"/>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970481924"/>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455678362"/>
      </p:ext>
    </p:extLst>
  </p:cSld>
  <p:clrMapOvr>
    <a:masterClrMapping/>
  </p:clrMapOvr>
  <p:extLst>
    <p:ext uri="{DCECCB84-F9BA-43D5-87BE-67443E8EF086}">
      <p15:sldGuideLst xmlns:p15="http://schemas.microsoft.com/office/powerpoint/2012/main"/>
    </p:ext>
  </p:extLst>
</p:sldLayout>
</file>

<file path=ppt/slideLayouts/slideLayout204.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1347485238"/>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3651044968"/>
      </p:ext>
    </p:extLst>
  </p:cSld>
  <p:clrMapOvr>
    <a:masterClrMapping/>
  </p:clrMapOvr>
  <p:extLst>
    <p:ext uri="{DCECCB84-F9BA-43D5-87BE-67443E8EF086}">
      <p15:sldGuideLst xmlns:p15="http://schemas.microsoft.com/office/powerpoint/2012/main"/>
    </p:ext>
  </p:extLst>
</p:sldLayout>
</file>

<file path=ppt/slideLayouts/slideLayout206.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1034800820"/>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FB450-1E49-4B52-9911-7E6917A8A2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9ED87E-8BF4-4026-80B2-EE6EEFE427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3A384A-808A-4F76-B2EA-38B99153B74E}"/>
              </a:ext>
            </a:extLst>
          </p:cNvPr>
          <p:cNvSpPr>
            <a:spLocks noGrp="1"/>
          </p:cNvSpPr>
          <p:nvPr>
            <p:ph type="dt" sz="half" idx="10"/>
          </p:nvPr>
        </p:nvSpPr>
        <p:spPr/>
        <p:txBody>
          <a:bodyPr/>
          <a:lstStyle/>
          <a:p>
            <a:fld id="{63ED0650-D9F0-459B-9D87-0B1326143F31}" type="datetimeFigureOut">
              <a:rPr lang="en-IN" smtClean="0"/>
              <a:t>06-08-2024</a:t>
            </a:fld>
            <a:endParaRPr lang="en-IN"/>
          </a:p>
        </p:txBody>
      </p:sp>
      <p:sp>
        <p:nvSpPr>
          <p:cNvPr id="5" name="Footer Placeholder 4">
            <a:extLst>
              <a:ext uri="{FF2B5EF4-FFF2-40B4-BE49-F238E27FC236}">
                <a16:creationId xmlns:a16="http://schemas.microsoft.com/office/drawing/2014/main" id="{7010D720-78A7-459B-8E5D-D20CA26773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046FEB-8EDD-4919-A26E-5757EB36EA85}"/>
              </a:ext>
            </a:extLst>
          </p:cNvPr>
          <p:cNvSpPr>
            <a:spLocks noGrp="1"/>
          </p:cNvSpPr>
          <p:nvPr>
            <p:ph type="sldNum" sz="quarter" idx="12"/>
          </p:nvPr>
        </p:nvSpPr>
        <p:spPr/>
        <p:txBody>
          <a:bodyPr/>
          <a:lstStyle/>
          <a:p>
            <a:fld id="{EF8DFA20-5F2A-463A-9076-07DB3AA08392}" type="slidenum">
              <a:rPr lang="en-IN" smtClean="0"/>
              <a:t>‹#›</a:t>
            </a:fld>
            <a:endParaRPr lang="en-IN"/>
          </a:p>
        </p:txBody>
      </p:sp>
    </p:spTree>
    <p:extLst>
      <p:ext uri="{BB962C8B-B14F-4D97-AF65-F5344CB8AC3E}">
        <p14:creationId xmlns:p14="http://schemas.microsoft.com/office/powerpoint/2010/main" val="1949989044"/>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userDrawn="1">
  <p:cSld name="Green one third">
    <p:bg>
      <p:bgPr>
        <a:solidFill>
          <a:srgbClr val="D763C6"/>
        </a:solidFill>
        <a:effectLst/>
      </p:bgPr>
    </p:bg>
    <p:spTree>
      <p:nvGrpSpPr>
        <p:cNvPr id="1" name=""/>
        <p:cNvGrpSpPr/>
        <p:nvPr/>
      </p:nvGrpSpPr>
      <p:grpSpPr>
        <a:xfrm>
          <a:off x="0" y="0"/>
          <a:ext cx="0" cy="0"/>
          <a:chOff x="0" y="0"/>
          <a:chExt cx="0" cy="0"/>
        </a:xfrm>
      </p:grpSpPr>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a:t>Click to add title</a:t>
            </a:r>
          </a:p>
        </p:txBody>
      </p:sp>
      <p:sp>
        <p:nvSpPr>
          <p:cNvPr id="13" name="Rectangle 12"/>
          <p:cNvSpPr/>
          <p:nvPr userDrawn="1"/>
        </p:nvSpPr>
        <p:spPr bwMode="white">
          <a:xfrm>
            <a:off x="4080763" y="-1309"/>
            <a:ext cx="8111237" cy="6859309"/>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2019 by The Boston Consulting Group, Inc. All rights reserved.</a:t>
            </a: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Beazley Agile </a:t>
            </a:r>
            <a:r>
              <a:rPr lang="en-US" sz="700" err="1">
                <a:solidFill>
                  <a:schemeClr val="bg1">
                    <a:lumMod val="50000"/>
                  </a:schemeClr>
                </a:solidFill>
                <a:latin typeface="+mn-lt"/>
                <a:sym typeface="Trebuchet MS" panose="020B0603020202020204" pitchFamily="34" charset="0"/>
              </a:rPr>
              <a:t>Playbook_compendium</a:t>
            </a:r>
            <a:r>
              <a:rPr lang="en-US" sz="700">
                <a:solidFill>
                  <a:schemeClr val="bg1">
                    <a:lumMod val="50000"/>
                  </a:schemeClr>
                </a:solidFill>
                <a:latin typeface="+mn-lt"/>
                <a:sym typeface="Trebuchet MS" panose="020B0603020202020204" pitchFamily="34" charset="0"/>
              </a:rPr>
              <a:t> v9.pptx</a:t>
            </a:r>
          </a:p>
        </p:txBody>
      </p:sp>
    </p:spTree>
    <p:extLst>
      <p:ext uri="{BB962C8B-B14F-4D97-AF65-F5344CB8AC3E}">
        <p14:creationId xmlns:p14="http://schemas.microsoft.com/office/powerpoint/2010/main" val="40388945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userDrawn="1">
  <p:cSld name="D. Arrow half">
    <p:bg>
      <p:bgPr>
        <a:solidFill>
          <a:srgbClr val="D763C6"/>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18"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2019 by The Boston Consulting Group, Inc. All rights reserved.</a:t>
            </a: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Beazley Agile </a:t>
            </a:r>
            <a:r>
              <a:rPr lang="en-US" sz="700" err="1">
                <a:solidFill>
                  <a:schemeClr val="bg1"/>
                </a:solidFill>
                <a:latin typeface="+mn-lt"/>
                <a:sym typeface="Trebuchet MS" panose="020B0603020202020204" pitchFamily="34" charset="0"/>
              </a:rPr>
              <a:t>Playbook_compendium</a:t>
            </a:r>
            <a:r>
              <a:rPr lang="en-US" sz="700">
                <a:solidFill>
                  <a:schemeClr val="bg1"/>
                </a:solidFill>
                <a:latin typeface="+mn-lt"/>
                <a:sym typeface="Trebuchet MS" panose="020B0603020202020204" pitchFamily="34" charset="0"/>
              </a:rPr>
              <a:t> v9.pptx</a:t>
            </a: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09472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0.xml><?xml version="1.0" encoding="utf-8"?>
<p:sldLayout xmlns:a="http://schemas.openxmlformats.org/drawingml/2006/main" xmlns:r="http://schemas.openxmlformats.org/officeDocument/2006/relationships" xmlns:p="http://schemas.openxmlformats.org/presentationml/2006/main"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2019 by The Boston Consulting Group, Inc. All rights reserved.</a:t>
            </a: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Beazley Agile </a:t>
            </a:r>
            <a:r>
              <a:rPr lang="en-US" sz="700" err="1">
                <a:solidFill>
                  <a:schemeClr val="bg1">
                    <a:lumMod val="50000"/>
                  </a:schemeClr>
                </a:solidFill>
                <a:latin typeface="+mn-lt"/>
                <a:sym typeface="Trebuchet MS" panose="020B0603020202020204" pitchFamily="34" charset="0"/>
              </a:rPr>
              <a:t>Playbook_compendium</a:t>
            </a:r>
            <a:r>
              <a:rPr lang="en-US" sz="700">
                <a:solidFill>
                  <a:schemeClr val="bg1">
                    <a:lumMod val="50000"/>
                  </a:schemeClr>
                </a:solidFill>
                <a:latin typeface="+mn-lt"/>
                <a:sym typeface="Trebuchet MS" panose="020B0603020202020204" pitchFamily="34" charset="0"/>
              </a:rPr>
              <a:t> v9.pptx</a:t>
            </a:r>
          </a:p>
        </p:txBody>
      </p:sp>
    </p:spTree>
    <p:extLst>
      <p:ext uri="{BB962C8B-B14F-4D97-AF65-F5344CB8AC3E}">
        <p14:creationId xmlns:p14="http://schemas.microsoft.com/office/powerpoint/2010/main" val="3116705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4674693"/>
      </p:ext>
    </p:extLst>
  </p:cSld>
  <p:clrMapOvr>
    <a:masterClrMapping/>
  </p:clrMapOvr>
  <p:extLst>
    <p:ext uri="{DCECCB84-F9BA-43D5-87BE-67443E8EF086}">
      <p15:sldGuideLst xmlns:p15="http://schemas.microsoft.com/office/powerpoint/2012/main"/>
    </p:ext>
  </p:extLst>
</p:sldLayout>
</file>

<file path=ppt/slideLayouts/slideLayout21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4211412426"/>
      </p:ext>
    </p:extLst>
  </p:cSld>
  <p:clrMapOvr>
    <a:masterClrMapping/>
  </p:clrMapOvr>
  <p:extLst>
    <p:ext uri="{DCECCB84-F9BA-43D5-87BE-67443E8EF086}">
      <p15:sldGuideLst xmlns:p15="http://schemas.microsoft.com/office/powerpoint/2012/main"/>
    </p:ext>
  </p:extLst>
</p:sldLayout>
</file>

<file path=ppt/slideLayouts/slideLayout213.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2676114358"/>
      </p:ext>
    </p:extLst>
  </p:cSld>
  <p:clrMapOvr>
    <a:masterClrMapping/>
  </p:clrMapOvr>
  <p:extLst>
    <p:ext uri="{DCECCB84-F9BA-43D5-87BE-67443E8EF086}">
      <p15:sldGuideLst xmlns:p15="http://schemas.microsoft.com/office/powerpoint/2012/main"/>
    </p:ext>
  </p:extLst>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Tree>
    <p:extLst>
      <p:ext uri="{BB962C8B-B14F-4D97-AF65-F5344CB8AC3E}">
        <p14:creationId xmlns:p14="http://schemas.microsoft.com/office/powerpoint/2010/main" val="549182191"/>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616482128"/>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518747871"/>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899143743"/>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57921937"/>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760011793"/>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291626790"/>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1267283253"/>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2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425696948"/>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416502720"/>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761259393"/>
      </p:ext>
    </p:extLst>
  </p:cSld>
  <p:clrMapOvr>
    <a:masterClrMapping/>
  </p:clrMapOvr>
  <p:extLst>
    <p:ext uri="{DCECCB84-F9BA-43D5-87BE-67443E8EF086}">
      <p15:sldGuideLst xmlns:p15="http://schemas.microsoft.com/office/powerpoint/2012/main"/>
    </p:ext>
  </p:extLst>
</p:sldLayout>
</file>

<file path=ppt/slideLayouts/slideLayout225.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1906046861"/>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8787563"/>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909300115"/>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2286034413"/>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802717661"/>
      </p:ext>
    </p:extLst>
  </p:cSld>
  <p:clrMapOvr>
    <a:masterClrMapping/>
  </p:clrMapOvr>
  <p:extLst>
    <p:ext uri="{DCECCB84-F9BA-43D5-87BE-67443E8EF086}">
      <p15:sldGuideLst xmlns:p15="http://schemas.microsoft.com/office/powerpoint/2012/main"/>
    </p:ext>
  </p:extLst>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1134678430"/>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3590613177"/>
      </p:ext>
    </p:extLst>
  </p:cSld>
  <p:clrMapOvr>
    <a:masterClrMapping/>
  </p:clrMapOvr>
  <p:extLst>
    <p:ext uri="{DCECCB84-F9BA-43D5-87BE-67443E8EF086}">
      <p15:sldGuideLst xmlns:p15="http://schemas.microsoft.com/office/powerpoint/2012/main"/>
    </p:ext>
  </p:extLst>
</p:sldLayout>
</file>

<file path=ppt/slideLayouts/slideLayout232.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1289494864"/>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FB450-1E49-4B52-9911-7E6917A8A2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9ED87E-8BF4-4026-80B2-EE6EEFE427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3A384A-808A-4F76-B2EA-38B99153B74E}"/>
              </a:ext>
            </a:extLst>
          </p:cNvPr>
          <p:cNvSpPr>
            <a:spLocks noGrp="1"/>
          </p:cNvSpPr>
          <p:nvPr>
            <p:ph type="dt" sz="half" idx="10"/>
          </p:nvPr>
        </p:nvSpPr>
        <p:spPr/>
        <p:txBody>
          <a:bodyPr/>
          <a:lstStyle/>
          <a:p>
            <a:fld id="{63ED0650-D9F0-459B-9D87-0B1326143F31}" type="datetimeFigureOut">
              <a:rPr lang="en-IN" smtClean="0"/>
              <a:t>06-08-2024</a:t>
            </a:fld>
            <a:endParaRPr lang="en-IN"/>
          </a:p>
        </p:txBody>
      </p:sp>
      <p:sp>
        <p:nvSpPr>
          <p:cNvPr id="5" name="Footer Placeholder 4">
            <a:extLst>
              <a:ext uri="{FF2B5EF4-FFF2-40B4-BE49-F238E27FC236}">
                <a16:creationId xmlns:a16="http://schemas.microsoft.com/office/drawing/2014/main" id="{7010D720-78A7-459B-8E5D-D20CA26773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046FEB-8EDD-4919-A26E-5757EB36EA85}"/>
              </a:ext>
            </a:extLst>
          </p:cNvPr>
          <p:cNvSpPr>
            <a:spLocks noGrp="1"/>
          </p:cNvSpPr>
          <p:nvPr>
            <p:ph type="sldNum" sz="quarter" idx="12"/>
          </p:nvPr>
        </p:nvSpPr>
        <p:spPr/>
        <p:txBody>
          <a:bodyPr/>
          <a:lstStyle/>
          <a:p>
            <a:fld id="{EF8DFA20-5F2A-463A-9076-07DB3AA08392}" type="slidenum">
              <a:rPr lang="en-IN" smtClean="0"/>
              <a:t>‹#›</a:t>
            </a:fld>
            <a:endParaRPr lang="en-IN"/>
          </a:p>
        </p:txBody>
      </p:sp>
    </p:spTree>
    <p:extLst>
      <p:ext uri="{BB962C8B-B14F-4D97-AF65-F5344CB8AC3E}">
        <p14:creationId xmlns:p14="http://schemas.microsoft.com/office/powerpoint/2010/main" val="741046242"/>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3587978"/>
      </p:ext>
    </p:extLst>
  </p:cSld>
  <p:clrMapOvr>
    <a:masterClrMapping/>
  </p:clrMapOvr>
  <p:extLst>
    <p:ext uri="{DCECCB84-F9BA-43D5-87BE-67443E8EF086}">
      <p15:sldGuideLst xmlns:p15="http://schemas.microsoft.com/office/powerpoint/2012/main"/>
    </p:ext>
  </p:extLst>
</p:sldLayout>
</file>

<file path=ppt/slideLayouts/slideLayout235.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1910984585"/>
      </p:ext>
    </p:extLst>
  </p:cSld>
  <p:clrMapOvr>
    <a:masterClrMapping/>
  </p:clrMapOvr>
  <p:extLst>
    <p:ext uri="{DCECCB84-F9BA-43D5-87BE-67443E8EF086}">
      <p15:sldGuideLst xmlns:p15="http://schemas.microsoft.com/office/powerpoint/2012/main"/>
    </p:ext>
  </p:extLst>
</p:sldLayout>
</file>

<file path=ppt/slideLayouts/slideLayout236.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3915267109"/>
      </p:ext>
    </p:extLst>
  </p:cSld>
  <p:clrMapOvr>
    <a:masterClrMapping/>
  </p:clrMapOvr>
  <p:extLst>
    <p:ext uri="{DCECCB84-F9BA-43D5-87BE-67443E8EF086}">
      <p15:sldGuideLst xmlns:p15="http://schemas.microsoft.com/office/powerpoint/2012/main"/>
    </p:ext>
  </p:extLs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Tree>
    <p:extLst>
      <p:ext uri="{BB962C8B-B14F-4D97-AF65-F5344CB8AC3E}">
        <p14:creationId xmlns:p14="http://schemas.microsoft.com/office/powerpoint/2010/main" val="3338369373"/>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754702175"/>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936725237"/>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057270969"/>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56997823"/>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756941348"/>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30046104"/>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880547097"/>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2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2014436859"/>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738183403"/>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2140768308"/>
      </p:ext>
    </p:extLst>
  </p:cSld>
  <p:clrMapOvr>
    <a:masterClrMapping/>
  </p:clrMapOvr>
  <p:extLst>
    <p:ext uri="{DCECCB84-F9BA-43D5-87BE-67443E8EF086}">
      <p15:sldGuideLst xmlns:p15="http://schemas.microsoft.com/office/powerpoint/2012/main"/>
    </p:ext>
  </p:extLst>
</p:sldLayout>
</file>

<file path=ppt/slideLayouts/slideLayout248.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4031873810"/>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0835119"/>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384464573"/>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368751430"/>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158467754"/>
      </p:ext>
    </p:extLst>
  </p:cSld>
  <p:clrMapOvr>
    <a:masterClrMapping/>
  </p:clrMapOvr>
  <p:extLst>
    <p:ext uri="{DCECCB84-F9BA-43D5-87BE-67443E8EF086}">
      <p15:sldGuideLst xmlns:p15="http://schemas.microsoft.com/office/powerpoint/2012/main"/>
    </p:ext>
  </p:extLst>
</p:sldLayout>
</file>

<file path=ppt/slideLayouts/slideLayout253.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1298815278"/>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778737837"/>
      </p:ext>
    </p:extLst>
  </p:cSld>
  <p:clrMapOvr>
    <a:masterClrMapping/>
  </p:clrMapOvr>
  <p:extLst>
    <p:ext uri="{DCECCB84-F9BA-43D5-87BE-67443E8EF086}">
      <p15:sldGuideLst xmlns:p15="http://schemas.microsoft.com/office/powerpoint/2012/main"/>
    </p:ext>
  </p:extLst>
</p:sldLayout>
</file>

<file path=ppt/slideLayouts/slideLayout255.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1549865961"/>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userDrawn="1">
  <p:cSld name="Standard w Bullets">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36998"/>
          </a:xfrm>
        </p:spPr>
        <p:txBody>
          <a:bodyPr/>
          <a:lstStyle>
            <a:lvl1pPr>
              <a:defRPr>
                <a:solidFill>
                  <a:srgbClr val="CC0717"/>
                </a:solidFill>
              </a:defRPr>
            </a:lvl1pPr>
          </a:lstStyle>
          <a:p>
            <a:r>
              <a:rPr lang="en-US"/>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D18F47A1-F350-4B12-9FC1-5B9E880A8879}" type="slidenum">
              <a:rPr lang="en-US" smtClean="0">
                <a:solidFill>
                  <a:prstClr val="white"/>
                </a:solidFill>
              </a:rPr>
              <a:pPr/>
              <a:t>‹#›</a:t>
            </a:fld>
            <a:endParaRPr lang="en-US">
              <a:solidFill>
                <a:prstClr val="white"/>
              </a:solidFill>
            </a:endParaRPr>
          </a:p>
        </p:txBody>
      </p:sp>
      <p:sp>
        <p:nvSpPr>
          <p:cNvPr id="6" name="Text Placeholder 2"/>
          <p:cNvSpPr>
            <a:spLocks noGrp="1"/>
          </p:cNvSpPr>
          <p:nvPr>
            <p:ph idx="1"/>
          </p:nvPr>
        </p:nvSpPr>
        <p:spPr>
          <a:xfrm>
            <a:off x="643850" y="893852"/>
            <a:ext cx="10709953" cy="5283111"/>
          </a:xfrm>
          <a:prstGeom prst="rect">
            <a:avLst/>
          </a:prstGeom>
        </p:spPr>
        <p:txBody>
          <a:bodyPr vert="horz" lIns="91440" tIns="45720" rIns="91440" bIns="45720" rtlCol="0">
            <a:normAutofit/>
          </a:bodyPr>
          <a:lstStyle>
            <a:lvl2pPr marL="685800" indent="-228600">
              <a:buFont typeface="Arial" panose="020B0604020202020204" pitchFamily="34" charset="0"/>
              <a:buChar char="−"/>
              <a:defRPr/>
            </a:lvl2pPr>
            <a:lvl3pPr marL="1143000" indent="-228600">
              <a:buFont typeface="Wingdings" panose="05000000000000000000" pitchFamily="2" charset="2"/>
              <a:buChar char="§"/>
              <a:defRPr/>
            </a:lvl3pPr>
            <a:lvl4pPr marL="1600200" indent="-228600">
              <a:buSzPct val="90000"/>
              <a:buFont typeface="Courier New" panose="02070309020205020404" pitchFamily="49" charset="0"/>
              <a:buChar char="o"/>
              <a:defRPr/>
            </a:lvl4pPr>
            <a:lvl5pPr marL="20574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1733551" y="6400799"/>
            <a:ext cx="8724899" cy="457201"/>
          </a:xfrm>
          <a:prstGeom prst="rect">
            <a:avLst/>
          </a:prstGeom>
          <a:noFill/>
        </p:spPr>
        <p:txBody>
          <a:bodyPr vert="horz" lIns="365760" tIns="45720" rIns="91440" bIns="45720" rtlCol="0" anchor="ctr" anchorCtr="0"/>
          <a:lstStyle>
            <a:lvl1pPr algn="ctr">
              <a:defRPr lang="en-US" sz="1100" smtClean="0">
                <a:effectLst>
                  <a:outerShdw blurRad="38100" dist="38100" dir="2700000" algn="tl">
                    <a:srgbClr val="000000">
                      <a:alpha val="43137"/>
                    </a:srgbClr>
                  </a:outerShdw>
                </a:effectLst>
              </a:defRPr>
            </a:lvl1pPr>
          </a:lstStyle>
          <a:p>
            <a:r>
              <a:rPr lang="en-US">
                <a:solidFill>
                  <a:prstClr val="white"/>
                </a:solidFill>
              </a:rPr>
              <a:t>Grange </a:t>
            </a:r>
            <a:r>
              <a:rPr>
                <a:solidFill>
                  <a:prstClr val="white"/>
                </a:solidFill>
              </a:rPr>
              <a:t> CONFIDENTIAL INFORMATION</a:t>
            </a:r>
          </a:p>
          <a:p>
            <a:r>
              <a:rPr>
                <a:solidFill>
                  <a:prstClr val="white"/>
                </a:solidFill>
              </a:rPr>
              <a:t>- Distribution on a Business Need to Know Basis Only -</a:t>
            </a:r>
          </a:p>
        </p:txBody>
      </p:sp>
    </p:spTree>
    <p:extLst>
      <p:ext uri="{BB962C8B-B14F-4D97-AF65-F5344CB8AC3E}">
        <p14:creationId xmlns:p14="http://schemas.microsoft.com/office/powerpoint/2010/main" val="3612941924"/>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9C1A3-FC1C-F605-49FC-B80D37DB0A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E36E5AA-DE50-F516-9658-18419D98F7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9415E53-41B5-1D69-AB6C-CCCB2B7866AA}"/>
              </a:ext>
            </a:extLst>
          </p:cNvPr>
          <p:cNvSpPr>
            <a:spLocks noGrp="1"/>
          </p:cNvSpPr>
          <p:nvPr>
            <p:ph type="dt" sz="half" idx="10"/>
          </p:nvPr>
        </p:nvSpPr>
        <p:spPr/>
        <p:txBody>
          <a:bodyPr/>
          <a:lstStyle/>
          <a:p>
            <a:fld id="{D334C3A3-F993-414A-AAF8-8E9919339753}" type="datetimeFigureOut">
              <a:rPr lang="en-GB" smtClean="0"/>
              <a:t>06/08/2024</a:t>
            </a:fld>
            <a:endParaRPr lang="en-GB"/>
          </a:p>
        </p:txBody>
      </p:sp>
      <p:sp>
        <p:nvSpPr>
          <p:cNvPr id="5" name="Footer Placeholder 4">
            <a:extLst>
              <a:ext uri="{FF2B5EF4-FFF2-40B4-BE49-F238E27FC236}">
                <a16:creationId xmlns:a16="http://schemas.microsoft.com/office/drawing/2014/main" id="{81D16740-5142-4C09-E754-7566CBF48F9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E8E1DE6-F73C-E6A0-B302-B817502CD791}"/>
              </a:ext>
            </a:extLst>
          </p:cNvPr>
          <p:cNvSpPr>
            <a:spLocks noGrp="1"/>
          </p:cNvSpPr>
          <p:nvPr>
            <p:ph type="sldNum" sz="quarter" idx="12"/>
          </p:nvPr>
        </p:nvSpPr>
        <p:spPr/>
        <p:txBody>
          <a:bodyPr/>
          <a:lstStyle/>
          <a:p>
            <a:fld id="{3DD1359A-EC5E-4808-B5BC-F041E20EB9D7}" type="slidenum">
              <a:rPr lang="en-GB" smtClean="0"/>
              <a:t>‹#›</a:t>
            </a:fld>
            <a:endParaRPr lang="en-GB"/>
          </a:p>
        </p:txBody>
      </p:sp>
    </p:spTree>
    <p:extLst>
      <p:ext uri="{BB962C8B-B14F-4D97-AF65-F5344CB8AC3E}">
        <p14:creationId xmlns:p14="http://schemas.microsoft.com/office/powerpoint/2010/main" val="1715088547"/>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userDrawn="1">
  <p:cSld name="Title &amp; Content (ONE COL)">
    <p:spTree>
      <p:nvGrpSpPr>
        <p:cNvPr id="1" name=""/>
        <p:cNvGrpSpPr/>
        <p:nvPr/>
      </p:nvGrpSpPr>
      <p:grpSpPr>
        <a:xfrm>
          <a:off x="0" y="0"/>
          <a:ext cx="0" cy="0"/>
          <a:chOff x="0" y="0"/>
          <a:chExt cx="0" cy="0"/>
        </a:xfrm>
      </p:grpSpPr>
      <p:sp>
        <p:nvSpPr>
          <p:cNvPr id="3" name="Content Placeholder 2"/>
          <p:cNvSpPr>
            <a:spLocks noGrp="1"/>
          </p:cNvSpPr>
          <p:nvPr>
            <p:ph idx="1"/>
          </p:nvPr>
        </p:nvSpPr>
        <p:spPr>
          <a:xfrm>
            <a:off x="479425" y="1828801"/>
            <a:ext cx="11268075" cy="4114800"/>
          </a:xfrm>
        </p:spPr>
        <p:txBody>
          <a:bodyPr numCol="1">
            <a:noAutofit/>
          </a:bodyPr>
          <a:lstStyle>
            <a:lvl1pPr marL="0" marR="0" indent="0" algn="l" defTabSz="914377" rtl="0" eaLnBrk="1" fontAlgn="auto" latinLnBrk="0" hangingPunct="1">
              <a:lnSpc>
                <a:spcPct val="100000"/>
              </a:lnSpc>
              <a:spcBef>
                <a:spcPts val="1800"/>
              </a:spcBef>
              <a:spcAft>
                <a:spcPts val="0"/>
              </a:spcAft>
              <a:buClr>
                <a:srgbClr val="0028A0"/>
              </a:buClr>
              <a:buSzTx/>
              <a:buFont typeface="Arial" panose="020B0604020202020204" pitchFamily="34" charset="0"/>
              <a:buNone/>
              <a:tabLst/>
              <a:defRPr/>
            </a:lvl1pPr>
            <a:lvl2pPr marL="288918" marR="0"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2pPr>
            <a:lvl3pPr marL="517512" marR="0" indent="-28415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3pPr>
            <a:lvl4pPr marL="746107" marR="0" indent="-29050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4pPr>
            <a:lvl5pPr marL="974701" marR="0"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5pPr>
          </a:lstStyle>
          <a:p>
            <a:pPr marL="0" marR="0" lvl="0" indent="0" algn="l" defTabSz="914377" rtl="0" eaLnBrk="1" fontAlgn="auto" latinLnBrk="0" hangingPunct="1">
              <a:lnSpc>
                <a:spcPct val="100000"/>
              </a:lnSpc>
              <a:spcBef>
                <a:spcPts val="1200"/>
              </a:spcBef>
              <a:spcAft>
                <a:spcPts val="0"/>
              </a:spcAft>
              <a:buClr>
                <a:srgbClr val="0028A0"/>
              </a:buClr>
              <a:buSzTx/>
              <a:buFont typeface="Arial" panose="020B0604020202020204" pitchFamily="34" charset="0"/>
              <a:buNone/>
              <a:tabLst/>
              <a:defRPr/>
            </a:pPr>
            <a:r>
              <a:rPr kumimoji="0" lang="en-US" sz="2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8918" marR="0" lvl="1"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mn-lt"/>
                <a:ea typeface="+mn-ea"/>
                <a:cs typeface="+mn-cs"/>
              </a:rPr>
              <a:t>Second level</a:t>
            </a:r>
          </a:p>
          <a:p>
            <a:pPr marL="517512" marR="0" lvl="2" indent="-28415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mn-lt"/>
                <a:ea typeface="+mn-ea"/>
                <a:cs typeface="+mn-cs"/>
              </a:rPr>
              <a:t>Third level</a:t>
            </a:r>
          </a:p>
          <a:p>
            <a:pPr marL="746107" marR="0" lvl="3" indent="-29050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mn-lt"/>
                <a:ea typeface="+mn-ea"/>
                <a:cs typeface="+mn-cs"/>
              </a:rPr>
              <a:t>Fourth level</a:t>
            </a:r>
          </a:p>
          <a:p>
            <a:pPr marL="974701" marR="0" lvl="4"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4" name="Text Placeholder 3"/>
          <p:cNvSpPr>
            <a:spLocks noGrp="1"/>
          </p:cNvSpPr>
          <p:nvPr>
            <p:ph type="body" sz="quarter" idx="10"/>
          </p:nvPr>
        </p:nvSpPr>
        <p:spPr>
          <a:xfrm>
            <a:off x="479425" y="1080375"/>
            <a:ext cx="11268075" cy="430887"/>
          </a:xfrm>
        </p:spPr>
        <p:txBody>
          <a:bodyPr wrap="square" numCol="1">
            <a:spAutoFit/>
          </a:bodyPr>
          <a:lstStyle>
            <a:lvl1pPr>
              <a:lnSpc>
                <a:spcPct val="100000"/>
              </a:lnSpc>
              <a:spcBef>
                <a:spcPts val="0"/>
              </a:spcBef>
              <a:defRPr sz="2800">
                <a:solidFill>
                  <a:schemeClr val="bg2">
                    <a:lumMod val="65000"/>
                    <a:lumOff val="35000"/>
                  </a:schemeClr>
                </a:solidFill>
              </a:defRPr>
            </a:lvl1pPr>
            <a:lvl2pPr>
              <a:defRPr sz="2400"/>
            </a:lvl2pPr>
            <a:lvl3pPr>
              <a:defRPr sz="2400"/>
            </a:lvl3pPr>
            <a:lvl4pPr>
              <a:defRPr sz="2400"/>
            </a:lvl4pPr>
            <a:lvl5pPr>
              <a:defRPr sz="2400"/>
            </a:lvl5pPr>
          </a:lstStyle>
          <a:p>
            <a:pPr lvl="0"/>
            <a:r>
              <a:rPr lang="en-US"/>
              <a:t>Click to edit Master text styles</a:t>
            </a:r>
          </a:p>
        </p:txBody>
      </p:sp>
      <p:sp>
        <p:nvSpPr>
          <p:cNvPr id="2" name="Title 1"/>
          <p:cNvSpPr>
            <a:spLocks noGrp="1"/>
          </p:cNvSpPr>
          <p:nvPr>
            <p:ph type="title"/>
          </p:nvPr>
        </p:nvSpPr>
        <p:spPr>
          <a:xfrm>
            <a:off x="479425" y="457202"/>
            <a:ext cx="11268075" cy="615553"/>
          </a:xfrm>
        </p:spPr>
        <p:txBody>
          <a:bodyPr/>
          <a:lstStyle/>
          <a:p>
            <a:r>
              <a:rPr lang="en-US"/>
              <a:t>Click to edit Master title style</a:t>
            </a:r>
          </a:p>
        </p:txBody>
      </p:sp>
    </p:spTree>
    <p:extLst>
      <p:ext uri="{BB962C8B-B14F-4D97-AF65-F5344CB8AC3E}">
        <p14:creationId xmlns:p14="http://schemas.microsoft.com/office/powerpoint/2010/main" val="451862485"/>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D88196A4-F67C-4FA9-BC80-1229B1578153}"/>
              </a:ext>
            </a:extLst>
          </p:cNvPr>
          <p:cNvSpPr>
            <a:spLocks noGrp="1" noChangeArrowheads="1"/>
          </p:cNvSpPr>
          <p:nvPr>
            <p:ph type="dt" sz="half" idx="10"/>
          </p:nvPr>
        </p:nvSpPr>
        <p:spPr>
          <a:xfrm>
            <a:off x="6863862" y="6308725"/>
            <a:ext cx="2305538" cy="476250"/>
          </a:xfrm>
          <a:prstGeom prst="rect">
            <a:avLst/>
          </a:prstGeom>
          <a:ln/>
        </p:spPr>
        <p:txBody>
          <a:bodyPr/>
          <a:lstStyle>
            <a:lvl1pPr>
              <a:defRPr/>
            </a:lvl1pPr>
          </a:lstStyle>
          <a:p>
            <a:r>
              <a:rPr lang="en-US" altLang="en-US"/>
              <a:t>Date</a:t>
            </a:r>
            <a:endParaRPr lang="en-GB" altLang="en-US"/>
          </a:p>
        </p:txBody>
      </p:sp>
      <p:sp>
        <p:nvSpPr>
          <p:cNvPr id="4" name="Rectangle 5">
            <a:extLst>
              <a:ext uri="{FF2B5EF4-FFF2-40B4-BE49-F238E27FC236}">
                <a16:creationId xmlns:a16="http://schemas.microsoft.com/office/drawing/2014/main" id="{64969AD8-CD0C-499B-9BE1-FA6AB8E880B7}"/>
              </a:ext>
            </a:extLst>
          </p:cNvPr>
          <p:cNvSpPr>
            <a:spLocks noGrp="1" noChangeArrowheads="1"/>
          </p:cNvSpPr>
          <p:nvPr>
            <p:ph type="ftr" sz="quarter" idx="11"/>
          </p:nvPr>
        </p:nvSpPr>
        <p:spPr>
          <a:xfrm>
            <a:off x="1166447" y="6308725"/>
            <a:ext cx="5205046" cy="476250"/>
          </a:xfrm>
          <a:prstGeom prst="rect">
            <a:avLst/>
          </a:prstGeom>
          <a:ln/>
        </p:spPr>
        <p:txBody>
          <a:bodyPr/>
          <a:lstStyle>
            <a:lvl1pPr>
              <a:defRPr/>
            </a:lvl1pPr>
          </a:lstStyle>
          <a:p>
            <a:r>
              <a:rPr lang="en-GB" altLang="en-US"/>
              <a:t>New presentation – Author</a:t>
            </a:r>
          </a:p>
        </p:txBody>
      </p:sp>
      <p:sp>
        <p:nvSpPr>
          <p:cNvPr id="5" name="Rectangle 6">
            <a:extLst>
              <a:ext uri="{FF2B5EF4-FFF2-40B4-BE49-F238E27FC236}">
                <a16:creationId xmlns:a16="http://schemas.microsoft.com/office/drawing/2014/main" id="{B5332CFB-F65C-46A0-95AF-1C401646AB90}"/>
              </a:ext>
            </a:extLst>
          </p:cNvPr>
          <p:cNvSpPr>
            <a:spLocks noGrp="1" noChangeArrowheads="1"/>
          </p:cNvSpPr>
          <p:nvPr>
            <p:ph type="sldNum" sz="quarter" idx="12"/>
          </p:nvPr>
        </p:nvSpPr>
        <p:spPr>
          <a:xfrm>
            <a:off x="328246" y="6308725"/>
            <a:ext cx="719015" cy="476250"/>
          </a:xfrm>
          <a:prstGeom prst="rect">
            <a:avLst/>
          </a:prstGeom>
          <a:ln/>
        </p:spPr>
        <p:txBody>
          <a:bodyPr/>
          <a:lstStyle>
            <a:lvl1pPr>
              <a:defRPr/>
            </a:lvl1pPr>
          </a:lstStyle>
          <a:p>
            <a:fld id="{532E4B0F-E077-49F8-921C-80D80331C8AC}" type="slidenum">
              <a:rPr lang="en-GB" altLang="en-US"/>
              <a:pPr/>
              <a:t>‹#›</a:t>
            </a:fld>
            <a:endParaRPr lang="en-GB" altLang="en-US"/>
          </a:p>
        </p:txBody>
      </p:sp>
    </p:spTree>
    <p:extLst>
      <p:ext uri="{BB962C8B-B14F-4D97-AF65-F5344CB8AC3E}">
        <p14:creationId xmlns:p14="http://schemas.microsoft.com/office/powerpoint/2010/main" val="1819957759"/>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p:cSld name="8_Vide">
    <p:bg>
      <p:bgPr>
        <a:solidFill>
          <a:schemeClr val="tx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 name="Picture 7">
            <a:extLst>
              <a:ext uri="{FF2B5EF4-FFF2-40B4-BE49-F238E27FC236}">
                <a16:creationId xmlns:a16="http://schemas.microsoft.com/office/drawing/2014/main" id="{BEB2DB99-1ECC-8785-ED78-2DB4C12E3F08}"/>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0" y="0"/>
            <a:ext cx="12192000" cy="6858000"/>
          </a:xfrm>
          <a:custGeom>
            <a:avLst/>
            <a:gdLst>
              <a:gd name="connsiteX0" fmla="*/ 10732376 w 12192000"/>
              <a:gd name="connsiteY0" fmla="*/ 287238 h 6858000"/>
              <a:gd name="connsiteX1" fmla="*/ 10732376 w 12192000"/>
              <a:gd name="connsiteY1" fmla="*/ 1007318 h 6858000"/>
              <a:gd name="connsiteX2" fmla="*/ 11668480 w 12192000"/>
              <a:gd name="connsiteY2" fmla="*/ 1007318 h 6858000"/>
              <a:gd name="connsiteX3" fmla="*/ 11668480 w 12192000"/>
              <a:gd name="connsiteY3" fmla="*/ 287238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10732376" y="287238"/>
                </a:moveTo>
                <a:lnTo>
                  <a:pt x="10732376" y="1007318"/>
                </a:lnTo>
                <a:lnTo>
                  <a:pt x="11668480" y="1007318"/>
                </a:lnTo>
                <a:lnTo>
                  <a:pt x="11668480" y="287238"/>
                </a:lnTo>
                <a:close/>
                <a:moveTo>
                  <a:pt x="0" y="0"/>
                </a:moveTo>
                <a:lnTo>
                  <a:pt x="12192000" y="0"/>
                </a:lnTo>
                <a:lnTo>
                  <a:pt x="12192000" y="6858000"/>
                </a:lnTo>
                <a:lnTo>
                  <a:pt x="0" y="6858000"/>
                </a:lnTo>
                <a:close/>
              </a:path>
            </a:pathLst>
          </a:custGeom>
        </p:spPr>
      </p:pic>
    </p:spTree>
    <p:extLst>
      <p:ext uri="{BB962C8B-B14F-4D97-AF65-F5344CB8AC3E}">
        <p14:creationId xmlns:p14="http://schemas.microsoft.com/office/powerpoint/2010/main" val="2659903055"/>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userDrawn="1">
  <p:cSld name="1_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84150" y="175419"/>
            <a:ext cx="10515600" cy="365127"/>
          </a:xfrm>
        </p:spPr>
        <p:txBody>
          <a:bodyPr anchor="t">
            <a:normAutofit/>
          </a:bodyPr>
          <a:lstStyle>
            <a:lvl1pPr>
              <a:defRPr lang="en-US" sz="2800" kern="1200" dirty="0">
                <a:solidFill>
                  <a:srgbClr val="FF0000"/>
                </a:solidFill>
                <a:latin typeface="+mn-lt"/>
                <a:ea typeface="+mn-ea"/>
                <a:cs typeface="+mn-cs"/>
              </a:defRPr>
            </a:lvl1pPr>
          </a:lstStyle>
          <a:p>
            <a:r>
              <a:rPr lang="en-US"/>
              <a:t>Main Heading</a:t>
            </a:r>
          </a:p>
        </p:txBody>
      </p:sp>
      <p:sp>
        <p:nvSpPr>
          <p:cNvPr id="4" name="Date Placeholder 3"/>
          <p:cNvSpPr>
            <a:spLocks noGrp="1"/>
          </p:cNvSpPr>
          <p:nvPr>
            <p:ph type="dt" sz="half" idx="10"/>
          </p:nvPr>
        </p:nvSpPr>
        <p:spPr/>
        <p:txBody>
          <a:bodyPr/>
          <a:lstStyle/>
          <a:p>
            <a:fld id="{A62CCA1E-0EEA-4CCA-A9F2-89AEF8419AFD}" type="datetimeFigureOut">
              <a:rPr lang="en-GB" smtClean="0"/>
              <a:t>06/08/2024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6612583-AFA1-4562-9DDD-EB238F2D05DB}" type="slidenum">
              <a:rPr lang="en-GB" smtClean="0"/>
              <a:t>‹#›</a:t>
            </a:fld>
            <a:endParaRPr lang="en-GB"/>
          </a:p>
        </p:txBody>
      </p:sp>
      <p:sp>
        <p:nvSpPr>
          <p:cNvPr id="7" name="Subtitle 2">
            <a:extLst>
              <a:ext uri="{FF2B5EF4-FFF2-40B4-BE49-F238E27FC236}">
                <a16:creationId xmlns:a16="http://schemas.microsoft.com/office/drawing/2014/main" id="{D0007C42-634C-FE59-CD16-D8B207A58BAD}"/>
              </a:ext>
            </a:extLst>
          </p:cNvPr>
          <p:cNvSpPr>
            <a:spLocks noGrp="1"/>
          </p:cNvSpPr>
          <p:nvPr>
            <p:ph type="subTitle" idx="1" hasCustomPrompt="1"/>
          </p:nvPr>
        </p:nvSpPr>
        <p:spPr>
          <a:xfrm>
            <a:off x="184150" y="617538"/>
            <a:ext cx="9144000" cy="365125"/>
          </a:xfrm>
        </p:spPr>
        <p:txBody>
          <a:bodyPr>
            <a:normAutofit/>
          </a:bodyPr>
          <a:lstStyle>
            <a:lvl1pPr marL="0" indent="0" algn="l">
              <a:buNone/>
              <a:defRPr sz="1800">
                <a:solidFill>
                  <a:schemeClr val="accent6">
                    <a:lumMod val="7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Optional </a:t>
            </a:r>
            <a:r>
              <a:rPr lang="en-US" err="1"/>
              <a:t>Subheader</a:t>
            </a:r>
            <a:endParaRPr lang="en-US"/>
          </a:p>
        </p:txBody>
      </p:sp>
    </p:spTree>
    <p:extLst>
      <p:ext uri="{BB962C8B-B14F-4D97-AF65-F5344CB8AC3E}">
        <p14:creationId xmlns:p14="http://schemas.microsoft.com/office/powerpoint/2010/main" val="3645538479"/>
      </p:ext>
    </p:extLst>
  </p:cSld>
  <p:clrMapOvr>
    <a:overrideClrMapping bg1="lt1" tx1="dk1" bg2="lt2" tx2="dk2" accent1="accent1" accent2="accent2" accent3="accent3" accent4="accent4" accent5="accent5" accent6="accent6" hlink="hlink" folHlink="folHlink"/>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381BAC9A-61F1-40FA-BF03-90D3CEE9D414}"/>
              </a:ext>
            </a:extLst>
          </p:cNvPr>
          <p:cNvSpPr>
            <a:spLocks noGrp="1" noChangeArrowheads="1"/>
          </p:cNvSpPr>
          <p:nvPr>
            <p:ph type="dt" sz="half" idx="10"/>
          </p:nvPr>
        </p:nvSpPr>
        <p:spPr>
          <a:ln/>
        </p:spPr>
        <p:txBody>
          <a:bodyPr/>
          <a:lstStyle>
            <a:lvl1pPr>
              <a:defRPr/>
            </a:lvl1pPr>
          </a:lstStyle>
          <a:p>
            <a:r>
              <a:rPr lang="en-US" altLang="en-US"/>
              <a:t>Date</a:t>
            </a:r>
            <a:endParaRPr lang="en-GB" altLang="en-US"/>
          </a:p>
        </p:txBody>
      </p:sp>
      <p:sp>
        <p:nvSpPr>
          <p:cNvPr id="5" name="Rectangle 5">
            <a:extLst>
              <a:ext uri="{FF2B5EF4-FFF2-40B4-BE49-F238E27FC236}">
                <a16:creationId xmlns:a16="http://schemas.microsoft.com/office/drawing/2014/main" id="{4E3D5C8C-E3CC-47AF-BCDE-EC354CDA3F66}"/>
              </a:ext>
            </a:extLst>
          </p:cNvPr>
          <p:cNvSpPr>
            <a:spLocks noGrp="1" noChangeArrowheads="1"/>
          </p:cNvSpPr>
          <p:nvPr>
            <p:ph type="ftr" sz="quarter" idx="11"/>
          </p:nvPr>
        </p:nvSpPr>
        <p:spPr>
          <a:ln/>
        </p:spPr>
        <p:txBody>
          <a:bodyPr/>
          <a:lstStyle>
            <a:lvl1pPr>
              <a:defRPr/>
            </a:lvl1pPr>
          </a:lstStyle>
          <a:p>
            <a:r>
              <a:rPr lang="en-GB" altLang="en-US"/>
              <a:t>New presentation – Author</a:t>
            </a:r>
          </a:p>
        </p:txBody>
      </p:sp>
      <p:sp>
        <p:nvSpPr>
          <p:cNvPr id="6" name="Rectangle 6">
            <a:extLst>
              <a:ext uri="{FF2B5EF4-FFF2-40B4-BE49-F238E27FC236}">
                <a16:creationId xmlns:a16="http://schemas.microsoft.com/office/drawing/2014/main" id="{753A8210-6B20-49D6-86BF-ACCF83A9D1DB}"/>
              </a:ext>
            </a:extLst>
          </p:cNvPr>
          <p:cNvSpPr>
            <a:spLocks noGrp="1" noChangeArrowheads="1"/>
          </p:cNvSpPr>
          <p:nvPr>
            <p:ph type="sldNum" sz="quarter" idx="12"/>
          </p:nvPr>
        </p:nvSpPr>
        <p:spPr>
          <a:ln/>
        </p:spPr>
        <p:txBody>
          <a:bodyPr/>
          <a:lstStyle>
            <a:lvl1pPr>
              <a:defRPr/>
            </a:lvl1pPr>
          </a:lstStyle>
          <a:p>
            <a:fld id="{CEBBDC6F-F53E-4ADC-993C-180329C48DAB}" type="slidenum">
              <a:rPr lang="en-GB" altLang="en-US"/>
              <a:pPr/>
              <a:t>‹#›</a:t>
            </a:fld>
            <a:endParaRPr lang="en-GB" altLang="en-US"/>
          </a:p>
        </p:txBody>
      </p:sp>
    </p:spTree>
    <p:extLst>
      <p:ext uri="{BB962C8B-B14F-4D97-AF65-F5344CB8AC3E}">
        <p14:creationId xmlns:p14="http://schemas.microsoft.com/office/powerpoint/2010/main" val="1960264569"/>
      </p:ext>
    </p:extLst>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D88196A4-F67C-4FA9-BC80-1229B1578153}"/>
              </a:ext>
            </a:extLst>
          </p:cNvPr>
          <p:cNvSpPr>
            <a:spLocks noGrp="1" noChangeArrowheads="1"/>
          </p:cNvSpPr>
          <p:nvPr>
            <p:ph type="dt" sz="half" idx="10"/>
          </p:nvPr>
        </p:nvSpPr>
        <p:spPr>
          <a:ln/>
        </p:spPr>
        <p:txBody>
          <a:bodyPr/>
          <a:lstStyle>
            <a:lvl1pPr>
              <a:defRPr/>
            </a:lvl1pPr>
          </a:lstStyle>
          <a:p>
            <a:r>
              <a:rPr lang="en-US" altLang="en-US"/>
              <a:t>Date</a:t>
            </a:r>
            <a:endParaRPr lang="en-GB" altLang="en-US"/>
          </a:p>
        </p:txBody>
      </p:sp>
      <p:sp>
        <p:nvSpPr>
          <p:cNvPr id="4" name="Rectangle 5">
            <a:extLst>
              <a:ext uri="{FF2B5EF4-FFF2-40B4-BE49-F238E27FC236}">
                <a16:creationId xmlns:a16="http://schemas.microsoft.com/office/drawing/2014/main" id="{64969AD8-CD0C-499B-9BE1-FA6AB8E880B7}"/>
              </a:ext>
            </a:extLst>
          </p:cNvPr>
          <p:cNvSpPr>
            <a:spLocks noGrp="1" noChangeArrowheads="1"/>
          </p:cNvSpPr>
          <p:nvPr>
            <p:ph type="ftr" sz="quarter" idx="11"/>
          </p:nvPr>
        </p:nvSpPr>
        <p:spPr>
          <a:ln/>
        </p:spPr>
        <p:txBody>
          <a:bodyPr/>
          <a:lstStyle>
            <a:lvl1pPr>
              <a:defRPr/>
            </a:lvl1pPr>
          </a:lstStyle>
          <a:p>
            <a:r>
              <a:rPr lang="en-GB" altLang="en-US"/>
              <a:t>New presentation – Author</a:t>
            </a:r>
          </a:p>
        </p:txBody>
      </p:sp>
      <p:sp>
        <p:nvSpPr>
          <p:cNvPr id="5" name="Rectangle 6">
            <a:extLst>
              <a:ext uri="{FF2B5EF4-FFF2-40B4-BE49-F238E27FC236}">
                <a16:creationId xmlns:a16="http://schemas.microsoft.com/office/drawing/2014/main" id="{B5332CFB-F65C-46A0-95AF-1C401646AB90}"/>
              </a:ext>
            </a:extLst>
          </p:cNvPr>
          <p:cNvSpPr>
            <a:spLocks noGrp="1" noChangeArrowheads="1"/>
          </p:cNvSpPr>
          <p:nvPr>
            <p:ph type="sldNum" sz="quarter" idx="12"/>
          </p:nvPr>
        </p:nvSpPr>
        <p:spPr>
          <a:ln/>
        </p:spPr>
        <p:txBody>
          <a:bodyPr/>
          <a:lstStyle>
            <a:lvl1pPr>
              <a:defRPr/>
            </a:lvl1pPr>
          </a:lstStyle>
          <a:p>
            <a:fld id="{532E4B0F-E077-49F8-921C-80D80331C8AC}" type="slidenum">
              <a:rPr lang="en-GB" altLang="en-US"/>
              <a:pPr/>
              <a:t>‹#›</a:t>
            </a:fld>
            <a:endParaRPr lang="en-GB" altLang="en-US"/>
          </a:p>
        </p:txBody>
      </p:sp>
    </p:spTree>
    <p:extLst>
      <p:ext uri="{BB962C8B-B14F-4D97-AF65-F5344CB8AC3E}">
        <p14:creationId xmlns:p14="http://schemas.microsoft.com/office/powerpoint/2010/main" val="773090260"/>
      </p:ext>
    </p:extLst>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userDrawn="1">
  <p:cSld name="2_Section break 1">
    <p:spTree>
      <p:nvGrpSpPr>
        <p:cNvPr id="1" name=""/>
        <p:cNvGrpSpPr/>
        <p:nvPr/>
      </p:nvGrpSpPr>
      <p:grpSpPr>
        <a:xfrm>
          <a:off x="0" y="0"/>
          <a:ext cx="0" cy="0"/>
          <a:chOff x="0" y="0"/>
          <a:chExt cx="0" cy="0"/>
        </a:xfrm>
      </p:grpSpPr>
      <p:sp>
        <p:nvSpPr>
          <p:cNvPr id="5" name="Rectangle 4"/>
          <p:cNvSpPr/>
          <p:nvPr userDrawn="1"/>
        </p:nvSpPr>
        <p:spPr>
          <a:xfrm>
            <a:off x="9255760" y="6329680"/>
            <a:ext cx="2936240" cy="5283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12" name="Object 11"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234615" y="1490607"/>
            <a:ext cx="4021613" cy="3160282"/>
          </a:xfrm>
          <a:prstGeom prst="rect">
            <a:avLst/>
          </a:prstGeom>
        </p:spPr>
        <p:txBody>
          <a:bodyPr anchor="ctr">
            <a:normAutofit/>
          </a:bodyPr>
          <a:lstStyle>
            <a:lvl1pPr marL="0" indent="0">
              <a:lnSpc>
                <a:spcPct val="100000"/>
              </a:lnSpc>
              <a:spcBef>
                <a:spcPts val="0"/>
              </a:spcBef>
              <a:buNone/>
              <a:defRPr sz="3600">
                <a:solidFill>
                  <a:schemeClr val="bg1"/>
                </a:solidFill>
              </a:defRPr>
            </a:lvl1pPr>
            <a:lvl2pPr marL="457200" indent="0">
              <a:buNone/>
              <a:defRPr sz="6000">
                <a:solidFill>
                  <a:schemeClr val="bg1"/>
                </a:solidFill>
              </a:defRPr>
            </a:lvl2pPr>
          </a:lstStyle>
          <a:p>
            <a:pPr lvl="0"/>
            <a:r>
              <a:rPr lang="en-US"/>
              <a:t>Click to insert section title</a:t>
            </a:r>
          </a:p>
        </p:txBody>
      </p:sp>
      <p:sp>
        <p:nvSpPr>
          <p:cNvPr id="18" name="Retângulo 43">
            <a:extLst>
              <a:ext uri="{FF2B5EF4-FFF2-40B4-BE49-F238E27FC236}">
                <a16:creationId xmlns:a16="http://schemas.microsoft.com/office/drawing/2014/main" id="{25FC8637-25BD-4C09-AF25-56B4243DAB3D}"/>
              </a:ext>
            </a:extLst>
          </p:cNvPr>
          <p:cNvSpPr/>
          <p:nvPr userDrawn="1"/>
        </p:nvSpPr>
        <p:spPr>
          <a:xfrm>
            <a:off x="11739445"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a:solidFill>
                <a:schemeClr val="bg1">
                  <a:lumMod val="65000"/>
                </a:schemeClr>
              </a:solidFill>
              <a:cs typeface="Arial" panose="020B0604020202020204" pitchFamily="34" charset="0"/>
            </a:endParaRPr>
          </a:p>
        </p:txBody>
      </p:sp>
    </p:spTree>
    <p:extLst>
      <p:ext uri="{BB962C8B-B14F-4D97-AF65-F5344CB8AC3E}">
        <p14:creationId xmlns:p14="http://schemas.microsoft.com/office/powerpoint/2010/main" val="388858267"/>
      </p:ext>
    </p:extLst>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userDrawn="1">
  <p:cSld name="Final Slide 1">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2" name="Freeform: Shape 4">
            <a:extLst>
              <a:ext uri="{FF2B5EF4-FFF2-40B4-BE49-F238E27FC236}">
                <a16:creationId xmlns:a16="http://schemas.microsoft.com/office/drawing/2014/main" id="{AEFD73FD-4310-4FE6-83F6-4ADDF1642E27}"/>
              </a:ext>
            </a:extLst>
          </p:cNvPr>
          <p:cNvSpPr>
            <a:spLocks/>
          </p:cNvSpPr>
          <p:nvPr userDrawn="1"/>
        </p:nvSpPr>
        <p:spPr bwMode="auto">
          <a:xfrm>
            <a:off x="1" y="0"/>
            <a:ext cx="5942703" cy="6858000"/>
          </a:xfrm>
          <a:custGeom>
            <a:avLst/>
            <a:gdLst>
              <a:gd name="connsiteX0" fmla="*/ 0 w 5942703"/>
              <a:gd name="connsiteY0" fmla="*/ 0 h 6858000"/>
              <a:gd name="connsiteX1" fmla="*/ 1934854 w 5942703"/>
              <a:gd name="connsiteY1" fmla="*/ 0 h 6858000"/>
              <a:gd name="connsiteX2" fmla="*/ 2016936 w 5942703"/>
              <a:gd name="connsiteY2" fmla="*/ 210681 h 6858000"/>
              <a:gd name="connsiteX3" fmla="*/ 5381513 w 5942703"/>
              <a:gd name="connsiteY3" fmla="*/ 2418544 h 6858000"/>
              <a:gd name="connsiteX4" fmla="*/ 3933862 w 5942703"/>
              <a:gd name="connsiteY4" fmla="*/ 6759409 h 6858000"/>
              <a:gd name="connsiteX5" fmla="*/ 3795861 w 5942703"/>
              <a:gd name="connsiteY5" fmla="*/ 6858000 h 6858000"/>
              <a:gd name="connsiteX6" fmla="*/ 0 w 594270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2703" h="6858000">
                <a:moveTo>
                  <a:pt x="0" y="0"/>
                </a:moveTo>
                <a:lnTo>
                  <a:pt x="1934854" y="0"/>
                </a:lnTo>
                <a:lnTo>
                  <a:pt x="2016936" y="210681"/>
                </a:lnTo>
                <a:cubicBezTo>
                  <a:pt x="3206701" y="3025068"/>
                  <a:pt x="5838311" y="3712297"/>
                  <a:pt x="5381513" y="2418544"/>
                </a:cubicBezTo>
                <a:cubicBezTo>
                  <a:pt x="6119798" y="2697936"/>
                  <a:pt x="6539698" y="4845048"/>
                  <a:pt x="3933862" y="6759409"/>
                </a:cubicBezTo>
                <a:lnTo>
                  <a:pt x="3795861" y="6858000"/>
                </a:lnTo>
                <a:lnTo>
                  <a:pt x="0" y="685800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solidFill>
                <a:prstClr val="black"/>
              </a:solidFill>
            </a:endParaRPr>
          </a:p>
        </p:txBody>
      </p:sp>
      <p:grpSp>
        <p:nvGrpSpPr>
          <p:cNvPr id="2" name="Group 5">
            <a:extLst>
              <a:ext uri="{FF2B5EF4-FFF2-40B4-BE49-F238E27FC236}">
                <a16:creationId xmlns:a16="http://schemas.microsoft.com/office/drawing/2014/main" id="{D1D61DEE-13C9-4E34-97DE-432882EEB993}"/>
              </a:ext>
            </a:extLst>
          </p:cNvPr>
          <p:cNvGrpSpPr/>
          <p:nvPr userDrawn="1"/>
        </p:nvGrpSpPr>
        <p:grpSpPr>
          <a:xfrm>
            <a:off x="4979035" y="2404110"/>
            <a:ext cx="735013" cy="682321"/>
            <a:chOff x="5662614" y="3032124"/>
            <a:chExt cx="863600" cy="801689"/>
          </a:xfrm>
        </p:grpSpPr>
        <p:sp>
          <p:nvSpPr>
            <p:cNvPr id="30" name="Freeform 9">
              <a:extLst>
                <a:ext uri="{FF2B5EF4-FFF2-40B4-BE49-F238E27FC236}">
                  <a16:creationId xmlns:a16="http://schemas.microsoft.com/office/drawing/2014/main" id="{CA8EB9FD-9EF8-467D-92C6-8B7B687106BA}"/>
                </a:ext>
              </a:extLst>
            </p:cNvPr>
            <p:cNvSpPr>
              <a:spLocks/>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1" name="Freeform 12">
              <a:extLst>
                <a:ext uri="{FF2B5EF4-FFF2-40B4-BE49-F238E27FC236}">
                  <a16:creationId xmlns:a16="http://schemas.microsoft.com/office/drawing/2014/main" id="{ED2560F6-388B-43F0-89C8-492914F4382E}"/>
                </a:ext>
              </a:extLst>
            </p:cNvPr>
            <p:cNvSpPr>
              <a:spLocks/>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sp>
        <p:nvSpPr>
          <p:cNvPr id="14" name="Rectangle 13"/>
          <p:cNvSpPr/>
          <p:nvPr userDrawn="1"/>
        </p:nvSpPr>
        <p:spPr>
          <a:xfrm>
            <a:off x="6536184" y="2886346"/>
            <a:ext cx="4899531" cy="770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US" sz="900">
                <a:solidFill>
                  <a:prstClr val="black"/>
                </a:solidFill>
              </a:rPr>
              <a:t>A global leader in consulting, technology services and digital transformation, Capgemini is at the forefront of innovation to address the entire breadth of clients’ opportunities in the evolving world of cloud, digital and platforms. Building on its strong 50-year heritage and deep industry-specific expertise, Capgemini enables organizations to realize their business ambitions through an array of services from strategy to operations. Capgemini is driven by the conviction that the business value of technology comes from and through people. It is a multicultural company of over 200,000 team members in more than 40 countries. The Group reported 2018 global revenues of EUR 13.2 billion.</a:t>
            </a:r>
          </a:p>
        </p:txBody>
      </p:sp>
      <p:sp>
        <p:nvSpPr>
          <p:cNvPr id="15" name="Rectangle 14"/>
          <p:cNvSpPr/>
          <p:nvPr userDrawn="1"/>
        </p:nvSpPr>
        <p:spPr>
          <a:xfrm>
            <a:off x="6536184" y="2507082"/>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rgbClr val="0070AD"/>
                </a:solidFill>
              </a:rPr>
              <a:t>About Capgemini</a:t>
            </a:r>
          </a:p>
        </p:txBody>
      </p:sp>
      <p:sp>
        <p:nvSpPr>
          <p:cNvPr id="16" name="Rectangle 15"/>
          <p:cNvSpPr/>
          <p:nvPr userDrawn="1"/>
        </p:nvSpPr>
        <p:spPr>
          <a:xfrm>
            <a:off x="6536184" y="4235826"/>
            <a:ext cx="2057400"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1200"/>
              </a:lnSpc>
              <a:spcAft>
                <a:spcPts val="600"/>
              </a:spcAft>
            </a:pPr>
            <a:r>
              <a:rPr lang="en-US" sz="900">
                <a:solidFill>
                  <a:prstClr val="black"/>
                </a:solidFill>
              </a:rPr>
              <a:t>Learn more about us at</a:t>
            </a:r>
          </a:p>
          <a:p>
            <a:pPr algn="just">
              <a:lnSpc>
                <a:spcPts val="1200"/>
              </a:lnSpc>
            </a:pPr>
            <a:r>
              <a:rPr lang="en-US" sz="1400">
                <a:solidFill>
                  <a:srgbClr val="12ABDB"/>
                </a:solidFill>
              </a:rPr>
              <a:t>www.capgemini.com</a:t>
            </a:r>
          </a:p>
        </p:txBody>
      </p:sp>
      <p:pic>
        <p:nvPicPr>
          <p:cNvPr id="17" name="Picture 2" descr="D:\My Work\Template\Icons\Social Media\LinkedIN.png">
            <a:hlinkClick r:id="rId2"/>
          </p:cNvPr>
          <p:cNvPicPr>
            <a:picLocks noChangeAspect="1" noChangeArrowheads="1"/>
          </p:cNvPicPr>
          <p:nvPr userDrawn="1"/>
        </p:nvPicPr>
        <p:blipFill>
          <a:blip r:embed="rId3" cstate="print"/>
          <a:srcRect/>
          <a:stretch>
            <a:fillRect/>
          </a:stretch>
        </p:blipFill>
        <p:spPr bwMode="auto">
          <a:xfrm>
            <a:off x="810097" y="3979258"/>
            <a:ext cx="333195" cy="333195"/>
          </a:xfrm>
          <a:prstGeom prst="rect">
            <a:avLst/>
          </a:prstGeom>
          <a:noFill/>
        </p:spPr>
      </p:pic>
      <p:pic>
        <p:nvPicPr>
          <p:cNvPr id="18" name="Picture 4" descr="D:\My Work\Template\Icons\Social Media\SlideShare.png">
            <a:hlinkClick r:id="rId4"/>
          </p:cNvPr>
          <p:cNvPicPr>
            <a:picLocks noChangeAspect="1" noChangeArrowheads="1"/>
          </p:cNvPicPr>
          <p:nvPr userDrawn="1"/>
        </p:nvPicPr>
        <p:blipFill>
          <a:blip r:embed="rId5" cstate="print"/>
          <a:srcRect/>
          <a:stretch>
            <a:fillRect/>
          </a:stretch>
        </p:blipFill>
        <p:spPr bwMode="auto">
          <a:xfrm>
            <a:off x="1193474" y="3979258"/>
            <a:ext cx="333195" cy="333195"/>
          </a:xfrm>
          <a:prstGeom prst="rect">
            <a:avLst/>
          </a:prstGeom>
          <a:noFill/>
        </p:spPr>
      </p:pic>
      <p:pic>
        <p:nvPicPr>
          <p:cNvPr id="19" name="Picture 5" descr="D:\My Work\Template\Icons\Social Media\Twitter.png">
            <a:hlinkClick r:id="rId6"/>
          </p:cNvPr>
          <p:cNvPicPr>
            <a:picLocks noChangeAspect="1" noChangeArrowheads="1"/>
          </p:cNvPicPr>
          <p:nvPr userDrawn="1"/>
        </p:nvPicPr>
        <p:blipFill>
          <a:blip r:embed="rId7" cstate="print"/>
          <a:srcRect/>
          <a:stretch>
            <a:fillRect/>
          </a:stretch>
        </p:blipFill>
        <p:spPr bwMode="auto">
          <a:xfrm>
            <a:off x="1576851" y="3979258"/>
            <a:ext cx="333195" cy="333195"/>
          </a:xfrm>
          <a:prstGeom prst="rect">
            <a:avLst/>
          </a:prstGeom>
          <a:noFill/>
        </p:spPr>
      </p:pic>
      <p:pic>
        <p:nvPicPr>
          <p:cNvPr id="20" name="Picture 6" descr="D:\My Work\Template\Icons\Social Media\YouTube.png">
            <a:hlinkClick r:id="rId8"/>
          </p:cNvPr>
          <p:cNvPicPr>
            <a:picLocks noChangeAspect="1" noChangeArrowheads="1"/>
          </p:cNvPicPr>
          <p:nvPr userDrawn="1"/>
        </p:nvPicPr>
        <p:blipFill>
          <a:blip r:embed="rId9" cstate="print"/>
          <a:srcRect/>
          <a:stretch>
            <a:fillRect/>
          </a:stretch>
        </p:blipFill>
        <p:spPr bwMode="auto">
          <a:xfrm>
            <a:off x="1960227" y="3979258"/>
            <a:ext cx="333195" cy="333195"/>
          </a:xfrm>
          <a:prstGeom prst="rect">
            <a:avLst/>
          </a:prstGeom>
          <a:noFill/>
        </p:spPr>
      </p:pic>
      <p:pic>
        <p:nvPicPr>
          <p:cNvPr id="21" name="Picture 7" descr="D:\My Work\Template\Icons\Social Media\Facebook.png">
            <a:hlinkClick r:id="rId10"/>
          </p:cNvPr>
          <p:cNvPicPr>
            <a:picLocks noChangeAspect="1" noChangeArrowheads="1"/>
          </p:cNvPicPr>
          <p:nvPr userDrawn="1"/>
        </p:nvPicPr>
        <p:blipFill>
          <a:blip r:embed="rId11" cstate="print"/>
          <a:srcRect/>
          <a:stretch>
            <a:fillRect/>
          </a:stretch>
        </p:blipFill>
        <p:spPr bwMode="auto">
          <a:xfrm>
            <a:off x="426720" y="3979258"/>
            <a:ext cx="333195" cy="333195"/>
          </a:xfrm>
          <a:prstGeom prst="rect">
            <a:avLst/>
          </a:prstGeom>
          <a:noFill/>
        </p:spPr>
      </p:pic>
      <p:sp>
        <p:nvSpPr>
          <p:cNvPr id="23" name="Rectangle 22"/>
          <p:cNvSpPr/>
          <p:nvPr userDrawn="1"/>
        </p:nvSpPr>
        <p:spPr>
          <a:xfrm>
            <a:off x="426720" y="5764024"/>
            <a:ext cx="4198620" cy="446276"/>
          </a:xfrm>
          <a:prstGeom prst="rect">
            <a:avLst/>
          </a:prstGeom>
        </p:spPr>
        <p:txBody>
          <a:bodyPr wrap="square" lIns="0" tIns="0" rIns="0" bIns="0" anchor="b" anchorCtr="0">
            <a:spAutoFit/>
          </a:bodyPr>
          <a:lstStyle/>
          <a:p>
            <a:pPr>
              <a:spcAft>
                <a:spcPts val="600"/>
              </a:spcAft>
            </a:pPr>
            <a:r>
              <a:rPr lang="en-US" sz="800">
                <a:solidFill>
                  <a:srgbClr val="FFFFFF"/>
                </a:solidFill>
                <a:cs typeface="Arial"/>
              </a:rPr>
              <a:t>This message contains information that may be privileged or confidential and is the property of the Capgemini Group.</a:t>
            </a:r>
          </a:p>
          <a:p>
            <a:pPr>
              <a:spcAft>
                <a:spcPts val="600"/>
              </a:spcAft>
            </a:pPr>
            <a:r>
              <a:rPr lang="en-US" sz="800">
                <a:solidFill>
                  <a:srgbClr val="FFFFFF"/>
                </a:solidFill>
                <a:cs typeface="Arial"/>
              </a:rPr>
              <a:t>Copyright</a:t>
            </a:r>
            <a:r>
              <a:rPr lang="en-US" sz="800" baseline="30000">
                <a:solidFill>
                  <a:srgbClr val="FFFFFF"/>
                </a:solidFill>
                <a:cs typeface="Arial"/>
              </a:rPr>
              <a:t>©</a:t>
            </a:r>
            <a:r>
              <a:rPr lang="en-US" sz="800">
                <a:solidFill>
                  <a:srgbClr val="FFFFFF"/>
                </a:solidFill>
                <a:cs typeface="Arial"/>
              </a:rPr>
              <a:t> 2019 Capgemini. All rights reserved.</a:t>
            </a:r>
          </a:p>
        </p:txBody>
      </p:sp>
      <p:sp>
        <p:nvSpPr>
          <p:cNvPr id="25" name="Rectangle 24">
            <a:hlinkClick r:id="rId12"/>
          </p:cNvPr>
          <p:cNvSpPr/>
          <p:nvPr userDrawn="1"/>
        </p:nvSpPr>
        <p:spPr>
          <a:xfrm>
            <a:off x="7489902" y="3812094"/>
            <a:ext cx="2336088"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FFFFF"/>
              </a:solidFill>
            </a:endParaRPr>
          </a:p>
        </p:txBody>
      </p:sp>
      <p:sp>
        <p:nvSpPr>
          <p:cNvPr id="26" name="Rectangle 25">
            <a:hlinkClick r:id="rId13"/>
          </p:cNvPr>
          <p:cNvSpPr/>
          <p:nvPr userDrawn="1"/>
        </p:nvSpPr>
        <p:spPr>
          <a:xfrm>
            <a:off x="10730865" y="3812094"/>
            <a:ext cx="704850"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FFFFF"/>
              </a:solidFill>
            </a:endParaRPr>
          </a:p>
        </p:txBody>
      </p:sp>
      <p:sp>
        <p:nvSpPr>
          <p:cNvPr id="24" name="ZoneTexte 23"/>
          <p:cNvSpPr txBox="1"/>
          <p:nvPr userDrawn="1"/>
        </p:nvSpPr>
        <p:spPr>
          <a:xfrm>
            <a:off x="419254" y="4381708"/>
            <a:ext cx="2519921" cy="276999"/>
          </a:xfrm>
          <a:prstGeom prst="rect">
            <a:avLst/>
          </a:prstGeom>
          <a:noFill/>
        </p:spPr>
        <p:txBody>
          <a:bodyPr wrap="none" lIns="0" rIns="0" rtlCol="0">
            <a:spAutoFit/>
          </a:bodyPr>
          <a:lstStyle/>
          <a:p>
            <a:r>
              <a:rPr lang="en-US" sz="1200" b="1">
                <a:solidFill>
                  <a:srgbClr val="FFFFFF"/>
                </a:solidFill>
              </a:rPr>
              <a:t>People matter, results count.</a:t>
            </a:r>
          </a:p>
        </p:txBody>
      </p:sp>
    </p:spTree>
    <p:extLst>
      <p:ext uri="{BB962C8B-B14F-4D97-AF65-F5344CB8AC3E}">
        <p14:creationId xmlns:p14="http://schemas.microsoft.com/office/powerpoint/2010/main" val="2027998829"/>
      </p:ext>
    </p:extLst>
  </p:cSld>
  <p:clrMapOvr>
    <a:masterClrMapping/>
  </p:clrMapOvr>
  <p:extLst>
    <p:ext uri="{DCECCB84-F9BA-43D5-87BE-67443E8EF086}">
      <p15:sldGuideLst xmlns:p15="http://schemas.microsoft.com/office/powerpoint/2012/main"/>
    </p:ext>
  </p:extLst>
</p:sldLayout>
</file>

<file path=ppt/slideLayouts/slideLayout266.xml><?xml version="1.0" encoding="utf-8"?>
<p:sldLayout xmlns:a="http://schemas.openxmlformats.org/drawingml/2006/main" xmlns:r="http://schemas.openxmlformats.org/officeDocument/2006/relationships" xmlns:p="http://schemas.openxmlformats.org/presentationml/2006/main" showMasterSp="0"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726443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ags" Target="../tags/tag2.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 Id="rId30"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heme" Target="../theme/theme2.xml"/><Relationship Id="rId1" Type="http://schemas.openxmlformats.org/officeDocument/2006/relationships/slideLayout" Target="../slideLayouts/slideLayout27.xml"/><Relationship Id="rId5" Type="http://schemas.openxmlformats.org/officeDocument/2006/relationships/image" Target="../media/image1.emf"/><Relationship Id="rId4" Type="http://schemas.openxmlformats.org/officeDocument/2006/relationships/oleObject" Target="../embeddings/oleObject4.bin"/></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40.xml"/><Relationship Id="rId18" Type="http://schemas.openxmlformats.org/officeDocument/2006/relationships/slideLayout" Target="../slideLayouts/slideLayout45.xml"/><Relationship Id="rId26" Type="http://schemas.openxmlformats.org/officeDocument/2006/relationships/slideLayout" Target="../slideLayouts/slideLayout53.xml"/><Relationship Id="rId21" Type="http://schemas.openxmlformats.org/officeDocument/2006/relationships/slideLayout" Target="../slideLayouts/slideLayout48.xml"/><Relationship Id="rId34" Type="http://schemas.openxmlformats.org/officeDocument/2006/relationships/theme" Target="../theme/theme3.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5" Type="http://schemas.openxmlformats.org/officeDocument/2006/relationships/slideLayout" Target="../slideLayouts/slideLayout52.xml"/><Relationship Id="rId33" Type="http://schemas.openxmlformats.org/officeDocument/2006/relationships/slideLayout" Target="../slideLayouts/slideLayout60.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20" Type="http://schemas.openxmlformats.org/officeDocument/2006/relationships/slideLayout" Target="../slideLayouts/slideLayout47.xml"/><Relationship Id="rId29" Type="http://schemas.openxmlformats.org/officeDocument/2006/relationships/slideLayout" Target="../slideLayouts/slideLayout56.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24" Type="http://schemas.openxmlformats.org/officeDocument/2006/relationships/slideLayout" Target="../slideLayouts/slideLayout51.xml"/><Relationship Id="rId32" Type="http://schemas.openxmlformats.org/officeDocument/2006/relationships/slideLayout" Target="../slideLayouts/slideLayout59.xml"/><Relationship Id="rId37" Type="http://schemas.openxmlformats.org/officeDocument/2006/relationships/image" Target="../media/image1.emf"/><Relationship Id="rId5" Type="http://schemas.openxmlformats.org/officeDocument/2006/relationships/slideLayout" Target="../slideLayouts/slideLayout32.xml"/><Relationship Id="rId15" Type="http://schemas.openxmlformats.org/officeDocument/2006/relationships/slideLayout" Target="../slideLayouts/slideLayout42.xml"/><Relationship Id="rId23" Type="http://schemas.openxmlformats.org/officeDocument/2006/relationships/slideLayout" Target="../slideLayouts/slideLayout50.xml"/><Relationship Id="rId28" Type="http://schemas.openxmlformats.org/officeDocument/2006/relationships/slideLayout" Target="../slideLayouts/slideLayout55.xml"/><Relationship Id="rId36" Type="http://schemas.openxmlformats.org/officeDocument/2006/relationships/oleObject" Target="../embeddings/oleObject5.bin"/><Relationship Id="rId10" Type="http://schemas.openxmlformats.org/officeDocument/2006/relationships/slideLayout" Target="../slideLayouts/slideLayout37.xml"/><Relationship Id="rId19" Type="http://schemas.openxmlformats.org/officeDocument/2006/relationships/slideLayout" Target="../slideLayouts/slideLayout46.xml"/><Relationship Id="rId31" Type="http://schemas.openxmlformats.org/officeDocument/2006/relationships/slideLayout" Target="../slideLayouts/slideLayout58.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 Id="rId22" Type="http://schemas.openxmlformats.org/officeDocument/2006/relationships/slideLayout" Target="../slideLayouts/slideLayout49.xml"/><Relationship Id="rId27" Type="http://schemas.openxmlformats.org/officeDocument/2006/relationships/slideLayout" Target="../slideLayouts/slideLayout54.xml"/><Relationship Id="rId30" Type="http://schemas.openxmlformats.org/officeDocument/2006/relationships/slideLayout" Target="../slideLayouts/slideLayout57.xml"/><Relationship Id="rId35" Type="http://schemas.openxmlformats.org/officeDocument/2006/relationships/tags" Target="../tags/tag12.xml"/><Relationship Id="rId8" Type="http://schemas.openxmlformats.org/officeDocument/2006/relationships/slideLayout" Target="../slideLayouts/slideLayout35.xml"/><Relationship Id="rId3"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slideLayout" Target="../slideLayouts/slideLayout73.xml"/><Relationship Id="rId18" Type="http://schemas.openxmlformats.org/officeDocument/2006/relationships/slideLayout" Target="../slideLayouts/slideLayout78.xml"/><Relationship Id="rId26" Type="http://schemas.openxmlformats.org/officeDocument/2006/relationships/tags" Target="../tags/tag34.xml"/><Relationship Id="rId3" Type="http://schemas.openxmlformats.org/officeDocument/2006/relationships/slideLayout" Target="../slideLayouts/slideLayout63.xml"/><Relationship Id="rId21" Type="http://schemas.openxmlformats.org/officeDocument/2006/relationships/slideLayout" Target="../slideLayouts/slideLayout81.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17" Type="http://schemas.openxmlformats.org/officeDocument/2006/relationships/slideLayout" Target="../slideLayouts/slideLayout77.xml"/><Relationship Id="rId25" Type="http://schemas.openxmlformats.org/officeDocument/2006/relationships/theme" Target="../theme/theme4.xml"/><Relationship Id="rId2" Type="http://schemas.openxmlformats.org/officeDocument/2006/relationships/slideLayout" Target="../slideLayouts/slideLayout62.xml"/><Relationship Id="rId16" Type="http://schemas.openxmlformats.org/officeDocument/2006/relationships/slideLayout" Target="../slideLayouts/slideLayout76.xml"/><Relationship Id="rId20" Type="http://schemas.openxmlformats.org/officeDocument/2006/relationships/slideLayout" Target="../slideLayouts/slideLayout80.xml"/><Relationship Id="rId29" Type="http://schemas.openxmlformats.org/officeDocument/2006/relationships/image" Target="../media/image23.png"/><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24" Type="http://schemas.openxmlformats.org/officeDocument/2006/relationships/slideLayout" Target="../slideLayouts/slideLayout84.xml"/><Relationship Id="rId5" Type="http://schemas.openxmlformats.org/officeDocument/2006/relationships/slideLayout" Target="../slideLayouts/slideLayout65.xml"/><Relationship Id="rId15" Type="http://schemas.openxmlformats.org/officeDocument/2006/relationships/slideLayout" Target="../slideLayouts/slideLayout75.xml"/><Relationship Id="rId23" Type="http://schemas.openxmlformats.org/officeDocument/2006/relationships/slideLayout" Target="../slideLayouts/slideLayout83.xml"/><Relationship Id="rId28" Type="http://schemas.openxmlformats.org/officeDocument/2006/relationships/image" Target="../media/image1.emf"/><Relationship Id="rId10" Type="http://schemas.openxmlformats.org/officeDocument/2006/relationships/slideLayout" Target="../slideLayouts/slideLayout70.xml"/><Relationship Id="rId19" Type="http://schemas.openxmlformats.org/officeDocument/2006/relationships/slideLayout" Target="../slideLayouts/slideLayout79.xml"/><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slideLayout" Target="../slideLayouts/slideLayout74.xml"/><Relationship Id="rId22" Type="http://schemas.openxmlformats.org/officeDocument/2006/relationships/slideLayout" Target="../slideLayouts/slideLayout82.xml"/><Relationship Id="rId27" Type="http://schemas.openxmlformats.org/officeDocument/2006/relationships/oleObject" Target="../embeddings/oleObject15.bin"/></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97.xml"/><Relationship Id="rId18" Type="http://schemas.openxmlformats.org/officeDocument/2006/relationships/slideLayout" Target="../slideLayouts/slideLayout102.xml"/><Relationship Id="rId26" Type="http://schemas.openxmlformats.org/officeDocument/2006/relationships/slideLayout" Target="../slideLayouts/slideLayout110.xml"/><Relationship Id="rId21" Type="http://schemas.openxmlformats.org/officeDocument/2006/relationships/slideLayout" Target="../slideLayouts/slideLayout105.xml"/><Relationship Id="rId34" Type="http://schemas.openxmlformats.org/officeDocument/2006/relationships/slideLayout" Target="../slideLayouts/slideLayout118.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17" Type="http://schemas.openxmlformats.org/officeDocument/2006/relationships/slideLayout" Target="../slideLayouts/slideLayout101.xml"/><Relationship Id="rId25" Type="http://schemas.openxmlformats.org/officeDocument/2006/relationships/slideLayout" Target="../slideLayouts/slideLayout109.xml"/><Relationship Id="rId33" Type="http://schemas.openxmlformats.org/officeDocument/2006/relationships/slideLayout" Target="../slideLayouts/slideLayout117.xml"/><Relationship Id="rId38" Type="http://schemas.openxmlformats.org/officeDocument/2006/relationships/image" Target="../media/image1.emf"/><Relationship Id="rId2" Type="http://schemas.openxmlformats.org/officeDocument/2006/relationships/slideLayout" Target="../slideLayouts/slideLayout86.xml"/><Relationship Id="rId16" Type="http://schemas.openxmlformats.org/officeDocument/2006/relationships/slideLayout" Target="../slideLayouts/slideLayout100.xml"/><Relationship Id="rId20" Type="http://schemas.openxmlformats.org/officeDocument/2006/relationships/slideLayout" Target="../slideLayouts/slideLayout104.xml"/><Relationship Id="rId29" Type="http://schemas.openxmlformats.org/officeDocument/2006/relationships/slideLayout" Target="../slideLayouts/slideLayout113.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24" Type="http://schemas.openxmlformats.org/officeDocument/2006/relationships/slideLayout" Target="../slideLayouts/slideLayout108.xml"/><Relationship Id="rId32" Type="http://schemas.openxmlformats.org/officeDocument/2006/relationships/slideLayout" Target="../slideLayouts/slideLayout116.xml"/><Relationship Id="rId37" Type="http://schemas.openxmlformats.org/officeDocument/2006/relationships/oleObject" Target="../embeddings/oleObject20.bin"/><Relationship Id="rId5" Type="http://schemas.openxmlformats.org/officeDocument/2006/relationships/slideLayout" Target="../slideLayouts/slideLayout89.xml"/><Relationship Id="rId15" Type="http://schemas.openxmlformats.org/officeDocument/2006/relationships/slideLayout" Target="../slideLayouts/slideLayout99.xml"/><Relationship Id="rId23" Type="http://schemas.openxmlformats.org/officeDocument/2006/relationships/slideLayout" Target="../slideLayouts/slideLayout107.xml"/><Relationship Id="rId28" Type="http://schemas.openxmlformats.org/officeDocument/2006/relationships/slideLayout" Target="../slideLayouts/slideLayout112.xml"/><Relationship Id="rId36" Type="http://schemas.openxmlformats.org/officeDocument/2006/relationships/tags" Target="../tags/tag43.xml"/><Relationship Id="rId10" Type="http://schemas.openxmlformats.org/officeDocument/2006/relationships/slideLayout" Target="../slideLayouts/slideLayout94.xml"/><Relationship Id="rId19" Type="http://schemas.openxmlformats.org/officeDocument/2006/relationships/slideLayout" Target="../slideLayouts/slideLayout103.xml"/><Relationship Id="rId31" Type="http://schemas.openxmlformats.org/officeDocument/2006/relationships/slideLayout" Target="../slideLayouts/slideLayout115.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slideLayout" Target="../slideLayouts/slideLayout98.xml"/><Relationship Id="rId22" Type="http://schemas.openxmlformats.org/officeDocument/2006/relationships/slideLayout" Target="../slideLayouts/slideLayout106.xml"/><Relationship Id="rId27" Type="http://schemas.openxmlformats.org/officeDocument/2006/relationships/slideLayout" Target="../slideLayouts/slideLayout111.xml"/><Relationship Id="rId30" Type="http://schemas.openxmlformats.org/officeDocument/2006/relationships/slideLayout" Target="../slideLayouts/slideLayout114.xml"/><Relationship Id="rId35" Type="http://schemas.openxmlformats.org/officeDocument/2006/relationships/theme" Target="../theme/theme5.xml"/><Relationship Id="rId8" Type="http://schemas.openxmlformats.org/officeDocument/2006/relationships/slideLayout" Target="../slideLayouts/slideLayout92.xml"/><Relationship Id="rId3" Type="http://schemas.openxmlformats.org/officeDocument/2006/relationships/slideLayout" Target="../slideLayouts/slideLayout8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26.xml"/><Relationship Id="rId13" Type="http://schemas.openxmlformats.org/officeDocument/2006/relationships/slideLayout" Target="../slideLayouts/slideLayout131.xml"/><Relationship Id="rId18" Type="http://schemas.openxmlformats.org/officeDocument/2006/relationships/slideLayout" Target="../slideLayouts/slideLayout136.xml"/><Relationship Id="rId26" Type="http://schemas.openxmlformats.org/officeDocument/2006/relationships/slideLayout" Target="../slideLayouts/slideLayout144.xml"/><Relationship Id="rId3" Type="http://schemas.openxmlformats.org/officeDocument/2006/relationships/slideLayout" Target="../slideLayouts/slideLayout121.xml"/><Relationship Id="rId21" Type="http://schemas.openxmlformats.org/officeDocument/2006/relationships/slideLayout" Target="../slideLayouts/slideLayout139.xml"/><Relationship Id="rId7" Type="http://schemas.openxmlformats.org/officeDocument/2006/relationships/slideLayout" Target="../slideLayouts/slideLayout125.xml"/><Relationship Id="rId12" Type="http://schemas.openxmlformats.org/officeDocument/2006/relationships/slideLayout" Target="../slideLayouts/slideLayout130.xml"/><Relationship Id="rId17" Type="http://schemas.openxmlformats.org/officeDocument/2006/relationships/slideLayout" Target="../slideLayouts/slideLayout135.xml"/><Relationship Id="rId25" Type="http://schemas.openxmlformats.org/officeDocument/2006/relationships/slideLayout" Target="../slideLayouts/slideLayout143.xml"/><Relationship Id="rId2" Type="http://schemas.openxmlformats.org/officeDocument/2006/relationships/slideLayout" Target="../slideLayouts/slideLayout120.xml"/><Relationship Id="rId16" Type="http://schemas.openxmlformats.org/officeDocument/2006/relationships/slideLayout" Target="../slideLayouts/slideLayout134.xml"/><Relationship Id="rId20" Type="http://schemas.openxmlformats.org/officeDocument/2006/relationships/slideLayout" Target="../slideLayouts/slideLayout138.xml"/><Relationship Id="rId29" Type="http://schemas.openxmlformats.org/officeDocument/2006/relationships/tags" Target="../tags/tag57.xml"/><Relationship Id="rId1" Type="http://schemas.openxmlformats.org/officeDocument/2006/relationships/slideLayout" Target="../slideLayouts/slideLayout119.xml"/><Relationship Id="rId6" Type="http://schemas.openxmlformats.org/officeDocument/2006/relationships/slideLayout" Target="../slideLayouts/slideLayout124.xml"/><Relationship Id="rId11" Type="http://schemas.openxmlformats.org/officeDocument/2006/relationships/slideLayout" Target="../slideLayouts/slideLayout129.xml"/><Relationship Id="rId24" Type="http://schemas.openxmlformats.org/officeDocument/2006/relationships/slideLayout" Target="../slideLayouts/slideLayout142.xml"/><Relationship Id="rId32" Type="http://schemas.openxmlformats.org/officeDocument/2006/relationships/image" Target="../media/image2.png"/><Relationship Id="rId5" Type="http://schemas.openxmlformats.org/officeDocument/2006/relationships/slideLayout" Target="../slideLayouts/slideLayout123.xml"/><Relationship Id="rId15" Type="http://schemas.openxmlformats.org/officeDocument/2006/relationships/slideLayout" Target="../slideLayouts/slideLayout133.xml"/><Relationship Id="rId23" Type="http://schemas.openxmlformats.org/officeDocument/2006/relationships/slideLayout" Target="../slideLayouts/slideLayout141.xml"/><Relationship Id="rId28" Type="http://schemas.openxmlformats.org/officeDocument/2006/relationships/theme" Target="../theme/theme6.xml"/><Relationship Id="rId10" Type="http://schemas.openxmlformats.org/officeDocument/2006/relationships/slideLayout" Target="../slideLayouts/slideLayout128.xml"/><Relationship Id="rId19" Type="http://schemas.openxmlformats.org/officeDocument/2006/relationships/slideLayout" Target="../slideLayouts/slideLayout137.xml"/><Relationship Id="rId31" Type="http://schemas.openxmlformats.org/officeDocument/2006/relationships/image" Target="../media/image1.emf"/><Relationship Id="rId4" Type="http://schemas.openxmlformats.org/officeDocument/2006/relationships/slideLayout" Target="../slideLayouts/slideLayout122.xml"/><Relationship Id="rId9" Type="http://schemas.openxmlformats.org/officeDocument/2006/relationships/slideLayout" Target="../slideLayouts/slideLayout127.xml"/><Relationship Id="rId14" Type="http://schemas.openxmlformats.org/officeDocument/2006/relationships/slideLayout" Target="../slideLayouts/slideLayout132.xml"/><Relationship Id="rId22" Type="http://schemas.openxmlformats.org/officeDocument/2006/relationships/slideLayout" Target="../slideLayouts/slideLayout140.xml"/><Relationship Id="rId27" Type="http://schemas.openxmlformats.org/officeDocument/2006/relationships/slideLayout" Target="../slideLayouts/slideLayout145.xml"/><Relationship Id="rId30" Type="http://schemas.openxmlformats.org/officeDocument/2006/relationships/oleObject" Target="../embeddings/oleObject28.bin"/></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53.xml"/><Relationship Id="rId13" Type="http://schemas.openxmlformats.org/officeDocument/2006/relationships/slideLayout" Target="../slideLayouts/slideLayout158.xml"/><Relationship Id="rId18" Type="http://schemas.openxmlformats.org/officeDocument/2006/relationships/slideLayout" Target="../slideLayouts/slideLayout163.xml"/><Relationship Id="rId26" Type="http://schemas.openxmlformats.org/officeDocument/2006/relationships/slideLayout" Target="../slideLayouts/slideLayout171.xml"/><Relationship Id="rId3" Type="http://schemas.openxmlformats.org/officeDocument/2006/relationships/slideLayout" Target="../slideLayouts/slideLayout148.xml"/><Relationship Id="rId21" Type="http://schemas.openxmlformats.org/officeDocument/2006/relationships/slideLayout" Target="../slideLayouts/slideLayout166.xml"/><Relationship Id="rId7" Type="http://schemas.openxmlformats.org/officeDocument/2006/relationships/slideLayout" Target="../slideLayouts/slideLayout152.xml"/><Relationship Id="rId12" Type="http://schemas.openxmlformats.org/officeDocument/2006/relationships/slideLayout" Target="../slideLayouts/slideLayout157.xml"/><Relationship Id="rId17" Type="http://schemas.openxmlformats.org/officeDocument/2006/relationships/slideLayout" Target="../slideLayouts/slideLayout162.xml"/><Relationship Id="rId25" Type="http://schemas.openxmlformats.org/officeDocument/2006/relationships/slideLayout" Target="../slideLayouts/slideLayout170.xml"/><Relationship Id="rId2" Type="http://schemas.openxmlformats.org/officeDocument/2006/relationships/slideLayout" Target="../slideLayouts/slideLayout147.xml"/><Relationship Id="rId16" Type="http://schemas.openxmlformats.org/officeDocument/2006/relationships/slideLayout" Target="../slideLayouts/slideLayout161.xml"/><Relationship Id="rId20" Type="http://schemas.openxmlformats.org/officeDocument/2006/relationships/slideLayout" Target="../slideLayouts/slideLayout165.xml"/><Relationship Id="rId29" Type="http://schemas.openxmlformats.org/officeDocument/2006/relationships/oleObject" Target="../embeddings/oleObject32.bin"/><Relationship Id="rId1" Type="http://schemas.openxmlformats.org/officeDocument/2006/relationships/slideLayout" Target="../slideLayouts/slideLayout146.xml"/><Relationship Id="rId6" Type="http://schemas.openxmlformats.org/officeDocument/2006/relationships/slideLayout" Target="../slideLayouts/slideLayout151.xml"/><Relationship Id="rId11" Type="http://schemas.openxmlformats.org/officeDocument/2006/relationships/slideLayout" Target="../slideLayouts/slideLayout156.xml"/><Relationship Id="rId24" Type="http://schemas.openxmlformats.org/officeDocument/2006/relationships/slideLayout" Target="../slideLayouts/slideLayout169.xml"/><Relationship Id="rId5" Type="http://schemas.openxmlformats.org/officeDocument/2006/relationships/slideLayout" Target="../slideLayouts/slideLayout150.xml"/><Relationship Id="rId15" Type="http://schemas.openxmlformats.org/officeDocument/2006/relationships/slideLayout" Target="../slideLayouts/slideLayout160.xml"/><Relationship Id="rId23" Type="http://schemas.openxmlformats.org/officeDocument/2006/relationships/slideLayout" Target="../slideLayouts/slideLayout168.xml"/><Relationship Id="rId28" Type="http://schemas.openxmlformats.org/officeDocument/2006/relationships/tags" Target="../tags/tag67.xml"/><Relationship Id="rId10" Type="http://schemas.openxmlformats.org/officeDocument/2006/relationships/slideLayout" Target="../slideLayouts/slideLayout155.xml"/><Relationship Id="rId19" Type="http://schemas.openxmlformats.org/officeDocument/2006/relationships/slideLayout" Target="../slideLayouts/slideLayout164.xml"/><Relationship Id="rId31" Type="http://schemas.openxmlformats.org/officeDocument/2006/relationships/image" Target="../media/image2.png"/><Relationship Id="rId4" Type="http://schemas.openxmlformats.org/officeDocument/2006/relationships/slideLayout" Target="../slideLayouts/slideLayout149.xml"/><Relationship Id="rId9" Type="http://schemas.openxmlformats.org/officeDocument/2006/relationships/slideLayout" Target="../slideLayouts/slideLayout154.xml"/><Relationship Id="rId14" Type="http://schemas.openxmlformats.org/officeDocument/2006/relationships/slideLayout" Target="../slideLayouts/slideLayout159.xml"/><Relationship Id="rId22" Type="http://schemas.openxmlformats.org/officeDocument/2006/relationships/slideLayout" Target="../slideLayouts/slideLayout167.xml"/><Relationship Id="rId27" Type="http://schemas.openxmlformats.org/officeDocument/2006/relationships/theme" Target="../theme/theme7.xml"/><Relationship Id="rId30" Type="http://schemas.openxmlformats.org/officeDocument/2006/relationships/image" Target="../media/image1.emf"/></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79.xml"/><Relationship Id="rId13" Type="http://schemas.openxmlformats.org/officeDocument/2006/relationships/slideLayout" Target="../slideLayouts/slideLayout184.xml"/><Relationship Id="rId18" Type="http://schemas.openxmlformats.org/officeDocument/2006/relationships/image" Target="../media/image2.png"/><Relationship Id="rId3" Type="http://schemas.openxmlformats.org/officeDocument/2006/relationships/slideLayout" Target="../slideLayouts/slideLayout174.xml"/><Relationship Id="rId7" Type="http://schemas.openxmlformats.org/officeDocument/2006/relationships/slideLayout" Target="../slideLayouts/slideLayout178.xml"/><Relationship Id="rId12" Type="http://schemas.openxmlformats.org/officeDocument/2006/relationships/slideLayout" Target="../slideLayouts/slideLayout183.xml"/><Relationship Id="rId17" Type="http://schemas.openxmlformats.org/officeDocument/2006/relationships/image" Target="../media/image1.emf"/><Relationship Id="rId2" Type="http://schemas.openxmlformats.org/officeDocument/2006/relationships/slideLayout" Target="../slideLayouts/slideLayout173.xml"/><Relationship Id="rId16" Type="http://schemas.openxmlformats.org/officeDocument/2006/relationships/oleObject" Target="../embeddings/oleObject38.bin"/><Relationship Id="rId1" Type="http://schemas.openxmlformats.org/officeDocument/2006/relationships/slideLayout" Target="../slideLayouts/slideLayout172.xml"/><Relationship Id="rId6" Type="http://schemas.openxmlformats.org/officeDocument/2006/relationships/slideLayout" Target="../slideLayouts/slideLayout177.xml"/><Relationship Id="rId11" Type="http://schemas.openxmlformats.org/officeDocument/2006/relationships/slideLayout" Target="../slideLayouts/slideLayout182.xml"/><Relationship Id="rId5" Type="http://schemas.openxmlformats.org/officeDocument/2006/relationships/slideLayout" Target="../slideLayouts/slideLayout176.xml"/><Relationship Id="rId15" Type="http://schemas.openxmlformats.org/officeDocument/2006/relationships/tags" Target="../tags/tag77.xml"/><Relationship Id="rId10" Type="http://schemas.openxmlformats.org/officeDocument/2006/relationships/slideLayout" Target="../slideLayouts/slideLayout181.xml"/><Relationship Id="rId4" Type="http://schemas.openxmlformats.org/officeDocument/2006/relationships/slideLayout" Target="../slideLayouts/slideLayout175.xml"/><Relationship Id="rId9" Type="http://schemas.openxmlformats.org/officeDocument/2006/relationships/slideLayout" Target="../slideLayouts/slideLayout180.xml"/><Relationship Id="rId14"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92.xml"/><Relationship Id="rId13" Type="http://schemas.openxmlformats.org/officeDocument/2006/relationships/slideLayout" Target="../slideLayouts/slideLayout197.xml"/><Relationship Id="rId18" Type="http://schemas.openxmlformats.org/officeDocument/2006/relationships/slideLayout" Target="../slideLayouts/slideLayout202.xml"/><Relationship Id="rId26" Type="http://schemas.openxmlformats.org/officeDocument/2006/relationships/slideLayout" Target="../slideLayouts/slideLayout210.xml"/><Relationship Id="rId3" Type="http://schemas.openxmlformats.org/officeDocument/2006/relationships/slideLayout" Target="../slideLayouts/slideLayout187.xml"/><Relationship Id="rId21" Type="http://schemas.openxmlformats.org/officeDocument/2006/relationships/slideLayout" Target="../slideLayouts/slideLayout205.xml"/><Relationship Id="rId7" Type="http://schemas.openxmlformats.org/officeDocument/2006/relationships/slideLayout" Target="../slideLayouts/slideLayout191.xml"/><Relationship Id="rId12" Type="http://schemas.openxmlformats.org/officeDocument/2006/relationships/slideLayout" Target="../slideLayouts/slideLayout196.xml"/><Relationship Id="rId17" Type="http://schemas.openxmlformats.org/officeDocument/2006/relationships/slideLayout" Target="../slideLayouts/slideLayout201.xml"/><Relationship Id="rId25" Type="http://schemas.openxmlformats.org/officeDocument/2006/relationships/slideLayout" Target="../slideLayouts/slideLayout209.xml"/><Relationship Id="rId2" Type="http://schemas.openxmlformats.org/officeDocument/2006/relationships/slideLayout" Target="../slideLayouts/slideLayout186.xml"/><Relationship Id="rId16" Type="http://schemas.openxmlformats.org/officeDocument/2006/relationships/slideLayout" Target="../slideLayouts/slideLayout200.xml"/><Relationship Id="rId20" Type="http://schemas.openxmlformats.org/officeDocument/2006/relationships/slideLayout" Target="../slideLayouts/slideLayout204.xml"/><Relationship Id="rId29" Type="http://schemas.openxmlformats.org/officeDocument/2006/relationships/oleObject" Target="../embeddings/oleObject41.bin"/><Relationship Id="rId1" Type="http://schemas.openxmlformats.org/officeDocument/2006/relationships/slideLayout" Target="../slideLayouts/slideLayout185.xml"/><Relationship Id="rId6" Type="http://schemas.openxmlformats.org/officeDocument/2006/relationships/slideLayout" Target="../slideLayouts/slideLayout190.xml"/><Relationship Id="rId11" Type="http://schemas.openxmlformats.org/officeDocument/2006/relationships/slideLayout" Target="../slideLayouts/slideLayout195.xml"/><Relationship Id="rId24" Type="http://schemas.openxmlformats.org/officeDocument/2006/relationships/slideLayout" Target="../slideLayouts/slideLayout208.xml"/><Relationship Id="rId5" Type="http://schemas.openxmlformats.org/officeDocument/2006/relationships/slideLayout" Target="../slideLayouts/slideLayout189.xml"/><Relationship Id="rId15" Type="http://schemas.openxmlformats.org/officeDocument/2006/relationships/slideLayout" Target="../slideLayouts/slideLayout199.xml"/><Relationship Id="rId23" Type="http://schemas.openxmlformats.org/officeDocument/2006/relationships/slideLayout" Target="../slideLayouts/slideLayout207.xml"/><Relationship Id="rId28" Type="http://schemas.openxmlformats.org/officeDocument/2006/relationships/tags" Target="../tags/tag80.xml"/><Relationship Id="rId10" Type="http://schemas.openxmlformats.org/officeDocument/2006/relationships/slideLayout" Target="../slideLayouts/slideLayout194.xml"/><Relationship Id="rId19" Type="http://schemas.openxmlformats.org/officeDocument/2006/relationships/slideLayout" Target="../slideLayouts/slideLayout203.xml"/><Relationship Id="rId31" Type="http://schemas.openxmlformats.org/officeDocument/2006/relationships/image" Target="../media/image2.png"/><Relationship Id="rId4" Type="http://schemas.openxmlformats.org/officeDocument/2006/relationships/slideLayout" Target="../slideLayouts/slideLayout188.xml"/><Relationship Id="rId9" Type="http://schemas.openxmlformats.org/officeDocument/2006/relationships/slideLayout" Target="../slideLayouts/slideLayout193.xml"/><Relationship Id="rId14" Type="http://schemas.openxmlformats.org/officeDocument/2006/relationships/slideLayout" Target="../slideLayouts/slideLayout198.xml"/><Relationship Id="rId22" Type="http://schemas.openxmlformats.org/officeDocument/2006/relationships/slideLayout" Target="../slideLayouts/slideLayout206.xml"/><Relationship Id="rId27" Type="http://schemas.openxmlformats.org/officeDocument/2006/relationships/theme" Target="../theme/theme9.xml"/><Relationship Id="rId30" Type="http://schemas.openxmlformats.org/officeDocument/2006/relationships/image" Target="../media/image1.emf"/></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218.xml"/><Relationship Id="rId13" Type="http://schemas.openxmlformats.org/officeDocument/2006/relationships/slideLayout" Target="../slideLayouts/slideLayout223.xml"/><Relationship Id="rId18" Type="http://schemas.openxmlformats.org/officeDocument/2006/relationships/slideLayout" Target="../slideLayouts/slideLayout228.xml"/><Relationship Id="rId26" Type="http://schemas.openxmlformats.org/officeDocument/2006/relationships/oleObject" Target="../embeddings/oleObject44.bin"/><Relationship Id="rId3" Type="http://schemas.openxmlformats.org/officeDocument/2006/relationships/slideLayout" Target="../slideLayouts/slideLayout213.xml"/><Relationship Id="rId21" Type="http://schemas.openxmlformats.org/officeDocument/2006/relationships/slideLayout" Target="../slideLayouts/slideLayout231.xml"/><Relationship Id="rId7" Type="http://schemas.openxmlformats.org/officeDocument/2006/relationships/slideLayout" Target="../slideLayouts/slideLayout217.xml"/><Relationship Id="rId12" Type="http://schemas.openxmlformats.org/officeDocument/2006/relationships/slideLayout" Target="../slideLayouts/slideLayout222.xml"/><Relationship Id="rId17" Type="http://schemas.openxmlformats.org/officeDocument/2006/relationships/slideLayout" Target="../slideLayouts/slideLayout227.xml"/><Relationship Id="rId25" Type="http://schemas.openxmlformats.org/officeDocument/2006/relationships/tags" Target="../tags/tag92.xml"/><Relationship Id="rId2" Type="http://schemas.openxmlformats.org/officeDocument/2006/relationships/slideLayout" Target="../slideLayouts/slideLayout212.xml"/><Relationship Id="rId16" Type="http://schemas.openxmlformats.org/officeDocument/2006/relationships/slideLayout" Target="../slideLayouts/slideLayout226.xml"/><Relationship Id="rId20" Type="http://schemas.openxmlformats.org/officeDocument/2006/relationships/slideLayout" Target="../slideLayouts/slideLayout230.xml"/><Relationship Id="rId1" Type="http://schemas.openxmlformats.org/officeDocument/2006/relationships/slideLayout" Target="../slideLayouts/slideLayout211.xml"/><Relationship Id="rId6" Type="http://schemas.openxmlformats.org/officeDocument/2006/relationships/slideLayout" Target="../slideLayouts/slideLayout216.xml"/><Relationship Id="rId11" Type="http://schemas.openxmlformats.org/officeDocument/2006/relationships/slideLayout" Target="../slideLayouts/slideLayout221.xml"/><Relationship Id="rId24" Type="http://schemas.openxmlformats.org/officeDocument/2006/relationships/theme" Target="../theme/theme10.xml"/><Relationship Id="rId5" Type="http://schemas.openxmlformats.org/officeDocument/2006/relationships/slideLayout" Target="../slideLayouts/slideLayout215.xml"/><Relationship Id="rId15" Type="http://schemas.openxmlformats.org/officeDocument/2006/relationships/slideLayout" Target="../slideLayouts/slideLayout225.xml"/><Relationship Id="rId23" Type="http://schemas.openxmlformats.org/officeDocument/2006/relationships/slideLayout" Target="../slideLayouts/slideLayout233.xml"/><Relationship Id="rId28" Type="http://schemas.openxmlformats.org/officeDocument/2006/relationships/image" Target="../media/image2.png"/><Relationship Id="rId10" Type="http://schemas.openxmlformats.org/officeDocument/2006/relationships/slideLayout" Target="../slideLayouts/slideLayout220.xml"/><Relationship Id="rId19" Type="http://schemas.openxmlformats.org/officeDocument/2006/relationships/slideLayout" Target="../slideLayouts/slideLayout229.xml"/><Relationship Id="rId4" Type="http://schemas.openxmlformats.org/officeDocument/2006/relationships/slideLayout" Target="../slideLayouts/slideLayout214.xml"/><Relationship Id="rId9" Type="http://schemas.openxmlformats.org/officeDocument/2006/relationships/slideLayout" Target="../slideLayouts/slideLayout219.xml"/><Relationship Id="rId14" Type="http://schemas.openxmlformats.org/officeDocument/2006/relationships/slideLayout" Target="../slideLayouts/slideLayout224.xml"/><Relationship Id="rId22" Type="http://schemas.openxmlformats.org/officeDocument/2006/relationships/slideLayout" Target="../slideLayouts/slideLayout232.xml"/><Relationship Id="rId27" Type="http://schemas.openxmlformats.org/officeDocument/2006/relationships/image" Target="../media/image1.emf"/></Relationships>
</file>

<file path=ppt/slideMasters/_rels/slideMaster11.xml.rels><?xml version="1.0" encoding="UTF-8" standalone="yes"?>
<Relationships xmlns="http://schemas.openxmlformats.org/package/2006/relationships"><Relationship Id="rId13" Type="http://schemas.openxmlformats.org/officeDocument/2006/relationships/slideLayout" Target="../slideLayouts/slideLayout246.xml"/><Relationship Id="rId18" Type="http://schemas.openxmlformats.org/officeDocument/2006/relationships/slideLayout" Target="../slideLayouts/slideLayout251.xml"/><Relationship Id="rId26" Type="http://schemas.openxmlformats.org/officeDocument/2006/relationships/slideLayout" Target="../slideLayouts/slideLayout259.xml"/><Relationship Id="rId3" Type="http://schemas.openxmlformats.org/officeDocument/2006/relationships/slideLayout" Target="../slideLayouts/slideLayout236.xml"/><Relationship Id="rId21" Type="http://schemas.openxmlformats.org/officeDocument/2006/relationships/slideLayout" Target="../slideLayouts/slideLayout254.xml"/><Relationship Id="rId7" Type="http://schemas.openxmlformats.org/officeDocument/2006/relationships/slideLayout" Target="../slideLayouts/slideLayout240.xml"/><Relationship Id="rId12" Type="http://schemas.openxmlformats.org/officeDocument/2006/relationships/slideLayout" Target="../slideLayouts/slideLayout245.xml"/><Relationship Id="rId17" Type="http://schemas.openxmlformats.org/officeDocument/2006/relationships/slideLayout" Target="../slideLayouts/slideLayout250.xml"/><Relationship Id="rId25" Type="http://schemas.openxmlformats.org/officeDocument/2006/relationships/slideLayout" Target="../slideLayouts/slideLayout258.xml"/><Relationship Id="rId33" Type="http://schemas.openxmlformats.org/officeDocument/2006/relationships/image" Target="../media/image2.png"/><Relationship Id="rId2" Type="http://schemas.openxmlformats.org/officeDocument/2006/relationships/slideLayout" Target="../slideLayouts/slideLayout235.xml"/><Relationship Id="rId16" Type="http://schemas.openxmlformats.org/officeDocument/2006/relationships/slideLayout" Target="../slideLayouts/slideLayout249.xml"/><Relationship Id="rId20" Type="http://schemas.openxmlformats.org/officeDocument/2006/relationships/slideLayout" Target="../slideLayouts/slideLayout253.xml"/><Relationship Id="rId29" Type="http://schemas.openxmlformats.org/officeDocument/2006/relationships/theme" Target="../theme/theme11.xml"/><Relationship Id="rId1" Type="http://schemas.openxmlformats.org/officeDocument/2006/relationships/slideLayout" Target="../slideLayouts/slideLayout234.xml"/><Relationship Id="rId6" Type="http://schemas.openxmlformats.org/officeDocument/2006/relationships/slideLayout" Target="../slideLayouts/slideLayout239.xml"/><Relationship Id="rId11" Type="http://schemas.openxmlformats.org/officeDocument/2006/relationships/slideLayout" Target="../slideLayouts/slideLayout244.xml"/><Relationship Id="rId24" Type="http://schemas.openxmlformats.org/officeDocument/2006/relationships/slideLayout" Target="../slideLayouts/slideLayout257.xml"/><Relationship Id="rId32" Type="http://schemas.openxmlformats.org/officeDocument/2006/relationships/image" Target="../media/image1.emf"/><Relationship Id="rId5" Type="http://schemas.openxmlformats.org/officeDocument/2006/relationships/slideLayout" Target="../slideLayouts/slideLayout238.xml"/><Relationship Id="rId15" Type="http://schemas.openxmlformats.org/officeDocument/2006/relationships/slideLayout" Target="../slideLayouts/slideLayout248.xml"/><Relationship Id="rId23" Type="http://schemas.openxmlformats.org/officeDocument/2006/relationships/slideLayout" Target="../slideLayouts/slideLayout256.xml"/><Relationship Id="rId28" Type="http://schemas.openxmlformats.org/officeDocument/2006/relationships/slideLayout" Target="../slideLayouts/slideLayout261.xml"/><Relationship Id="rId10" Type="http://schemas.openxmlformats.org/officeDocument/2006/relationships/slideLayout" Target="../slideLayouts/slideLayout243.xml"/><Relationship Id="rId19" Type="http://schemas.openxmlformats.org/officeDocument/2006/relationships/slideLayout" Target="../slideLayouts/slideLayout252.xml"/><Relationship Id="rId31" Type="http://schemas.openxmlformats.org/officeDocument/2006/relationships/oleObject" Target="../embeddings/oleObject47.bin"/><Relationship Id="rId4" Type="http://schemas.openxmlformats.org/officeDocument/2006/relationships/slideLayout" Target="../slideLayouts/slideLayout237.xml"/><Relationship Id="rId9" Type="http://schemas.openxmlformats.org/officeDocument/2006/relationships/slideLayout" Target="../slideLayouts/slideLayout242.xml"/><Relationship Id="rId14" Type="http://schemas.openxmlformats.org/officeDocument/2006/relationships/slideLayout" Target="../slideLayouts/slideLayout247.xml"/><Relationship Id="rId22" Type="http://schemas.openxmlformats.org/officeDocument/2006/relationships/slideLayout" Target="../slideLayouts/slideLayout255.xml"/><Relationship Id="rId27" Type="http://schemas.openxmlformats.org/officeDocument/2006/relationships/slideLayout" Target="../slideLayouts/slideLayout260.xml"/><Relationship Id="rId30" Type="http://schemas.openxmlformats.org/officeDocument/2006/relationships/tags" Target="../tags/tag101.xml"/><Relationship Id="rId8" Type="http://schemas.openxmlformats.org/officeDocument/2006/relationships/slideLayout" Target="../slideLayouts/slideLayout241.xml"/></Relationships>
</file>

<file path=ppt/slideMasters/_rels/slideMaster12.xml.rels><?xml version="1.0" encoding="UTF-8" standalone="yes"?>
<Relationships xmlns="http://schemas.openxmlformats.org/package/2006/relationships"><Relationship Id="rId3" Type="http://schemas.openxmlformats.org/officeDocument/2006/relationships/slideLayout" Target="../slideLayouts/slideLayout264.xml"/><Relationship Id="rId7" Type="http://schemas.openxmlformats.org/officeDocument/2006/relationships/image" Target="../media/image2.png"/><Relationship Id="rId2" Type="http://schemas.openxmlformats.org/officeDocument/2006/relationships/slideLayout" Target="../slideLayouts/slideLayout263.xml"/><Relationship Id="rId1" Type="http://schemas.openxmlformats.org/officeDocument/2006/relationships/slideLayout" Target="../slideLayouts/slideLayout262.xml"/><Relationship Id="rId6" Type="http://schemas.openxmlformats.org/officeDocument/2006/relationships/theme" Target="../theme/theme12.xml"/><Relationship Id="rId5" Type="http://schemas.openxmlformats.org/officeDocument/2006/relationships/slideLayout" Target="../slideLayouts/slideLayout266.xml"/><Relationship Id="rId4" Type="http://schemas.openxmlformats.org/officeDocument/2006/relationships/slideLayout" Target="../slideLayouts/slideLayout26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8"/>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9" imgW="270" imgH="270" progId="TCLayout.ActiveDocument.1">
                  <p:embed/>
                </p:oleObj>
              </mc:Choice>
              <mc:Fallback>
                <p:oleObj name="think-cell Slide" r:id="rId29" imgW="270" imgH="270" progId="TCLayout.ActiveDocument.1">
                  <p:embed/>
                  <p:pic>
                    <p:nvPicPr>
                      <p:cNvPr id="21" name="Object 20" hidden="1"/>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31">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FA11B39-3F99-4FEF-9C7B-F4C2A6873C69}"/>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148905397"/>
      </p:ext>
    </p:extLst>
  </p:cSld>
  <p:clrMap bg1="lt1" tx1="dk1" bg2="lt2" tx2="dk2" accent1="accent1" accent2="accent2" accent3="accent3" accent4="accent4" accent5="accent5" accent6="accent6" hlink="hlink" folHlink="folHlink"/>
  <p:sldLayoutIdLst>
    <p:sldLayoutId id="2147483953" r:id="rId1"/>
    <p:sldLayoutId id="2147483955" r:id="rId2"/>
    <p:sldLayoutId id="2147483956" r:id="rId3"/>
    <p:sldLayoutId id="2147483900" r:id="rId4"/>
    <p:sldLayoutId id="2147483901" r:id="rId5"/>
    <p:sldLayoutId id="2147483960" r:id="rId6"/>
    <p:sldLayoutId id="2147483902" r:id="rId7"/>
    <p:sldLayoutId id="2147483903" r:id="rId8"/>
    <p:sldLayoutId id="2147483949" r:id="rId9"/>
    <p:sldLayoutId id="2147483905" r:id="rId10"/>
    <p:sldLayoutId id="2147483945" r:id="rId11"/>
    <p:sldLayoutId id="2147484067" r:id="rId12"/>
    <p:sldLayoutId id="2147483948" r:id="rId13"/>
    <p:sldLayoutId id="2147483954" r:id="rId14"/>
    <p:sldLayoutId id="2147483930" r:id="rId15"/>
    <p:sldLayoutId id="2147483961" r:id="rId16"/>
    <p:sldLayoutId id="2147483958" r:id="rId17"/>
    <p:sldLayoutId id="2147483959" r:id="rId18"/>
    <p:sldLayoutId id="2147483918" r:id="rId19"/>
    <p:sldLayoutId id="2147483922" r:id="rId20"/>
    <p:sldLayoutId id="2147483950" r:id="rId21"/>
    <p:sldLayoutId id="2147484003" r:id="rId22"/>
    <p:sldLayoutId id="2147484097" r:id="rId23"/>
    <p:sldLayoutId id="2147484155" r:id="rId24"/>
    <p:sldLayoutId id="2147484226" r:id="rId25"/>
    <p:sldLayoutId id="2147484228" r:id="rId26"/>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userDrawn="1">
          <p15:clr>
            <a:srgbClr val="F26B43"/>
          </p15:clr>
        </p15:guide>
        <p15:guide id="3" orient="horz" pos="4071" userDrawn="1">
          <p15:clr>
            <a:srgbClr val="F26B43"/>
          </p15:clr>
        </p15:guide>
        <p15:guide id="4" pos="255" userDrawn="1">
          <p15:clr>
            <a:srgbClr val="F26B43"/>
          </p15:clr>
        </p15:guide>
        <p15:guide id="5" orient="horz" pos="836" userDrawn="1">
          <p15:clr>
            <a:srgbClr val="F26B43"/>
          </p15:clr>
        </p15:guide>
        <p15:guide id="6" orient="horz" pos="245" userDrawn="1">
          <p15:clr>
            <a:srgbClr val="F26B43"/>
          </p15:clr>
        </p15:guide>
        <p15:guide id="7" pos="3840" userDrawn="1">
          <p15:clr>
            <a:srgbClr val="F26B43"/>
          </p15:clr>
        </p15:guide>
        <p15:guide id="8" pos="3899" userDrawn="1">
          <p15:clr>
            <a:srgbClr val="F26B43"/>
          </p15:clr>
        </p15:guide>
        <p15:guide id="9" pos="3783"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1" name="Object 20"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8">
            <a:extLst>
              <a:ext uri="{FF2B5EF4-FFF2-40B4-BE49-F238E27FC236}">
                <a16:creationId xmlns:a16="http://schemas.microsoft.com/office/drawing/2014/main" id="{6E84F7D2-105D-40D2-8684-54D4B7EE4B16}"/>
              </a:ext>
            </a:extLst>
          </p:cNvPr>
          <p:cNvSpPr/>
          <p:nvPr userDrawn="1"/>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t>1</a:t>
            </a:r>
          </a:p>
          <a:p>
            <a:pPr algn="ctr">
              <a:lnSpc>
                <a:spcPct val="90000"/>
              </a:lnSpc>
              <a:spcAft>
                <a:spcPts val="0"/>
              </a:spcAft>
            </a:pPr>
            <a:r>
              <a:rPr lang="en-GB" sz="700"/>
              <a:t>112</a:t>
            </a:r>
          </a:p>
          <a:p>
            <a:pPr algn="ctr">
              <a:lnSpc>
                <a:spcPct val="90000"/>
              </a:lnSpc>
              <a:spcAft>
                <a:spcPts val="0"/>
              </a:spcAft>
            </a:pPr>
            <a:r>
              <a:rPr lang="en-GB" sz="700"/>
              <a:t>173</a:t>
            </a:r>
          </a:p>
        </p:txBody>
      </p:sp>
      <p:sp>
        <p:nvSpPr>
          <p:cNvPr id="10" name="Rectangle 9">
            <a:extLst>
              <a:ext uri="{FF2B5EF4-FFF2-40B4-BE49-F238E27FC236}">
                <a16:creationId xmlns:a16="http://schemas.microsoft.com/office/drawing/2014/main" id="{6674CD1B-3525-46B2-BAA5-E21DAAAA01B7}"/>
              </a:ext>
            </a:extLst>
          </p:cNvPr>
          <p:cNvSpPr/>
          <p:nvPr userDrawn="1"/>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rPr>
              <a:t>18</a:t>
            </a:r>
          </a:p>
          <a:p>
            <a:pPr algn="ctr">
              <a:lnSpc>
                <a:spcPct val="90000"/>
              </a:lnSpc>
              <a:spcAft>
                <a:spcPts val="0"/>
              </a:spcAft>
            </a:pPr>
            <a:r>
              <a:rPr lang="en-GB" sz="700">
                <a:solidFill>
                  <a:schemeClr val="tx1"/>
                </a:solidFill>
              </a:rPr>
              <a:t>171</a:t>
            </a:r>
          </a:p>
          <a:p>
            <a:pPr algn="ctr">
              <a:lnSpc>
                <a:spcPct val="90000"/>
              </a:lnSpc>
              <a:spcAft>
                <a:spcPts val="0"/>
              </a:spcAft>
            </a:pPr>
            <a:r>
              <a:rPr lang="en-GB" sz="700">
                <a:solidFill>
                  <a:schemeClr val="tx1"/>
                </a:solidFill>
              </a:rPr>
              <a:t>219</a:t>
            </a:r>
          </a:p>
        </p:txBody>
      </p:sp>
      <p:sp>
        <p:nvSpPr>
          <p:cNvPr id="11" name="Rectangle 10">
            <a:extLst>
              <a:ext uri="{FF2B5EF4-FFF2-40B4-BE49-F238E27FC236}">
                <a16:creationId xmlns:a16="http://schemas.microsoft.com/office/drawing/2014/main" id="{454D7C4E-D5CF-46EC-BB6D-492AECCE429B}"/>
              </a:ext>
            </a:extLst>
          </p:cNvPr>
          <p:cNvSpPr/>
          <p:nvPr userDrawn="1"/>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t>43</a:t>
            </a:r>
          </a:p>
          <a:p>
            <a:pPr algn="ctr">
              <a:lnSpc>
                <a:spcPct val="90000"/>
              </a:lnSpc>
              <a:spcAft>
                <a:spcPts val="0"/>
              </a:spcAft>
            </a:pPr>
            <a:r>
              <a:rPr lang="en-GB" sz="700"/>
              <a:t>10</a:t>
            </a:r>
          </a:p>
          <a:p>
            <a:pPr algn="ctr">
              <a:lnSpc>
                <a:spcPct val="90000"/>
              </a:lnSpc>
              <a:spcAft>
                <a:spcPts val="0"/>
              </a:spcAft>
            </a:pPr>
            <a:r>
              <a:rPr lang="en-GB" sz="700"/>
              <a:t>61</a:t>
            </a:r>
          </a:p>
        </p:txBody>
      </p:sp>
      <p:sp>
        <p:nvSpPr>
          <p:cNvPr id="12" name="Rectangle 11">
            <a:extLst>
              <a:ext uri="{FF2B5EF4-FFF2-40B4-BE49-F238E27FC236}">
                <a16:creationId xmlns:a16="http://schemas.microsoft.com/office/drawing/2014/main" id="{F838BB57-4C07-4FC1-A63C-CC0F604A7FCC}"/>
              </a:ext>
            </a:extLst>
          </p:cNvPr>
          <p:cNvSpPr/>
          <p:nvPr userDrawn="1"/>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t>39</a:t>
            </a:r>
          </a:p>
          <a:p>
            <a:pPr algn="ctr">
              <a:lnSpc>
                <a:spcPct val="90000"/>
              </a:lnSpc>
              <a:spcAft>
                <a:spcPts val="0"/>
              </a:spcAft>
            </a:pPr>
            <a:r>
              <a:rPr lang="en-GB" sz="700"/>
              <a:t>41</a:t>
            </a:r>
          </a:p>
          <a:p>
            <a:pPr algn="ctr">
              <a:lnSpc>
                <a:spcPct val="90000"/>
              </a:lnSpc>
              <a:spcAft>
                <a:spcPts val="0"/>
              </a:spcAft>
            </a:pPr>
            <a:r>
              <a:rPr lang="en-GB" sz="700"/>
              <a:t>54</a:t>
            </a:r>
          </a:p>
        </p:txBody>
      </p:sp>
      <p:sp>
        <p:nvSpPr>
          <p:cNvPr id="13" name="Rectangle 12">
            <a:extLst>
              <a:ext uri="{FF2B5EF4-FFF2-40B4-BE49-F238E27FC236}">
                <a16:creationId xmlns:a16="http://schemas.microsoft.com/office/drawing/2014/main" id="{DD7B6E98-FB65-49B0-9A8A-698B183CB044}"/>
              </a:ext>
            </a:extLst>
          </p:cNvPr>
          <p:cNvSpPr/>
          <p:nvPr userDrawn="1"/>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rPr>
              <a:t>236</a:t>
            </a:r>
          </a:p>
          <a:p>
            <a:pPr algn="ctr">
              <a:lnSpc>
                <a:spcPct val="90000"/>
              </a:lnSpc>
              <a:spcAft>
                <a:spcPts val="0"/>
              </a:spcAft>
            </a:pPr>
            <a:r>
              <a:rPr lang="en-GB" sz="700">
                <a:solidFill>
                  <a:schemeClr val="tx1"/>
                </a:solidFill>
              </a:rPr>
              <a:t>236</a:t>
            </a:r>
          </a:p>
          <a:p>
            <a:pPr algn="ctr">
              <a:lnSpc>
                <a:spcPct val="90000"/>
              </a:lnSpc>
              <a:spcAft>
                <a:spcPts val="0"/>
              </a:spcAft>
            </a:pPr>
            <a:r>
              <a:rPr lang="en-GB" sz="700">
                <a:solidFill>
                  <a:schemeClr val="tx1"/>
                </a:solidFill>
              </a:rPr>
              <a:t>236</a:t>
            </a:r>
          </a:p>
        </p:txBody>
      </p:sp>
      <p:grpSp>
        <p:nvGrpSpPr>
          <p:cNvPr id="14" name="Groupe 13">
            <a:extLst>
              <a:ext uri="{FF2B5EF4-FFF2-40B4-BE49-F238E27FC236}">
                <a16:creationId xmlns:a16="http://schemas.microsoft.com/office/drawing/2014/main" id="{A888B5AD-7B92-4579-B213-8C5CFEB8D1BC}"/>
              </a:ext>
            </a:extLst>
          </p:cNvPr>
          <p:cNvGrpSpPr/>
          <p:nvPr userDrawn="1"/>
        </p:nvGrpSpPr>
        <p:grpSpPr>
          <a:xfrm>
            <a:off x="12500244" y="4582319"/>
            <a:ext cx="1462993" cy="2058800"/>
            <a:chOff x="12432704" y="1992581"/>
            <a:chExt cx="1462993" cy="2058800"/>
          </a:xfrm>
        </p:grpSpPr>
        <p:sp>
          <p:nvSpPr>
            <p:cNvPr id="15" name="Forme libre : forme 14">
              <a:extLst>
                <a:ext uri="{FF2B5EF4-FFF2-40B4-BE49-F238E27FC236}">
                  <a16:creationId xmlns:a16="http://schemas.microsoft.com/office/drawing/2014/main" id="{2DB90E0F-21BC-47C3-97E1-A7DBB8ED3932}"/>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142</a:t>
              </a:r>
            </a:p>
            <a:p>
              <a:pPr algn="ctr">
                <a:lnSpc>
                  <a:spcPct val="90000"/>
                </a:lnSpc>
                <a:spcAft>
                  <a:spcPts val="0"/>
                </a:spcAft>
              </a:pPr>
              <a:r>
                <a:rPr lang="en-US" sz="700"/>
                <a:t>18</a:t>
              </a:r>
            </a:p>
          </p:txBody>
        </p:sp>
        <p:sp>
          <p:nvSpPr>
            <p:cNvPr id="16" name="Forme libre : forme 15">
              <a:extLst>
                <a:ext uri="{FF2B5EF4-FFF2-40B4-BE49-F238E27FC236}">
                  <a16:creationId xmlns:a16="http://schemas.microsoft.com/office/drawing/2014/main" id="{7F4FC78D-D760-4D99-9D36-2648743895AF}"/>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156</a:t>
              </a:r>
            </a:p>
            <a:p>
              <a:pPr algn="ctr">
                <a:lnSpc>
                  <a:spcPct val="90000"/>
                </a:lnSpc>
                <a:spcAft>
                  <a:spcPts val="0"/>
                </a:spcAft>
              </a:pPr>
              <a:r>
                <a:rPr lang="en-US" sz="700"/>
                <a:t>41</a:t>
              </a:r>
            </a:p>
          </p:txBody>
        </p:sp>
        <p:sp>
          <p:nvSpPr>
            <p:cNvPr id="17" name="Forme libre : forme 16">
              <a:extLst>
                <a:ext uri="{FF2B5EF4-FFF2-40B4-BE49-F238E27FC236}">
                  <a16:creationId xmlns:a16="http://schemas.microsoft.com/office/drawing/2014/main" id="{5EB34581-6EB1-4258-A04C-E3043E1FEE2B}"/>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178</a:t>
              </a:r>
            </a:p>
            <a:p>
              <a:pPr algn="ctr">
                <a:lnSpc>
                  <a:spcPct val="90000"/>
                </a:lnSpc>
                <a:spcAft>
                  <a:spcPts val="0"/>
                </a:spcAft>
              </a:pPr>
              <a:r>
                <a:rPr lang="en-US" sz="700"/>
                <a:t>74</a:t>
              </a:r>
            </a:p>
          </p:txBody>
        </p:sp>
        <p:sp>
          <p:nvSpPr>
            <p:cNvPr id="18" name="Forme libre : forme 17">
              <a:extLst>
                <a:ext uri="{FF2B5EF4-FFF2-40B4-BE49-F238E27FC236}">
                  <a16:creationId xmlns:a16="http://schemas.microsoft.com/office/drawing/2014/main" id="{B2B07A2C-C401-493B-BD96-AFFC78E5CE40}"/>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208</a:t>
              </a:r>
            </a:p>
            <a:p>
              <a:pPr algn="ctr">
                <a:lnSpc>
                  <a:spcPct val="90000"/>
                </a:lnSpc>
                <a:spcAft>
                  <a:spcPts val="0"/>
                </a:spcAft>
              </a:pPr>
              <a:r>
                <a:rPr lang="en-US" sz="700"/>
                <a:t>104</a:t>
              </a:r>
            </a:p>
          </p:txBody>
        </p:sp>
        <p:sp>
          <p:nvSpPr>
            <p:cNvPr id="19" name="Forme libre : forme 18">
              <a:extLst>
                <a:ext uri="{FF2B5EF4-FFF2-40B4-BE49-F238E27FC236}">
                  <a16:creationId xmlns:a16="http://schemas.microsoft.com/office/drawing/2014/main" id="{883FD4AE-2A51-4B86-9366-14B559E75766}"/>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218</a:t>
              </a:r>
            </a:p>
            <a:p>
              <a:pPr algn="ctr">
                <a:lnSpc>
                  <a:spcPct val="90000"/>
                </a:lnSpc>
                <a:spcAft>
                  <a:spcPts val="0"/>
                </a:spcAft>
              </a:pPr>
              <a:r>
                <a:rPr lang="en-US" sz="700"/>
                <a:t>128</a:t>
              </a:r>
            </a:p>
          </p:txBody>
        </p:sp>
        <p:sp>
          <p:nvSpPr>
            <p:cNvPr id="20" name="Forme libre : forme 19">
              <a:extLst>
                <a:ext uri="{FF2B5EF4-FFF2-40B4-BE49-F238E27FC236}">
                  <a16:creationId xmlns:a16="http://schemas.microsoft.com/office/drawing/2014/main" id="{8B6124A1-2AEF-4C8C-B795-1C05EEDFDC79}"/>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rPr>
                <a:t>66</a:t>
              </a:r>
            </a:p>
            <a:p>
              <a:pPr algn="ctr">
                <a:lnSpc>
                  <a:spcPct val="90000"/>
                </a:lnSpc>
                <a:spcAft>
                  <a:spcPts val="0"/>
                </a:spcAft>
              </a:pPr>
              <a:r>
                <a:rPr lang="en-US" sz="700">
                  <a:solidFill>
                    <a:schemeClr val="bg1"/>
                  </a:solidFill>
                </a:rPr>
                <a:t>20</a:t>
              </a:r>
            </a:p>
            <a:p>
              <a:pPr algn="ctr">
                <a:lnSpc>
                  <a:spcPct val="90000"/>
                </a:lnSpc>
                <a:spcAft>
                  <a:spcPts val="0"/>
                </a:spcAft>
              </a:pPr>
              <a:r>
                <a:rPr lang="en-US" sz="700">
                  <a:solidFill>
                    <a:schemeClr val="bg1"/>
                  </a:solidFill>
                </a:rPr>
                <a:t>46</a:t>
              </a:r>
            </a:p>
          </p:txBody>
        </p:sp>
        <p:sp>
          <p:nvSpPr>
            <p:cNvPr id="22" name="Forme libre : forme 21">
              <a:extLst>
                <a:ext uri="{FF2B5EF4-FFF2-40B4-BE49-F238E27FC236}">
                  <a16:creationId xmlns:a16="http://schemas.microsoft.com/office/drawing/2014/main" id="{2BEF451C-60AC-4B29-B934-3A3013D56019}"/>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rPr>
                <a:t>89</a:t>
              </a:r>
            </a:p>
            <a:p>
              <a:pPr algn="ctr">
                <a:lnSpc>
                  <a:spcPct val="90000"/>
                </a:lnSpc>
                <a:spcAft>
                  <a:spcPts val="0"/>
                </a:spcAft>
              </a:pPr>
              <a:r>
                <a:rPr lang="en-US" sz="700">
                  <a:solidFill>
                    <a:schemeClr val="bg1"/>
                  </a:solidFill>
                </a:rPr>
                <a:t>10</a:t>
              </a:r>
            </a:p>
            <a:p>
              <a:pPr algn="ctr">
                <a:lnSpc>
                  <a:spcPct val="90000"/>
                </a:lnSpc>
                <a:spcAft>
                  <a:spcPts val="0"/>
                </a:spcAft>
              </a:pPr>
              <a:r>
                <a:rPr lang="en-US" sz="700">
                  <a:solidFill>
                    <a:schemeClr val="bg1"/>
                  </a:solidFill>
                </a:rPr>
                <a:t>66</a:t>
              </a:r>
            </a:p>
          </p:txBody>
        </p:sp>
        <p:sp>
          <p:nvSpPr>
            <p:cNvPr id="23" name="Forme libre : forme 22">
              <a:extLst>
                <a:ext uri="{FF2B5EF4-FFF2-40B4-BE49-F238E27FC236}">
                  <a16:creationId xmlns:a16="http://schemas.microsoft.com/office/drawing/2014/main" id="{BB330BFE-3E92-475F-B97F-80DD88A81E57}"/>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rPr>
                <a:t>117</a:t>
              </a:r>
            </a:p>
            <a:p>
              <a:pPr algn="ctr">
                <a:lnSpc>
                  <a:spcPct val="90000"/>
                </a:lnSpc>
                <a:spcAft>
                  <a:spcPts val="0"/>
                </a:spcAft>
              </a:pPr>
              <a:r>
                <a:rPr lang="en-US" sz="700">
                  <a:solidFill>
                    <a:schemeClr val="bg1"/>
                  </a:solidFill>
                </a:rPr>
                <a:t>13</a:t>
              </a:r>
            </a:p>
            <a:p>
              <a:pPr algn="ctr">
                <a:lnSpc>
                  <a:spcPct val="90000"/>
                </a:lnSpc>
                <a:spcAft>
                  <a:spcPts val="0"/>
                </a:spcAft>
              </a:pPr>
              <a:r>
                <a:rPr lang="en-US" sz="700">
                  <a:solidFill>
                    <a:schemeClr val="bg1"/>
                  </a:solidFill>
                </a:rPr>
                <a:t>92</a:t>
              </a:r>
            </a:p>
          </p:txBody>
        </p:sp>
        <p:sp>
          <p:nvSpPr>
            <p:cNvPr id="24" name="Forme libre : forme 23">
              <a:extLst>
                <a:ext uri="{FF2B5EF4-FFF2-40B4-BE49-F238E27FC236}">
                  <a16:creationId xmlns:a16="http://schemas.microsoft.com/office/drawing/2014/main" id="{06E05F2E-470A-4ECB-90F9-31154169905D}"/>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rPr>
                <a:t>128</a:t>
              </a:r>
            </a:p>
            <a:p>
              <a:pPr algn="ctr">
                <a:lnSpc>
                  <a:spcPct val="90000"/>
                </a:lnSpc>
                <a:spcAft>
                  <a:spcPts val="0"/>
                </a:spcAft>
              </a:pPr>
              <a:r>
                <a:rPr lang="en-US" sz="700">
                  <a:solidFill>
                    <a:schemeClr val="bg1"/>
                  </a:solidFill>
                </a:rPr>
                <a:t>43</a:t>
              </a:r>
            </a:p>
            <a:p>
              <a:pPr algn="ctr">
                <a:lnSpc>
                  <a:spcPct val="90000"/>
                </a:lnSpc>
                <a:spcAft>
                  <a:spcPts val="0"/>
                </a:spcAft>
              </a:pPr>
              <a:r>
                <a:rPr lang="en-US" sz="700">
                  <a:solidFill>
                    <a:schemeClr val="bg1"/>
                  </a:solidFill>
                </a:rPr>
                <a:t>115</a:t>
              </a:r>
            </a:p>
          </p:txBody>
        </p:sp>
        <p:sp>
          <p:nvSpPr>
            <p:cNvPr id="25" name="Forme libre : forme 24">
              <a:extLst>
                <a:ext uri="{FF2B5EF4-FFF2-40B4-BE49-F238E27FC236}">
                  <a16:creationId xmlns:a16="http://schemas.microsoft.com/office/drawing/2014/main" id="{31E1100C-32A2-49E9-87B4-FF8DB29E1B09}"/>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rPr>
                <a:t>158</a:t>
              </a:r>
            </a:p>
            <a:p>
              <a:pPr algn="ctr">
                <a:lnSpc>
                  <a:spcPct val="90000"/>
                </a:lnSpc>
                <a:spcAft>
                  <a:spcPts val="0"/>
                </a:spcAft>
              </a:pPr>
              <a:r>
                <a:rPr lang="en-US" sz="700">
                  <a:solidFill>
                    <a:schemeClr val="bg1"/>
                  </a:solidFill>
                </a:rPr>
                <a:t>71</a:t>
              </a:r>
            </a:p>
            <a:p>
              <a:pPr algn="ctr">
                <a:lnSpc>
                  <a:spcPct val="90000"/>
                </a:lnSpc>
                <a:spcAft>
                  <a:spcPts val="0"/>
                </a:spcAft>
              </a:pPr>
              <a:r>
                <a:rPr lang="en-US" sz="700">
                  <a:solidFill>
                    <a:schemeClr val="bg1"/>
                  </a:solidFill>
                </a:rPr>
                <a:t>128</a:t>
              </a:r>
            </a:p>
          </p:txBody>
        </p:sp>
        <p:sp>
          <p:nvSpPr>
            <p:cNvPr id="26" name="Forme libre : forme 25">
              <a:extLst>
                <a:ext uri="{FF2B5EF4-FFF2-40B4-BE49-F238E27FC236}">
                  <a16:creationId xmlns:a16="http://schemas.microsoft.com/office/drawing/2014/main" id="{761E6E7F-81C3-422A-9187-67D6AD855F6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rPr>
                <a:t>166</a:t>
              </a:r>
            </a:p>
            <a:p>
              <a:pPr algn="ctr">
                <a:lnSpc>
                  <a:spcPct val="90000"/>
                </a:lnSpc>
                <a:spcAft>
                  <a:spcPts val="0"/>
                </a:spcAft>
              </a:pPr>
              <a:r>
                <a:rPr lang="en-US" sz="700">
                  <a:solidFill>
                    <a:schemeClr val="bg1"/>
                  </a:solidFill>
                </a:rPr>
                <a:t>0</a:t>
              </a:r>
            </a:p>
            <a:p>
              <a:pPr algn="ctr">
                <a:lnSpc>
                  <a:spcPct val="90000"/>
                </a:lnSpc>
                <a:spcAft>
                  <a:spcPts val="0"/>
                </a:spcAft>
              </a:pPr>
              <a:r>
                <a:rPr lang="en-US" sz="700">
                  <a:solidFill>
                    <a:schemeClr val="bg1"/>
                  </a:solidFill>
                </a:rPr>
                <a:t>26</a:t>
              </a:r>
            </a:p>
          </p:txBody>
        </p:sp>
        <p:sp>
          <p:nvSpPr>
            <p:cNvPr id="27" name="Forme libre : forme 26">
              <a:extLst>
                <a:ext uri="{FF2B5EF4-FFF2-40B4-BE49-F238E27FC236}">
                  <a16:creationId xmlns:a16="http://schemas.microsoft.com/office/drawing/2014/main" id="{F6AC8EC5-2272-4607-91DE-8B0C2EA9C9E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rPr>
                <a:t>227</a:t>
              </a:r>
            </a:p>
            <a:p>
              <a:pPr algn="ctr">
                <a:lnSpc>
                  <a:spcPct val="90000"/>
                </a:lnSpc>
                <a:spcAft>
                  <a:spcPts val="0"/>
                </a:spcAft>
              </a:pPr>
              <a:r>
                <a:rPr lang="en-US" sz="700">
                  <a:solidFill>
                    <a:schemeClr val="bg1"/>
                  </a:solidFill>
                </a:rPr>
                <a:t>03</a:t>
              </a:r>
            </a:p>
            <a:p>
              <a:pPr algn="ctr">
                <a:lnSpc>
                  <a:spcPct val="90000"/>
                </a:lnSpc>
                <a:spcAft>
                  <a:spcPts val="0"/>
                </a:spcAft>
              </a:pPr>
              <a:r>
                <a:rPr lang="en-US" sz="700">
                  <a:solidFill>
                    <a:schemeClr val="bg1"/>
                  </a:solidFill>
                </a:rPr>
                <a:t>33</a:t>
              </a:r>
            </a:p>
          </p:txBody>
        </p:sp>
        <p:sp>
          <p:nvSpPr>
            <p:cNvPr id="28" name="Forme libre : forme 27">
              <a:extLst>
                <a:ext uri="{FF2B5EF4-FFF2-40B4-BE49-F238E27FC236}">
                  <a16:creationId xmlns:a16="http://schemas.microsoft.com/office/drawing/2014/main" id="{AE7E4BDC-12AC-4E45-A544-F1D3CAFD0114}"/>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48</a:t>
              </a:r>
            </a:p>
            <a:p>
              <a:pPr algn="ctr">
                <a:lnSpc>
                  <a:spcPct val="90000"/>
                </a:lnSpc>
                <a:spcAft>
                  <a:spcPts val="0"/>
                </a:spcAft>
              </a:pPr>
              <a:r>
                <a:rPr lang="en-US" sz="700"/>
                <a:t>77</a:t>
              </a:r>
            </a:p>
          </p:txBody>
        </p:sp>
        <p:sp>
          <p:nvSpPr>
            <p:cNvPr id="29" name="Forme libre : forme 28">
              <a:extLst>
                <a:ext uri="{FF2B5EF4-FFF2-40B4-BE49-F238E27FC236}">
                  <a16:creationId xmlns:a16="http://schemas.microsoft.com/office/drawing/2014/main" id="{21562F06-1455-4AEC-9BE2-E10D7D6D29F2}"/>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69</a:t>
              </a:r>
            </a:p>
            <a:p>
              <a:pPr algn="ctr">
                <a:lnSpc>
                  <a:spcPct val="90000"/>
                </a:lnSpc>
                <a:spcAft>
                  <a:spcPts val="0"/>
                </a:spcAft>
              </a:pPr>
              <a:r>
                <a:rPr lang="en-US" sz="700"/>
                <a:t>94</a:t>
              </a:r>
            </a:p>
          </p:txBody>
        </p:sp>
        <p:sp>
          <p:nvSpPr>
            <p:cNvPr id="30" name="Forme libre : forme 29">
              <a:extLst>
                <a:ext uri="{FF2B5EF4-FFF2-40B4-BE49-F238E27FC236}">
                  <a16:creationId xmlns:a16="http://schemas.microsoft.com/office/drawing/2014/main" id="{D574C07B-B590-4D86-9084-8434CBF3897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87</a:t>
              </a:r>
            </a:p>
            <a:p>
              <a:pPr algn="ctr">
                <a:lnSpc>
                  <a:spcPct val="90000"/>
                </a:lnSpc>
                <a:spcAft>
                  <a:spcPts val="0"/>
                </a:spcAft>
              </a:pPr>
              <a:r>
                <a:rPr lang="en-US" sz="700"/>
                <a:t>112</a:t>
              </a:r>
            </a:p>
          </p:txBody>
        </p:sp>
        <p:sp>
          <p:nvSpPr>
            <p:cNvPr id="31" name="Forme libre : forme 30">
              <a:extLst>
                <a:ext uri="{FF2B5EF4-FFF2-40B4-BE49-F238E27FC236}">
                  <a16:creationId xmlns:a16="http://schemas.microsoft.com/office/drawing/2014/main" id="{3BD8DAAB-36E6-41B5-AADE-DFE41A9C9027}"/>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rPr>
                <a:t>129</a:t>
              </a:r>
            </a:p>
            <a:p>
              <a:pPr algn="ctr">
                <a:lnSpc>
                  <a:spcPct val="90000"/>
                </a:lnSpc>
                <a:spcAft>
                  <a:spcPts val="0"/>
                </a:spcAft>
              </a:pPr>
              <a:r>
                <a:rPr lang="en-US" sz="700">
                  <a:solidFill>
                    <a:schemeClr val="bg1"/>
                  </a:solidFill>
                </a:rPr>
                <a:t>27</a:t>
              </a:r>
            </a:p>
            <a:p>
              <a:pPr algn="ctr">
                <a:lnSpc>
                  <a:spcPct val="90000"/>
                </a:lnSpc>
                <a:spcAft>
                  <a:spcPts val="0"/>
                </a:spcAft>
              </a:pPr>
              <a:r>
                <a:rPr lang="en-US" sz="700">
                  <a:solidFill>
                    <a:schemeClr val="bg1"/>
                  </a:solidFill>
                </a:rPr>
                <a:t>111</a:t>
              </a:r>
            </a:p>
          </p:txBody>
        </p:sp>
        <p:sp>
          <p:nvSpPr>
            <p:cNvPr id="32" name="Forme libre : forme 31">
              <a:extLst>
                <a:ext uri="{FF2B5EF4-FFF2-40B4-BE49-F238E27FC236}">
                  <a16:creationId xmlns:a16="http://schemas.microsoft.com/office/drawing/2014/main" id="{F37B4E60-30C6-45F4-894D-44DBD9C5FEDC}"/>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rPr>
                <a:t>161</a:t>
              </a:r>
            </a:p>
            <a:p>
              <a:pPr algn="ctr">
                <a:lnSpc>
                  <a:spcPct val="90000"/>
                </a:lnSpc>
                <a:spcAft>
                  <a:spcPts val="0"/>
                </a:spcAft>
              </a:pPr>
              <a:r>
                <a:rPr lang="en-US" sz="700">
                  <a:solidFill>
                    <a:schemeClr val="bg1"/>
                  </a:solidFill>
                </a:rPr>
                <a:t>41</a:t>
              </a:r>
            </a:p>
            <a:p>
              <a:pPr algn="ctr">
                <a:lnSpc>
                  <a:spcPct val="90000"/>
                </a:lnSpc>
                <a:spcAft>
                  <a:spcPts val="0"/>
                </a:spcAft>
              </a:pPr>
              <a:r>
                <a:rPr lang="en-US" sz="700">
                  <a:solidFill>
                    <a:schemeClr val="bg1"/>
                  </a:solidFill>
                </a:rPr>
                <a:t>128</a:t>
              </a:r>
            </a:p>
          </p:txBody>
        </p:sp>
        <p:sp>
          <p:nvSpPr>
            <p:cNvPr id="33" name="Forme libre : forme 32">
              <a:extLst>
                <a:ext uri="{FF2B5EF4-FFF2-40B4-BE49-F238E27FC236}">
                  <a16:creationId xmlns:a16="http://schemas.microsoft.com/office/drawing/2014/main" id="{174A02C6-BC47-48E7-9DA9-F5969E31EA9B}"/>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rPr>
                <a:t>186</a:t>
              </a:r>
            </a:p>
            <a:p>
              <a:pPr algn="ctr">
                <a:lnSpc>
                  <a:spcPct val="90000"/>
                </a:lnSpc>
                <a:spcAft>
                  <a:spcPts val="0"/>
                </a:spcAft>
              </a:pPr>
              <a:r>
                <a:rPr lang="en-US" sz="700">
                  <a:solidFill>
                    <a:schemeClr val="bg1"/>
                  </a:solidFill>
                </a:rPr>
                <a:t>41</a:t>
              </a:r>
            </a:p>
            <a:p>
              <a:pPr algn="ctr">
                <a:lnSpc>
                  <a:spcPct val="90000"/>
                </a:lnSpc>
                <a:spcAft>
                  <a:spcPts val="0"/>
                </a:spcAft>
              </a:pPr>
              <a:r>
                <a:rPr lang="en-US" sz="700">
                  <a:solidFill>
                    <a:schemeClr val="bg1"/>
                  </a:solidFill>
                </a:rPr>
                <a:t>128</a:t>
              </a:r>
            </a:p>
          </p:txBody>
        </p:sp>
        <p:sp>
          <p:nvSpPr>
            <p:cNvPr id="34" name="Forme libre : forme 33">
              <a:extLst>
                <a:ext uri="{FF2B5EF4-FFF2-40B4-BE49-F238E27FC236}">
                  <a16:creationId xmlns:a16="http://schemas.microsoft.com/office/drawing/2014/main" id="{7F978581-8BA5-4327-ACCF-D23BD9C30262}"/>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t>209</a:t>
              </a:r>
            </a:p>
            <a:p>
              <a:pPr algn="ctr">
                <a:lnSpc>
                  <a:spcPct val="90000"/>
                </a:lnSpc>
                <a:spcAft>
                  <a:spcPts val="0"/>
                </a:spcAft>
              </a:pPr>
              <a:r>
                <a:rPr lang="en-US" sz="700"/>
                <a:t>58</a:t>
              </a:r>
            </a:p>
            <a:p>
              <a:pPr algn="ctr">
                <a:lnSpc>
                  <a:spcPct val="90000"/>
                </a:lnSpc>
                <a:spcAft>
                  <a:spcPts val="0"/>
                </a:spcAft>
              </a:pPr>
              <a:r>
                <a:rPr lang="en-US" sz="700"/>
                <a:t>140</a:t>
              </a:r>
            </a:p>
          </p:txBody>
        </p:sp>
        <p:sp>
          <p:nvSpPr>
            <p:cNvPr id="35" name="Forme libre : forme 34">
              <a:extLst>
                <a:ext uri="{FF2B5EF4-FFF2-40B4-BE49-F238E27FC236}">
                  <a16:creationId xmlns:a16="http://schemas.microsoft.com/office/drawing/2014/main" id="{F035DD25-7BE4-4C64-AC77-EB8A30E81461}"/>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t>229</a:t>
              </a:r>
            </a:p>
            <a:p>
              <a:pPr algn="ctr">
                <a:lnSpc>
                  <a:spcPct val="90000"/>
                </a:lnSpc>
                <a:spcAft>
                  <a:spcPts val="0"/>
                </a:spcAft>
              </a:pPr>
              <a:r>
                <a:rPr lang="en-US" sz="700"/>
                <a:t>87</a:t>
              </a:r>
            </a:p>
            <a:p>
              <a:pPr algn="ctr">
                <a:lnSpc>
                  <a:spcPct val="90000"/>
                </a:lnSpc>
                <a:spcAft>
                  <a:spcPts val="0"/>
                </a:spcAft>
              </a:pPr>
              <a:r>
                <a:rPr lang="en-US" sz="700"/>
                <a:t>173</a:t>
              </a:r>
            </a:p>
          </p:txBody>
        </p:sp>
      </p:grpSp>
      <p:grpSp>
        <p:nvGrpSpPr>
          <p:cNvPr id="36" name="Groupe 35">
            <a:extLst>
              <a:ext uri="{FF2B5EF4-FFF2-40B4-BE49-F238E27FC236}">
                <a16:creationId xmlns:a16="http://schemas.microsoft.com/office/drawing/2014/main" id="{F8BD562A-C55A-4203-A4A2-5B6DF517FC63}"/>
              </a:ext>
            </a:extLst>
          </p:cNvPr>
          <p:cNvGrpSpPr/>
          <p:nvPr userDrawn="1"/>
        </p:nvGrpSpPr>
        <p:grpSpPr>
          <a:xfrm>
            <a:off x="12498114" y="2399137"/>
            <a:ext cx="1465123" cy="2058800"/>
            <a:chOff x="14041053" y="1992581"/>
            <a:chExt cx="1465123" cy="2058800"/>
          </a:xfrm>
        </p:grpSpPr>
        <p:sp>
          <p:nvSpPr>
            <p:cNvPr id="37" name="Forme libre : forme 36">
              <a:extLst>
                <a:ext uri="{FF2B5EF4-FFF2-40B4-BE49-F238E27FC236}">
                  <a16:creationId xmlns:a16="http://schemas.microsoft.com/office/drawing/2014/main" id="{8CE8E1E3-B6E5-4BC5-B8A1-84C8A74CC026}"/>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rPr>
                <a:t>15</a:t>
              </a:r>
            </a:p>
            <a:p>
              <a:pPr algn="ctr">
                <a:lnSpc>
                  <a:spcPct val="90000"/>
                </a:lnSpc>
                <a:spcAft>
                  <a:spcPts val="0"/>
                </a:spcAft>
              </a:pPr>
              <a:r>
                <a:rPr lang="en-US" sz="700" b="0">
                  <a:solidFill>
                    <a:schemeClr val="bg1"/>
                  </a:solidFill>
                </a:rPr>
                <a:t>67</a:t>
              </a:r>
            </a:p>
            <a:p>
              <a:pPr algn="ctr">
                <a:lnSpc>
                  <a:spcPct val="90000"/>
                </a:lnSpc>
                <a:spcAft>
                  <a:spcPts val="0"/>
                </a:spcAft>
              </a:pPr>
              <a:r>
                <a:rPr lang="en-US" sz="700" b="0">
                  <a:solidFill>
                    <a:schemeClr val="bg1"/>
                  </a:solidFill>
                </a:rPr>
                <a:t>74</a:t>
              </a:r>
            </a:p>
          </p:txBody>
        </p:sp>
        <p:sp>
          <p:nvSpPr>
            <p:cNvPr id="38" name="Forme libre : forme 37">
              <a:extLst>
                <a:ext uri="{FF2B5EF4-FFF2-40B4-BE49-F238E27FC236}">
                  <a16:creationId xmlns:a16="http://schemas.microsoft.com/office/drawing/2014/main" id="{66ED445D-7003-4C67-BF1E-D1B22776F926}"/>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rPr>
                <a:t>15</a:t>
              </a:r>
            </a:p>
            <a:p>
              <a:pPr algn="ctr">
                <a:lnSpc>
                  <a:spcPct val="90000"/>
                </a:lnSpc>
                <a:spcAft>
                  <a:spcPts val="0"/>
                </a:spcAft>
              </a:pPr>
              <a:r>
                <a:rPr lang="en-US" sz="700" b="0">
                  <a:solidFill>
                    <a:schemeClr val="bg1"/>
                  </a:solidFill>
                </a:rPr>
                <a:t>106</a:t>
              </a:r>
            </a:p>
            <a:p>
              <a:pPr algn="ctr">
                <a:lnSpc>
                  <a:spcPct val="90000"/>
                </a:lnSpc>
                <a:spcAft>
                  <a:spcPts val="0"/>
                </a:spcAft>
              </a:pPr>
              <a:r>
                <a:rPr lang="en-US" sz="700" b="0">
                  <a:solidFill>
                    <a:schemeClr val="bg1"/>
                  </a:solidFill>
                </a:rPr>
                <a:t>115</a:t>
              </a:r>
            </a:p>
          </p:txBody>
        </p:sp>
        <p:sp>
          <p:nvSpPr>
            <p:cNvPr id="39" name="Forme libre : forme 38">
              <a:extLst>
                <a:ext uri="{FF2B5EF4-FFF2-40B4-BE49-F238E27FC236}">
                  <a16:creationId xmlns:a16="http://schemas.microsoft.com/office/drawing/2014/main" id="{ADC94DF3-F270-4891-AF79-CD7A88D41C30}"/>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rPr>
                <a:t>15</a:t>
              </a:r>
            </a:p>
            <a:p>
              <a:pPr algn="ctr">
                <a:lnSpc>
                  <a:spcPct val="90000"/>
                </a:lnSpc>
                <a:spcAft>
                  <a:spcPts val="0"/>
                </a:spcAft>
              </a:pPr>
              <a:r>
                <a:rPr lang="en-US" sz="700" b="0">
                  <a:solidFill>
                    <a:schemeClr val="bg1"/>
                  </a:solidFill>
                </a:rPr>
                <a:t>135</a:t>
              </a:r>
            </a:p>
            <a:p>
              <a:pPr algn="ctr">
                <a:lnSpc>
                  <a:spcPct val="90000"/>
                </a:lnSpc>
                <a:spcAft>
                  <a:spcPts val="0"/>
                </a:spcAft>
              </a:pPr>
              <a:r>
                <a:rPr lang="en-US" sz="700" b="0">
                  <a:solidFill>
                    <a:schemeClr val="bg1"/>
                  </a:solidFill>
                </a:rPr>
                <a:t>138</a:t>
              </a:r>
            </a:p>
          </p:txBody>
        </p:sp>
        <p:sp>
          <p:nvSpPr>
            <p:cNvPr id="40" name="Forme libre : forme 39">
              <a:extLst>
                <a:ext uri="{FF2B5EF4-FFF2-40B4-BE49-F238E27FC236}">
                  <a16:creationId xmlns:a16="http://schemas.microsoft.com/office/drawing/2014/main" id="{B5057D4C-5664-4AB3-AC51-4D9290C9B601}"/>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178</a:t>
              </a:r>
            </a:p>
            <a:p>
              <a:pPr algn="ctr">
                <a:lnSpc>
                  <a:spcPct val="90000"/>
                </a:lnSpc>
                <a:spcAft>
                  <a:spcPts val="0"/>
                </a:spcAft>
              </a:pPr>
              <a:r>
                <a:rPr lang="en-US" sz="700" b="0"/>
                <a:t>162</a:t>
              </a:r>
            </a:p>
          </p:txBody>
        </p:sp>
        <p:sp>
          <p:nvSpPr>
            <p:cNvPr id="41" name="Forme libre : forme 40">
              <a:extLst>
                <a:ext uri="{FF2B5EF4-FFF2-40B4-BE49-F238E27FC236}">
                  <a16:creationId xmlns:a16="http://schemas.microsoft.com/office/drawing/2014/main" id="{B9768BD9-C025-437A-9C82-F4EB248998E9}"/>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244</a:t>
              </a:r>
            </a:p>
            <a:p>
              <a:pPr algn="ctr">
                <a:lnSpc>
                  <a:spcPct val="90000"/>
                </a:lnSpc>
                <a:spcAft>
                  <a:spcPts val="0"/>
                </a:spcAft>
              </a:pPr>
              <a:r>
                <a:rPr lang="en-US" sz="700" b="0"/>
                <a:t>203</a:t>
              </a:r>
            </a:p>
          </p:txBody>
        </p:sp>
        <p:sp>
          <p:nvSpPr>
            <p:cNvPr id="42" name="Forme libre : forme 41">
              <a:extLst>
                <a:ext uri="{FF2B5EF4-FFF2-40B4-BE49-F238E27FC236}">
                  <a16:creationId xmlns:a16="http://schemas.microsoft.com/office/drawing/2014/main" id="{B55B7EBC-24A1-4778-954C-CA69CD87371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rPr>
                <a:t>23</a:t>
              </a:r>
            </a:p>
            <a:p>
              <a:pPr algn="ctr">
                <a:lnSpc>
                  <a:spcPct val="90000"/>
                </a:lnSpc>
                <a:spcAft>
                  <a:spcPts val="0"/>
                </a:spcAft>
              </a:pPr>
              <a:r>
                <a:rPr lang="en-US" sz="700" b="0">
                  <a:solidFill>
                    <a:schemeClr val="bg1"/>
                  </a:solidFill>
                </a:rPr>
                <a:t>128</a:t>
              </a:r>
            </a:p>
            <a:p>
              <a:pPr algn="ctr">
                <a:lnSpc>
                  <a:spcPct val="90000"/>
                </a:lnSpc>
                <a:spcAft>
                  <a:spcPts val="0"/>
                </a:spcAft>
              </a:pPr>
              <a:r>
                <a:rPr lang="en-US" sz="700" b="0">
                  <a:solidFill>
                    <a:schemeClr val="bg1"/>
                  </a:solidFill>
                </a:rPr>
                <a:t>54</a:t>
              </a:r>
            </a:p>
          </p:txBody>
        </p:sp>
        <p:sp>
          <p:nvSpPr>
            <p:cNvPr id="43" name="Forme libre : forme 42">
              <a:extLst>
                <a:ext uri="{FF2B5EF4-FFF2-40B4-BE49-F238E27FC236}">
                  <a16:creationId xmlns:a16="http://schemas.microsoft.com/office/drawing/2014/main" id="{8A71FF8C-1C8C-4DA5-BDDC-5559003BC9EC}"/>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rPr>
                <a:t>23</a:t>
              </a:r>
            </a:p>
            <a:p>
              <a:pPr algn="ctr">
                <a:lnSpc>
                  <a:spcPct val="90000"/>
                </a:lnSpc>
                <a:spcAft>
                  <a:spcPts val="0"/>
                </a:spcAft>
              </a:pPr>
              <a:r>
                <a:rPr lang="en-US" sz="700" b="0">
                  <a:solidFill>
                    <a:schemeClr val="bg1"/>
                  </a:solidFill>
                </a:rPr>
                <a:t>140</a:t>
              </a:r>
            </a:p>
            <a:p>
              <a:pPr algn="ctr">
                <a:lnSpc>
                  <a:spcPct val="90000"/>
                </a:lnSpc>
                <a:spcAft>
                  <a:spcPts val="0"/>
                </a:spcAft>
              </a:pPr>
              <a:r>
                <a:rPr lang="en-US" sz="700" b="0">
                  <a:solidFill>
                    <a:schemeClr val="bg1"/>
                  </a:solidFill>
                </a:rPr>
                <a:t>61</a:t>
              </a:r>
            </a:p>
          </p:txBody>
        </p:sp>
        <p:sp>
          <p:nvSpPr>
            <p:cNvPr id="44" name="Forme libre : forme 43">
              <a:extLst>
                <a:ext uri="{FF2B5EF4-FFF2-40B4-BE49-F238E27FC236}">
                  <a16:creationId xmlns:a16="http://schemas.microsoft.com/office/drawing/2014/main" id="{65AE6D7F-AF43-48CF-A55F-487BBDB32479}"/>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t>46</a:t>
              </a:r>
            </a:p>
            <a:p>
              <a:pPr algn="ctr">
                <a:lnSpc>
                  <a:spcPct val="90000"/>
                </a:lnSpc>
                <a:spcAft>
                  <a:spcPts val="0"/>
                </a:spcAft>
              </a:pPr>
              <a:r>
                <a:rPr lang="en-US" sz="700" b="0"/>
                <a:t>166</a:t>
              </a:r>
            </a:p>
            <a:p>
              <a:pPr algn="ctr">
                <a:lnSpc>
                  <a:spcPct val="90000"/>
                </a:lnSpc>
                <a:spcAft>
                  <a:spcPts val="0"/>
                </a:spcAft>
              </a:pPr>
              <a:r>
                <a:rPr lang="en-US" sz="700" b="0"/>
                <a:t>87</a:t>
              </a:r>
            </a:p>
          </p:txBody>
        </p:sp>
        <p:sp>
          <p:nvSpPr>
            <p:cNvPr id="45" name="Forme libre : forme 44">
              <a:extLst>
                <a:ext uri="{FF2B5EF4-FFF2-40B4-BE49-F238E27FC236}">
                  <a16:creationId xmlns:a16="http://schemas.microsoft.com/office/drawing/2014/main" id="{BB812469-8FE0-44CE-9114-2BFB32567204}"/>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t>51</a:t>
              </a:r>
            </a:p>
            <a:p>
              <a:pPr algn="ctr">
                <a:lnSpc>
                  <a:spcPct val="90000"/>
                </a:lnSpc>
                <a:spcAft>
                  <a:spcPts val="0"/>
                </a:spcAft>
              </a:pPr>
              <a:r>
                <a:rPr lang="en-US" sz="700" b="0"/>
                <a:t>181</a:t>
              </a:r>
            </a:p>
            <a:p>
              <a:pPr algn="ctr">
                <a:lnSpc>
                  <a:spcPct val="90000"/>
                </a:lnSpc>
                <a:spcAft>
                  <a:spcPts val="0"/>
                </a:spcAft>
              </a:pPr>
              <a:r>
                <a:rPr lang="en-US" sz="700" b="0"/>
                <a:t>105</a:t>
              </a:r>
            </a:p>
          </p:txBody>
        </p:sp>
        <p:sp>
          <p:nvSpPr>
            <p:cNvPr id="46" name="Forme libre : forme 45">
              <a:extLst>
                <a:ext uri="{FF2B5EF4-FFF2-40B4-BE49-F238E27FC236}">
                  <a16:creationId xmlns:a16="http://schemas.microsoft.com/office/drawing/2014/main" id="{087DD0C6-F577-494A-A297-D5E55A43A8E3}"/>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p>
            <a:p>
              <a:pPr algn="ctr">
                <a:lnSpc>
                  <a:spcPct val="90000"/>
                </a:lnSpc>
                <a:spcAft>
                  <a:spcPts val="0"/>
                </a:spcAft>
              </a:pPr>
              <a:r>
                <a:rPr lang="en-US" sz="700" b="0"/>
                <a:t>87</a:t>
              </a:r>
            </a:p>
            <a:p>
              <a:pPr algn="ctr">
                <a:lnSpc>
                  <a:spcPct val="90000"/>
                </a:lnSpc>
                <a:spcAft>
                  <a:spcPts val="0"/>
                </a:spcAft>
              </a:pPr>
              <a:r>
                <a:rPr lang="en-US" sz="700" b="0"/>
                <a:t>207</a:t>
              </a:r>
            </a:p>
            <a:p>
              <a:pPr algn="ctr">
                <a:lnSpc>
                  <a:spcPct val="90000"/>
                </a:lnSpc>
                <a:spcAft>
                  <a:spcPts val="0"/>
                </a:spcAft>
              </a:pPr>
              <a:r>
                <a:rPr lang="en-US" sz="700" b="0"/>
                <a:t>128</a:t>
              </a:r>
            </a:p>
            <a:p>
              <a:pPr algn="ctr">
                <a:lnSpc>
                  <a:spcPct val="90000"/>
                </a:lnSpc>
                <a:spcAft>
                  <a:spcPts val="0"/>
                </a:spcAft>
              </a:pPr>
              <a:endParaRPr lang="en-US" sz="700" b="0"/>
            </a:p>
          </p:txBody>
        </p:sp>
        <p:sp>
          <p:nvSpPr>
            <p:cNvPr id="47" name="Forme libre : forme 46">
              <a:extLst>
                <a:ext uri="{FF2B5EF4-FFF2-40B4-BE49-F238E27FC236}">
                  <a16:creationId xmlns:a16="http://schemas.microsoft.com/office/drawing/2014/main" id="{63FCFCED-B4ED-4BE7-976A-F5D85C1B8C74}"/>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rPr>
                <a:t>23</a:t>
              </a:r>
            </a:p>
            <a:p>
              <a:pPr algn="ctr">
                <a:lnSpc>
                  <a:spcPct val="90000"/>
                </a:lnSpc>
                <a:spcAft>
                  <a:spcPts val="0"/>
                </a:spcAft>
              </a:pPr>
              <a:r>
                <a:rPr lang="en-US" sz="700" b="0">
                  <a:solidFill>
                    <a:schemeClr val="bg1"/>
                  </a:solidFill>
                </a:rPr>
                <a:t>51</a:t>
              </a:r>
            </a:p>
            <a:p>
              <a:pPr algn="ctr">
                <a:lnSpc>
                  <a:spcPct val="90000"/>
                </a:lnSpc>
                <a:spcAft>
                  <a:spcPts val="0"/>
                </a:spcAft>
              </a:pPr>
              <a:r>
                <a:rPr lang="en-US" sz="700" b="0">
                  <a:solidFill>
                    <a:schemeClr val="bg1"/>
                  </a:solidFill>
                </a:rPr>
                <a:t>64</a:t>
              </a:r>
            </a:p>
          </p:txBody>
        </p:sp>
        <p:sp>
          <p:nvSpPr>
            <p:cNvPr id="48" name="Forme libre : forme 47">
              <a:extLst>
                <a:ext uri="{FF2B5EF4-FFF2-40B4-BE49-F238E27FC236}">
                  <a16:creationId xmlns:a16="http://schemas.microsoft.com/office/drawing/2014/main" id="{63385D66-3F37-46EF-8474-FA1A5456BF8F}"/>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rPr>
                <a:t>33</a:t>
              </a:r>
            </a:p>
            <a:p>
              <a:pPr algn="ctr">
                <a:lnSpc>
                  <a:spcPct val="90000"/>
                </a:lnSpc>
                <a:spcAft>
                  <a:spcPts val="0"/>
                </a:spcAft>
              </a:pPr>
              <a:r>
                <a:rPr lang="en-US" sz="700" b="0">
                  <a:solidFill>
                    <a:schemeClr val="bg1"/>
                  </a:solidFill>
                </a:rPr>
                <a:t>69</a:t>
              </a:r>
            </a:p>
            <a:p>
              <a:pPr algn="ctr">
                <a:lnSpc>
                  <a:spcPct val="90000"/>
                </a:lnSpc>
                <a:spcAft>
                  <a:spcPts val="0"/>
                </a:spcAft>
              </a:pPr>
              <a:r>
                <a:rPr lang="en-US" sz="700" b="0">
                  <a:solidFill>
                    <a:schemeClr val="bg1"/>
                  </a:solidFill>
                </a:rPr>
                <a:t>84</a:t>
              </a:r>
            </a:p>
          </p:txBody>
        </p:sp>
        <p:sp>
          <p:nvSpPr>
            <p:cNvPr id="49" name="Forme libre : forme 48">
              <a:extLst>
                <a:ext uri="{FF2B5EF4-FFF2-40B4-BE49-F238E27FC236}">
                  <a16:creationId xmlns:a16="http://schemas.microsoft.com/office/drawing/2014/main" id="{D575BA76-14B5-4DF5-ADD1-BC6AB1DA89AE}"/>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rPr>
                <a:t>20</a:t>
              </a:r>
            </a:p>
            <a:p>
              <a:pPr algn="ctr">
                <a:lnSpc>
                  <a:spcPct val="90000"/>
                </a:lnSpc>
                <a:spcAft>
                  <a:spcPts val="0"/>
                </a:spcAft>
              </a:pPr>
              <a:r>
                <a:rPr lang="en-US" sz="700" b="0">
                  <a:solidFill>
                    <a:schemeClr val="bg1"/>
                  </a:solidFill>
                </a:rPr>
                <a:t>89</a:t>
              </a:r>
            </a:p>
            <a:p>
              <a:pPr algn="ctr">
                <a:lnSpc>
                  <a:spcPct val="90000"/>
                </a:lnSpc>
                <a:spcAft>
                  <a:spcPts val="0"/>
                </a:spcAft>
              </a:pPr>
              <a:r>
                <a:rPr lang="en-US" sz="700" b="0">
                  <a:solidFill>
                    <a:schemeClr val="bg1"/>
                  </a:solidFill>
                </a:rPr>
                <a:t>107</a:t>
              </a:r>
            </a:p>
          </p:txBody>
        </p:sp>
        <p:sp>
          <p:nvSpPr>
            <p:cNvPr id="50" name="Forme libre : forme 49">
              <a:extLst>
                <a:ext uri="{FF2B5EF4-FFF2-40B4-BE49-F238E27FC236}">
                  <a16:creationId xmlns:a16="http://schemas.microsoft.com/office/drawing/2014/main" id="{ED7E39D7-0895-42F2-A436-A1E0A1E54A91}"/>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rPr>
                <a:t>51</a:t>
              </a:r>
            </a:p>
            <a:p>
              <a:pPr algn="ctr">
                <a:lnSpc>
                  <a:spcPct val="90000"/>
                </a:lnSpc>
                <a:spcAft>
                  <a:spcPts val="0"/>
                </a:spcAft>
              </a:pPr>
              <a:r>
                <a:rPr lang="en-US" sz="700" b="0">
                  <a:solidFill>
                    <a:schemeClr val="bg1"/>
                  </a:solidFill>
                </a:rPr>
                <a:t>107</a:t>
              </a:r>
            </a:p>
            <a:p>
              <a:pPr algn="ctr">
                <a:lnSpc>
                  <a:spcPct val="90000"/>
                </a:lnSpc>
                <a:spcAft>
                  <a:spcPts val="0"/>
                </a:spcAft>
              </a:pPr>
              <a:r>
                <a:rPr lang="en-US" sz="700" b="0">
                  <a:solidFill>
                    <a:schemeClr val="bg1"/>
                  </a:solidFill>
                </a:rPr>
                <a:t>25</a:t>
              </a:r>
            </a:p>
          </p:txBody>
        </p:sp>
        <p:sp>
          <p:nvSpPr>
            <p:cNvPr id="51" name="Forme libre : forme 50">
              <a:extLst>
                <a:ext uri="{FF2B5EF4-FFF2-40B4-BE49-F238E27FC236}">
                  <a16:creationId xmlns:a16="http://schemas.microsoft.com/office/drawing/2014/main" id="{7F14B4ED-60EF-4BE7-B7A4-0FB240CA8293}"/>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rPr>
                <a:t>51</a:t>
              </a:r>
            </a:p>
            <a:p>
              <a:pPr algn="ctr">
                <a:lnSpc>
                  <a:spcPct val="90000"/>
                </a:lnSpc>
                <a:spcAft>
                  <a:spcPts val="0"/>
                </a:spcAft>
              </a:pPr>
              <a:r>
                <a:rPr lang="en-US" sz="700" b="0">
                  <a:solidFill>
                    <a:schemeClr val="bg1"/>
                  </a:solidFill>
                </a:rPr>
                <a:t>128</a:t>
              </a:r>
            </a:p>
            <a:p>
              <a:pPr algn="ctr">
                <a:lnSpc>
                  <a:spcPct val="90000"/>
                </a:lnSpc>
                <a:spcAft>
                  <a:spcPts val="0"/>
                </a:spcAft>
              </a:pPr>
              <a:r>
                <a:rPr lang="en-US" sz="700" b="0">
                  <a:solidFill>
                    <a:schemeClr val="bg1"/>
                  </a:solidFill>
                </a:rPr>
                <a:t>145</a:t>
              </a:r>
            </a:p>
          </p:txBody>
        </p:sp>
        <p:sp>
          <p:nvSpPr>
            <p:cNvPr id="52" name="Forme libre : forme 51">
              <a:extLst>
                <a:ext uri="{FF2B5EF4-FFF2-40B4-BE49-F238E27FC236}">
                  <a16:creationId xmlns:a16="http://schemas.microsoft.com/office/drawing/2014/main" id="{8D5432DA-02B7-4610-BE57-7195507870C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rPr>
                <a:t>0</a:t>
              </a:r>
            </a:p>
            <a:p>
              <a:pPr algn="ctr">
                <a:lnSpc>
                  <a:spcPct val="90000"/>
                </a:lnSpc>
                <a:spcAft>
                  <a:spcPts val="0"/>
                </a:spcAft>
              </a:pPr>
              <a:r>
                <a:rPr lang="en-US" sz="700" b="0">
                  <a:solidFill>
                    <a:schemeClr val="bg1"/>
                  </a:solidFill>
                </a:rPr>
                <a:t>125</a:t>
              </a:r>
            </a:p>
            <a:p>
              <a:pPr algn="ctr">
                <a:lnSpc>
                  <a:spcPct val="90000"/>
                </a:lnSpc>
                <a:spcAft>
                  <a:spcPts val="0"/>
                </a:spcAft>
              </a:pPr>
              <a:r>
                <a:rPr lang="en-US" sz="700" b="0">
                  <a:solidFill>
                    <a:schemeClr val="bg1"/>
                  </a:solidFill>
                </a:rPr>
                <a:t>116</a:t>
              </a:r>
            </a:p>
          </p:txBody>
        </p:sp>
        <p:sp>
          <p:nvSpPr>
            <p:cNvPr id="53" name="Forme libre : forme 52">
              <a:extLst>
                <a:ext uri="{FF2B5EF4-FFF2-40B4-BE49-F238E27FC236}">
                  <a16:creationId xmlns:a16="http://schemas.microsoft.com/office/drawing/2014/main" id="{1FA3A78E-AAF0-4D69-B0F9-3A9F08859BDA}"/>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rPr>
                <a:t>0</a:t>
              </a:r>
            </a:p>
            <a:p>
              <a:pPr algn="ctr">
                <a:lnSpc>
                  <a:spcPct val="90000"/>
                </a:lnSpc>
                <a:spcAft>
                  <a:spcPts val="0"/>
                </a:spcAft>
              </a:pPr>
              <a:r>
                <a:rPr lang="en-US" sz="700" b="0">
                  <a:solidFill>
                    <a:schemeClr val="bg1"/>
                  </a:solidFill>
                </a:rPr>
                <a:t>146</a:t>
              </a:r>
            </a:p>
            <a:p>
              <a:pPr algn="ctr">
                <a:lnSpc>
                  <a:spcPct val="90000"/>
                </a:lnSpc>
                <a:spcAft>
                  <a:spcPts val="0"/>
                </a:spcAft>
              </a:pPr>
              <a:r>
                <a:rPr lang="en-US" sz="700" b="0">
                  <a:solidFill>
                    <a:schemeClr val="bg1"/>
                  </a:solidFill>
                </a:rPr>
                <a:t>155</a:t>
              </a:r>
            </a:p>
          </p:txBody>
        </p:sp>
        <p:sp>
          <p:nvSpPr>
            <p:cNvPr id="54" name="Forme libre : forme 53">
              <a:extLst>
                <a:ext uri="{FF2B5EF4-FFF2-40B4-BE49-F238E27FC236}">
                  <a16:creationId xmlns:a16="http://schemas.microsoft.com/office/drawing/2014/main" id="{3C643D3D-59E9-42BF-8680-FCB9BFC2B414}"/>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191</a:t>
              </a:r>
            </a:p>
            <a:p>
              <a:pPr algn="ctr">
                <a:lnSpc>
                  <a:spcPct val="90000"/>
                </a:lnSpc>
                <a:spcAft>
                  <a:spcPts val="0"/>
                </a:spcAft>
              </a:pPr>
              <a:r>
                <a:rPr lang="en-US" sz="700" b="0"/>
                <a:t>191</a:t>
              </a:r>
            </a:p>
          </p:txBody>
        </p:sp>
        <p:sp>
          <p:nvSpPr>
            <p:cNvPr id="55" name="Forme libre : forme 54">
              <a:extLst>
                <a:ext uri="{FF2B5EF4-FFF2-40B4-BE49-F238E27FC236}">
                  <a16:creationId xmlns:a16="http://schemas.microsoft.com/office/drawing/2014/main" id="{A094B0C1-47F5-4269-B9BF-5C8C9DE3097E}"/>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213</a:t>
              </a:r>
            </a:p>
            <a:p>
              <a:pPr algn="ctr">
                <a:lnSpc>
                  <a:spcPct val="90000"/>
                </a:lnSpc>
                <a:spcAft>
                  <a:spcPts val="0"/>
                </a:spcAft>
              </a:pPr>
              <a:r>
                <a:rPr lang="en-US" sz="700" b="0"/>
                <a:t>208</a:t>
              </a:r>
            </a:p>
          </p:txBody>
        </p:sp>
        <p:sp>
          <p:nvSpPr>
            <p:cNvPr id="56" name="Forme libre : forme 55">
              <a:extLst>
                <a:ext uri="{FF2B5EF4-FFF2-40B4-BE49-F238E27FC236}">
                  <a16:creationId xmlns:a16="http://schemas.microsoft.com/office/drawing/2014/main" id="{47388502-3E29-4155-B77E-30D55652CA46}"/>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230</a:t>
              </a:r>
            </a:p>
            <a:p>
              <a:pPr algn="ctr">
                <a:lnSpc>
                  <a:spcPct val="90000"/>
                </a:lnSpc>
                <a:spcAft>
                  <a:spcPts val="0"/>
                </a:spcAft>
              </a:pPr>
              <a:r>
                <a:rPr lang="en-US" sz="700" b="0"/>
                <a:t>227</a:t>
              </a:r>
            </a:p>
          </p:txBody>
        </p:sp>
      </p:grpSp>
    </p:spTree>
    <p:extLst>
      <p:ext uri="{BB962C8B-B14F-4D97-AF65-F5344CB8AC3E}">
        <p14:creationId xmlns:p14="http://schemas.microsoft.com/office/powerpoint/2010/main" val="2314978218"/>
      </p:ext>
    </p:extLst>
  </p:cSld>
  <p:clrMap bg1="lt1" tx1="dk1" bg2="lt2" tx2="dk2" accent1="accent1" accent2="accent2" accent3="accent3" accent4="accent4" accent5="accent5" accent6="accent6" hlink="hlink" folHlink="folHlink"/>
  <p:sldLayoutIdLst>
    <p:sldLayoutId id="2147483962" r:id="rId1"/>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4070" userDrawn="1">
          <p15:clr>
            <a:srgbClr val="F26B43"/>
          </p15:clr>
        </p15:guide>
        <p15:guide id="4" pos="3840" userDrawn="1">
          <p15:clr>
            <a:srgbClr val="F26B43"/>
          </p15:clr>
        </p15:guide>
        <p15:guide id="5" pos="255" userDrawn="1">
          <p15:clr>
            <a:srgbClr val="F26B43"/>
          </p15:clr>
        </p15:guide>
        <p15:guide id="6" pos="7423" userDrawn="1">
          <p15:clr>
            <a:srgbClr val="F26B43"/>
          </p15:clr>
        </p15:guide>
        <p15:guide id="7" orient="horz" pos="245" userDrawn="1">
          <p15:clr>
            <a:srgbClr val="F26B43"/>
          </p15:clr>
        </p15:guide>
        <p15:guide id="8" orient="horz" pos="706" userDrawn="1">
          <p15:clr>
            <a:srgbClr val="F26B43"/>
          </p15:clr>
        </p15:guide>
        <p15:guide id="9" orient="horz" pos="83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5"/>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6" imgW="270" imgH="270" progId="TCLayout.ActiveDocument.1">
                  <p:embed/>
                </p:oleObj>
              </mc:Choice>
              <mc:Fallback>
                <p:oleObj name="think-cell Slide" r:id="rId36" imgW="270" imgH="270" progId="TCLayout.ActiveDocument.1">
                  <p:embed/>
                  <p:pic>
                    <p:nvPicPr>
                      <p:cNvPr id="21" name="Object 20" hidden="1"/>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sp>
        <p:nvSpPr>
          <p:cNvPr id="2" name="Rectangle 27">
            <a:extLst>
              <a:ext uri="{FF2B5EF4-FFF2-40B4-BE49-F238E27FC236}">
                <a16:creationId xmlns:a16="http://schemas.microsoft.com/office/drawing/2014/main" id="{D17879E2-3C96-3A06-90FD-9E1200992292}"/>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3" name="TextBox 2">
            <a:extLst>
              <a:ext uri="{FF2B5EF4-FFF2-40B4-BE49-F238E27FC236}">
                <a16:creationId xmlns:a16="http://schemas.microsoft.com/office/drawing/2014/main" id="{CD20865B-54CD-8D7B-ED7C-4D5A15D76942}"/>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148905397"/>
      </p:ext>
    </p:extLst>
  </p:cSld>
  <p:clrMap bg1="lt1" tx1="dk1" bg2="lt2" tx2="dk2" accent1="accent1" accent2="accent2" accent3="accent3" accent4="accent4" accent5="accent5" accent6="accent6" hlink="hlink" folHlink="folHlink"/>
  <p:sldLayoutIdLst>
    <p:sldLayoutId id="2147483981" r:id="rId1"/>
    <p:sldLayoutId id="2147483982" r:id="rId2"/>
    <p:sldLayoutId id="2147483983" r:id="rId3"/>
    <p:sldLayoutId id="2147483984" r:id="rId4"/>
    <p:sldLayoutId id="2147483985" r:id="rId5"/>
    <p:sldLayoutId id="2147483986" r:id="rId6"/>
    <p:sldLayoutId id="2147483987" r:id="rId7"/>
    <p:sldLayoutId id="2147483988" r:id="rId8"/>
    <p:sldLayoutId id="2147483989" r:id="rId9"/>
    <p:sldLayoutId id="2147483990" r:id="rId10"/>
    <p:sldLayoutId id="2147483991" r:id="rId11"/>
    <p:sldLayoutId id="2147483992" r:id="rId12"/>
    <p:sldLayoutId id="2147483993" r:id="rId13"/>
    <p:sldLayoutId id="2147483994" r:id="rId14"/>
    <p:sldLayoutId id="2147483995" r:id="rId15"/>
    <p:sldLayoutId id="2147483996" r:id="rId16"/>
    <p:sldLayoutId id="2147483997" r:id="rId17"/>
    <p:sldLayoutId id="2147483998" r:id="rId18"/>
    <p:sldLayoutId id="2147483999" r:id="rId19"/>
    <p:sldLayoutId id="2147484000" r:id="rId20"/>
    <p:sldLayoutId id="2147483963" r:id="rId21"/>
    <p:sldLayoutId id="2147483964" r:id="rId22"/>
    <p:sldLayoutId id="2147483965" r:id="rId23"/>
    <p:sldLayoutId id="2147483966" r:id="rId24"/>
    <p:sldLayoutId id="2147483967" r:id="rId25"/>
    <p:sldLayoutId id="2147483979" r:id="rId26"/>
    <p:sldLayoutId id="2147483969" r:id="rId27"/>
    <p:sldLayoutId id="2147483970" r:id="rId28"/>
    <p:sldLayoutId id="2147483971" r:id="rId29"/>
    <p:sldLayoutId id="2147483972" r:id="rId30"/>
    <p:sldLayoutId id="2147483973" r:id="rId31"/>
    <p:sldLayoutId id="2147483974" r:id="rId32"/>
    <p:sldLayoutId id="2147483975" r:id="rId33"/>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userDrawn="1">
          <p15:clr>
            <a:srgbClr val="F26B43"/>
          </p15:clr>
        </p15:guide>
        <p15:guide id="3" orient="horz" pos="4071" userDrawn="1">
          <p15:clr>
            <a:srgbClr val="F26B43"/>
          </p15:clr>
        </p15:guide>
        <p15:guide id="4" pos="255" userDrawn="1">
          <p15:clr>
            <a:srgbClr val="F26B43"/>
          </p15:clr>
        </p15:guide>
        <p15:guide id="5" orient="horz" pos="836" userDrawn="1">
          <p15:clr>
            <a:srgbClr val="F26B43"/>
          </p15:clr>
        </p15:guide>
        <p15:guide id="6" orient="horz" pos="245" userDrawn="1">
          <p15:clr>
            <a:srgbClr val="F26B43"/>
          </p15:clr>
        </p15:guide>
        <p15:guide id="7" pos="3840" userDrawn="1">
          <p15:clr>
            <a:srgbClr val="F26B43"/>
          </p15:clr>
        </p15:guide>
        <p15:guide id="8" pos="3899" userDrawn="1">
          <p15:clr>
            <a:srgbClr val="F26B43"/>
          </p15:clr>
        </p15:guide>
        <p15:guide id="9" pos="3783"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6"/>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7" imgW="270" imgH="270" progId="TCLayout.ActiveDocument.1">
                  <p:embed/>
                </p:oleObj>
              </mc:Choice>
              <mc:Fallback>
                <p:oleObj name="think-cell Slide" r:id="rId27" imgW="270" imgH="270" progId="TCLayout.ActiveDocument.1">
                  <p:embed/>
                  <p:pic>
                    <p:nvPicPr>
                      <p:cNvPr id="21" name="Object 20" hidden="1"/>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pic>
        <p:nvPicPr>
          <p:cNvPr id="2" name="Picture 1">
            <a:extLst>
              <a:ext uri="{FF2B5EF4-FFF2-40B4-BE49-F238E27FC236}">
                <a16:creationId xmlns:a16="http://schemas.microsoft.com/office/drawing/2014/main" id="{17B034BF-BEBE-C7A1-97E4-EF4D051EF143}"/>
              </a:ext>
            </a:extLst>
          </p:cNvPr>
          <p:cNvPicPr>
            <a:picLocks noChangeAspect="1"/>
          </p:cNvPicPr>
          <p:nvPr userDrawn="1"/>
        </p:nvPicPr>
        <p:blipFill>
          <a:blip r:embed="rId29"/>
          <a:stretch>
            <a:fillRect/>
          </a:stretch>
        </p:blipFill>
        <p:spPr>
          <a:xfrm>
            <a:off x="10322760" y="270577"/>
            <a:ext cx="817198" cy="275764"/>
          </a:xfrm>
          <a:prstGeom prst="rect">
            <a:avLst/>
          </a:prstGeom>
        </p:spPr>
      </p:pic>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343489" y="94731"/>
            <a:ext cx="0" cy="612000"/>
          </a:xfrm>
          <a:prstGeom prst="line">
            <a:avLst/>
          </a:prstGeom>
        </p:spPr>
        <p:style>
          <a:lnRef idx="1">
            <a:schemeClr val="accent1"/>
          </a:lnRef>
          <a:fillRef idx="0">
            <a:schemeClr val="accent1"/>
          </a:fillRef>
          <a:effectRef idx="0">
            <a:schemeClr val="accent1"/>
          </a:effectRef>
          <a:fontRef idx="minor">
            <a:schemeClr val="tx1"/>
          </a:fontRef>
        </p:style>
      </p:cxnSp>
      <p:sp>
        <p:nvSpPr>
          <p:cNvPr id="5" name="Rectangle 27">
            <a:extLst>
              <a:ext uri="{FF2B5EF4-FFF2-40B4-BE49-F238E27FC236}">
                <a16:creationId xmlns:a16="http://schemas.microsoft.com/office/drawing/2014/main" id="{95F909D2-4B72-A85F-1824-B72A61A5AF6C}"/>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6" name="TextBox 5">
            <a:extLst>
              <a:ext uri="{FF2B5EF4-FFF2-40B4-BE49-F238E27FC236}">
                <a16:creationId xmlns:a16="http://schemas.microsoft.com/office/drawing/2014/main" id="{893EBFCC-8079-3C6A-4D0A-BB13BC9E0121}"/>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148905397"/>
      </p:ext>
    </p:extLst>
  </p:cSld>
  <p:clrMap bg1="lt1" tx1="dk1" bg2="lt2" tx2="dk2" accent1="accent1" accent2="accent2" accent3="accent3" accent4="accent4" accent5="accent5" accent6="accent6" hlink="hlink" folHlink="folHlink"/>
  <p:sldLayoutIdLst>
    <p:sldLayoutId id="2147484006" r:id="rId1"/>
    <p:sldLayoutId id="2147484007" r:id="rId2"/>
    <p:sldLayoutId id="2147484008" r:id="rId3"/>
    <p:sldLayoutId id="2147484009" r:id="rId4"/>
    <p:sldLayoutId id="2147484010" r:id="rId5"/>
    <p:sldLayoutId id="2147484011" r:id="rId6"/>
    <p:sldLayoutId id="2147484012" r:id="rId7"/>
    <p:sldLayoutId id="2147484013" r:id="rId8"/>
    <p:sldLayoutId id="2147484014" r:id="rId9"/>
    <p:sldLayoutId id="2147484015" r:id="rId10"/>
    <p:sldLayoutId id="2147484016" r:id="rId11"/>
    <p:sldLayoutId id="2147484017" r:id="rId12"/>
    <p:sldLayoutId id="2147484018" r:id="rId13"/>
    <p:sldLayoutId id="2147484019" r:id="rId14"/>
    <p:sldLayoutId id="2147484020" r:id="rId15"/>
    <p:sldLayoutId id="2147484021" r:id="rId16"/>
    <p:sldLayoutId id="2147484022" r:id="rId17"/>
    <p:sldLayoutId id="2147484023" r:id="rId18"/>
    <p:sldLayoutId id="2147484024" r:id="rId19"/>
    <p:sldLayoutId id="2147484025" r:id="rId20"/>
    <p:sldLayoutId id="2147484026" r:id="rId21"/>
    <p:sldLayoutId id="2147484027" r:id="rId22"/>
    <p:sldLayoutId id="2147484028" r:id="rId23"/>
    <p:sldLayoutId id="2147484029" r:id="rId2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userDrawn="1">
          <p15:clr>
            <a:srgbClr val="F26B43"/>
          </p15:clr>
        </p15:guide>
        <p15:guide id="3" orient="horz" pos="4071" userDrawn="1">
          <p15:clr>
            <a:srgbClr val="F26B43"/>
          </p15:clr>
        </p15:guide>
        <p15:guide id="4" pos="255" userDrawn="1">
          <p15:clr>
            <a:srgbClr val="F26B43"/>
          </p15:clr>
        </p15:guide>
        <p15:guide id="5" orient="horz" pos="836" userDrawn="1">
          <p15:clr>
            <a:srgbClr val="F26B43"/>
          </p15:clr>
        </p15:guide>
        <p15:guide id="6" orient="horz" pos="245" userDrawn="1">
          <p15:clr>
            <a:srgbClr val="F26B43"/>
          </p15:clr>
        </p15:guide>
        <p15:guide id="7" pos="3840" userDrawn="1">
          <p15:clr>
            <a:srgbClr val="F26B43"/>
          </p15:clr>
        </p15:guide>
        <p15:guide id="8" pos="3899" userDrawn="1">
          <p15:clr>
            <a:srgbClr val="F26B43"/>
          </p15:clr>
        </p15:guide>
        <p15:guide id="9" pos="3783"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6"/>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7" imgW="270" imgH="270" progId="TCLayout.ActiveDocument.1">
                  <p:embed/>
                </p:oleObj>
              </mc:Choice>
              <mc:Fallback>
                <p:oleObj name="think-cell Slide" r:id="rId37" imgW="270" imgH="270" progId="TCLayout.ActiveDocument.1">
                  <p:embed/>
                  <p:pic>
                    <p:nvPicPr>
                      <p:cNvPr id="21" name="Object 20" hidden="1"/>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t">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sp>
        <p:nvSpPr>
          <p:cNvPr id="2" name="Rectangle 27">
            <a:extLst>
              <a:ext uri="{FF2B5EF4-FFF2-40B4-BE49-F238E27FC236}">
                <a16:creationId xmlns:a16="http://schemas.microsoft.com/office/drawing/2014/main" id="{C201F874-4263-EB0E-4A19-FB74904E4D3B}"/>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3" name="TextBox 2">
            <a:extLst>
              <a:ext uri="{FF2B5EF4-FFF2-40B4-BE49-F238E27FC236}">
                <a16:creationId xmlns:a16="http://schemas.microsoft.com/office/drawing/2014/main" id="{A2E19E46-5B16-2699-F2D6-15BCDA7B020F}"/>
              </a:ext>
            </a:extLst>
          </p:cNvPr>
          <p:cNvSpPr txBox="1"/>
          <p:nvPr userDrawn="1"/>
        </p:nvSpPr>
        <p:spPr>
          <a:xfrm>
            <a:off x="2218144" y="6540574"/>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60528291"/>
      </p:ext>
    </p:extLst>
  </p:cSld>
  <p:clrMap bg1="lt1" tx1="dk1" bg2="lt2" tx2="dk2" accent1="accent1" accent2="accent2" accent3="accent3" accent4="accent4" accent5="accent5" accent6="accent6" hlink="hlink" folHlink="folHlink"/>
  <p:sldLayoutIdLst>
    <p:sldLayoutId id="2147484031" r:id="rId1"/>
    <p:sldLayoutId id="2147484032" r:id="rId2"/>
    <p:sldLayoutId id="2147484033" r:id="rId3"/>
    <p:sldLayoutId id="2147484034" r:id="rId4"/>
    <p:sldLayoutId id="2147484035" r:id="rId5"/>
    <p:sldLayoutId id="2147484036" r:id="rId6"/>
    <p:sldLayoutId id="2147484037" r:id="rId7"/>
    <p:sldLayoutId id="2147484038" r:id="rId8"/>
    <p:sldLayoutId id="2147484039" r:id="rId9"/>
    <p:sldLayoutId id="2147484040" r:id="rId10"/>
    <p:sldLayoutId id="2147484041" r:id="rId11"/>
    <p:sldLayoutId id="2147484042" r:id="rId12"/>
    <p:sldLayoutId id="2147484043" r:id="rId13"/>
    <p:sldLayoutId id="2147484044" r:id="rId14"/>
    <p:sldLayoutId id="2147484045" r:id="rId15"/>
    <p:sldLayoutId id="2147484046" r:id="rId16"/>
    <p:sldLayoutId id="2147484047" r:id="rId17"/>
    <p:sldLayoutId id="2147484048" r:id="rId18"/>
    <p:sldLayoutId id="2147484049" r:id="rId19"/>
    <p:sldLayoutId id="2147484050" r:id="rId20"/>
    <p:sldLayoutId id="2147484051" r:id="rId21"/>
    <p:sldLayoutId id="2147484052" r:id="rId22"/>
    <p:sldLayoutId id="2147484053" r:id="rId23"/>
    <p:sldLayoutId id="2147484066" r:id="rId24"/>
    <p:sldLayoutId id="2147484055" r:id="rId25"/>
    <p:sldLayoutId id="2147484056" r:id="rId26"/>
    <p:sldLayoutId id="2147484057" r:id="rId27"/>
    <p:sldLayoutId id="2147484058" r:id="rId28"/>
    <p:sldLayoutId id="2147484059" r:id="rId29"/>
    <p:sldLayoutId id="2147484060" r:id="rId30"/>
    <p:sldLayoutId id="2147484061" r:id="rId31"/>
    <p:sldLayoutId id="2147484062" r:id="rId32"/>
    <p:sldLayoutId id="2147484063" r:id="rId33"/>
    <p:sldLayoutId id="2147484064" r:id="rId3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3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9"/>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0" imgW="270" imgH="270" progId="TCLayout.ActiveDocument.1">
                  <p:embed/>
                </p:oleObj>
              </mc:Choice>
              <mc:Fallback>
                <p:oleObj name="think-cell Slide" r:id="rId30" imgW="270" imgH="270" progId="TCLayout.ActiveDocument.1">
                  <p:embed/>
                  <p:pic>
                    <p:nvPicPr>
                      <p:cNvPr id="21" name="Object 20" hidden="1"/>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32">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27">
            <a:extLst>
              <a:ext uri="{FF2B5EF4-FFF2-40B4-BE49-F238E27FC236}">
                <a16:creationId xmlns:a16="http://schemas.microsoft.com/office/drawing/2014/main" id="{28BB344A-D0C7-2ABD-C194-00D5F70A79E5}"/>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5" name="TextBox 4">
            <a:extLst>
              <a:ext uri="{FF2B5EF4-FFF2-40B4-BE49-F238E27FC236}">
                <a16:creationId xmlns:a16="http://schemas.microsoft.com/office/drawing/2014/main" id="{636D3451-F1B4-430F-E5E4-49B54A3851DF}"/>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038761969"/>
      </p:ext>
    </p:extLst>
  </p:cSld>
  <p:clrMap bg1="lt1" tx1="dk1" bg2="lt2" tx2="dk2" accent1="accent1" accent2="accent2" accent3="accent3" accent4="accent4" accent5="accent5" accent6="accent6" hlink="hlink" folHlink="folHlink"/>
  <p:sldLayoutIdLst>
    <p:sldLayoutId id="2147484069" r:id="rId1"/>
    <p:sldLayoutId id="2147484071" r:id="rId2"/>
    <p:sldLayoutId id="2147484072" r:id="rId3"/>
    <p:sldLayoutId id="2147484073" r:id="rId4"/>
    <p:sldLayoutId id="2147484074" r:id="rId5"/>
    <p:sldLayoutId id="2147484075" r:id="rId6"/>
    <p:sldLayoutId id="2147484076" r:id="rId7"/>
    <p:sldLayoutId id="2147484077" r:id="rId8"/>
    <p:sldLayoutId id="2147484078" r:id="rId9"/>
    <p:sldLayoutId id="2147484079" r:id="rId10"/>
    <p:sldLayoutId id="2147484080" r:id="rId11"/>
    <p:sldLayoutId id="2147484081" r:id="rId12"/>
    <p:sldLayoutId id="2147484082" r:id="rId13"/>
    <p:sldLayoutId id="2147484083" r:id="rId14"/>
    <p:sldLayoutId id="2147484084" r:id="rId15"/>
    <p:sldLayoutId id="2147484085" r:id="rId16"/>
    <p:sldLayoutId id="2147484086" r:id="rId17"/>
    <p:sldLayoutId id="2147484087" r:id="rId18"/>
    <p:sldLayoutId id="2147484088" r:id="rId19"/>
    <p:sldLayoutId id="2147484089" r:id="rId20"/>
    <p:sldLayoutId id="2147484090" r:id="rId21"/>
    <p:sldLayoutId id="2147484091" r:id="rId22"/>
    <p:sldLayoutId id="2147484092" r:id="rId23"/>
    <p:sldLayoutId id="2147484093" r:id="rId24"/>
    <p:sldLayoutId id="2147484094" r:id="rId25"/>
    <p:sldLayoutId id="2147484095" r:id="rId26"/>
    <p:sldLayoutId id="2147484096" r:id="rId27"/>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8"/>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9" imgW="270" imgH="270" progId="TCLayout.ActiveDocument.1">
                  <p:embed/>
                </p:oleObj>
              </mc:Choice>
              <mc:Fallback>
                <p:oleObj name="think-cell Slide" r:id="rId29" imgW="270" imgH="270" progId="TCLayout.ActiveDocument.1">
                  <p:embed/>
                  <p:pic>
                    <p:nvPicPr>
                      <p:cNvPr id="21" name="Object 20" hidden="1"/>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31">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27">
            <a:extLst>
              <a:ext uri="{FF2B5EF4-FFF2-40B4-BE49-F238E27FC236}">
                <a16:creationId xmlns:a16="http://schemas.microsoft.com/office/drawing/2014/main" id="{0003D807-BAAC-4720-450D-ABDEA3DA6794}"/>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2" name="TextBox 1">
            <a:extLst>
              <a:ext uri="{FF2B5EF4-FFF2-40B4-BE49-F238E27FC236}">
                <a16:creationId xmlns:a16="http://schemas.microsoft.com/office/drawing/2014/main" id="{E8A21D90-307F-0583-E4D1-934656AB54E8}"/>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439821657"/>
      </p:ext>
    </p:extLst>
  </p:cSld>
  <p:clrMap bg1="lt1" tx1="dk1" bg2="lt2" tx2="dk2" accent1="accent1" accent2="accent2" accent3="accent3" accent4="accent4" accent5="accent5" accent6="accent6" hlink="hlink" folHlink="folHlink"/>
  <p:sldLayoutIdLst>
    <p:sldLayoutId id="2147484158" r:id="rId1"/>
    <p:sldLayoutId id="2147484159" r:id="rId2"/>
    <p:sldLayoutId id="2147484160" r:id="rId3"/>
    <p:sldLayoutId id="2147484161" r:id="rId4"/>
    <p:sldLayoutId id="2147484162" r:id="rId5"/>
    <p:sldLayoutId id="2147484163" r:id="rId6"/>
    <p:sldLayoutId id="2147484164" r:id="rId7"/>
    <p:sldLayoutId id="2147484165" r:id="rId8"/>
    <p:sldLayoutId id="2147484166" r:id="rId9"/>
    <p:sldLayoutId id="2147484167" r:id="rId10"/>
    <p:sldLayoutId id="2147484168" r:id="rId11"/>
    <p:sldLayoutId id="2147484169" r:id="rId12"/>
    <p:sldLayoutId id="2147484170" r:id="rId13"/>
    <p:sldLayoutId id="2147484171" r:id="rId14"/>
    <p:sldLayoutId id="2147484172" r:id="rId15"/>
    <p:sldLayoutId id="2147484173" r:id="rId16"/>
    <p:sldLayoutId id="2147484174" r:id="rId17"/>
    <p:sldLayoutId id="2147484176" r:id="rId18"/>
    <p:sldLayoutId id="2147484177" r:id="rId19"/>
    <p:sldLayoutId id="2147484178" r:id="rId20"/>
    <p:sldLayoutId id="2147484179" r:id="rId21"/>
    <p:sldLayoutId id="2147484180" r:id="rId22"/>
    <p:sldLayoutId id="2147484181" r:id="rId23"/>
    <p:sldLayoutId id="2147484182" r:id="rId24"/>
    <p:sldLayoutId id="2147484183" r:id="rId25"/>
    <p:sldLayoutId id="2147484184" r:id="rId26"/>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5"/>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16" imgW="270" imgH="270" progId="TCLayout.ActiveDocument.1">
                  <p:embed/>
                </p:oleObj>
              </mc:Choice>
              <mc:Fallback>
                <p:oleObj name="think-cell Slide" r:id="rId16" imgW="270" imgH="270" progId="TCLayout.ActiveDocument.1">
                  <p:embed/>
                  <p:pic>
                    <p:nvPicPr>
                      <p:cNvPr id="21" name="Object 20" hidden="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18">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EB6A685-1DEF-388E-4DBE-5D0AA158E1EF}"/>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277162753"/>
      </p:ext>
    </p:extLst>
  </p:cSld>
  <p:clrMap bg1="lt1" tx1="dk1" bg2="lt2" tx2="dk2" accent1="accent1" accent2="accent2" accent3="accent3" accent4="accent4" accent5="accent5" accent6="accent6" hlink="hlink" folHlink="folHlink"/>
  <p:sldLayoutIdLst>
    <p:sldLayoutId id="2147484187" r:id="rId1"/>
    <p:sldLayoutId id="2147484188" r:id="rId2"/>
    <p:sldLayoutId id="2147484189" r:id="rId3"/>
    <p:sldLayoutId id="2147484190" r:id="rId4"/>
    <p:sldLayoutId id="2147484191" r:id="rId5"/>
    <p:sldLayoutId id="2147484192" r:id="rId6"/>
    <p:sldLayoutId id="2147484193" r:id="rId7"/>
    <p:sldLayoutId id="2147484194" r:id="rId8"/>
    <p:sldLayoutId id="2147484195" r:id="rId9"/>
    <p:sldLayoutId id="2147484196" r:id="rId10"/>
    <p:sldLayoutId id="2147484197" r:id="rId11"/>
    <p:sldLayoutId id="2147484208" r:id="rId12"/>
    <p:sldLayoutId id="2147484209" r:id="rId13"/>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8"/>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9" imgW="270" imgH="270" progId="TCLayout.ActiveDocument.1">
                  <p:embed/>
                </p:oleObj>
              </mc:Choice>
              <mc:Fallback>
                <p:oleObj name="think-cell Slide" r:id="rId29" imgW="270" imgH="270" progId="TCLayout.ActiveDocument.1">
                  <p:embed/>
                  <p:pic>
                    <p:nvPicPr>
                      <p:cNvPr id="21" name="Object 20" hidden="1"/>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Methodology Intro &amp; Handshake Material | Apr-2024</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31">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6514210"/>
      </p:ext>
    </p:extLst>
  </p:cSld>
  <p:clrMap bg1="lt1" tx1="dk1" bg2="lt2" tx2="dk2" accent1="accent1" accent2="accent2" accent3="accent3" accent4="accent4" accent5="accent5" accent6="accent6" hlink="hlink" folHlink="folHlink"/>
  <p:sldLayoutIdLst>
    <p:sldLayoutId id="2147484230" r:id="rId1"/>
    <p:sldLayoutId id="2147484231" r:id="rId2"/>
    <p:sldLayoutId id="2147484232" r:id="rId3"/>
    <p:sldLayoutId id="2147484233" r:id="rId4"/>
    <p:sldLayoutId id="2147484234" r:id="rId5"/>
    <p:sldLayoutId id="2147484235" r:id="rId6"/>
    <p:sldLayoutId id="2147484236" r:id="rId7"/>
    <p:sldLayoutId id="2147484237" r:id="rId8"/>
    <p:sldLayoutId id="2147484238" r:id="rId9"/>
    <p:sldLayoutId id="2147484239" r:id="rId10"/>
    <p:sldLayoutId id="2147484240" r:id="rId11"/>
    <p:sldLayoutId id="2147484241" r:id="rId12"/>
    <p:sldLayoutId id="2147484242" r:id="rId13"/>
    <p:sldLayoutId id="2147484243" r:id="rId14"/>
    <p:sldLayoutId id="2147484244" r:id="rId15"/>
    <p:sldLayoutId id="2147484245" r:id="rId16"/>
    <p:sldLayoutId id="2147484246" r:id="rId17"/>
    <p:sldLayoutId id="2147484247" r:id="rId18"/>
    <p:sldLayoutId id="2147484248" r:id="rId19"/>
    <p:sldLayoutId id="2147484249" r:id="rId20"/>
    <p:sldLayoutId id="2147484250" r:id="rId21"/>
    <p:sldLayoutId id="2147484251" r:id="rId22"/>
    <p:sldLayoutId id="2147484252" r:id="rId23"/>
    <p:sldLayoutId id="2147484254" r:id="rId24"/>
    <p:sldLayoutId id="2147484255" r:id="rId25"/>
    <p:sldLayoutId id="2147484256" r:id="rId26"/>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5"/>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6" imgW="270" imgH="270" progId="TCLayout.ActiveDocument.1">
                  <p:embed/>
                </p:oleObj>
              </mc:Choice>
              <mc:Fallback>
                <p:oleObj name="think-cell Slide" r:id="rId26" imgW="270" imgH="270" progId="TCLayout.ActiveDocument.1">
                  <p:embed/>
                  <p:pic>
                    <p:nvPicPr>
                      <p:cNvPr id="21" name="Object 20" hidden="1"/>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Billing – Inception Workshop Prep for SMEs | May-2024</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28">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6999086"/>
      </p:ext>
    </p:extLst>
  </p:cSld>
  <p:clrMap bg1="lt1" tx1="dk1" bg2="lt2" tx2="dk2" accent1="accent1" accent2="accent2" accent3="accent3" accent4="accent4" accent5="accent5" accent6="accent6" hlink="hlink" folHlink="folHlink"/>
  <p:sldLayoutIdLst>
    <p:sldLayoutId id="2147484258" r:id="rId1"/>
    <p:sldLayoutId id="2147484259" r:id="rId2"/>
    <p:sldLayoutId id="2147484260" r:id="rId3"/>
    <p:sldLayoutId id="2147484261" r:id="rId4"/>
    <p:sldLayoutId id="2147484262" r:id="rId5"/>
    <p:sldLayoutId id="2147484263" r:id="rId6"/>
    <p:sldLayoutId id="2147484264" r:id="rId7"/>
    <p:sldLayoutId id="2147484265" r:id="rId8"/>
    <p:sldLayoutId id="2147484266" r:id="rId9"/>
    <p:sldLayoutId id="2147484267" r:id="rId10"/>
    <p:sldLayoutId id="2147484268" r:id="rId11"/>
    <p:sldLayoutId id="2147484269" r:id="rId12"/>
    <p:sldLayoutId id="2147484270" r:id="rId13"/>
    <p:sldLayoutId id="2147484271" r:id="rId14"/>
    <p:sldLayoutId id="2147484272" r:id="rId15"/>
    <p:sldLayoutId id="2147484273" r:id="rId16"/>
    <p:sldLayoutId id="2147484274" r:id="rId17"/>
    <p:sldLayoutId id="2147484275" r:id="rId18"/>
    <p:sldLayoutId id="2147484276" r:id="rId19"/>
    <p:sldLayoutId id="2147484277" r:id="rId20"/>
    <p:sldLayoutId id="2147484278" r:id="rId21"/>
    <p:sldLayoutId id="2147484279" r:id="rId22"/>
    <p:sldLayoutId id="2147484280" r:id="rId23"/>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0"/>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1" imgW="270" imgH="270" progId="TCLayout.ActiveDocument.1">
                  <p:embed/>
                </p:oleObj>
              </mc:Choice>
              <mc:Fallback>
                <p:oleObj name="think-cell Slide" r:id="rId31" imgW="270" imgH="270" progId="TCLayout.ActiveDocument.1">
                  <p:embed/>
                  <p:pic>
                    <p:nvPicPr>
                      <p:cNvPr id="21" name="Object 20" hidden="1"/>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33">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27">
            <a:extLst>
              <a:ext uri="{FF2B5EF4-FFF2-40B4-BE49-F238E27FC236}">
                <a16:creationId xmlns:a16="http://schemas.microsoft.com/office/drawing/2014/main" id="{0003D807-BAAC-4720-450D-ABDEA3DA6794}"/>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Methodology Intro &amp; Handshake Material | Apr-2024</a:t>
            </a:r>
          </a:p>
        </p:txBody>
      </p:sp>
    </p:spTree>
    <p:extLst>
      <p:ext uri="{BB962C8B-B14F-4D97-AF65-F5344CB8AC3E}">
        <p14:creationId xmlns:p14="http://schemas.microsoft.com/office/powerpoint/2010/main" val="3848699115"/>
      </p:ext>
    </p:extLst>
  </p:cSld>
  <p:clrMap bg1="lt1" tx1="dk1" bg2="lt2" tx2="dk2" accent1="accent1" accent2="accent2" accent3="accent3" accent4="accent4" accent5="accent5" accent6="accent6" hlink="hlink" folHlink="folHlink"/>
  <p:sldLayoutIdLst>
    <p:sldLayoutId id="2147484282" r:id="rId1"/>
    <p:sldLayoutId id="2147484283" r:id="rId2"/>
    <p:sldLayoutId id="2147484284" r:id="rId3"/>
    <p:sldLayoutId id="2147484285" r:id="rId4"/>
    <p:sldLayoutId id="2147484286" r:id="rId5"/>
    <p:sldLayoutId id="2147484287" r:id="rId6"/>
    <p:sldLayoutId id="2147484288" r:id="rId7"/>
    <p:sldLayoutId id="2147484289" r:id="rId8"/>
    <p:sldLayoutId id="2147484290" r:id="rId9"/>
    <p:sldLayoutId id="2147484291" r:id="rId10"/>
    <p:sldLayoutId id="2147484292" r:id="rId11"/>
    <p:sldLayoutId id="2147484293" r:id="rId12"/>
    <p:sldLayoutId id="2147484294" r:id="rId13"/>
    <p:sldLayoutId id="2147484295" r:id="rId14"/>
    <p:sldLayoutId id="2147484296" r:id="rId15"/>
    <p:sldLayoutId id="2147484297" r:id="rId16"/>
    <p:sldLayoutId id="2147484298" r:id="rId17"/>
    <p:sldLayoutId id="2147484299" r:id="rId18"/>
    <p:sldLayoutId id="2147484300" r:id="rId19"/>
    <p:sldLayoutId id="2147484301" r:id="rId20"/>
    <p:sldLayoutId id="2147484302" r:id="rId21"/>
    <p:sldLayoutId id="2147484303" r:id="rId22"/>
    <p:sldLayoutId id="2147484304" r:id="rId23"/>
    <p:sldLayoutId id="2147484305" r:id="rId24"/>
    <p:sldLayoutId id="2147484306" r:id="rId25"/>
    <p:sldLayoutId id="2147484307" r:id="rId26"/>
    <p:sldLayoutId id="2147484308" r:id="rId27"/>
    <p:sldLayoutId id="2147484309" r:id="rId28"/>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3" name="Rectangle 2">
            <a:extLst>
              <a:ext uri="{FF2B5EF4-FFF2-40B4-BE49-F238E27FC236}">
                <a16:creationId xmlns:a16="http://schemas.microsoft.com/office/drawing/2014/main" id="{A1ADB0C4-7CB5-4304-B40A-9CC3673EDF25}"/>
              </a:ext>
            </a:extLst>
          </p:cNvPr>
          <p:cNvSpPr>
            <a:spLocks noGrp="1" noChangeArrowheads="1"/>
          </p:cNvSpPr>
          <p:nvPr>
            <p:ph type="title"/>
          </p:nvPr>
        </p:nvSpPr>
        <p:spPr bwMode="auto">
          <a:xfrm>
            <a:off x="332155" y="117476"/>
            <a:ext cx="9225731"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endParaRPr lang="en-GB" altLang="en-US"/>
          </a:p>
        </p:txBody>
      </p:sp>
      <p:sp>
        <p:nvSpPr>
          <p:cNvPr id="5124" name="Rectangle 3">
            <a:extLst>
              <a:ext uri="{FF2B5EF4-FFF2-40B4-BE49-F238E27FC236}">
                <a16:creationId xmlns:a16="http://schemas.microsoft.com/office/drawing/2014/main" id="{5101B6B2-2D40-4DB1-B2C8-8550F464CED9}"/>
              </a:ext>
            </a:extLst>
          </p:cNvPr>
          <p:cNvSpPr>
            <a:spLocks noGrp="1" noChangeArrowheads="1"/>
          </p:cNvSpPr>
          <p:nvPr>
            <p:ph type="body" idx="1"/>
          </p:nvPr>
        </p:nvSpPr>
        <p:spPr bwMode="auto">
          <a:xfrm>
            <a:off x="332155" y="765176"/>
            <a:ext cx="11515969"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GB" altLang="en-US"/>
          </a:p>
        </p:txBody>
      </p:sp>
      <p:sp>
        <p:nvSpPr>
          <p:cNvPr id="1028" name="Rectangle 4">
            <a:extLst>
              <a:ext uri="{FF2B5EF4-FFF2-40B4-BE49-F238E27FC236}">
                <a16:creationId xmlns:a16="http://schemas.microsoft.com/office/drawing/2014/main" id="{A488B8CC-6050-4421-83B0-538C45332A6A}"/>
              </a:ext>
            </a:extLst>
          </p:cNvPr>
          <p:cNvSpPr>
            <a:spLocks noGrp="1" noChangeArrowheads="1"/>
          </p:cNvSpPr>
          <p:nvPr>
            <p:ph type="dt" sz="half" idx="2"/>
          </p:nvPr>
        </p:nvSpPr>
        <p:spPr bwMode="auto">
          <a:xfrm>
            <a:off x="6863862" y="6308725"/>
            <a:ext cx="2305538" cy="47625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a:defRPr sz="1000">
                <a:solidFill>
                  <a:schemeClr val="hlink"/>
                </a:solidFill>
              </a:defRPr>
            </a:lvl1pPr>
          </a:lstStyle>
          <a:p>
            <a:r>
              <a:rPr lang="en-US" altLang="en-US"/>
              <a:t>Date</a:t>
            </a:r>
            <a:endParaRPr lang="en-GB" altLang="en-US"/>
          </a:p>
        </p:txBody>
      </p:sp>
      <p:sp>
        <p:nvSpPr>
          <p:cNvPr id="1029" name="Rectangle 5">
            <a:extLst>
              <a:ext uri="{FF2B5EF4-FFF2-40B4-BE49-F238E27FC236}">
                <a16:creationId xmlns:a16="http://schemas.microsoft.com/office/drawing/2014/main" id="{B2494235-2283-4542-9D08-56D67A12DF76}"/>
              </a:ext>
            </a:extLst>
          </p:cNvPr>
          <p:cNvSpPr>
            <a:spLocks noGrp="1" noChangeArrowheads="1"/>
          </p:cNvSpPr>
          <p:nvPr>
            <p:ph type="ftr" sz="quarter" idx="3"/>
          </p:nvPr>
        </p:nvSpPr>
        <p:spPr bwMode="auto">
          <a:xfrm>
            <a:off x="1166447" y="6308725"/>
            <a:ext cx="5205046" cy="47625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a:defRPr sz="1000">
                <a:solidFill>
                  <a:schemeClr val="hlink"/>
                </a:solidFill>
              </a:defRPr>
            </a:lvl1pPr>
          </a:lstStyle>
          <a:p>
            <a:r>
              <a:rPr lang="en-GB" altLang="en-US"/>
              <a:t>New presentation – Author</a:t>
            </a:r>
          </a:p>
        </p:txBody>
      </p:sp>
      <p:sp>
        <p:nvSpPr>
          <p:cNvPr id="1030" name="Rectangle 6">
            <a:extLst>
              <a:ext uri="{FF2B5EF4-FFF2-40B4-BE49-F238E27FC236}">
                <a16:creationId xmlns:a16="http://schemas.microsoft.com/office/drawing/2014/main" id="{DDD582DC-E846-463D-9DA2-C1C5A640D809}"/>
              </a:ext>
            </a:extLst>
          </p:cNvPr>
          <p:cNvSpPr>
            <a:spLocks noGrp="1" noChangeArrowheads="1"/>
          </p:cNvSpPr>
          <p:nvPr>
            <p:ph type="sldNum" sz="quarter" idx="4"/>
          </p:nvPr>
        </p:nvSpPr>
        <p:spPr bwMode="auto">
          <a:xfrm>
            <a:off x="328246" y="6308725"/>
            <a:ext cx="719015" cy="47625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a:defRPr sz="1000">
                <a:solidFill>
                  <a:schemeClr val="hlink"/>
                </a:solidFill>
              </a:defRPr>
            </a:lvl1pPr>
          </a:lstStyle>
          <a:p>
            <a:fld id="{21937BA7-CD86-47A8-A7C5-A77E98F4D623}" type="slidenum">
              <a:rPr lang="en-GB" altLang="en-US"/>
              <a:pPr/>
              <a:t>‹#›</a:t>
            </a:fld>
            <a:endParaRPr lang="en-GB" altLang="en-US"/>
          </a:p>
        </p:txBody>
      </p:sp>
      <p:sp>
        <p:nvSpPr>
          <p:cNvPr id="1034" name="Line 10">
            <a:extLst>
              <a:ext uri="{FF2B5EF4-FFF2-40B4-BE49-F238E27FC236}">
                <a16:creationId xmlns:a16="http://schemas.microsoft.com/office/drawing/2014/main" id="{E01E01F5-849F-4BBD-8DF4-971183E47F87}"/>
              </a:ext>
            </a:extLst>
          </p:cNvPr>
          <p:cNvSpPr>
            <a:spLocks noChangeShapeType="1"/>
          </p:cNvSpPr>
          <p:nvPr/>
        </p:nvSpPr>
        <p:spPr bwMode="auto">
          <a:xfrm>
            <a:off x="336062" y="620713"/>
            <a:ext cx="11515969" cy="0"/>
          </a:xfrm>
          <a:prstGeom prst="line">
            <a:avLst/>
          </a:prstGeom>
          <a:noFill/>
          <a:ln w="12700">
            <a:solidFill>
              <a:schemeClr val="hlink"/>
            </a:solidFill>
            <a:round/>
            <a:headEnd/>
            <a:tailEnd/>
          </a:ln>
          <a:extLst>
            <a:ext uri="{909E8E84-426E-40DD-AFC4-6F175D3DCCD1}">
              <a14:hiddenFill xmlns:a14="http://schemas.microsoft.com/office/drawing/2010/main">
                <a:noFill/>
              </a14:hiddenFill>
            </a:ext>
          </a:extLst>
        </p:spPr>
        <p:txBody>
          <a:bodyPr/>
          <a:lstStyle/>
          <a:p>
            <a:endParaRPr lang="en-GB" sz="1800"/>
          </a:p>
        </p:txBody>
      </p:sp>
      <p:sp>
        <p:nvSpPr>
          <p:cNvPr id="2" name="Line 10">
            <a:extLst>
              <a:ext uri="{FF2B5EF4-FFF2-40B4-BE49-F238E27FC236}">
                <a16:creationId xmlns:a16="http://schemas.microsoft.com/office/drawing/2014/main" id="{B6D1995C-921E-413C-B570-6C9404F39E71}"/>
              </a:ext>
            </a:extLst>
          </p:cNvPr>
          <p:cNvSpPr>
            <a:spLocks noChangeShapeType="1"/>
          </p:cNvSpPr>
          <p:nvPr/>
        </p:nvSpPr>
        <p:spPr bwMode="auto">
          <a:xfrm>
            <a:off x="332155" y="6237288"/>
            <a:ext cx="11515969"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a:lstStyle/>
          <a:p>
            <a:endParaRPr lang="en-GB" sz="1800"/>
          </a:p>
        </p:txBody>
      </p:sp>
      <p:grpSp>
        <p:nvGrpSpPr>
          <p:cNvPr id="3" name="Groupe 1">
            <a:extLst>
              <a:ext uri="{FF2B5EF4-FFF2-40B4-BE49-F238E27FC236}">
                <a16:creationId xmlns:a16="http://schemas.microsoft.com/office/drawing/2014/main" id="{46BE1427-7E12-04CA-667D-B33FA28CD7B4}"/>
              </a:ext>
            </a:extLst>
          </p:cNvPr>
          <p:cNvGrpSpPr>
            <a:grpSpLocks noChangeAspect="1"/>
          </p:cNvGrpSpPr>
          <p:nvPr userDrawn="1"/>
        </p:nvGrpSpPr>
        <p:grpSpPr>
          <a:xfrm>
            <a:off x="11562163" y="98729"/>
            <a:ext cx="419436" cy="388988"/>
            <a:chOff x="11501102" y="171573"/>
            <a:chExt cx="419436" cy="388988"/>
          </a:xfrm>
        </p:grpSpPr>
        <p:sp>
          <p:nvSpPr>
            <p:cNvPr id="4" name="Freeform 13">
              <a:extLst>
                <a:ext uri="{FF2B5EF4-FFF2-40B4-BE49-F238E27FC236}">
                  <a16:creationId xmlns:a16="http://schemas.microsoft.com/office/drawing/2014/main" id="{E50C21D4-38CB-5A02-095A-2E0B7FBCD46B}"/>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5" name="Freeform 14">
              <a:extLst>
                <a:ext uri="{FF2B5EF4-FFF2-40B4-BE49-F238E27FC236}">
                  <a16:creationId xmlns:a16="http://schemas.microsoft.com/office/drawing/2014/main" id="{F368EC1F-1CFE-C277-FE82-C305A2E1A263}"/>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cxnSp>
        <p:nvCxnSpPr>
          <p:cNvPr id="6" name="Straight Connector 5">
            <a:extLst>
              <a:ext uri="{FF2B5EF4-FFF2-40B4-BE49-F238E27FC236}">
                <a16:creationId xmlns:a16="http://schemas.microsoft.com/office/drawing/2014/main" id="{B614F5B8-0DD2-A611-EF67-32C2E924AF26}"/>
              </a:ext>
            </a:extLst>
          </p:cNvPr>
          <p:cNvCxnSpPr>
            <a:cxnSpLocks/>
          </p:cNvCxnSpPr>
          <p:nvPr userDrawn="1"/>
        </p:nvCxnSpPr>
        <p:spPr>
          <a:xfrm>
            <a:off x="11436785" y="9872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7" name="Picture 2" descr="Beazley launches new private equity liability insurance product -  Reinsurance News">
            <a:extLst>
              <a:ext uri="{FF2B5EF4-FFF2-40B4-BE49-F238E27FC236}">
                <a16:creationId xmlns:a16="http://schemas.microsoft.com/office/drawing/2014/main" id="{3D32DD33-5181-CFD1-EF14-2D3FB27B2A43}"/>
              </a:ext>
            </a:extLst>
          </p:cNvPr>
          <p:cNvPicPr>
            <a:picLocks noChangeAspect="1" noChangeArrowheads="1"/>
          </p:cNvPicPr>
          <p:nvPr userDrawn="1"/>
        </p:nvPicPr>
        <p:blipFill rotWithShape="1">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135550"/>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27">
            <a:extLst>
              <a:ext uri="{FF2B5EF4-FFF2-40B4-BE49-F238E27FC236}">
                <a16:creationId xmlns:a16="http://schemas.microsoft.com/office/drawing/2014/main" id="{105E530C-F0E9-B1B7-AE08-785728772745}"/>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Jira Ways of Working | March 2024</a:t>
            </a:r>
          </a:p>
        </p:txBody>
      </p:sp>
      <p:sp>
        <p:nvSpPr>
          <p:cNvPr id="9" name="Rectangle 27">
            <a:extLst>
              <a:ext uri="{FF2B5EF4-FFF2-40B4-BE49-F238E27FC236}">
                <a16:creationId xmlns:a16="http://schemas.microsoft.com/office/drawing/2014/main" id="{7858DB6B-33C6-8E8E-2683-F0C9531BE5D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spTree>
    <p:extLst>
      <p:ext uri="{BB962C8B-B14F-4D97-AF65-F5344CB8AC3E}">
        <p14:creationId xmlns:p14="http://schemas.microsoft.com/office/powerpoint/2010/main" val="2727079732"/>
      </p:ext>
    </p:extLst>
  </p:cSld>
  <p:clrMap bg1="lt1" tx1="dk1" bg2="lt2" tx2="dk2" accent1="accent1" accent2="accent2" accent3="accent3" accent4="accent4" accent5="accent5" accent6="accent6" hlink="hlink" folHlink="folHlink"/>
  <p:sldLayoutIdLst>
    <p:sldLayoutId id="2147484311" r:id="rId1"/>
    <p:sldLayoutId id="2147484312" r:id="rId2"/>
    <p:sldLayoutId id="2147484313" r:id="rId3"/>
    <p:sldLayoutId id="2147484314" r:id="rId4"/>
    <p:sldLayoutId id="2147484315" r:id="rId5"/>
  </p:sldLayoutIdLst>
  <p:hf hdr="0"/>
  <p:txStyles>
    <p:titleStyle>
      <a:lvl1pPr algn="l" rtl="0" eaLnBrk="1" fontAlgn="base" hangingPunct="1">
        <a:spcBef>
          <a:spcPct val="0"/>
        </a:spcBef>
        <a:spcAft>
          <a:spcPct val="0"/>
        </a:spcAft>
        <a:defRPr sz="2400" b="1">
          <a:solidFill>
            <a:schemeClr val="hlink"/>
          </a:solidFill>
          <a:latin typeface="+mj-lt"/>
          <a:ea typeface="+mj-ea"/>
          <a:cs typeface="+mj-cs"/>
        </a:defRPr>
      </a:lvl1pPr>
      <a:lvl2pPr algn="l" rtl="0" eaLnBrk="1" fontAlgn="base" hangingPunct="1">
        <a:spcBef>
          <a:spcPct val="0"/>
        </a:spcBef>
        <a:spcAft>
          <a:spcPct val="0"/>
        </a:spcAft>
        <a:defRPr sz="2400" b="1">
          <a:solidFill>
            <a:schemeClr val="hlink"/>
          </a:solidFill>
          <a:latin typeface="Century Gothic" pitchFamily="34" charset="0"/>
        </a:defRPr>
      </a:lvl2pPr>
      <a:lvl3pPr algn="l" rtl="0" eaLnBrk="1" fontAlgn="base" hangingPunct="1">
        <a:spcBef>
          <a:spcPct val="0"/>
        </a:spcBef>
        <a:spcAft>
          <a:spcPct val="0"/>
        </a:spcAft>
        <a:defRPr sz="2400" b="1">
          <a:solidFill>
            <a:schemeClr val="hlink"/>
          </a:solidFill>
          <a:latin typeface="Century Gothic" pitchFamily="34" charset="0"/>
        </a:defRPr>
      </a:lvl3pPr>
      <a:lvl4pPr algn="l" rtl="0" eaLnBrk="1" fontAlgn="base" hangingPunct="1">
        <a:spcBef>
          <a:spcPct val="0"/>
        </a:spcBef>
        <a:spcAft>
          <a:spcPct val="0"/>
        </a:spcAft>
        <a:defRPr sz="2400" b="1">
          <a:solidFill>
            <a:schemeClr val="hlink"/>
          </a:solidFill>
          <a:latin typeface="Century Gothic" pitchFamily="34" charset="0"/>
        </a:defRPr>
      </a:lvl4pPr>
      <a:lvl5pPr algn="l" rtl="0" eaLnBrk="1" fontAlgn="base" hangingPunct="1">
        <a:spcBef>
          <a:spcPct val="0"/>
        </a:spcBef>
        <a:spcAft>
          <a:spcPct val="0"/>
        </a:spcAft>
        <a:defRPr sz="2400" b="1">
          <a:solidFill>
            <a:schemeClr val="hlink"/>
          </a:solidFill>
          <a:latin typeface="Century Gothic" pitchFamily="34" charset="0"/>
        </a:defRPr>
      </a:lvl5pPr>
      <a:lvl6pPr marL="457200" algn="l" rtl="0" eaLnBrk="1" fontAlgn="base" hangingPunct="1">
        <a:spcBef>
          <a:spcPct val="0"/>
        </a:spcBef>
        <a:spcAft>
          <a:spcPct val="0"/>
        </a:spcAft>
        <a:defRPr sz="3600" b="1">
          <a:solidFill>
            <a:schemeClr val="tx2"/>
          </a:solidFill>
          <a:latin typeface="Century Gothic" pitchFamily="34" charset="0"/>
        </a:defRPr>
      </a:lvl6pPr>
      <a:lvl7pPr marL="914400" algn="l" rtl="0" eaLnBrk="1" fontAlgn="base" hangingPunct="1">
        <a:spcBef>
          <a:spcPct val="0"/>
        </a:spcBef>
        <a:spcAft>
          <a:spcPct val="0"/>
        </a:spcAft>
        <a:defRPr sz="3600" b="1">
          <a:solidFill>
            <a:schemeClr val="tx2"/>
          </a:solidFill>
          <a:latin typeface="Century Gothic" pitchFamily="34" charset="0"/>
        </a:defRPr>
      </a:lvl7pPr>
      <a:lvl8pPr marL="1371600" algn="l" rtl="0" eaLnBrk="1" fontAlgn="base" hangingPunct="1">
        <a:spcBef>
          <a:spcPct val="0"/>
        </a:spcBef>
        <a:spcAft>
          <a:spcPct val="0"/>
        </a:spcAft>
        <a:defRPr sz="3600" b="1">
          <a:solidFill>
            <a:schemeClr val="tx2"/>
          </a:solidFill>
          <a:latin typeface="Century Gothic" pitchFamily="34" charset="0"/>
        </a:defRPr>
      </a:lvl8pPr>
      <a:lvl9pPr marL="1828800" algn="l" rtl="0" eaLnBrk="1" fontAlgn="base" hangingPunct="1">
        <a:spcBef>
          <a:spcPct val="0"/>
        </a:spcBef>
        <a:spcAft>
          <a:spcPct val="0"/>
        </a:spcAft>
        <a:defRPr sz="3600" b="1">
          <a:solidFill>
            <a:schemeClr val="tx2"/>
          </a:solidFill>
          <a:latin typeface="Century Gothic" pitchFamily="34" charset="0"/>
        </a:defRPr>
      </a:lvl9pPr>
    </p:titleStyle>
    <p:bodyStyle>
      <a:lvl1pPr algn="l" rtl="0" eaLnBrk="1" fontAlgn="base" hangingPunct="1">
        <a:spcBef>
          <a:spcPct val="20000"/>
        </a:spcBef>
        <a:spcAft>
          <a:spcPct val="0"/>
        </a:spcAft>
        <a:defRPr b="1">
          <a:solidFill>
            <a:schemeClr val="hlink"/>
          </a:solidFill>
          <a:latin typeface="+mn-lt"/>
          <a:ea typeface="+mn-ea"/>
          <a:cs typeface="+mn-cs"/>
        </a:defRPr>
      </a:lvl1pPr>
      <a:lvl2pPr marL="3175" indent="-1588" algn="l" rtl="0" eaLnBrk="1" fontAlgn="base" hangingPunct="1">
        <a:spcBef>
          <a:spcPct val="20000"/>
        </a:spcBef>
        <a:spcAft>
          <a:spcPct val="0"/>
        </a:spcAft>
        <a:defRPr>
          <a:solidFill>
            <a:schemeClr val="hlink"/>
          </a:solidFill>
          <a:latin typeface="+mn-lt"/>
        </a:defRPr>
      </a:lvl2pPr>
      <a:lvl3pPr marL="209550" indent="-200025" algn="l" rtl="0" eaLnBrk="1" fontAlgn="base" hangingPunct="1">
        <a:spcBef>
          <a:spcPct val="20000"/>
        </a:spcBef>
        <a:spcAft>
          <a:spcPct val="0"/>
        </a:spcAft>
        <a:buChar char="•"/>
        <a:defRPr>
          <a:solidFill>
            <a:schemeClr val="hlink"/>
          </a:solidFill>
          <a:latin typeface="+mn-lt"/>
        </a:defRPr>
      </a:lvl3pPr>
      <a:lvl4pPr marL="396875" indent="-184150" algn="l" rtl="0" eaLnBrk="1" fontAlgn="base" hangingPunct="1">
        <a:spcBef>
          <a:spcPct val="20000"/>
        </a:spcBef>
        <a:spcAft>
          <a:spcPct val="0"/>
        </a:spcAft>
        <a:buFont typeface="Century Gothic" panose="020B0502020202020204" pitchFamily="34" charset="0"/>
        <a:buChar char="–"/>
        <a:defRPr sz="1500">
          <a:solidFill>
            <a:schemeClr val="hlink"/>
          </a:solidFill>
          <a:latin typeface="+mn-lt"/>
        </a:defRPr>
      </a:lvl4pPr>
      <a:lvl5pPr marL="603250" indent="-204788" algn="l" rtl="0" eaLnBrk="1" fontAlgn="base" hangingPunct="1">
        <a:spcBef>
          <a:spcPct val="20000"/>
        </a:spcBef>
        <a:spcAft>
          <a:spcPct val="0"/>
        </a:spcAft>
        <a:buSzPct val="65000"/>
        <a:buFont typeface="Century Gothic" panose="020B0502020202020204" pitchFamily="34" charset="0"/>
        <a:buChar char="►"/>
        <a:defRPr sz="1500">
          <a:solidFill>
            <a:schemeClr val="hlink"/>
          </a:solidFill>
          <a:latin typeface="+mn-lt"/>
        </a:defRPr>
      </a:lvl5pPr>
      <a:lvl6pPr marL="1060450" indent="-204788" algn="l" rtl="0" eaLnBrk="1" fontAlgn="base" hangingPunct="1">
        <a:spcBef>
          <a:spcPct val="20000"/>
        </a:spcBef>
        <a:spcAft>
          <a:spcPct val="0"/>
        </a:spcAft>
        <a:buChar char="•"/>
        <a:defRPr sz="1500">
          <a:solidFill>
            <a:schemeClr val="tx1"/>
          </a:solidFill>
          <a:latin typeface="+mn-lt"/>
        </a:defRPr>
      </a:lvl6pPr>
      <a:lvl7pPr marL="1517650" indent="-204788" algn="l" rtl="0" eaLnBrk="1" fontAlgn="base" hangingPunct="1">
        <a:spcBef>
          <a:spcPct val="20000"/>
        </a:spcBef>
        <a:spcAft>
          <a:spcPct val="0"/>
        </a:spcAft>
        <a:buChar char="•"/>
        <a:defRPr sz="1500">
          <a:solidFill>
            <a:schemeClr val="tx1"/>
          </a:solidFill>
          <a:latin typeface="+mn-lt"/>
        </a:defRPr>
      </a:lvl7pPr>
      <a:lvl8pPr marL="1974850" indent="-204788" algn="l" rtl="0" eaLnBrk="1" fontAlgn="base" hangingPunct="1">
        <a:spcBef>
          <a:spcPct val="20000"/>
        </a:spcBef>
        <a:spcAft>
          <a:spcPct val="0"/>
        </a:spcAft>
        <a:buChar char="•"/>
        <a:defRPr sz="1500">
          <a:solidFill>
            <a:schemeClr val="tx1"/>
          </a:solidFill>
          <a:latin typeface="+mn-lt"/>
        </a:defRPr>
      </a:lvl8pPr>
      <a:lvl9pPr marL="2432050" indent="-204788" algn="l" rtl="0" eaLnBrk="1" fontAlgn="base" hangingPunct="1">
        <a:spcBef>
          <a:spcPct val="20000"/>
        </a:spcBef>
        <a:spcAft>
          <a:spcPct val="0"/>
        </a:spcAft>
        <a:buChar char="•"/>
        <a:defRPr sz="15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09.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image" Target="../media/image34.emf"/><Relationship Id="rId5" Type="http://schemas.openxmlformats.org/officeDocument/2006/relationships/oleObject" Target="../embeddings/oleObject52.bin"/><Relationship Id="rId4"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8" Type="http://schemas.openxmlformats.org/officeDocument/2006/relationships/image" Target="../media/image35.jpeg"/><Relationship Id="rId3" Type="http://schemas.openxmlformats.org/officeDocument/2006/relationships/tags" Target="../tags/tag116.xml"/><Relationship Id="rId7" Type="http://schemas.openxmlformats.org/officeDocument/2006/relationships/notesSlide" Target="../notesSlides/notesSlide3.xml"/><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slideLayout" Target="../slideLayouts/slideLayout261.xml"/><Relationship Id="rId5" Type="http://schemas.openxmlformats.org/officeDocument/2006/relationships/tags" Target="../tags/tag118.xml"/><Relationship Id="rId4" Type="http://schemas.openxmlformats.org/officeDocument/2006/relationships/tags" Target="../tags/tag117.xml"/></Relationships>
</file>

<file path=ppt/slides/_rels/slide6.xml.rels><?xml version="1.0" encoding="UTF-8" standalone="yes"?>
<Relationships xmlns="http://schemas.openxmlformats.org/package/2006/relationships"><Relationship Id="rId8" Type="http://schemas.openxmlformats.org/officeDocument/2006/relationships/tags" Target="../tags/tag126.xml"/><Relationship Id="rId13" Type="http://schemas.openxmlformats.org/officeDocument/2006/relationships/tags" Target="../tags/tag131.xml"/><Relationship Id="rId18" Type="http://schemas.openxmlformats.org/officeDocument/2006/relationships/tags" Target="../tags/tag136.xml"/><Relationship Id="rId3" Type="http://schemas.openxmlformats.org/officeDocument/2006/relationships/tags" Target="../tags/tag121.xml"/><Relationship Id="rId21" Type="http://schemas.openxmlformats.org/officeDocument/2006/relationships/notesSlide" Target="../notesSlides/notesSlide4.xml"/><Relationship Id="rId7" Type="http://schemas.openxmlformats.org/officeDocument/2006/relationships/tags" Target="../tags/tag125.xml"/><Relationship Id="rId12" Type="http://schemas.openxmlformats.org/officeDocument/2006/relationships/tags" Target="../tags/tag130.xml"/><Relationship Id="rId17" Type="http://schemas.openxmlformats.org/officeDocument/2006/relationships/tags" Target="../tags/tag135.xml"/><Relationship Id="rId2" Type="http://schemas.openxmlformats.org/officeDocument/2006/relationships/tags" Target="../tags/tag120.xml"/><Relationship Id="rId16" Type="http://schemas.openxmlformats.org/officeDocument/2006/relationships/tags" Target="../tags/tag134.xml"/><Relationship Id="rId20" Type="http://schemas.openxmlformats.org/officeDocument/2006/relationships/slideLayout" Target="../slideLayouts/slideLayout261.xml"/><Relationship Id="rId1" Type="http://schemas.openxmlformats.org/officeDocument/2006/relationships/tags" Target="../tags/tag119.xml"/><Relationship Id="rId6" Type="http://schemas.openxmlformats.org/officeDocument/2006/relationships/tags" Target="../tags/tag124.xml"/><Relationship Id="rId11" Type="http://schemas.openxmlformats.org/officeDocument/2006/relationships/tags" Target="../tags/tag129.xml"/><Relationship Id="rId5" Type="http://schemas.openxmlformats.org/officeDocument/2006/relationships/tags" Target="../tags/tag123.xml"/><Relationship Id="rId15" Type="http://schemas.openxmlformats.org/officeDocument/2006/relationships/tags" Target="../tags/tag133.xml"/><Relationship Id="rId10" Type="http://schemas.openxmlformats.org/officeDocument/2006/relationships/tags" Target="../tags/tag128.xml"/><Relationship Id="rId19" Type="http://schemas.openxmlformats.org/officeDocument/2006/relationships/tags" Target="../tags/tag137.xml"/><Relationship Id="rId4" Type="http://schemas.openxmlformats.org/officeDocument/2006/relationships/tags" Target="../tags/tag122.xml"/><Relationship Id="rId9" Type="http://schemas.openxmlformats.org/officeDocument/2006/relationships/tags" Target="../tags/tag127.xml"/><Relationship Id="rId14" Type="http://schemas.openxmlformats.org/officeDocument/2006/relationships/tags" Target="../tags/tag132.xml"/></Relationships>
</file>

<file path=ppt/slides/_rels/slide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xml"/><Relationship Id="rId1" Type="http://schemas.openxmlformats.org/officeDocument/2006/relationships/slideLayout" Target="../slideLayouts/slideLayout261.xml"/><Relationship Id="rId4" Type="http://schemas.openxmlformats.org/officeDocument/2006/relationships/image" Target="../media/image37.png"/></Relationships>
</file>

<file path=ppt/slides/_rels/slide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xml"/><Relationship Id="rId1" Type="http://schemas.openxmlformats.org/officeDocument/2006/relationships/slideLayout" Target="../slideLayouts/slideLayout26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6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6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262.xml"/></Relationships>
</file>

<file path=ppt/slides/_rels/slide14.xml.rels><?xml version="1.0" encoding="UTF-8" standalone="yes"?>
<Relationships xmlns="http://schemas.openxmlformats.org/package/2006/relationships"><Relationship Id="rId8" Type="http://schemas.openxmlformats.org/officeDocument/2006/relationships/diagramLayout" Target="../diagrams/layout2.xml"/><Relationship Id="rId13" Type="http://schemas.openxmlformats.org/officeDocument/2006/relationships/image" Target="../media/image41.png"/><Relationship Id="rId18" Type="http://schemas.openxmlformats.org/officeDocument/2006/relationships/diagramColors" Target="../diagrams/colors3.xml"/><Relationship Id="rId3" Type="http://schemas.openxmlformats.org/officeDocument/2006/relationships/diagramLayout" Target="../diagrams/layout1.xml"/><Relationship Id="rId7" Type="http://schemas.openxmlformats.org/officeDocument/2006/relationships/diagramData" Target="../diagrams/data2.xml"/><Relationship Id="rId12" Type="http://schemas.openxmlformats.org/officeDocument/2006/relationships/image" Target="../media/image40.png"/><Relationship Id="rId17" Type="http://schemas.openxmlformats.org/officeDocument/2006/relationships/diagramQuickStyle" Target="../diagrams/quickStyle3.xml"/><Relationship Id="rId2" Type="http://schemas.openxmlformats.org/officeDocument/2006/relationships/diagramData" Target="../diagrams/data1.xml"/><Relationship Id="rId16" Type="http://schemas.openxmlformats.org/officeDocument/2006/relationships/diagramLayout" Target="../diagrams/layout3.xml"/><Relationship Id="rId20" Type="http://schemas.openxmlformats.org/officeDocument/2006/relationships/image" Target="../media/image43.png"/><Relationship Id="rId1" Type="http://schemas.openxmlformats.org/officeDocument/2006/relationships/slideLayout" Target="../slideLayouts/slideLayout26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5" Type="http://schemas.openxmlformats.org/officeDocument/2006/relationships/diagramData" Target="../diagrams/data3.xml"/><Relationship Id="rId10" Type="http://schemas.openxmlformats.org/officeDocument/2006/relationships/diagramColors" Target="../diagrams/colors2.xml"/><Relationship Id="rId19" Type="http://schemas.microsoft.com/office/2007/relationships/diagramDrawing" Target="../diagrams/drawing3.xml"/><Relationship Id="rId4" Type="http://schemas.openxmlformats.org/officeDocument/2006/relationships/diagramQuickStyle" Target="../diagrams/quickStyle1.xml"/><Relationship Id="rId9" Type="http://schemas.openxmlformats.org/officeDocument/2006/relationships/diagramQuickStyle" Target="../diagrams/quickStyle2.xml"/><Relationship Id="rId14" Type="http://schemas.openxmlformats.org/officeDocument/2006/relationships/image" Target="../media/image4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0.xml"/><Relationship Id="rId1" Type="http://schemas.openxmlformats.org/officeDocument/2006/relationships/slideLayout" Target="../slideLayouts/slideLayout24.xml"/><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image" Target="../media/image45.sv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B0050"/>
        </a:solidFill>
        <a:effectLst/>
      </p:bgPr>
    </p:bg>
    <p:spTree>
      <p:nvGrpSpPr>
        <p:cNvPr id="1" name=""/>
        <p:cNvGrpSpPr/>
        <p:nvPr/>
      </p:nvGrpSpPr>
      <p:grpSpPr>
        <a:xfrm>
          <a:off x="0" y="0"/>
          <a:ext cx="0" cy="0"/>
          <a:chOff x="0" y="0"/>
          <a:chExt cx="0" cy="0"/>
        </a:xfrm>
      </p:grpSpPr>
      <p:sp>
        <p:nvSpPr>
          <p:cNvPr id="12" name="Subtitle 1">
            <a:extLst>
              <a:ext uri="{FF2B5EF4-FFF2-40B4-BE49-F238E27FC236}">
                <a16:creationId xmlns:a16="http://schemas.microsoft.com/office/drawing/2014/main" id="{F4F87E10-2948-EA05-5915-992ECED553C3}"/>
              </a:ext>
            </a:extLst>
          </p:cNvPr>
          <p:cNvSpPr txBox="1">
            <a:spLocks/>
          </p:cNvSpPr>
          <p:nvPr/>
        </p:nvSpPr>
        <p:spPr>
          <a:xfrm>
            <a:off x="404813" y="4962612"/>
            <a:ext cx="11386134" cy="184666"/>
          </a:xfrm>
          <a:prstGeom prst="rect">
            <a:avLst/>
          </a:prstGeom>
        </p:spPr>
        <p:txBody>
          <a:bodyPr vert="horz" wrap="square" lIns="36000" tIns="0" rIns="36000" bIns="0" rtlCol="0">
            <a:sp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bg1"/>
                </a:solidFill>
                <a:latin typeface="Ubuntu" panose="020B0504030602030204" pitchFamily="34" charset="0"/>
                <a:ea typeface="+mn-ea"/>
                <a:cs typeface="+mn-cs"/>
              </a:defRPr>
            </a:lvl1pPr>
            <a:lvl2pPr marL="457200" indent="0" algn="ctr" defTabSz="914400" rtl="0" eaLnBrk="1" latinLnBrk="0" hangingPunct="1">
              <a:lnSpc>
                <a:spcPct val="100000"/>
              </a:lnSpc>
              <a:spcBef>
                <a:spcPts val="0"/>
              </a:spcBef>
              <a:spcAft>
                <a:spcPts val="600"/>
              </a:spcAft>
              <a:buClr>
                <a:schemeClr val="accent1"/>
              </a:buClr>
              <a:buFont typeface="Wingdings" panose="05000000000000000000" pitchFamily="2" charset="2"/>
              <a:buNone/>
              <a:defRPr sz="2000" kern="1200" baseline="0">
                <a:solidFill>
                  <a:schemeClr val="tx1"/>
                </a:solidFill>
                <a:latin typeface="Ubuntu" panose="020B0504030602030204" pitchFamily="34" charset="0"/>
                <a:ea typeface="+mn-ea"/>
                <a:cs typeface="+mn-cs"/>
              </a:defRPr>
            </a:lvl2pPr>
            <a:lvl3pPr marL="914400" indent="0" algn="ctr" defTabSz="914400" rtl="0" eaLnBrk="1" latinLnBrk="0" hangingPunct="1">
              <a:lnSpc>
                <a:spcPct val="100000"/>
              </a:lnSpc>
              <a:spcBef>
                <a:spcPts val="0"/>
              </a:spcBef>
              <a:spcAft>
                <a:spcPts val="600"/>
              </a:spcAft>
              <a:buClr>
                <a:schemeClr val="accent2"/>
              </a:buClr>
              <a:buFont typeface="Arial" panose="020B0604020202020204" pitchFamily="34" charset="0"/>
              <a:buNone/>
              <a:defRPr sz="1800" kern="1200" baseline="0">
                <a:solidFill>
                  <a:schemeClr val="tx1"/>
                </a:solidFill>
                <a:latin typeface="Ubuntu" panose="020B0504030602030204" pitchFamily="34" charset="0"/>
                <a:ea typeface="+mn-ea"/>
                <a:cs typeface="+mn-cs"/>
              </a:defRPr>
            </a:lvl3pPr>
            <a:lvl4pPr marL="1371600" indent="0" algn="ctr" defTabSz="914400" rtl="0" eaLnBrk="1" latinLnBrk="0" hangingPunct="1">
              <a:lnSpc>
                <a:spcPct val="100000"/>
              </a:lnSpc>
              <a:spcBef>
                <a:spcPts val="0"/>
              </a:spcBef>
              <a:spcAft>
                <a:spcPts val="600"/>
              </a:spcAft>
              <a:buClr>
                <a:schemeClr val="tx1"/>
              </a:buClr>
              <a:buFont typeface="Ubuntu" panose="020B0504030602030204" pitchFamily="34" charset="0"/>
              <a:buNone/>
              <a:defRPr sz="1600" kern="1200" baseline="0">
                <a:solidFill>
                  <a:schemeClr val="tx1"/>
                </a:solidFill>
                <a:latin typeface="Ubuntu" panose="020B0504030602030204" pitchFamily="34" charset="0"/>
                <a:ea typeface="+mn-ea"/>
                <a:cs typeface="+mn-cs"/>
              </a:defRPr>
            </a:lvl4pPr>
            <a:lvl5pPr marL="1828800" indent="0" algn="ctr"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baseline="0">
                <a:solidFill>
                  <a:schemeClr val="tx1"/>
                </a:solidFill>
                <a:latin typeface="Ubuntu" panose="020B050403060203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Aft>
                <a:spcPts val="0"/>
              </a:spcAft>
            </a:pPr>
            <a:r>
              <a:rPr lang="en-IN" sz="1200"/>
              <a:t>July 2024</a:t>
            </a:r>
          </a:p>
        </p:txBody>
      </p:sp>
      <p:sp>
        <p:nvSpPr>
          <p:cNvPr id="16" name="Freeform: Shape 15">
            <a:extLst>
              <a:ext uri="{FF2B5EF4-FFF2-40B4-BE49-F238E27FC236}">
                <a16:creationId xmlns:a16="http://schemas.microsoft.com/office/drawing/2014/main" id="{94BC40A8-6EF0-89EA-9B54-7AF72BF22B10}"/>
              </a:ext>
            </a:extLst>
          </p:cNvPr>
          <p:cNvSpPr>
            <a:spLocks noChangeAspect="1"/>
          </p:cNvSpPr>
          <p:nvPr/>
        </p:nvSpPr>
        <p:spPr>
          <a:xfrm rot="13950190">
            <a:off x="1423243" y="172591"/>
            <a:ext cx="12000656" cy="7484434"/>
          </a:xfrm>
          <a:custGeom>
            <a:avLst/>
            <a:gdLst>
              <a:gd name="connsiteX0" fmla="*/ 5616388 w 12000656"/>
              <a:gd name="connsiteY0" fmla="*/ 4076496 h 7484434"/>
              <a:gd name="connsiteX1" fmla="*/ 5441159 w 12000656"/>
              <a:gd name="connsiteY1" fmla="*/ 4078236 h 7484434"/>
              <a:gd name="connsiteX2" fmla="*/ 5352655 w 12000656"/>
              <a:gd name="connsiteY2" fmla="*/ 4046118 h 7484434"/>
              <a:gd name="connsiteX3" fmla="*/ 4177141 w 12000656"/>
              <a:gd name="connsiteY3" fmla="*/ 3513781 h 7484434"/>
              <a:gd name="connsiteX4" fmla="*/ 906491 w 12000656"/>
              <a:gd name="connsiteY4" fmla="*/ 5968172 h 7484434"/>
              <a:gd name="connsiteX5" fmla="*/ 57699 w 12000656"/>
              <a:gd name="connsiteY5" fmla="*/ 7484434 h 7484434"/>
              <a:gd name="connsiteX6" fmla="*/ 0 w 12000656"/>
              <a:gd name="connsiteY6" fmla="*/ 7464605 h 7484434"/>
              <a:gd name="connsiteX7" fmla="*/ 857901 w 12000656"/>
              <a:gd name="connsiteY7" fmla="*/ 5930038 h 7484434"/>
              <a:gd name="connsiteX8" fmla="*/ 2136401 w 12000656"/>
              <a:gd name="connsiteY8" fmla="*/ 4610553 h 7484434"/>
              <a:gd name="connsiteX9" fmla="*/ 4166512 w 12000656"/>
              <a:gd name="connsiteY9" fmla="*/ 3449714 h 7484434"/>
              <a:gd name="connsiteX10" fmla="*/ 4178658 w 12000656"/>
              <a:gd name="connsiteY10" fmla="*/ 3445137 h 7484434"/>
              <a:gd name="connsiteX11" fmla="*/ 4190806 w 12000656"/>
              <a:gd name="connsiteY11" fmla="*/ 3451239 h 7484434"/>
              <a:gd name="connsiteX12" fmla="*/ 5364052 w 12000656"/>
              <a:gd name="connsiteY12" fmla="*/ 3984648 h 7484434"/>
              <a:gd name="connsiteX13" fmla="*/ 9608800 w 12000656"/>
              <a:gd name="connsiteY13" fmla="*/ 3884388 h 7484434"/>
              <a:gd name="connsiteX14" fmla="*/ 9351875 w 12000656"/>
              <a:gd name="connsiteY14" fmla="*/ 4152929 h 7484434"/>
              <a:gd name="connsiteX15" fmla="*/ 8090797 w 12000656"/>
              <a:gd name="connsiteY15" fmla="*/ 4575498 h 7484434"/>
              <a:gd name="connsiteX16" fmla="*/ 7882268 w 12000656"/>
              <a:gd name="connsiteY16" fmla="*/ 4582298 h 7484434"/>
              <a:gd name="connsiteX17" fmla="*/ 7901712 w 12000656"/>
              <a:gd name="connsiteY17" fmla="*/ 4518763 h 7484434"/>
              <a:gd name="connsiteX18" fmla="*/ 8079831 w 12000656"/>
              <a:gd name="connsiteY18" fmla="*/ 4513191 h 7484434"/>
              <a:gd name="connsiteX19" fmla="*/ 9312396 w 12000656"/>
              <a:gd name="connsiteY19" fmla="*/ 4104115 h 7484434"/>
              <a:gd name="connsiteX20" fmla="*/ 9728440 w 12000656"/>
              <a:gd name="connsiteY20" fmla="*/ 2005146 h 7484434"/>
              <a:gd name="connsiteX21" fmla="*/ 9972903 w 12000656"/>
              <a:gd name="connsiteY21" fmla="*/ 269224 h 7484434"/>
              <a:gd name="connsiteX22" fmla="*/ 11782845 w 12000656"/>
              <a:gd name="connsiteY22" fmla="*/ 11428 h 7484434"/>
              <a:gd name="connsiteX23" fmla="*/ 11772217 w 12000656"/>
              <a:gd name="connsiteY23" fmla="*/ 72445 h 7484434"/>
              <a:gd name="connsiteX24" fmla="*/ 10013901 w 12000656"/>
              <a:gd name="connsiteY24" fmla="*/ 314987 h 7484434"/>
              <a:gd name="connsiteX25" fmla="*/ 9787657 w 12000656"/>
              <a:gd name="connsiteY25" fmla="*/ 1989892 h 7484434"/>
              <a:gd name="connsiteX26" fmla="*/ 9863577 w 12000656"/>
              <a:gd name="connsiteY26" fmla="*/ 3306325 h 7484434"/>
              <a:gd name="connsiteX27" fmla="*/ 9608800 w 12000656"/>
              <a:gd name="connsiteY27" fmla="*/ 3884388 h 7484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000656" h="7484434">
                <a:moveTo>
                  <a:pt x="5616388" y="4076496"/>
                </a:moveTo>
                <a:lnTo>
                  <a:pt x="5441159" y="4078236"/>
                </a:lnTo>
                <a:lnTo>
                  <a:pt x="5352655" y="4046118"/>
                </a:lnTo>
                <a:cubicBezTo>
                  <a:pt x="4966689" y="3897256"/>
                  <a:pt x="4572876" y="3719140"/>
                  <a:pt x="4177141" y="3513781"/>
                </a:cubicBezTo>
                <a:cubicBezTo>
                  <a:pt x="2509929" y="4162081"/>
                  <a:pt x="1478929" y="5206992"/>
                  <a:pt x="906491" y="5968172"/>
                </a:cubicBezTo>
                <a:cubicBezTo>
                  <a:pt x="286980" y="6794946"/>
                  <a:pt x="59219" y="7476807"/>
                  <a:pt x="57699" y="7484434"/>
                </a:cubicBezTo>
                <a:lnTo>
                  <a:pt x="0" y="7464605"/>
                </a:lnTo>
                <a:cubicBezTo>
                  <a:pt x="1519" y="7456976"/>
                  <a:pt x="232317" y="6765964"/>
                  <a:pt x="857901" y="5930038"/>
                </a:cubicBezTo>
                <a:cubicBezTo>
                  <a:pt x="1225356" y="5438854"/>
                  <a:pt x="1655065" y="4994957"/>
                  <a:pt x="2136401" y="4610553"/>
                </a:cubicBezTo>
                <a:cubicBezTo>
                  <a:pt x="2737690" y="4128523"/>
                  <a:pt x="3420974" y="3738016"/>
                  <a:pt x="4166512" y="3449714"/>
                </a:cubicBezTo>
                <a:lnTo>
                  <a:pt x="4178658" y="3445137"/>
                </a:lnTo>
                <a:lnTo>
                  <a:pt x="4190806" y="3451239"/>
                </a:lnTo>
                <a:cubicBezTo>
                  <a:pt x="4585972" y="3657169"/>
                  <a:pt x="4979002" y="3835643"/>
                  <a:pt x="5364052" y="3984648"/>
                </a:cubicBezTo>
                <a:close/>
                <a:moveTo>
                  <a:pt x="9608800" y="3884388"/>
                </a:moveTo>
                <a:cubicBezTo>
                  <a:pt x="9536076" y="3983823"/>
                  <a:pt x="9450381" y="4073417"/>
                  <a:pt x="9351875" y="4152929"/>
                </a:cubicBezTo>
                <a:cubicBezTo>
                  <a:pt x="9043970" y="4400188"/>
                  <a:pt x="8615743" y="4542339"/>
                  <a:pt x="8090797" y="4575498"/>
                </a:cubicBezTo>
                <a:lnTo>
                  <a:pt x="7882268" y="4582298"/>
                </a:lnTo>
                <a:lnTo>
                  <a:pt x="7901712" y="4518763"/>
                </a:lnTo>
                <a:lnTo>
                  <a:pt x="8079831" y="4513191"/>
                </a:lnTo>
                <a:cubicBezTo>
                  <a:pt x="8594169" y="4481450"/>
                  <a:pt x="9012463" y="4343367"/>
                  <a:pt x="9312396" y="4104115"/>
                </a:cubicBezTo>
                <a:cubicBezTo>
                  <a:pt x="9833210" y="3687678"/>
                  <a:pt x="9975940" y="2961579"/>
                  <a:pt x="9728440" y="2005146"/>
                </a:cubicBezTo>
                <a:cubicBezTo>
                  <a:pt x="9515863" y="1187524"/>
                  <a:pt x="9597857" y="603289"/>
                  <a:pt x="9972903" y="269224"/>
                </a:cubicBezTo>
                <a:cubicBezTo>
                  <a:pt x="10331247" y="-51113"/>
                  <a:pt x="11482959" y="44225"/>
                  <a:pt x="11782845" y="11428"/>
                </a:cubicBezTo>
                <a:cubicBezTo>
                  <a:pt x="12082731" y="-21369"/>
                  <a:pt x="12067042" y="21852"/>
                  <a:pt x="11772217" y="72445"/>
                </a:cubicBezTo>
                <a:cubicBezTo>
                  <a:pt x="11477393" y="123037"/>
                  <a:pt x="10442092" y="-66367"/>
                  <a:pt x="10013901" y="314987"/>
                </a:cubicBezTo>
                <a:cubicBezTo>
                  <a:pt x="9658594" y="632273"/>
                  <a:pt x="9582673" y="1196676"/>
                  <a:pt x="9787657" y="1989892"/>
                </a:cubicBezTo>
                <a:cubicBezTo>
                  <a:pt x="9918240" y="2494803"/>
                  <a:pt x="9944054" y="2937173"/>
                  <a:pt x="9863577" y="3306325"/>
                </a:cubicBezTo>
                <a:cubicBezTo>
                  <a:pt x="9815179" y="3525603"/>
                  <a:pt x="9730006" y="3718663"/>
                  <a:pt x="9608800" y="3884388"/>
                </a:cubicBezTo>
                <a:close/>
              </a:path>
            </a:pathLst>
          </a:custGeom>
          <a:gradFill>
            <a:gsLst>
              <a:gs pos="100000">
                <a:schemeClr val="accent2">
                  <a:alpha val="100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wrap="square" rtlCol="0" anchor="ctr">
            <a:noAutofit/>
          </a:bodyPr>
          <a:lstStyle/>
          <a:p>
            <a:endParaRPr lang="en-GB"/>
          </a:p>
        </p:txBody>
      </p:sp>
      <p:sp>
        <p:nvSpPr>
          <p:cNvPr id="11" name="Title 10">
            <a:extLst>
              <a:ext uri="{FF2B5EF4-FFF2-40B4-BE49-F238E27FC236}">
                <a16:creationId xmlns:a16="http://schemas.microsoft.com/office/drawing/2014/main" id="{CE5626D2-4B84-6929-D4F9-1F67489262B8}"/>
              </a:ext>
            </a:extLst>
          </p:cNvPr>
          <p:cNvSpPr>
            <a:spLocks noGrp="1"/>
          </p:cNvSpPr>
          <p:nvPr>
            <p:ph type="ctrTitle"/>
          </p:nvPr>
        </p:nvSpPr>
        <p:spPr>
          <a:xfrm>
            <a:off x="404813" y="2604293"/>
            <a:ext cx="8849356" cy="1446550"/>
          </a:xfrm>
        </p:spPr>
        <p:txBody>
          <a:bodyPr/>
          <a:lstStyle/>
          <a:p>
            <a:r>
              <a:rPr lang="en-GB"/>
              <a:t>Beazley </a:t>
            </a:r>
            <a:br>
              <a:rPr lang="en-GB"/>
            </a:br>
            <a:r>
              <a:rPr lang="en-GB" sz="2800" err="1"/>
              <a:t>gpas</a:t>
            </a:r>
            <a:r>
              <a:rPr lang="en-GB" sz="2800"/>
              <a:t> and Billing OPERATING MODEL</a:t>
            </a:r>
            <a:endParaRPr lang="en-GB"/>
          </a:p>
        </p:txBody>
      </p:sp>
      <p:sp>
        <p:nvSpPr>
          <p:cNvPr id="3" name="Subtitle 2">
            <a:extLst>
              <a:ext uri="{FF2B5EF4-FFF2-40B4-BE49-F238E27FC236}">
                <a16:creationId xmlns:a16="http://schemas.microsoft.com/office/drawing/2014/main" id="{776E779B-9047-50C9-5827-CAAC8867C88D}"/>
              </a:ext>
            </a:extLst>
          </p:cNvPr>
          <p:cNvSpPr>
            <a:spLocks noGrp="1"/>
          </p:cNvSpPr>
          <p:nvPr>
            <p:ph type="subTitle" idx="1"/>
          </p:nvPr>
        </p:nvSpPr>
        <p:spPr>
          <a:xfrm>
            <a:off x="404812" y="4189631"/>
            <a:ext cx="8843967" cy="307777"/>
          </a:xfrm>
        </p:spPr>
        <p:txBody>
          <a:bodyPr vert="horz" wrap="square" lIns="36000" tIns="0" rIns="36000" bIns="0" rtlCol="0" anchor="t">
            <a:spAutoFit/>
          </a:bodyPr>
          <a:lstStyle/>
          <a:p>
            <a:r>
              <a:rPr lang="en-GB">
                <a:latin typeface="Ubuntu"/>
              </a:rPr>
              <a:t>Ways of Working Refresher for Product Owners</a:t>
            </a:r>
          </a:p>
        </p:txBody>
      </p:sp>
    </p:spTree>
    <p:extLst>
      <p:ext uri="{BB962C8B-B14F-4D97-AF65-F5344CB8AC3E}">
        <p14:creationId xmlns:p14="http://schemas.microsoft.com/office/powerpoint/2010/main" val="19237455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TextBox 63">
            <a:extLst>
              <a:ext uri="{FF2B5EF4-FFF2-40B4-BE49-F238E27FC236}">
                <a16:creationId xmlns:a16="http://schemas.microsoft.com/office/drawing/2014/main" id="{A4DB5566-842F-9DBB-0D8C-1CB71DB69D75}"/>
              </a:ext>
            </a:extLst>
          </p:cNvPr>
          <p:cNvSpPr txBox="1"/>
          <p:nvPr/>
        </p:nvSpPr>
        <p:spPr>
          <a:xfrm>
            <a:off x="7239001" y="2779802"/>
            <a:ext cx="2895596" cy="3680639"/>
          </a:xfrm>
          <a:prstGeom prst="roundRect">
            <a:avLst/>
          </a:prstGeom>
          <a:noFill/>
          <a:ln w="38100">
            <a:solidFill>
              <a:srgbClr val="F50002"/>
            </a:solidFill>
            <a:prstDash val="dash"/>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FBBAAED9-E4E5-113E-F965-0C7C84CC5F0F}"/>
              </a:ext>
            </a:extLst>
          </p:cNvPr>
          <p:cNvPicPr>
            <a:picLocks noChangeAspect="1"/>
          </p:cNvPicPr>
          <p:nvPr/>
        </p:nvPicPr>
        <p:blipFill>
          <a:blip r:embed="rId2"/>
          <a:stretch>
            <a:fillRect/>
          </a:stretch>
        </p:blipFill>
        <p:spPr>
          <a:xfrm>
            <a:off x="911041" y="1295400"/>
            <a:ext cx="5794559" cy="1157926"/>
          </a:xfrm>
          <a:prstGeom prst="rect">
            <a:avLst/>
          </a:prstGeom>
        </p:spPr>
      </p:pic>
      <p:pic>
        <p:nvPicPr>
          <p:cNvPr id="11" name="Picture 10">
            <a:extLst>
              <a:ext uri="{FF2B5EF4-FFF2-40B4-BE49-F238E27FC236}">
                <a16:creationId xmlns:a16="http://schemas.microsoft.com/office/drawing/2014/main" id="{92561444-E0BD-C2E2-42F3-A4646996061E}"/>
              </a:ext>
            </a:extLst>
          </p:cNvPr>
          <p:cNvPicPr>
            <a:picLocks noChangeAspect="1"/>
          </p:cNvPicPr>
          <p:nvPr/>
        </p:nvPicPr>
        <p:blipFill>
          <a:blip r:embed="rId2"/>
          <a:stretch>
            <a:fillRect/>
          </a:stretch>
        </p:blipFill>
        <p:spPr>
          <a:xfrm>
            <a:off x="4191000" y="2957233"/>
            <a:ext cx="5794559" cy="1157926"/>
          </a:xfrm>
          <a:prstGeom prst="rect">
            <a:avLst/>
          </a:prstGeom>
        </p:spPr>
      </p:pic>
      <p:pic>
        <p:nvPicPr>
          <p:cNvPr id="13" name="Picture 12">
            <a:extLst>
              <a:ext uri="{FF2B5EF4-FFF2-40B4-BE49-F238E27FC236}">
                <a16:creationId xmlns:a16="http://schemas.microsoft.com/office/drawing/2014/main" id="{F888A07E-C327-6F38-B3E9-B597F69D8CA7}"/>
              </a:ext>
            </a:extLst>
          </p:cNvPr>
          <p:cNvPicPr>
            <a:picLocks noChangeAspect="1"/>
          </p:cNvPicPr>
          <p:nvPr/>
        </p:nvPicPr>
        <p:blipFill>
          <a:blip r:embed="rId3"/>
          <a:stretch>
            <a:fillRect/>
          </a:stretch>
        </p:blipFill>
        <p:spPr>
          <a:xfrm>
            <a:off x="7317377" y="4547251"/>
            <a:ext cx="2756806" cy="1327809"/>
          </a:xfrm>
          <a:prstGeom prst="rect">
            <a:avLst/>
          </a:prstGeom>
        </p:spPr>
      </p:pic>
      <p:sp>
        <p:nvSpPr>
          <p:cNvPr id="17" name="TextBox 16">
            <a:extLst>
              <a:ext uri="{FF2B5EF4-FFF2-40B4-BE49-F238E27FC236}">
                <a16:creationId xmlns:a16="http://schemas.microsoft.com/office/drawing/2014/main" id="{5D51DCDB-28A7-CA6C-2CD9-8F7AF66D8AEB}"/>
              </a:ext>
            </a:extLst>
          </p:cNvPr>
          <p:cNvSpPr txBox="1"/>
          <p:nvPr/>
        </p:nvSpPr>
        <p:spPr>
          <a:xfrm>
            <a:off x="913067" y="2404373"/>
            <a:ext cx="2531808" cy="3749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1"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Elaboration For </a:t>
            </a:r>
            <a:r>
              <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Sprint 1</a:t>
            </a:r>
          </a:p>
        </p:txBody>
      </p:sp>
      <p:sp>
        <p:nvSpPr>
          <p:cNvPr id="18" name="TextBox 17">
            <a:extLst>
              <a:ext uri="{FF2B5EF4-FFF2-40B4-BE49-F238E27FC236}">
                <a16:creationId xmlns:a16="http://schemas.microsoft.com/office/drawing/2014/main" id="{0AF17B4F-1505-8663-5D5D-8C565D17D8CA}"/>
              </a:ext>
            </a:extLst>
          </p:cNvPr>
          <p:cNvSpPr txBox="1"/>
          <p:nvPr/>
        </p:nvSpPr>
        <p:spPr>
          <a:xfrm>
            <a:off x="4191000" y="2400226"/>
            <a:ext cx="2438400" cy="584775"/>
          </a:xfrm>
          <a:prstGeom prst="rect">
            <a:avLst/>
          </a:prstGeom>
          <a:noFill/>
        </p:spPr>
        <p:txBody>
          <a:bodyPr wrap="square" lIns="91440" tIns="45720" rIns="91440" bIns="45720" rtlCol="0" anchor="t">
            <a:spAutoFit/>
          </a:bodyPr>
          <a:lstStyle/>
          <a:p>
            <a:pPr algn="ctr">
              <a:defRPr/>
            </a:pPr>
            <a:r>
              <a:rPr kumimoji="0" lang="en-IN" sz="1400" b="0" i="1" u="none" strike="noStrike" kern="1200" cap="none" spc="0" normalizeH="0" baseline="0" noProof="0">
                <a:ln>
                  <a:noFill/>
                </a:ln>
                <a:solidFill>
                  <a:prstClr val="black"/>
                </a:solidFill>
                <a:effectLst/>
                <a:uLnTx/>
                <a:uFillTx/>
                <a:latin typeface="Calibri"/>
                <a:ea typeface="Calibri"/>
                <a:cs typeface="Calibri"/>
              </a:rPr>
              <a:t>Development</a:t>
            </a:r>
            <a:r>
              <a:rPr lang="en-IN" sz="1400" i="1">
                <a:solidFill>
                  <a:prstClr val="black"/>
                </a:solidFill>
                <a:latin typeface="Calibri"/>
                <a:ea typeface="Calibri"/>
                <a:cs typeface="Calibri"/>
              </a:rPr>
              <a:t> &amp; Testing</a:t>
            </a:r>
            <a:r>
              <a:rPr kumimoji="0" lang="en-IN" sz="1400" b="0" i="1" u="none" strike="noStrike" kern="1200" cap="none" spc="0" normalizeH="0" baseline="0" noProof="0">
                <a:ln>
                  <a:noFill/>
                </a:ln>
                <a:solidFill>
                  <a:prstClr val="black"/>
                </a:solidFill>
                <a:effectLst/>
                <a:uLnTx/>
                <a:uFillTx/>
                <a:latin typeface="Calibri"/>
                <a:ea typeface="Calibri"/>
                <a:cs typeface="Calibri"/>
              </a:rPr>
              <a:t> For </a:t>
            </a:r>
            <a:r>
              <a:rPr kumimoji="0" lang="en-IN" sz="1800" b="0" i="0" u="none" strike="noStrike" kern="1200" cap="none" spc="0" normalizeH="0" baseline="0" noProof="0">
                <a:ln>
                  <a:noFill/>
                </a:ln>
                <a:solidFill>
                  <a:prstClr val="black"/>
                </a:solidFill>
                <a:effectLst/>
                <a:uLnTx/>
                <a:uFillTx/>
                <a:latin typeface="Calibri"/>
                <a:ea typeface="Calibri"/>
                <a:cs typeface="Calibri"/>
              </a:rPr>
              <a:t>Sprint 1</a:t>
            </a:r>
          </a:p>
        </p:txBody>
      </p:sp>
      <p:sp>
        <p:nvSpPr>
          <p:cNvPr id="19" name="TextBox 18">
            <a:extLst>
              <a:ext uri="{FF2B5EF4-FFF2-40B4-BE49-F238E27FC236}">
                <a16:creationId xmlns:a16="http://schemas.microsoft.com/office/drawing/2014/main" id="{58D19AEF-E773-9DF4-A618-E12411B60263}"/>
              </a:ext>
            </a:extLst>
          </p:cNvPr>
          <p:cNvSpPr txBox="1"/>
          <p:nvPr/>
        </p:nvSpPr>
        <p:spPr>
          <a:xfrm>
            <a:off x="4267200" y="4085587"/>
            <a:ext cx="2438400" cy="3749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1"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Elaboration For </a:t>
            </a:r>
            <a:r>
              <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Sprint 2</a:t>
            </a:r>
          </a:p>
        </p:txBody>
      </p:sp>
      <p:cxnSp>
        <p:nvCxnSpPr>
          <p:cNvPr id="21" name="Straight Connector 20">
            <a:extLst>
              <a:ext uri="{FF2B5EF4-FFF2-40B4-BE49-F238E27FC236}">
                <a16:creationId xmlns:a16="http://schemas.microsoft.com/office/drawing/2014/main" id="{3E3E4A51-1563-BCC6-6061-5BD8CE9A986C}"/>
              </a:ext>
            </a:extLst>
          </p:cNvPr>
          <p:cNvCxnSpPr>
            <a:cxnSpLocks/>
          </p:cNvCxnSpPr>
          <p:nvPr/>
        </p:nvCxnSpPr>
        <p:spPr>
          <a:xfrm>
            <a:off x="1039743" y="2718451"/>
            <a:ext cx="239959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A31159DF-D554-D585-4DE5-E1B7927C8660}"/>
              </a:ext>
            </a:extLst>
          </p:cNvPr>
          <p:cNvSpPr txBox="1"/>
          <p:nvPr/>
        </p:nvSpPr>
        <p:spPr>
          <a:xfrm>
            <a:off x="4572006" y="4619093"/>
            <a:ext cx="2133594" cy="33855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a:ln>
                  <a:noFill/>
                </a:ln>
                <a:solidFill>
                  <a:prstClr val="black"/>
                </a:solidFill>
                <a:effectLst/>
                <a:uLnTx/>
                <a:uFillTx/>
                <a:latin typeface="Calibri" panose="020F0502020204030204"/>
                <a:ea typeface="+mn-ea"/>
                <a:cs typeface="+mn-cs"/>
              </a:rPr>
              <a:t>Last week has PREP meetings for SPRINT 3 ELABORATION</a:t>
            </a:r>
          </a:p>
        </p:txBody>
      </p:sp>
      <p:sp>
        <p:nvSpPr>
          <p:cNvPr id="25" name="TextBox 24">
            <a:extLst>
              <a:ext uri="{FF2B5EF4-FFF2-40B4-BE49-F238E27FC236}">
                <a16:creationId xmlns:a16="http://schemas.microsoft.com/office/drawing/2014/main" id="{D5790AD6-2232-F756-183F-EEA4D1FA3A3A}"/>
              </a:ext>
            </a:extLst>
          </p:cNvPr>
          <p:cNvSpPr txBox="1"/>
          <p:nvPr/>
        </p:nvSpPr>
        <p:spPr>
          <a:xfrm>
            <a:off x="9601200" y="1643442"/>
            <a:ext cx="2438400"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A sprint is 4 weeks in duration</a:t>
            </a:r>
          </a:p>
        </p:txBody>
      </p:sp>
      <p:sp>
        <p:nvSpPr>
          <p:cNvPr id="26" name="Subtitle 2">
            <a:extLst>
              <a:ext uri="{FF2B5EF4-FFF2-40B4-BE49-F238E27FC236}">
                <a16:creationId xmlns:a16="http://schemas.microsoft.com/office/drawing/2014/main" id="{3852D9C9-7A64-4BFD-AE25-C610D119C158}"/>
              </a:ext>
            </a:extLst>
          </p:cNvPr>
          <p:cNvSpPr>
            <a:spLocks noGrp="1"/>
          </p:cNvSpPr>
          <p:nvPr>
            <p:ph type="subTitle" idx="1"/>
          </p:nvPr>
        </p:nvSpPr>
        <p:spPr>
          <a:xfrm>
            <a:off x="184150" y="733342"/>
            <a:ext cx="9144000" cy="365125"/>
          </a:xfrm>
        </p:spPr>
        <p:txBody>
          <a:bodyPr>
            <a:normAutofit/>
          </a:bodyPr>
          <a:lstStyle/>
          <a:p>
            <a:r>
              <a:rPr lang="en-GB" sz="1600" i="1">
                <a:solidFill>
                  <a:schemeClr val="tx1"/>
                </a:solidFill>
              </a:rPr>
              <a:t>Focusing on </a:t>
            </a:r>
            <a:r>
              <a:rPr lang="en-US" sz="1600" i="1">
                <a:solidFill>
                  <a:schemeClr val="tx1"/>
                </a:solidFill>
              </a:rPr>
              <a:t>execution of current sprint while doing elaboration for next sprint</a:t>
            </a:r>
            <a:endParaRPr lang="en-GB" sz="1600" i="1">
              <a:solidFill>
                <a:schemeClr val="tx1"/>
              </a:solidFill>
            </a:endParaRPr>
          </a:p>
        </p:txBody>
      </p:sp>
      <p:cxnSp>
        <p:nvCxnSpPr>
          <p:cNvPr id="29" name="Straight Connector 28">
            <a:extLst>
              <a:ext uri="{FF2B5EF4-FFF2-40B4-BE49-F238E27FC236}">
                <a16:creationId xmlns:a16="http://schemas.microsoft.com/office/drawing/2014/main" id="{8A6EEE9F-FC87-04F3-E8E1-DE279758D9D3}"/>
              </a:ext>
            </a:extLst>
          </p:cNvPr>
          <p:cNvCxnSpPr>
            <a:cxnSpLocks/>
          </p:cNvCxnSpPr>
          <p:nvPr/>
        </p:nvCxnSpPr>
        <p:spPr>
          <a:xfrm>
            <a:off x="4306004" y="4547251"/>
            <a:ext cx="239959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D8E99D4D-EC9D-E4C8-A172-EE9A56EA06E5}"/>
              </a:ext>
            </a:extLst>
          </p:cNvPr>
          <p:cNvSpPr txBox="1"/>
          <p:nvPr/>
        </p:nvSpPr>
        <p:spPr>
          <a:xfrm>
            <a:off x="7317377" y="4091845"/>
            <a:ext cx="2438400" cy="3749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1"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Development For </a:t>
            </a:r>
            <a:r>
              <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Sprint 2</a:t>
            </a:r>
          </a:p>
        </p:txBody>
      </p:sp>
      <p:sp>
        <p:nvSpPr>
          <p:cNvPr id="31" name="TextBox 30">
            <a:extLst>
              <a:ext uri="{FF2B5EF4-FFF2-40B4-BE49-F238E27FC236}">
                <a16:creationId xmlns:a16="http://schemas.microsoft.com/office/drawing/2014/main" id="{BFF40B0C-21D1-DCF2-289C-46C47CA8409D}"/>
              </a:ext>
            </a:extLst>
          </p:cNvPr>
          <p:cNvSpPr txBox="1"/>
          <p:nvPr/>
        </p:nvSpPr>
        <p:spPr>
          <a:xfrm>
            <a:off x="7470369" y="5695869"/>
            <a:ext cx="2438400" cy="3749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1"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Elaboration For </a:t>
            </a:r>
            <a:r>
              <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Sprint 3</a:t>
            </a:r>
          </a:p>
        </p:txBody>
      </p:sp>
      <p:cxnSp>
        <p:nvCxnSpPr>
          <p:cNvPr id="65" name="Straight Connector 64">
            <a:extLst>
              <a:ext uri="{FF2B5EF4-FFF2-40B4-BE49-F238E27FC236}">
                <a16:creationId xmlns:a16="http://schemas.microsoft.com/office/drawing/2014/main" id="{231F8BF2-2A95-BEE6-20CE-0B01D4B4A54E}"/>
              </a:ext>
            </a:extLst>
          </p:cNvPr>
          <p:cNvCxnSpPr>
            <a:cxnSpLocks/>
          </p:cNvCxnSpPr>
          <p:nvPr/>
        </p:nvCxnSpPr>
        <p:spPr>
          <a:xfrm>
            <a:off x="7489771" y="6051101"/>
            <a:ext cx="239959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E9AE8371-C24A-262F-5BDD-C03530B51BB1}"/>
              </a:ext>
            </a:extLst>
          </p:cNvPr>
          <p:cNvSpPr txBox="1"/>
          <p:nvPr/>
        </p:nvSpPr>
        <p:spPr>
          <a:xfrm>
            <a:off x="1311281" y="2779802"/>
            <a:ext cx="2133594" cy="33855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a:ln>
                  <a:noFill/>
                </a:ln>
                <a:solidFill>
                  <a:prstClr val="black"/>
                </a:solidFill>
                <a:effectLst/>
                <a:uLnTx/>
                <a:uFillTx/>
                <a:latin typeface="Calibri" panose="020F0502020204030204"/>
                <a:ea typeface="+mn-ea"/>
                <a:cs typeface="+mn-cs"/>
              </a:rPr>
              <a:t>Last week has PREP meetings for SPRINT 2 ELABORATION</a:t>
            </a:r>
          </a:p>
        </p:txBody>
      </p:sp>
      <p:sp>
        <p:nvSpPr>
          <p:cNvPr id="67" name="TextBox 66">
            <a:extLst>
              <a:ext uri="{FF2B5EF4-FFF2-40B4-BE49-F238E27FC236}">
                <a16:creationId xmlns:a16="http://schemas.microsoft.com/office/drawing/2014/main" id="{88A17927-A960-CF0B-FDED-E50FE19E9648}"/>
              </a:ext>
            </a:extLst>
          </p:cNvPr>
          <p:cNvSpPr txBox="1"/>
          <p:nvPr/>
        </p:nvSpPr>
        <p:spPr>
          <a:xfrm>
            <a:off x="9636350" y="1903104"/>
            <a:ext cx="2368100" cy="6001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Each </a:t>
            </a:r>
            <a:r>
              <a:rPr kumimoji="0" lang="en-IN" sz="11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4 weeks </a:t>
            </a:r>
            <a:r>
              <a:rPr kumimoji="0" lang="en-IN" sz="11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duration does execution of current sprint while doing elaboration for next sprint</a:t>
            </a:r>
          </a:p>
        </p:txBody>
      </p:sp>
      <p:sp>
        <p:nvSpPr>
          <p:cNvPr id="68" name="TextBox 67">
            <a:extLst>
              <a:ext uri="{FF2B5EF4-FFF2-40B4-BE49-F238E27FC236}">
                <a16:creationId xmlns:a16="http://schemas.microsoft.com/office/drawing/2014/main" id="{54BF44E8-6CE1-A3A8-F373-713436E84714}"/>
              </a:ext>
            </a:extLst>
          </p:cNvPr>
          <p:cNvSpPr txBox="1"/>
          <p:nvPr/>
        </p:nvSpPr>
        <p:spPr>
          <a:xfrm>
            <a:off x="7775175" y="6096373"/>
            <a:ext cx="2133594" cy="33855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a:ln>
                  <a:noFill/>
                </a:ln>
                <a:solidFill>
                  <a:prstClr val="black"/>
                </a:solidFill>
                <a:effectLst/>
                <a:uLnTx/>
                <a:uFillTx/>
                <a:latin typeface="Calibri" panose="020F0502020204030204"/>
                <a:ea typeface="+mn-ea"/>
                <a:cs typeface="+mn-cs"/>
              </a:rPr>
              <a:t>Last week has PREP meetings for SPRINT 4 ELABORATION</a:t>
            </a:r>
          </a:p>
        </p:txBody>
      </p:sp>
      <p:cxnSp>
        <p:nvCxnSpPr>
          <p:cNvPr id="78" name="Straight Arrow Connector 77">
            <a:extLst>
              <a:ext uri="{FF2B5EF4-FFF2-40B4-BE49-F238E27FC236}">
                <a16:creationId xmlns:a16="http://schemas.microsoft.com/office/drawing/2014/main" id="{AEE3CE8C-6F96-137C-6329-502EDB39F02E}"/>
              </a:ext>
            </a:extLst>
          </p:cNvPr>
          <p:cNvCxnSpPr>
            <a:stCxn id="67" idx="2"/>
          </p:cNvCxnSpPr>
          <p:nvPr/>
        </p:nvCxnSpPr>
        <p:spPr>
          <a:xfrm flipH="1">
            <a:off x="10287000" y="2503268"/>
            <a:ext cx="533400" cy="615088"/>
          </a:xfrm>
          <a:prstGeom prst="straightConnector1">
            <a:avLst/>
          </a:prstGeom>
          <a:ln w="38100">
            <a:solidFill>
              <a:srgbClr val="F50002"/>
            </a:solidFill>
            <a:tailEnd type="triangle"/>
          </a:ln>
        </p:spPr>
        <p:style>
          <a:lnRef idx="1">
            <a:schemeClr val="accent1"/>
          </a:lnRef>
          <a:fillRef idx="0">
            <a:schemeClr val="accent1"/>
          </a:fillRef>
          <a:effectRef idx="0">
            <a:schemeClr val="accent1"/>
          </a:effectRef>
          <a:fontRef idx="minor">
            <a:schemeClr val="tx1"/>
          </a:fontRef>
        </p:style>
      </p:cxnSp>
      <p:sp>
        <p:nvSpPr>
          <p:cNvPr id="3" name="Title 3">
            <a:extLst>
              <a:ext uri="{FF2B5EF4-FFF2-40B4-BE49-F238E27FC236}">
                <a16:creationId xmlns:a16="http://schemas.microsoft.com/office/drawing/2014/main" id="{1D906281-ACD5-8301-8C59-F0BD4E2FAFF8}"/>
              </a:ext>
            </a:extLst>
          </p:cNvPr>
          <p:cNvSpPr txBox="1">
            <a:spLocks/>
          </p:cNvSpPr>
          <p:nvPr/>
        </p:nvSpPr>
        <p:spPr>
          <a:xfrm>
            <a:off x="184150" y="284162"/>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Ubuntu Medium"/>
                <a:ea typeface="+mj-ea"/>
                <a:cs typeface="+mj-cs"/>
                <a:sym typeface="Trebuchet MS" panose="020B0603020202020204" pitchFamily="34" charset="0"/>
              </a:rPr>
              <a:t>Sprint Structure for Foundation Release</a:t>
            </a:r>
          </a:p>
        </p:txBody>
      </p:sp>
    </p:spTree>
    <p:extLst>
      <p:ext uri="{BB962C8B-B14F-4D97-AF65-F5344CB8AC3E}">
        <p14:creationId xmlns:p14="http://schemas.microsoft.com/office/powerpoint/2010/main" val="16151545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Subtitle 2">
            <a:extLst>
              <a:ext uri="{FF2B5EF4-FFF2-40B4-BE49-F238E27FC236}">
                <a16:creationId xmlns:a16="http://schemas.microsoft.com/office/drawing/2014/main" id="{3852D9C9-7A64-4BFD-AE25-C610D119C158}"/>
              </a:ext>
            </a:extLst>
          </p:cNvPr>
          <p:cNvSpPr>
            <a:spLocks noGrp="1"/>
          </p:cNvSpPr>
          <p:nvPr>
            <p:ph type="subTitle" idx="1"/>
          </p:nvPr>
        </p:nvSpPr>
        <p:spPr>
          <a:xfrm>
            <a:off x="9776076" y="2872429"/>
            <a:ext cx="1802154" cy="515037"/>
          </a:xfrm>
          <a:solidFill>
            <a:schemeClr val="accent2">
              <a:lumMod val="40000"/>
              <a:lumOff val="60000"/>
            </a:schemeClr>
          </a:solidFill>
        </p:spPr>
        <p:txBody>
          <a:bodyPr>
            <a:normAutofit/>
          </a:bodyPr>
          <a:lstStyle/>
          <a:p>
            <a:pPr algn="ctr"/>
            <a:r>
              <a:rPr lang="en-IN" sz="800">
                <a:solidFill>
                  <a:schemeClr val="tx1"/>
                </a:solidFill>
              </a:rPr>
              <a:t>Incremental Feature Demos to be planned by Beazley Product Owner across sprints, not necessarily for each sprint.</a:t>
            </a:r>
            <a:endParaRPr lang="en-GB" sz="800">
              <a:solidFill>
                <a:schemeClr val="tx1"/>
              </a:solidFill>
            </a:endParaRPr>
          </a:p>
        </p:txBody>
      </p:sp>
      <p:graphicFrame>
        <p:nvGraphicFramePr>
          <p:cNvPr id="24" name="Table 4">
            <a:extLst>
              <a:ext uri="{FF2B5EF4-FFF2-40B4-BE49-F238E27FC236}">
                <a16:creationId xmlns:a16="http://schemas.microsoft.com/office/drawing/2014/main" id="{F56C9134-0E48-89C1-8C8D-269393E169D9}"/>
              </a:ext>
            </a:extLst>
          </p:cNvPr>
          <p:cNvGraphicFramePr>
            <a:graphicFrameLocks noGrp="1"/>
          </p:cNvGraphicFramePr>
          <p:nvPr/>
        </p:nvGraphicFramePr>
        <p:xfrm>
          <a:off x="590624" y="1409159"/>
          <a:ext cx="11201392" cy="865865"/>
        </p:xfrm>
        <a:graphic>
          <a:graphicData uri="http://schemas.openxmlformats.org/drawingml/2006/table">
            <a:tbl>
              <a:tblPr firstRow="1" bandRow="1"/>
              <a:tblGrid>
                <a:gridCol w="448056">
                  <a:extLst>
                    <a:ext uri="{9D8B030D-6E8A-4147-A177-3AD203B41FA5}">
                      <a16:colId xmlns:a16="http://schemas.microsoft.com/office/drawing/2014/main" val="1563922731"/>
                    </a:ext>
                  </a:extLst>
                </a:gridCol>
                <a:gridCol w="448056">
                  <a:extLst>
                    <a:ext uri="{9D8B030D-6E8A-4147-A177-3AD203B41FA5}">
                      <a16:colId xmlns:a16="http://schemas.microsoft.com/office/drawing/2014/main" val="4076529403"/>
                    </a:ext>
                  </a:extLst>
                </a:gridCol>
                <a:gridCol w="448056">
                  <a:extLst>
                    <a:ext uri="{9D8B030D-6E8A-4147-A177-3AD203B41FA5}">
                      <a16:colId xmlns:a16="http://schemas.microsoft.com/office/drawing/2014/main" val="1923284900"/>
                    </a:ext>
                  </a:extLst>
                </a:gridCol>
                <a:gridCol w="448056">
                  <a:extLst>
                    <a:ext uri="{9D8B030D-6E8A-4147-A177-3AD203B41FA5}">
                      <a16:colId xmlns:a16="http://schemas.microsoft.com/office/drawing/2014/main" val="2193092991"/>
                    </a:ext>
                  </a:extLst>
                </a:gridCol>
                <a:gridCol w="448056">
                  <a:extLst>
                    <a:ext uri="{9D8B030D-6E8A-4147-A177-3AD203B41FA5}">
                      <a16:colId xmlns:a16="http://schemas.microsoft.com/office/drawing/2014/main" val="1884254297"/>
                    </a:ext>
                  </a:extLst>
                </a:gridCol>
                <a:gridCol w="448056">
                  <a:extLst>
                    <a:ext uri="{9D8B030D-6E8A-4147-A177-3AD203B41FA5}">
                      <a16:colId xmlns:a16="http://schemas.microsoft.com/office/drawing/2014/main" val="1501315682"/>
                    </a:ext>
                  </a:extLst>
                </a:gridCol>
                <a:gridCol w="448055">
                  <a:extLst>
                    <a:ext uri="{9D8B030D-6E8A-4147-A177-3AD203B41FA5}">
                      <a16:colId xmlns:a16="http://schemas.microsoft.com/office/drawing/2014/main" val="2825470920"/>
                    </a:ext>
                  </a:extLst>
                </a:gridCol>
                <a:gridCol w="448056">
                  <a:extLst>
                    <a:ext uri="{9D8B030D-6E8A-4147-A177-3AD203B41FA5}">
                      <a16:colId xmlns:a16="http://schemas.microsoft.com/office/drawing/2014/main" val="2652091836"/>
                    </a:ext>
                  </a:extLst>
                </a:gridCol>
                <a:gridCol w="448055">
                  <a:extLst>
                    <a:ext uri="{9D8B030D-6E8A-4147-A177-3AD203B41FA5}">
                      <a16:colId xmlns:a16="http://schemas.microsoft.com/office/drawing/2014/main" val="2775558986"/>
                    </a:ext>
                  </a:extLst>
                </a:gridCol>
                <a:gridCol w="448056">
                  <a:extLst>
                    <a:ext uri="{9D8B030D-6E8A-4147-A177-3AD203B41FA5}">
                      <a16:colId xmlns:a16="http://schemas.microsoft.com/office/drawing/2014/main" val="2318077013"/>
                    </a:ext>
                  </a:extLst>
                </a:gridCol>
                <a:gridCol w="448056">
                  <a:extLst>
                    <a:ext uri="{9D8B030D-6E8A-4147-A177-3AD203B41FA5}">
                      <a16:colId xmlns:a16="http://schemas.microsoft.com/office/drawing/2014/main" val="3182741775"/>
                    </a:ext>
                  </a:extLst>
                </a:gridCol>
                <a:gridCol w="448055">
                  <a:extLst>
                    <a:ext uri="{9D8B030D-6E8A-4147-A177-3AD203B41FA5}">
                      <a16:colId xmlns:a16="http://schemas.microsoft.com/office/drawing/2014/main" val="1722560678"/>
                    </a:ext>
                  </a:extLst>
                </a:gridCol>
                <a:gridCol w="448056">
                  <a:extLst>
                    <a:ext uri="{9D8B030D-6E8A-4147-A177-3AD203B41FA5}">
                      <a16:colId xmlns:a16="http://schemas.microsoft.com/office/drawing/2014/main" val="2887719345"/>
                    </a:ext>
                  </a:extLst>
                </a:gridCol>
                <a:gridCol w="448055">
                  <a:extLst>
                    <a:ext uri="{9D8B030D-6E8A-4147-A177-3AD203B41FA5}">
                      <a16:colId xmlns:a16="http://schemas.microsoft.com/office/drawing/2014/main" val="588875010"/>
                    </a:ext>
                  </a:extLst>
                </a:gridCol>
                <a:gridCol w="448056">
                  <a:extLst>
                    <a:ext uri="{9D8B030D-6E8A-4147-A177-3AD203B41FA5}">
                      <a16:colId xmlns:a16="http://schemas.microsoft.com/office/drawing/2014/main" val="1356267931"/>
                    </a:ext>
                  </a:extLst>
                </a:gridCol>
                <a:gridCol w="448056">
                  <a:extLst>
                    <a:ext uri="{9D8B030D-6E8A-4147-A177-3AD203B41FA5}">
                      <a16:colId xmlns:a16="http://schemas.microsoft.com/office/drawing/2014/main" val="743860919"/>
                    </a:ext>
                  </a:extLst>
                </a:gridCol>
                <a:gridCol w="448055">
                  <a:extLst>
                    <a:ext uri="{9D8B030D-6E8A-4147-A177-3AD203B41FA5}">
                      <a16:colId xmlns:a16="http://schemas.microsoft.com/office/drawing/2014/main" val="3685307173"/>
                    </a:ext>
                  </a:extLst>
                </a:gridCol>
                <a:gridCol w="448056">
                  <a:extLst>
                    <a:ext uri="{9D8B030D-6E8A-4147-A177-3AD203B41FA5}">
                      <a16:colId xmlns:a16="http://schemas.microsoft.com/office/drawing/2014/main" val="3248111494"/>
                    </a:ext>
                  </a:extLst>
                </a:gridCol>
                <a:gridCol w="448055">
                  <a:extLst>
                    <a:ext uri="{9D8B030D-6E8A-4147-A177-3AD203B41FA5}">
                      <a16:colId xmlns:a16="http://schemas.microsoft.com/office/drawing/2014/main" val="766000711"/>
                    </a:ext>
                  </a:extLst>
                </a:gridCol>
                <a:gridCol w="448056">
                  <a:extLst>
                    <a:ext uri="{9D8B030D-6E8A-4147-A177-3AD203B41FA5}">
                      <a16:colId xmlns:a16="http://schemas.microsoft.com/office/drawing/2014/main" val="2419156433"/>
                    </a:ext>
                  </a:extLst>
                </a:gridCol>
                <a:gridCol w="448056">
                  <a:extLst>
                    <a:ext uri="{9D8B030D-6E8A-4147-A177-3AD203B41FA5}">
                      <a16:colId xmlns:a16="http://schemas.microsoft.com/office/drawing/2014/main" val="2361867494"/>
                    </a:ext>
                  </a:extLst>
                </a:gridCol>
                <a:gridCol w="448055">
                  <a:extLst>
                    <a:ext uri="{9D8B030D-6E8A-4147-A177-3AD203B41FA5}">
                      <a16:colId xmlns:a16="http://schemas.microsoft.com/office/drawing/2014/main" val="832535601"/>
                    </a:ext>
                  </a:extLst>
                </a:gridCol>
                <a:gridCol w="448056">
                  <a:extLst>
                    <a:ext uri="{9D8B030D-6E8A-4147-A177-3AD203B41FA5}">
                      <a16:colId xmlns:a16="http://schemas.microsoft.com/office/drawing/2014/main" val="647445238"/>
                    </a:ext>
                  </a:extLst>
                </a:gridCol>
                <a:gridCol w="448055">
                  <a:extLst>
                    <a:ext uri="{9D8B030D-6E8A-4147-A177-3AD203B41FA5}">
                      <a16:colId xmlns:a16="http://schemas.microsoft.com/office/drawing/2014/main" val="883778301"/>
                    </a:ext>
                  </a:extLst>
                </a:gridCol>
                <a:gridCol w="448056">
                  <a:extLst>
                    <a:ext uri="{9D8B030D-6E8A-4147-A177-3AD203B41FA5}">
                      <a16:colId xmlns:a16="http://schemas.microsoft.com/office/drawing/2014/main" val="740986838"/>
                    </a:ext>
                  </a:extLst>
                </a:gridCol>
              </a:tblGrid>
              <a:tr h="266561">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Week-3</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Week-1</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Week-2</a:t>
                      </a:r>
                    </a:p>
                  </a:txBody>
                  <a:tcPr anchor="ctr">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Week-3</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Week-4</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874884714"/>
                  </a:ext>
                </a:extLst>
              </a:tr>
              <a:tr h="59154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ap="flat" cmpd="sng" algn="ctr">
                      <a:solidFill>
                        <a:srgbClr val="FFFFFF"/>
                      </a:solidFill>
                      <a:prstDash val="solid"/>
                      <a:round/>
                      <a:headEnd type="none" w="med" len="med"/>
                      <a:tailEnd type="none" w="med" len="med"/>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extLst>
                  <a:ext uri="{0D108BD9-81ED-4DB2-BD59-A6C34878D82A}">
                    <a16:rowId xmlns:a16="http://schemas.microsoft.com/office/drawing/2014/main" val="1699140307"/>
                  </a:ext>
                </a:extLst>
              </a:tr>
            </a:tbl>
          </a:graphicData>
        </a:graphic>
      </p:graphicFrame>
      <p:sp>
        <p:nvSpPr>
          <p:cNvPr id="25" name="TextBox 24">
            <a:extLst>
              <a:ext uri="{FF2B5EF4-FFF2-40B4-BE49-F238E27FC236}">
                <a16:creationId xmlns:a16="http://schemas.microsoft.com/office/drawing/2014/main" id="{E90844FC-C4EE-60E5-3226-A5A95338D4F2}"/>
              </a:ext>
            </a:extLst>
          </p:cNvPr>
          <p:cNvSpPr txBox="1"/>
          <p:nvPr/>
        </p:nvSpPr>
        <p:spPr>
          <a:xfrm>
            <a:off x="590624" y="2416647"/>
            <a:ext cx="1636181"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preparation, validate </a:t>
            </a: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sz="1000" b="0" i="0" u="none" strike="noStrike" kern="0" cap="none" spc="0" normalizeH="0" baseline="0" noProof="0" err="1">
                <a:ln>
                  <a:noFill/>
                </a:ln>
                <a:solidFill>
                  <a:srgbClr val="3C3F41"/>
                </a:solidFill>
                <a:effectLst/>
                <a:uLnTx/>
                <a:uFillTx/>
                <a:latin typeface="Calibri" panose="020F0502020204030204" pitchFamily="34" charset="0"/>
                <a:ea typeface="+mn-ea"/>
                <a:cs typeface="Calibri" panose="020F0502020204030204" pitchFamily="34" charset="0"/>
              </a:rPr>
              <a:t>DoR</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a:t>
            </a:r>
          </a:p>
        </p:txBody>
      </p:sp>
      <p:sp>
        <p:nvSpPr>
          <p:cNvPr id="27" name="TextBox 26">
            <a:extLst>
              <a:ext uri="{FF2B5EF4-FFF2-40B4-BE49-F238E27FC236}">
                <a16:creationId xmlns:a16="http://schemas.microsoft.com/office/drawing/2014/main" id="{7F9454E1-CD28-5885-FE14-03DE94844F26}"/>
              </a:ext>
            </a:extLst>
          </p:cNvPr>
          <p:cNvSpPr txBox="1"/>
          <p:nvPr/>
        </p:nvSpPr>
        <p:spPr>
          <a:xfrm>
            <a:off x="2382615" y="2417123"/>
            <a:ext cx="1821632"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Planning</a:t>
            </a:r>
          </a:p>
          <a:p>
            <a:pPr marL="0" marR="0" lvl="0" indent="0" algn="ctr" defTabSz="914400" rtl="0" eaLnBrk="1" fontAlgn="auto" latinLnBrk="0" hangingPunct="1">
              <a:lnSpc>
                <a:spcPct val="100000"/>
              </a:lnSpc>
              <a:spcBef>
                <a:spcPts val="0"/>
              </a:spcBef>
              <a:spcAft>
                <a:spcPts val="0"/>
              </a:spcAft>
              <a:buClrTx/>
              <a:buSzTx/>
              <a:buFontTx/>
              <a:buNone/>
              <a:tabLst/>
              <a:defRPr/>
            </a:pPr>
            <a:r>
              <a:rPr lang="en-IN" sz="1000" kern="0">
                <a:solidFill>
                  <a:srgbClr val="3C3F41"/>
                </a:solidFill>
                <a:latin typeface="Calibri" panose="020F0502020204030204" pitchFamily="34" charset="0"/>
                <a:cs typeface="Calibri" panose="020F0502020204030204" pitchFamily="34" charset="0"/>
              </a:rPr>
              <a:t>Start </a:t>
            </a:r>
            <a:r>
              <a:rPr lang="en-IN" sz="1000" b="1" kern="0">
                <a:solidFill>
                  <a:srgbClr val="3C3F41"/>
                </a:solidFill>
                <a:latin typeface="Calibri" panose="020F0502020204030204" pitchFamily="34" charset="0"/>
                <a:cs typeface="Calibri" panose="020F0502020204030204" pitchFamily="34" charset="0"/>
              </a:rPr>
              <a:t>Sprint1 </a:t>
            </a:r>
            <a:r>
              <a:rPr lang="en-IN" sz="1000" kern="0">
                <a:solidFill>
                  <a:srgbClr val="3C3F41"/>
                </a:solidFill>
                <a:latin typeface="Calibri" panose="020F0502020204030204" pitchFamily="34" charset="0"/>
                <a:cs typeface="Calibri" panose="020F0502020204030204" pitchFamily="34" charset="0"/>
              </a:rPr>
              <a:t>in JIRA</a:t>
            </a:r>
            <a:endPar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endParaRPr>
          </a:p>
        </p:txBody>
      </p:sp>
      <p:cxnSp>
        <p:nvCxnSpPr>
          <p:cNvPr id="30" name="Connector: Elbow 29">
            <a:extLst>
              <a:ext uri="{FF2B5EF4-FFF2-40B4-BE49-F238E27FC236}">
                <a16:creationId xmlns:a16="http://schemas.microsoft.com/office/drawing/2014/main" id="{855C72A7-6BCE-7E0A-8F92-13A7C5E858CF}"/>
              </a:ext>
            </a:extLst>
          </p:cNvPr>
          <p:cNvCxnSpPr>
            <a:cxnSpLocks/>
          </p:cNvCxnSpPr>
          <p:nvPr/>
        </p:nvCxnSpPr>
        <p:spPr>
          <a:xfrm rot="10800000" flipV="1">
            <a:off x="1594180" y="2125217"/>
            <a:ext cx="967052" cy="237219"/>
          </a:xfrm>
          <a:prstGeom prst="bentConnector2">
            <a:avLst/>
          </a:prstGeom>
          <a:noFill/>
          <a:ln w="19050" cap="sq" cmpd="sng" algn="ctr">
            <a:solidFill>
              <a:srgbClr val="F50002"/>
            </a:solidFill>
            <a:prstDash val="solid"/>
            <a:tailEnd type="triangle"/>
          </a:ln>
          <a:effectLst/>
        </p:spPr>
      </p:cxnSp>
      <p:sp>
        <p:nvSpPr>
          <p:cNvPr id="32" name="TextBox 31">
            <a:extLst>
              <a:ext uri="{FF2B5EF4-FFF2-40B4-BE49-F238E27FC236}">
                <a16:creationId xmlns:a16="http://schemas.microsoft.com/office/drawing/2014/main" id="{9A5281AF-BEB4-78AB-4064-117307E1FB86}"/>
              </a:ext>
            </a:extLst>
          </p:cNvPr>
          <p:cNvSpPr txBox="1"/>
          <p:nvPr/>
        </p:nvSpPr>
        <p:spPr>
          <a:xfrm>
            <a:off x="2859006" y="1066496"/>
            <a:ext cx="2852923" cy="307777"/>
          </a:xfrm>
          <a:prstGeom prst="homePlate">
            <a:avLst/>
          </a:prstGeom>
          <a:solidFill>
            <a:srgbClr val="FBEBD1"/>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Sp1 - 4 weeks Build begins</a:t>
            </a:r>
          </a:p>
        </p:txBody>
      </p:sp>
      <p:graphicFrame>
        <p:nvGraphicFramePr>
          <p:cNvPr id="33" name="Table 4">
            <a:extLst>
              <a:ext uri="{FF2B5EF4-FFF2-40B4-BE49-F238E27FC236}">
                <a16:creationId xmlns:a16="http://schemas.microsoft.com/office/drawing/2014/main" id="{D8AAF1C1-04F1-EF0E-C6CF-7A9192E28CD2}"/>
              </a:ext>
            </a:extLst>
          </p:cNvPr>
          <p:cNvGraphicFramePr>
            <a:graphicFrameLocks noGrp="1"/>
          </p:cNvGraphicFramePr>
          <p:nvPr/>
        </p:nvGraphicFramePr>
        <p:xfrm>
          <a:off x="620255" y="4290542"/>
          <a:ext cx="11201392" cy="865865"/>
        </p:xfrm>
        <a:graphic>
          <a:graphicData uri="http://schemas.openxmlformats.org/drawingml/2006/table">
            <a:tbl>
              <a:tblPr firstRow="1" bandRow="1"/>
              <a:tblGrid>
                <a:gridCol w="448056">
                  <a:extLst>
                    <a:ext uri="{9D8B030D-6E8A-4147-A177-3AD203B41FA5}">
                      <a16:colId xmlns:a16="http://schemas.microsoft.com/office/drawing/2014/main" val="1563922731"/>
                    </a:ext>
                  </a:extLst>
                </a:gridCol>
                <a:gridCol w="448056">
                  <a:extLst>
                    <a:ext uri="{9D8B030D-6E8A-4147-A177-3AD203B41FA5}">
                      <a16:colId xmlns:a16="http://schemas.microsoft.com/office/drawing/2014/main" val="4076529403"/>
                    </a:ext>
                  </a:extLst>
                </a:gridCol>
                <a:gridCol w="448056">
                  <a:extLst>
                    <a:ext uri="{9D8B030D-6E8A-4147-A177-3AD203B41FA5}">
                      <a16:colId xmlns:a16="http://schemas.microsoft.com/office/drawing/2014/main" val="1923284900"/>
                    </a:ext>
                  </a:extLst>
                </a:gridCol>
                <a:gridCol w="448056">
                  <a:extLst>
                    <a:ext uri="{9D8B030D-6E8A-4147-A177-3AD203B41FA5}">
                      <a16:colId xmlns:a16="http://schemas.microsoft.com/office/drawing/2014/main" val="2193092991"/>
                    </a:ext>
                  </a:extLst>
                </a:gridCol>
                <a:gridCol w="448056">
                  <a:extLst>
                    <a:ext uri="{9D8B030D-6E8A-4147-A177-3AD203B41FA5}">
                      <a16:colId xmlns:a16="http://schemas.microsoft.com/office/drawing/2014/main" val="1884254297"/>
                    </a:ext>
                  </a:extLst>
                </a:gridCol>
                <a:gridCol w="448056">
                  <a:extLst>
                    <a:ext uri="{9D8B030D-6E8A-4147-A177-3AD203B41FA5}">
                      <a16:colId xmlns:a16="http://schemas.microsoft.com/office/drawing/2014/main" val="1501315682"/>
                    </a:ext>
                  </a:extLst>
                </a:gridCol>
                <a:gridCol w="448055">
                  <a:extLst>
                    <a:ext uri="{9D8B030D-6E8A-4147-A177-3AD203B41FA5}">
                      <a16:colId xmlns:a16="http://schemas.microsoft.com/office/drawing/2014/main" val="2825470920"/>
                    </a:ext>
                  </a:extLst>
                </a:gridCol>
                <a:gridCol w="448056">
                  <a:extLst>
                    <a:ext uri="{9D8B030D-6E8A-4147-A177-3AD203B41FA5}">
                      <a16:colId xmlns:a16="http://schemas.microsoft.com/office/drawing/2014/main" val="2652091836"/>
                    </a:ext>
                  </a:extLst>
                </a:gridCol>
                <a:gridCol w="448055">
                  <a:extLst>
                    <a:ext uri="{9D8B030D-6E8A-4147-A177-3AD203B41FA5}">
                      <a16:colId xmlns:a16="http://schemas.microsoft.com/office/drawing/2014/main" val="2775558986"/>
                    </a:ext>
                  </a:extLst>
                </a:gridCol>
                <a:gridCol w="448056">
                  <a:extLst>
                    <a:ext uri="{9D8B030D-6E8A-4147-A177-3AD203B41FA5}">
                      <a16:colId xmlns:a16="http://schemas.microsoft.com/office/drawing/2014/main" val="2318077013"/>
                    </a:ext>
                  </a:extLst>
                </a:gridCol>
                <a:gridCol w="448056">
                  <a:extLst>
                    <a:ext uri="{9D8B030D-6E8A-4147-A177-3AD203B41FA5}">
                      <a16:colId xmlns:a16="http://schemas.microsoft.com/office/drawing/2014/main" val="3182741775"/>
                    </a:ext>
                  </a:extLst>
                </a:gridCol>
                <a:gridCol w="448055">
                  <a:extLst>
                    <a:ext uri="{9D8B030D-6E8A-4147-A177-3AD203B41FA5}">
                      <a16:colId xmlns:a16="http://schemas.microsoft.com/office/drawing/2014/main" val="1722560678"/>
                    </a:ext>
                  </a:extLst>
                </a:gridCol>
                <a:gridCol w="448056">
                  <a:extLst>
                    <a:ext uri="{9D8B030D-6E8A-4147-A177-3AD203B41FA5}">
                      <a16:colId xmlns:a16="http://schemas.microsoft.com/office/drawing/2014/main" val="2887719345"/>
                    </a:ext>
                  </a:extLst>
                </a:gridCol>
                <a:gridCol w="448055">
                  <a:extLst>
                    <a:ext uri="{9D8B030D-6E8A-4147-A177-3AD203B41FA5}">
                      <a16:colId xmlns:a16="http://schemas.microsoft.com/office/drawing/2014/main" val="588875010"/>
                    </a:ext>
                  </a:extLst>
                </a:gridCol>
                <a:gridCol w="448056">
                  <a:extLst>
                    <a:ext uri="{9D8B030D-6E8A-4147-A177-3AD203B41FA5}">
                      <a16:colId xmlns:a16="http://schemas.microsoft.com/office/drawing/2014/main" val="1356267931"/>
                    </a:ext>
                  </a:extLst>
                </a:gridCol>
                <a:gridCol w="448056">
                  <a:extLst>
                    <a:ext uri="{9D8B030D-6E8A-4147-A177-3AD203B41FA5}">
                      <a16:colId xmlns:a16="http://schemas.microsoft.com/office/drawing/2014/main" val="743860919"/>
                    </a:ext>
                  </a:extLst>
                </a:gridCol>
                <a:gridCol w="448055">
                  <a:extLst>
                    <a:ext uri="{9D8B030D-6E8A-4147-A177-3AD203B41FA5}">
                      <a16:colId xmlns:a16="http://schemas.microsoft.com/office/drawing/2014/main" val="3685307173"/>
                    </a:ext>
                  </a:extLst>
                </a:gridCol>
                <a:gridCol w="448056">
                  <a:extLst>
                    <a:ext uri="{9D8B030D-6E8A-4147-A177-3AD203B41FA5}">
                      <a16:colId xmlns:a16="http://schemas.microsoft.com/office/drawing/2014/main" val="3248111494"/>
                    </a:ext>
                  </a:extLst>
                </a:gridCol>
                <a:gridCol w="448055">
                  <a:extLst>
                    <a:ext uri="{9D8B030D-6E8A-4147-A177-3AD203B41FA5}">
                      <a16:colId xmlns:a16="http://schemas.microsoft.com/office/drawing/2014/main" val="766000711"/>
                    </a:ext>
                  </a:extLst>
                </a:gridCol>
                <a:gridCol w="448056">
                  <a:extLst>
                    <a:ext uri="{9D8B030D-6E8A-4147-A177-3AD203B41FA5}">
                      <a16:colId xmlns:a16="http://schemas.microsoft.com/office/drawing/2014/main" val="2419156433"/>
                    </a:ext>
                  </a:extLst>
                </a:gridCol>
                <a:gridCol w="448056">
                  <a:extLst>
                    <a:ext uri="{9D8B030D-6E8A-4147-A177-3AD203B41FA5}">
                      <a16:colId xmlns:a16="http://schemas.microsoft.com/office/drawing/2014/main" val="2361867494"/>
                    </a:ext>
                  </a:extLst>
                </a:gridCol>
                <a:gridCol w="448055">
                  <a:extLst>
                    <a:ext uri="{9D8B030D-6E8A-4147-A177-3AD203B41FA5}">
                      <a16:colId xmlns:a16="http://schemas.microsoft.com/office/drawing/2014/main" val="832535601"/>
                    </a:ext>
                  </a:extLst>
                </a:gridCol>
                <a:gridCol w="448056">
                  <a:extLst>
                    <a:ext uri="{9D8B030D-6E8A-4147-A177-3AD203B41FA5}">
                      <a16:colId xmlns:a16="http://schemas.microsoft.com/office/drawing/2014/main" val="647445238"/>
                    </a:ext>
                  </a:extLst>
                </a:gridCol>
                <a:gridCol w="448055">
                  <a:extLst>
                    <a:ext uri="{9D8B030D-6E8A-4147-A177-3AD203B41FA5}">
                      <a16:colId xmlns:a16="http://schemas.microsoft.com/office/drawing/2014/main" val="883778301"/>
                    </a:ext>
                  </a:extLst>
                </a:gridCol>
                <a:gridCol w="448056">
                  <a:extLst>
                    <a:ext uri="{9D8B030D-6E8A-4147-A177-3AD203B41FA5}">
                      <a16:colId xmlns:a16="http://schemas.microsoft.com/office/drawing/2014/main" val="740986838"/>
                    </a:ext>
                  </a:extLst>
                </a:gridCol>
              </a:tblGrid>
              <a:tr h="0">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Calibri" panose="020F0502020204030204" pitchFamily="34" charset="0"/>
                          <a:cs typeface="Calibri" panose="020F0502020204030204" pitchFamily="34" charset="0"/>
                        </a:rPr>
                        <a:t>Week-1</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Calibri" panose="020F0502020204030204" pitchFamily="34" charset="0"/>
                          <a:cs typeface="Calibri" panose="020F0502020204030204" pitchFamily="34" charset="0"/>
                        </a:rPr>
                        <a:t>Week-2</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Calibri" panose="020F0502020204030204" pitchFamily="34" charset="0"/>
                          <a:cs typeface="Calibri" panose="020F0502020204030204" pitchFamily="34" charset="0"/>
                        </a:rPr>
                        <a:t>Week-3</a:t>
                      </a:r>
                    </a:p>
                  </a:txBody>
                  <a:tcPr anchor="ctr">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Calibri" panose="020F0502020204030204" pitchFamily="34" charset="0"/>
                          <a:cs typeface="Calibri" panose="020F0502020204030204" pitchFamily="34" charset="0"/>
                        </a:rPr>
                        <a:t>Week-4</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Calibri" panose="020F0502020204030204" pitchFamily="34" charset="0"/>
                          <a:cs typeface="Calibri" panose="020F0502020204030204" pitchFamily="34" charset="0"/>
                        </a:rPr>
                        <a:t>Week-1</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874884714"/>
                  </a:ext>
                </a:extLst>
              </a:tr>
              <a:tr h="59154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Day-2</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Day-3</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Day-4</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Day-5</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Day-2</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Day-3</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Day-4</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Day-5</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Day-1</a:t>
                      </a:r>
                    </a:p>
                  </a:txBody>
                  <a:tcPr anchor="ctr">
                    <a:lnL w="12700" cap="flat" cmpd="sng" algn="ctr">
                      <a:solidFill>
                        <a:srgbClr val="FFFFFF"/>
                      </a:solidFill>
                      <a:prstDash val="solid"/>
                      <a:round/>
                      <a:headEnd type="none" w="med" len="med"/>
                      <a:tailEnd type="none" w="med" len="med"/>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Day-2</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Day-3</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Day-4</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Day-5</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Day-2</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Day-3</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Day-4</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Day-5</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extLst>
                  <a:ext uri="{0D108BD9-81ED-4DB2-BD59-A6C34878D82A}">
                    <a16:rowId xmlns:a16="http://schemas.microsoft.com/office/drawing/2014/main" val="1699140307"/>
                  </a:ext>
                </a:extLst>
              </a:tr>
            </a:tbl>
          </a:graphicData>
        </a:graphic>
      </p:graphicFrame>
      <p:sp>
        <p:nvSpPr>
          <p:cNvPr id="35" name="TextBox 34">
            <a:extLst>
              <a:ext uri="{FF2B5EF4-FFF2-40B4-BE49-F238E27FC236}">
                <a16:creationId xmlns:a16="http://schemas.microsoft.com/office/drawing/2014/main" id="{4CDA1F3B-8474-C9C6-88DB-5F13A79B7AD2}"/>
              </a:ext>
            </a:extLst>
          </p:cNvPr>
          <p:cNvSpPr txBox="1"/>
          <p:nvPr/>
        </p:nvSpPr>
        <p:spPr>
          <a:xfrm>
            <a:off x="651243" y="3920239"/>
            <a:ext cx="2852923" cy="307777"/>
          </a:xfrm>
          <a:prstGeom prst="homePlate">
            <a:avLst/>
          </a:prstGeom>
          <a:solidFill>
            <a:srgbClr val="FBEBD1"/>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Sp2 - 4 weeks Build starts</a:t>
            </a:r>
          </a:p>
        </p:txBody>
      </p:sp>
      <p:sp>
        <p:nvSpPr>
          <p:cNvPr id="36" name="TextBox 35">
            <a:extLst>
              <a:ext uri="{FF2B5EF4-FFF2-40B4-BE49-F238E27FC236}">
                <a16:creationId xmlns:a16="http://schemas.microsoft.com/office/drawing/2014/main" id="{62776071-44E7-120F-2F01-0692E23F386D}"/>
              </a:ext>
            </a:extLst>
          </p:cNvPr>
          <p:cNvSpPr txBox="1"/>
          <p:nvPr/>
        </p:nvSpPr>
        <p:spPr>
          <a:xfrm>
            <a:off x="257804" y="5392268"/>
            <a:ext cx="1495145" cy="507831"/>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a:defRPr/>
            </a:pP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Validate </a:t>
            </a:r>
            <a:r>
              <a:rPr kumimoji="0" lang="en-IN"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DoD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Sprint2</a:t>
            </a: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a:t>
            </a:r>
            <a:r>
              <a:rPr lang="en-IN" kern="0">
                <a:solidFill>
                  <a:srgbClr val="3C3F41"/>
                </a:solidFill>
                <a:latin typeface="Calibri" panose="020F0502020204030204" pitchFamily="34" charset="0"/>
                <a:cs typeface="Calibri" panose="020F0502020204030204" pitchFamily="34" charset="0"/>
              </a:rPr>
              <a:t>planning</a:t>
            </a:r>
            <a:endPar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Start </a:t>
            </a:r>
            <a:r>
              <a:rPr kumimoji="0" lang="en-IN"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 2</a:t>
            </a: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in Jira </a:t>
            </a:r>
          </a:p>
        </p:txBody>
      </p:sp>
      <p:sp>
        <p:nvSpPr>
          <p:cNvPr id="40" name="TextBox 39">
            <a:extLst>
              <a:ext uri="{FF2B5EF4-FFF2-40B4-BE49-F238E27FC236}">
                <a16:creationId xmlns:a16="http://schemas.microsoft.com/office/drawing/2014/main" id="{A3734991-2280-8472-FE69-A2EDF152E502}"/>
              </a:ext>
            </a:extLst>
          </p:cNvPr>
          <p:cNvSpPr txBox="1"/>
          <p:nvPr/>
        </p:nvSpPr>
        <p:spPr>
          <a:xfrm>
            <a:off x="10513710" y="5345159"/>
            <a:ext cx="1064519"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Sprint2 </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Retrospective </a:t>
            </a:r>
          </a:p>
        </p:txBody>
      </p:sp>
      <p:sp>
        <p:nvSpPr>
          <p:cNvPr id="44" name="TextBox 43">
            <a:extLst>
              <a:ext uri="{FF2B5EF4-FFF2-40B4-BE49-F238E27FC236}">
                <a16:creationId xmlns:a16="http://schemas.microsoft.com/office/drawing/2014/main" id="{F09F858F-5469-CDC6-86B3-321A0A8DFDD3}"/>
              </a:ext>
            </a:extLst>
          </p:cNvPr>
          <p:cNvSpPr txBox="1"/>
          <p:nvPr/>
        </p:nvSpPr>
        <p:spPr>
          <a:xfrm>
            <a:off x="9569022" y="3529397"/>
            <a:ext cx="2158655" cy="307777"/>
          </a:xfrm>
          <a:prstGeom prst="homePlate">
            <a:avLst/>
          </a:prstGeom>
          <a:solidFill>
            <a:schemeClr val="accent2">
              <a:lumMod val="20000"/>
              <a:lumOff val="80000"/>
            </a:schemeClr>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Sp4 - Elaboration start</a:t>
            </a:r>
          </a:p>
        </p:txBody>
      </p:sp>
      <p:sp>
        <p:nvSpPr>
          <p:cNvPr id="45" name="TextBox 44">
            <a:extLst>
              <a:ext uri="{FF2B5EF4-FFF2-40B4-BE49-F238E27FC236}">
                <a16:creationId xmlns:a16="http://schemas.microsoft.com/office/drawing/2014/main" id="{F8A5AFA3-0A5A-5F88-7F8F-EE973027226F}"/>
              </a:ext>
            </a:extLst>
          </p:cNvPr>
          <p:cNvSpPr txBox="1"/>
          <p:nvPr/>
        </p:nvSpPr>
        <p:spPr>
          <a:xfrm>
            <a:off x="4060401" y="5316081"/>
            <a:ext cx="4071197" cy="846386"/>
          </a:xfrm>
          <a:prstGeom prst="rect">
            <a:avLst/>
          </a:prstGeom>
          <a:solidFill>
            <a:schemeClr val="accent2">
              <a:lumMod val="20000"/>
              <a:lumOff val="80000"/>
            </a:schemeClr>
          </a:solidFill>
        </p:spPr>
        <p:txBody>
          <a:bodyPr wrap="square" lIns="91440" tIns="45720" rIns="91440" bIns="45720" numCol="1"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1" i="0" u="none" strike="noStrike" kern="1200" cap="none" spc="0" normalizeH="0" baseline="0" noProof="0">
                <a:ln>
                  <a:noFill/>
                </a:ln>
                <a:solidFill>
                  <a:srgbClr val="3C3F41"/>
                </a:solidFill>
                <a:effectLst/>
                <a:uLnTx/>
                <a:uFillTx/>
                <a:latin typeface="Calibri"/>
                <a:ea typeface="Calibri"/>
                <a:cs typeface="Calibri"/>
              </a:rPr>
              <a:t>Optimisation levers: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IN" sz="800" b="0" i="0" u="none" strike="noStrike" kern="1200" cap="none" spc="0" normalizeH="0" baseline="0" noProof="0">
                <a:ln>
                  <a:noFill/>
                </a:ln>
                <a:solidFill>
                  <a:srgbClr val="3C3F41"/>
                </a:solidFill>
                <a:effectLst/>
                <a:uLnTx/>
                <a:uFillTx/>
                <a:latin typeface="Calibri"/>
                <a:ea typeface="Calibri"/>
                <a:cs typeface="Calibri"/>
              </a:rPr>
              <a:t>User story pushed to dev pipeline when ready</a:t>
            </a:r>
            <a:endParaRPr lang="en-IN" sz="800" b="0" i="0" u="none" strike="noStrike" kern="1200" cap="none" spc="0" normalizeH="0" baseline="0" noProof="0">
              <a:ln>
                <a:noFill/>
              </a:ln>
              <a:solidFill>
                <a:srgbClr val="3C3F41"/>
              </a:solidFill>
              <a:effectLst/>
              <a:uLnTx/>
              <a:uFillTx/>
              <a:latin typeface="Calibri"/>
              <a:ea typeface="Calibri"/>
              <a:cs typeface="Calibri"/>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IN" sz="800" b="0" i="0" u="none" strike="noStrike" kern="1200" cap="none" spc="0" normalizeH="0" baseline="0" noProof="0">
                <a:ln>
                  <a:noFill/>
                </a:ln>
                <a:solidFill>
                  <a:srgbClr val="3C3F41"/>
                </a:solidFill>
                <a:effectLst/>
                <a:uLnTx/>
                <a:uFillTx/>
                <a:latin typeface="Calibri"/>
                <a:ea typeface="Calibri"/>
                <a:cs typeface="Calibri"/>
              </a:rPr>
              <a:t>Show and tell as soon as the user story is ready</a:t>
            </a:r>
            <a:endParaRPr lang="en-IN" sz="800" b="0" i="0" u="none" strike="noStrike" kern="1200" cap="none" spc="0" normalizeH="0" baseline="0" noProof="0">
              <a:ln>
                <a:noFill/>
              </a:ln>
              <a:solidFill>
                <a:srgbClr val="3C3F41"/>
              </a:solidFill>
              <a:effectLst/>
              <a:uLnTx/>
              <a:uFillTx/>
              <a:latin typeface="Calibri"/>
              <a:ea typeface="Calibri"/>
              <a:cs typeface="Calibri"/>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IN" sz="800" b="0" i="0" u="none" strike="noStrike" kern="1200" cap="none" spc="0" normalizeH="0" baseline="0" noProof="0">
                <a:ln>
                  <a:noFill/>
                </a:ln>
                <a:solidFill>
                  <a:srgbClr val="3C3F41"/>
                </a:solidFill>
                <a:effectLst/>
                <a:uLnTx/>
                <a:uFillTx/>
                <a:latin typeface="Calibri"/>
                <a:ea typeface="Calibri"/>
                <a:cs typeface="Calibri"/>
              </a:rPr>
              <a:t>Early visibility into sprint closure through Jira dashboards</a:t>
            </a:r>
            <a:endParaRPr lang="en-IN" sz="800" b="0" i="0" u="none" strike="noStrike" kern="1200" cap="none" spc="0" normalizeH="0" baseline="0" noProof="0">
              <a:ln>
                <a:noFill/>
              </a:ln>
              <a:solidFill>
                <a:srgbClr val="3C3F41"/>
              </a:solidFill>
              <a:effectLst/>
              <a:uLnTx/>
              <a:uFillTx/>
              <a:latin typeface="Calibri"/>
              <a:ea typeface="Calibri"/>
              <a:cs typeface="Calibri"/>
            </a:endParaRPr>
          </a:p>
          <a:p>
            <a:pPr marL="228600" indent="-228600">
              <a:buFontTx/>
              <a:buAutoNum type="arabicPeriod"/>
              <a:defRPr/>
            </a:pPr>
            <a:r>
              <a:rPr kumimoji="0" lang="en-IN" sz="800" b="0" i="0" u="none" strike="noStrike" kern="1200" cap="none" spc="0" normalizeH="0" baseline="0" noProof="0">
                <a:ln>
                  <a:noFill/>
                </a:ln>
                <a:solidFill>
                  <a:srgbClr val="3C3F41"/>
                </a:solidFill>
                <a:effectLst/>
                <a:uLnTx/>
                <a:uFillTx/>
                <a:latin typeface="Calibri"/>
                <a:ea typeface="Calibri"/>
                <a:cs typeface="Calibri"/>
              </a:rPr>
              <a:t>Jira to be used as the Single source of Truth on story development progress</a:t>
            </a:r>
            <a:r>
              <a:rPr lang="en-IN" sz="800">
                <a:solidFill>
                  <a:srgbClr val="3C3F41"/>
                </a:solidFill>
                <a:latin typeface="Calibri"/>
                <a:ea typeface="Calibri"/>
                <a:cs typeface="Calibri"/>
              </a:rPr>
              <a:t> </a:t>
            </a:r>
          </a:p>
          <a:p>
            <a:pPr marL="228600" indent="-228600">
              <a:buFontTx/>
              <a:buAutoNum type="arabicPeriod"/>
              <a:defRPr/>
            </a:pPr>
            <a:r>
              <a:rPr lang="en-IN" sz="800">
                <a:solidFill>
                  <a:srgbClr val="3C3F41"/>
                </a:solidFill>
                <a:latin typeface="Calibri"/>
                <a:ea typeface="Calibri"/>
                <a:cs typeface="Calibri"/>
              </a:rPr>
              <a:t>Testing dashboards for real time progress on test- execution and defect trends</a:t>
            </a:r>
            <a:endParaRPr lang="en-IN" sz="800" b="0" i="0" u="none" strike="noStrike" kern="1200" cap="none" spc="0" normalizeH="0" baseline="0" noProof="0">
              <a:ln>
                <a:noFill/>
              </a:ln>
              <a:solidFill>
                <a:srgbClr val="3C3F41"/>
              </a:solidFill>
              <a:effectLst/>
              <a:uLnTx/>
              <a:uFillTx/>
              <a:latin typeface="Calibri" panose="020F0502020204030204" pitchFamily="34" charset="0"/>
              <a:ea typeface="Calibri"/>
              <a:cs typeface="Calibri" panose="020F0502020204030204" pitchFamily="34" charset="0"/>
            </a:endParaRPr>
          </a:p>
        </p:txBody>
      </p:sp>
      <p:sp>
        <p:nvSpPr>
          <p:cNvPr id="3" name="TextBox 2">
            <a:extLst>
              <a:ext uri="{FF2B5EF4-FFF2-40B4-BE49-F238E27FC236}">
                <a16:creationId xmlns:a16="http://schemas.microsoft.com/office/drawing/2014/main" id="{23275E9A-CE8A-EC0B-90B5-37D7C194F9D2}"/>
              </a:ext>
            </a:extLst>
          </p:cNvPr>
          <p:cNvSpPr txBox="1"/>
          <p:nvPr/>
        </p:nvSpPr>
        <p:spPr>
          <a:xfrm>
            <a:off x="2863358" y="678192"/>
            <a:ext cx="2852923" cy="307777"/>
          </a:xfrm>
          <a:prstGeom prst="homePlate">
            <a:avLst/>
          </a:prstGeom>
          <a:solidFill>
            <a:schemeClr val="accent2">
              <a:lumMod val="20000"/>
              <a:lumOff val="80000"/>
            </a:schemeClr>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Sp2 - 4 weeks Elaboration begins</a:t>
            </a:r>
          </a:p>
        </p:txBody>
      </p:sp>
      <p:sp>
        <p:nvSpPr>
          <p:cNvPr id="4" name="TextBox 3">
            <a:extLst>
              <a:ext uri="{FF2B5EF4-FFF2-40B4-BE49-F238E27FC236}">
                <a16:creationId xmlns:a16="http://schemas.microsoft.com/office/drawing/2014/main" id="{C3209A12-BCEA-ABD4-70A4-F8319A709275}"/>
              </a:ext>
            </a:extLst>
          </p:cNvPr>
          <p:cNvSpPr txBox="1"/>
          <p:nvPr/>
        </p:nvSpPr>
        <p:spPr>
          <a:xfrm flipH="1">
            <a:off x="640696" y="678192"/>
            <a:ext cx="2158655" cy="307777"/>
          </a:xfrm>
          <a:prstGeom prst="homePlate">
            <a:avLst/>
          </a:prstGeom>
          <a:solidFill>
            <a:schemeClr val="accent2">
              <a:lumMod val="20000"/>
              <a:lumOff val="80000"/>
            </a:schemeClr>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Sp1 </a:t>
            </a:r>
            <a:r>
              <a:rPr kumimoji="0" lang="en-IN" sz="1400" b="1" i="0" u="none" strike="noStrike" kern="0" cap="none" spc="0" normalizeH="0" baseline="0" noProof="0" err="1">
                <a:ln>
                  <a:noFill/>
                </a:ln>
                <a:solidFill>
                  <a:srgbClr val="3C3F41"/>
                </a:solidFill>
                <a:effectLst/>
                <a:uLnTx/>
                <a:uFillTx/>
                <a:latin typeface="Calibri" panose="020F0502020204030204" pitchFamily="34" charset="0"/>
                <a:ea typeface="+mn-ea"/>
                <a:cs typeface="Calibri" panose="020F0502020204030204" pitchFamily="34" charset="0"/>
              </a:rPr>
              <a:t>Elab</a:t>
            </a: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completes</a:t>
            </a:r>
          </a:p>
        </p:txBody>
      </p:sp>
      <p:sp>
        <p:nvSpPr>
          <p:cNvPr id="5" name="TextBox 4">
            <a:extLst>
              <a:ext uri="{FF2B5EF4-FFF2-40B4-BE49-F238E27FC236}">
                <a16:creationId xmlns:a16="http://schemas.microsoft.com/office/drawing/2014/main" id="{8F9A22B1-C737-C109-A7DB-059FA7F8F738}"/>
              </a:ext>
            </a:extLst>
          </p:cNvPr>
          <p:cNvSpPr txBox="1"/>
          <p:nvPr/>
        </p:nvSpPr>
        <p:spPr>
          <a:xfrm>
            <a:off x="640987" y="3564141"/>
            <a:ext cx="2852923" cy="307777"/>
          </a:xfrm>
          <a:prstGeom prst="homePlate">
            <a:avLst/>
          </a:prstGeom>
          <a:solidFill>
            <a:schemeClr val="accent3">
              <a:lumMod val="20000"/>
              <a:lumOff val="80000"/>
            </a:schemeClr>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Sp3 - 4 weeks Elaboration begins</a:t>
            </a:r>
          </a:p>
        </p:txBody>
      </p:sp>
      <p:sp>
        <p:nvSpPr>
          <p:cNvPr id="6" name="TextBox 5">
            <a:extLst>
              <a:ext uri="{FF2B5EF4-FFF2-40B4-BE49-F238E27FC236}">
                <a16:creationId xmlns:a16="http://schemas.microsoft.com/office/drawing/2014/main" id="{56B9CC8E-A752-B9C9-062E-A1E912A1D60D}"/>
              </a:ext>
            </a:extLst>
          </p:cNvPr>
          <p:cNvSpPr txBox="1"/>
          <p:nvPr/>
        </p:nvSpPr>
        <p:spPr>
          <a:xfrm>
            <a:off x="9570893" y="3924592"/>
            <a:ext cx="2143443" cy="307777"/>
          </a:xfrm>
          <a:prstGeom prst="homePlate">
            <a:avLst/>
          </a:prstGeom>
          <a:solidFill>
            <a:srgbClr val="FBEBD1"/>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Sp3 - Build starts</a:t>
            </a:r>
          </a:p>
        </p:txBody>
      </p:sp>
      <p:cxnSp>
        <p:nvCxnSpPr>
          <p:cNvPr id="7" name="Connector: Elbow 6">
            <a:extLst>
              <a:ext uri="{FF2B5EF4-FFF2-40B4-BE49-F238E27FC236}">
                <a16:creationId xmlns:a16="http://schemas.microsoft.com/office/drawing/2014/main" id="{46C58010-6DC2-8642-BFA0-BCB23F326B00}"/>
              </a:ext>
            </a:extLst>
          </p:cNvPr>
          <p:cNvCxnSpPr>
            <a:cxnSpLocks/>
          </p:cNvCxnSpPr>
          <p:nvPr/>
        </p:nvCxnSpPr>
        <p:spPr>
          <a:xfrm rot="16200000" flipH="1">
            <a:off x="10593087" y="5151676"/>
            <a:ext cx="273101" cy="1"/>
          </a:xfrm>
          <a:prstGeom prst="bentConnector3">
            <a:avLst>
              <a:gd name="adj1" fmla="val 50000"/>
            </a:avLst>
          </a:prstGeom>
          <a:noFill/>
          <a:ln w="19050" cap="sq" cmpd="sng" algn="ctr">
            <a:solidFill>
              <a:srgbClr val="F50002"/>
            </a:solidFill>
            <a:prstDash val="solid"/>
            <a:tailEnd type="triangle"/>
          </a:ln>
          <a:effectLst/>
        </p:spPr>
      </p:cxnSp>
      <p:sp>
        <p:nvSpPr>
          <p:cNvPr id="8" name="Title 3">
            <a:extLst>
              <a:ext uri="{FF2B5EF4-FFF2-40B4-BE49-F238E27FC236}">
                <a16:creationId xmlns:a16="http://schemas.microsoft.com/office/drawing/2014/main" id="{CC400892-942D-10BD-42F8-D43114A7A136}"/>
              </a:ext>
            </a:extLst>
          </p:cNvPr>
          <p:cNvSpPr txBox="1">
            <a:spLocks/>
          </p:cNvSpPr>
          <p:nvPr/>
        </p:nvSpPr>
        <p:spPr>
          <a:xfrm>
            <a:off x="94698" y="115196"/>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Ubuntu Medium"/>
                <a:ea typeface="+mj-ea"/>
                <a:cs typeface="+mj-cs"/>
                <a:sym typeface="Trebuchet MS" panose="020B0603020202020204" pitchFamily="34" charset="0"/>
              </a:rPr>
              <a:t>Sprint in action on a Timeline</a:t>
            </a:r>
          </a:p>
        </p:txBody>
      </p:sp>
      <p:sp>
        <p:nvSpPr>
          <p:cNvPr id="2" name="TextBox 1">
            <a:extLst>
              <a:ext uri="{FF2B5EF4-FFF2-40B4-BE49-F238E27FC236}">
                <a16:creationId xmlns:a16="http://schemas.microsoft.com/office/drawing/2014/main" id="{6C30B6E6-93EE-EB5F-0B40-029B34AF39DA}"/>
              </a:ext>
            </a:extLst>
          </p:cNvPr>
          <p:cNvSpPr txBox="1"/>
          <p:nvPr/>
        </p:nvSpPr>
        <p:spPr>
          <a:xfrm>
            <a:off x="746688" y="965779"/>
            <a:ext cx="2148108" cy="200055"/>
          </a:xfrm>
          <a:prstGeom prst="rect">
            <a:avLst/>
          </a:prstGeom>
          <a:noFill/>
        </p:spPr>
        <p:txBody>
          <a:bodyPr wrap="square" rtlCol="0">
            <a:spAutoFit/>
          </a:bodyPr>
          <a:lstStyle/>
          <a:p>
            <a:r>
              <a:rPr lang="en-IN" sz="700"/>
              <a:t>*Only Sp1 Elaboration is 3 weeks</a:t>
            </a:r>
            <a:endParaRPr lang="en-US" sz="700"/>
          </a:p>
        </p:txBody>
      </p:sp>
      <p:sp>
        <p:nvSpPr>
          <p:cNvPr id="9" name="TextBox 8">
            <a:extLst>
              <a:ext uri="{FF2B5EF4-FFF2-40B4-BE49-F238E27FC236}">
                <a16:creationId xmlns:a16="http://schemas.microsoft.com/office/drawing/2014/main" id="{A61E9CF9-9DDF-CA82-3839-0B4D11E0F89A}"/>
              </a:ext>
            </a:extLst>
          </p:cNvPr>
          <p:cNvSpPr txBox="1"/>
          <p:nvPr/>
        </p:nvSpPr>
        <p:spPr>
          <a:xfrm>
            <a:off x="1927756" y="5499989"/>
            <a:ext cx="946166"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Closure report</a:t>
            </a:r>
          </a:p>
        </p:txBody>
      </p:sp>
      <p:cxnSp>
        <p:nvCxnSpPr>
          <p:cNvPr id="10" name="Straight Arrow Connector 9">
            <a:extLst>
              <a:ext uri="{FF2B5EF4-FFF2-40B4-BE49-F238E27FC236}">
                <a16:creationId xmlns:a16="http://schemas.microsoft.com/office/drawing/2014/main" id="{8C9CAFAA-9D52-B8D9-447F-A5B6AF633FB5}"/>
              </a:ext>
            </a:extLst>
          </p:cNvPr>
          <p:cNvCxnSpPr>
            <a:cxnSpLocks/>
            <a:endCxn id="23" idx="0"/>
          </p:cNvCxnSpPr>
          <p:nvPr/>
        </p:nvCxnSpPr>
        <p:spPr>
          <a:xfrm>
            <a:off x="1890012" y="5038956"/>
            <a:ext cx="1546" cy="991549"/>
          </a:xfrm>
          <a:prstGeom prst="straightConnector1">
            <a:avLst/>
          </a:prstGeom>
          <a:noFill/>
          <a:ln w="19050" cap="sq" cmpd="sng" algn="ctr">
            <a:solidFill>
              <a:srgbClr val="F50002"/>
            </a:solidFill>
            <a:prstDash val="solid"/>
            <a:tailEnd type="triangle"/>
          </a:ln>
          <a:effectLst/>
        </p:spPr>
      </p:cxnSp>
      <p:sp>
        <p:nvSpPr>
          <p:cNvPr id="15" name="Right Brace 14">
            <a:extLst>
              <a:ext uri="{FF2B5EF4-FFF2-40B4-BE49-F238E27FC236}">
                <a16:creationId xmlns:a16="http://schemas.microsoft.com/office/drawing/2014/main" id="{3B7C47F1-1B28-FED1-3A8C-98FA44AE764B}"/>
              </a:ext>
            </a:extLst>
          </p:cNvPr>
          <p:cNvSpPr/>
          <p:nvPr/>
        </p:nvSpPr>
        <p:spPr>
          <a:xfrm rot="5400000">
            <a:off x="3167020" y="2150926"/>
            <a:ext cx="238539" cy="435752"/>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16" name="Right Brace 15">
            <a:extLst>
              <a:ext uri="{FF2B5EF4-FFF2-40B4-BE49-F238E27FC236}">
                <a16:creationId xmlns:a16="http://schemas.microsoft.com/office/drawing/2014/main" id="{1A35FC99-8068-6127-7397-1FE13CD4FA60}"/>
              </a:ext>
            </a:extLst>
          </p:cNvPr>
          <p:cNvSpPr/>
          <p:nvPr/>
        </p:nvSpPr>
        <p:spPr>
          <a:xfrm rot="5400000">
            <a:off x="945998" y="5012619"/>
            <a:ext cx="238539" cy="435752"/>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17" name="TextBox 16">
            <a:extLst>
              <a:ext uri="{FF2B5EF4-FFF2-40B4-BE49-F238E27FC236}">
                <a16:creationId xmlns:a16="http://schemas.microsoft.com/office/drawing/2014/main" id="{AB7DB907-4491-6EDD-F3C6-2AE1B58287A1}"/>
              </a:ext>
            </a:extLst>
          </p:cNvPr>
          <p:cNvSpPr txBox="1"/>
          <p:nvPr/>
        </p:nvSpPr>
        <p:spPr>
          <a:xfrm>
            <a:off x="8924999" y="5347045"/>
            <a:ext cx="1495145" cy="507831"/>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a:defRPr/>
            </a:pP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Validate </a:t>
            </a:r>
            <a:r>
              <a:rPr kumimoji="0" lang="en-IN"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Sprint2 </a:t>
            </a: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DoD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Sprint3</a:t>
            </a: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Sprint </a:t>
            </a:r>
            <a:r>
              <a:rPr lang="en-IN" kern="0">
                <a:solidFill>
                  <a:srgbClr val="3C3F41"/>
                </a:solidFill>
                <a:latin typeface="Calibri" panose="020F0502020204030204" pitchFamily="34" charset="0"/>
                <a:cs typeface="Calibri" panose="020F0502020204030204" pitchFamily="34" charset="0"/>
              </a:rPr>
              <a:t>planning</a:t>
            </a:r>
            <a:endPar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Start </a:t>
            </a:r>
            <a:r>
              <a:rPr kumimoji="0" lang="en-IN"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Sprint3</a:t>
            </a: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in Jira </a:t>
            </a:r>
          </a:p>
        </p:txBody>
      </p:sp>
      <p:sp>
        <p:nvSpPr>
          <p:cNvPr id="18" name="Right Brace 17">
            <a:extLst>
              <a:ext uri="{FF2B5EF4-FFF2-40B4-BE49-F238E27FC236}">
                <a16:creationId xmlns:a16="http://schemas.microsoft.com/office/drawing/2014/main" id="{E375041D-AA24-540E-1B25-F44B6FD92976}"/>
              </a:ext>
            </a:extLst>
          </p:cNvPr>
          <p:cNvSpPr/>
          <p:nvPr/>
        </p:nvSpPr>
        <p:spPr>
          <a:xfrm rot="5400000">
            <a:off x="9876729" y="4990835"/>
            <a:ext cx="238539" cy="435752"/>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19" name="TextBox 18">
            <a:extLst>
              <a:ext uri="{FF2B5EF4-FFF2-40B4-BE49-F238E27FC236}">
                <a16:creationId xmlns:a16="http://schemas.microsoft.com/office/drawing/2014/main" id="{A8A91105-6C94-836D-0B36-68536C1E7E29}"/>
              </a:ext>
            </a:extLst>
          </p:cNvPr>
          <p:cNvSpPr txBox="1"/>
          <p:nvPr/>
        </p:nvSpPr>
        <p:spPr>
          <a:xfrm>
            <a:off x="10838006" y="5900856"/>
            <a:ext cx="1024499"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Closure report</a:t>
            </a:r>
          </a:p>
        </p:txBody>
      </p:sp>
      <p:cxnSp>
        <p:nvCxnSpPr>
          <p:cNvPr id="20" name="Straight Arrow Connector 19">
            <a:extLst>
              <a:ext uri="{FF2B5EF4-FFF2-40B4-BE49-F238E27FC236}">
                <a16:creationId xmlns:a16="http://schemas.microsoft.com/office/drawing/2014/main" id="{316408E9-DAD3-AD5B-29BA-4EDE1BD5E7D0}"/>
              </a:ext>
            </a:extLst>
          </p:cNvPr>
          <p:cNvCxnSpPr>
            <a:cxnSpLocks/>
          </p:cNvCxnSpPr>
          <p:nvPr/>
        </p:nvCxnSpPr>
        <p:spPr>
          <a:xfrm>
            <a:off x="11714336" y="5081408"/>
            <a:ext cx="13341" cy="743651"/>
          </a:xfrm>
          <a:prstGeom prst="straightConnector1">
            <a:avLst/>
          </a:prstGeom>
          <a:noFill/>
          <a:ln w="19050" cap="sq" cmpd="sng" algn="ctr">
            <a:solidFill>
              <a:srgbClr val="F50002"/>
            </a:solidFill>
            <a:prstDash val="solid"/>
            <a:tailEnd type="triangle"/>
          </a:ln>
          <a:effectLst/>
        </p:spPr>
      </p:cxnSp>
      <p:sp>
        <p:nvSpPr>
          <p:cNvPr id="23" name="TextBox 22">
            <a:extLst>
              <a:ext uri="{FF2B5EF4-FFF2-40B4-BE49-F238E27FC236}">
                <a16:creationId xmlns:a16="http://schemas.microsoft.com/office/drawing/2014/main" id="{A6033D66-9CF6-4B90-5F34-21E2EFCDCA40}"/>
              </a:ext>
            </a:extLst>
          </p:cNvPr>
          <p:cNvSpPr txBox="1"/>
          <p:nvPr/>
        </p:nvSpPr>
        <p:spPr>
          <a:xfrm>
            <a:off x="1359298" y="6030505"/>
            <a:ext cx="1064519"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Retrospective </a:t>
            </a:r>
          </a:p>
        </p:txBody>
      </p:sp>
      <p:cxnSp>
        <p:nvCxnSpPr>
          <p:cNvPr id="39" name="Straight Arrow Connector 38">
            <a:extLst>
              <a:ext uri="{FF2B5EF4-FFF2-40B4-BE49-F238E27FC236}">
                <a16:creationId xmlns:a16="http://schemas.microsoft.com/office/drawing/2014/main" id="{96664FB1-E25A-DF4C-FF8D-751FE4C7C639}"/>
              </a:ext>
            </a:extLst>
          </p:cNvPr>
          <p:cNvCxnSpPr>
            <a:cxnSpLocks/>
          </p:cNvCxnSpPr>
          <p:nvPr/>
        </p:nvCxnSpPr>
        <p:spPr>
          <a:xfrm>
            <a:off x="2799351" y="5103105"/>
            <a:ext cx="0" cy="370243"/>
          </a:xfrm>
          <a:prstGeom prst="straightConnector1">
            <a:avLst/>
          </a:prstGeom>
          <a:noFill/>
          <a:ln w="19050" cap="sq" cmpd="sng" algn="ctr">
            <a:solidFill>
              <a:srgbClr val="F50002"/>
            </a:solidFill>
            <a:prstDash val="solid"/>
            <a:tailEnd type="triangle"/>
          </a:ln>
          <a:effectLst/>
        </p:spPr>
      </p:cxnSp>
      <p:sp>
        <p:nvSpPr>
          <p:cNvPr id="11" name="TextBox 10">
            <a:extLst>
              <a:ext uri="{FF2B5EF4-FFF2-40B4-BE49-F238E27FC236}">
                <a16:creationId xmlns:a16="http://schemas.microsoft.com/office/drawing/2014/main" id="{7C260DFB-FD1B-645B-F0DB-6AC19B7D88C4}"/>
              </a:ext>
            </a:extLst>
          </p:cNvPr>
          <p:cNvSpPr txBox="1"/>
          <p:nvPr/>
        </p:nvSpPr>
        <p:spPr>
          <a:xfrm>
            <a:off x="4287615" y="2427420"/>
            <a:ext cx="1821632"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lIns="91440" tIns="45720" rIns="91440" bIns="45720" rtlCol="0" anchor="t">
            <a:spAutoFit/>
          </a:bodyPr>
          <a:lstStyle>
            <a:defPPr>
              <a:defRPr lang="en-US"/>
            </a:defPPr>
            <a:lvl1pPr algn="ctr">
              <a:defRPr sz="900">
                <a:latin typeface="Ubuntu" panose="020B0504030602030204" pitchFamily="34" charset="0"/>
              </a:defRPr>
            </a:lvl1pPr>
          </a:lstStyle>
          <a:p>
            <a:pPr>
              <a:defRPr/>
            </a:pPr>
            <a:r>
              <a:rPr lang="en-IN" sz="1000" b="1" kern="0">
                <a:solidFill>
                  <a:srgbClr val="3C3F41"/>
                </a:solidFill>
                <a:latin typeface="Calibri"/>
                <a:ea typeface="Calibri"/>
                <a:cs typeface="Calibri"/>
              </a:rPr>
              <a:t>Test planning, review and signoff</a:t>
            </a:r>
            <a:endParaRPr lang="en-US">
              <a:ea typeface="+mn-ea"/>
            </a:endParaRPr>
          </a:p>
        </p:txBody>
      </p:sp>
      <p:sp>
        <p:nvSpPr>
          <p:cNvPr id="12" name="Right Brace 11">
            <a:extLst>
              <a:ext uri="{FF2B5EF4-FFF2-40B4-BE49-F238E27FC236}">
                <a16:creationId xmlns:a16="http://schemas.microsoft.com/office/drawing/2014/main" id="{5B724A04-733C-5314-DFBE-143783341498}"/>
              </a:ext>
            </a:extLst>
          </p:cNvPr>
          <p:cNvSpPr/>
          <p:nvPr/>
        </p:nvSpPr>
        <p:spPr>
          <a:xfrm rot="5400000">
            <a:off x="4263682" y="1805968"/>
            <a:ext cx="197350" cy="1105075"/>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13" name="TextBox 12">
            <a:extLst>
              <a:ext uri="{FF2B5EF4-FFF2-40B4-BE49-F238E27FC236}">
                <a16:creationId xmlns:a16="http://schemas.microsoft.com/office/drawing/2014/main" id="{46178112-2AF7-66AC-08D9-7B989FE13AC0}"/>
              </a:ext>
            </a:extLst>
          </p:cNvPr>
          <p:cNvSpPr txBox="1"/>
          <p:nvPr/>
        </p:nvSpPr>
        <p:spPr>
          <a:xfrm>
            <a:off x="6182318" y="2427420"/>
            <a:ext cx="1821632"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lIns="91440" tIns="45720" rIns="91440" bIns="45720" rtlCol="0" anchor="t">
            <a:spAutoFit/>
          </a:bodyPr>
          <a:lstStyle>
            <a:defPPr>
              <a:defRPr lang="en-US"/>
            </a:defPPr>
            <a:lvl1pPr algn="ctr">
              <a:defRPr sz="900">
                <a:latin typeface="Ubuntu" panose="020B0504030602030204" pitchFamily="34" charset="0"/>
              </a:defRPr>
            </a:lvl1pPr>
          </a:lstStyle>
          <a:p>
            <a:pPr>
              <a:defRPr/>
            </a:pPr>
            <a:r>
              <a:rPr lang="en-IN" sz="1000" b="1" kern="0">
                <a:solidFill>
                  <a:srgbClr val="3C3F41"/>
                </a:solidFill>
                <a:latin typeface="Calibri"/>
                <a:ea typeface="Calibri"/>
                <a:cs typeface="Calibri"/>
              </a:rPr>
              <a:t>Test design, execution and automation</a:t>
            </a:r>
          </a:p>
        </p:txBody>
      </p:sp>
      <p:sp>
        <p:nvSpPr>
          <p:cNvPr id="14" name="Right Brace 13">
            <a:extLst>
              <a:ext uri="{FF2B5EF4-FFF2-40B4-BE49-F238E27FC236}">
                <a16:creationId xmlns:a16="http://schemas.microsoft.com/office/drawing/2014/main" id="{981CFB56-21F8-B7E4-0135-7F07079E9D11}"/>
              </a:ext>
            </a:extLst>
          </p:cNvPr>
          <p:cNvSpPr/>
          <p:nvPr/>
        </p:nvSpPr>
        <p:spPr>
          <a:xfrm rot="5400000">
            <a:off x="6178979" y="1507346"/>
            <a:ext cx="197350" cy="1640534"/>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21" name="TextBox 20">
            <a:extLst>
              <a:ext uri="{FF2B5EF4-FFF2-40B4-BE49-F238E27FC236}">
                <a16:creationId xmlns:a16="http://schemas.microsoft.com/office/drawing/2014/main" id="{5942E402-2D0F-D308-8A68-161B1D940ED7}"/>
              </a:ext>
            </a:extLst>
          </p:cNvPr>
          <p:cNvSpPr txBox="1"/>
          <p:nvPr/>
        </p:nvSpPr>
        <p:spPr>
          <a:xfrm>
            <a:off x="8056426" y="2406825"/>
            <a:ext cx="1646577"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lIns="91440" tIns="45720" rIns="91440" bIns="45720" rtlCol="0" anchor="t">
            <a:spAutoFit/>
          </a:bodyPr>
          <a:lstStyle>
            <a:defPPr>
              <a:defRPr lang="en-US"/>
            </a:defPPr>
            <a:lvl1pPr algn="ctr">
              <a:defRPr sz="900">
                <a:latin typeface="Ubuntu" panose="020B0504030602030204" pitchFamily="34" charset="0"/>
              </a:defRPr>
            </a:lvl1pPr>
          </a:lstStyle>
          <a:p>
            <a:pPr>
              <a:defRPr/>
            </a:pPr>
            <a:r>
              <a:rPr lang="en-IN" sz="1000" b="1" kern="0">
                <a:solidFill>
                  <a:srgbClr val="3C3F41"/>
                </a:solidFill>
                <a:latin typeface="Calibri"/>
                <a:ea typeface="Calibri"/>
                <a:cs typeface="Calibri"/>
              </a:rPr>
              <a:t>Defect triaging and retesting</a:t>
            </a:r>
          </a:p>
        </p:txBody>
      </p:sp>
      <p:sp>
        <p:nvSpPr>
          <p:cNvPr id="22" name="Right Brace 21">
            <a:extLst>
              <a:ext uri="{FF2B5EF4-FFF2-40B4-BE49-F238E27FC236}">
                <a16:creationId xmlns:a16="http://schemas.microsoft.com/office/drawing/2014/main" id="{0F528021-9B47-CB73-5532-70F3F7FC1445}"/>
              </a:ext>
            </a:extLst>
          </p:cNvPr>
          <p:cNvSpPr/>
          <p:nvPr/>
        </p:nvSpPr>
        <p:spPr>
          <a:xfrm rot="5400000">
            <a:off x="8300222" y="1497049"/>
            <a:ext cx="197350" cy="1640534"/>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28" name="TextBox 27">
            <a:extLst>
              <a:ext uri="{FF2B5EF4-FFF2-40B4-BE49-F238E27FC236}">
                <a16:creationId xmlns:a16="http://schemas.microsoft.com/office/drawing/2014/main" id="{FA0C9BBA-759F-42DE-CA13-1E12AD1789E9}"/>
              </a:ext>
            </a:extLst>
          </p:cNvPr>
          <p:cNvSpPr txBox="1"/>
          <p:nvPr/>
        </p:nvSpPr>
        <p:spPr>
          <a:xfrm>
            <a:off x="9776075" y="2417122"/>
            <a:ext cx="1780443"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lIns="91440" tIns="45720" rIns="91440" bIns="45720" rtlCol="0" anchor="t">
            <a:spAutoFit/>
          </a:bodyPr>
          <a:lstStyle>
            <a:defPPr>
              <a:defRPr lang="en-US"/>
            </a:defPPr>
            <a:lvl1pPr algn="ctr">
              <a:defRPr sz="900">
                <a:latin typeface="Ubuntu" panose="020B0504030602030204" pitchFamily="34" charset="0"/>
              </a:defRPr>
            </a:lvl1pPr>
          </a:lstStyle>
          <a:p>
            <a:pPr>
              <a:defRPr/>
            </a:pPr>
            <a:r>
              <a:rPr lang="en-IN" sz="1000" b="1" kern="0">
                <a:solidFill>
                  <a:srgbClr val="3C3F41"/>
                </a:solidFill>
                <a:latin typeface="Calibri"/>
                <a:ea typeface="Calibri"/>
                <a:cs typeface="Calibri"/>
              </a:rPr>
              <a:t>Regression, demo &amp; Reporting</a:t>
            </a:r>
            <a:endParaRPr lang="en-US"/>
          </a:p>
        </p:txBody>
      </p:sp>
      <p:sp>
        <p:nvSpPr>
          <p:cNvPr id="29" name="Right Brace 28">
            <a:extLst>
              <a:ext uri="{FF2B5EF4-FFF2-40B4-BE49-F238E27FC236}">
                <a16:creationId xmlns:a16="http://schemas.microsoft.com/office/drawing/2014/main" id="{A62F9747-5B0B-2B6A-062F-4EFAC990AA10}"/>
              </a:ext>
            </a:extLst>
          </p:cNvPr>
          <p:cNvSpPr/>
          <p:nvPr/>
        </p:nvSpPr>
        <p:spPr>
          <a:xfrm rot="5400000">
            <a:off x="10462655" y="1527941"/>
            <a:ext cx="197350" cy="1640534"/>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cxnSp>
        <p:nvCxnSpPr>
          <p:cNvPr id="50" name="Straight Connector 49">
            <a:extLst>
              <a:ext uri="{FF2B5EF4-FFF2-40B4-BE49-F238E27FC236}">
                <a16:creationId xmlns:a16="http://schemas.microsoft.com/office/drawing/2014/main" id="{5D492A4A-6FA5-D9EE-6EA8-E39BE9FCF2C9}"/>
              </a:ext>
            </a:extLst>
          </p:cNvPr>
          <p:cNvCxnSpPr>
            <a:cxnSpLocks/>
          </p:cNvCxnSpPr>
          <p:nvPr/>
        </p:nvCxnSpPr>
        <p:spPr>
          <a:xfrm flipV="1">
            <a:off x="0" y="3437161"/>
            <a:ext cx="12192000" cy="33374"/>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B4570A2-A2B1-3421-916D-B30BBC8554C3}"/>
              </a:ext>
            </a:extLst>
          </p:cNvPr>
          <p:cNvCxnSpPr>
            <a:cxnSpLocks/>
          </p:cNvCxnSpPr>
          <p:nvPr/>
        </p:nvCxnSpPr>
        <p:spPr>
          <a:xfrm flipV="1">
            <a:off x="-1" y="502434"/>
            <a:ext cx="12192000" cy="33374"/>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DEA6A2F2-8F27-35AA-79D9-D763C35100BD}"/>
              </a:ext>
            </a:extLst>
          </p:cNvPr>
          <p:cNvCxnSpPr>
            <a:cxnSpLocks/>
          </p:cNvCxnSpPr>
          <p:nvPr/>
        </p:nvCxnSpPr>
        <p:spPr>
          <a:xfrm flipV="1">
            <a:off x="-1" y="6489718"/>
            <a:ext cx="12192000" cy="33374"/>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5499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52" imgH="355" progId="TCLayout.ActiveDocument.1">
                  <p:embed/>
                </p:oleObj>
              </mc:Choice>
              <mc:Fallback>
                <p:oleObj name="think-cell Slide" r:id="rId5" imgW="352" imgH="355" progId="TCLayout.ActiveDocument.1">
                  <p:embed/>
                  <p:pic>
                    <p:nvPicPr>
                      <p:cNvPr id="3" name="Object 2"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6" name="Rectangle 5" hidden="1"/>
          <p:cNvSpPr/>
          <p:nvPr>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rebuchet MS" panose="020B0603020202020204" pitchFamily="34" charset="0"/>
              <a:ea typeface="+mn-ea"/>
              <a:cs typeface="+mn-cs"/>
              <a:sym typeface="Trebuchet MS" panose="020B0603020202020204" pitchFamily="34" charset="0"/>
            </a:endParaRPr>
          </a:p>
        </p:txBody>
      </p:sp>
      <p:sp>
        <p:nvSpPr>
          <p:cNvPr id="19" name="Rectangle 3"/>
          <p:cNvSpPr>
            <a:spLocks noChangeArrowheads="1"/>
          </p:cNvSpPr>
          <p:nvPr/>
        </p:nvSpPr>
        <p:spPr bwMode="gray">
          <a:xfrm>
            <a:off x="630000" y="1066774"/>
            <a:ext cx="4995640" cy="307777"/>
          </a:xfrm>
          <a:prstGeom prst="rect">
            <a:avLst/>
          </a:prstGeom>
          <a:noFill/>
          <a:ln cap="rnd">
            <a:noFill/>
          </a:ln>
        </p:spPr>
        <p:txBody>
          <a:bodyPr vert="horz" wrap="square" lIns="0" tIns="0" rIns="0" bIns="0" rtlCol="0" anchor="b"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E51B24">
                    <a:lumMod val="100000"/>
                  </a:srgbClr>
                </a:solidFill>
                <a:effectLst/>
                <a:uLnTx/>
                <a:uFillTx/>
                <a:latin typeface="Ubuntu Medium"/>
                <a:ea typeface="+mn-ea"/>
                <a:cs typeface="Calibri" panose="020F0502020204030204" pitchFamily="34" charset="0"/>
              </a:rPr>
              <a:t>Cap team</a:t>
            </a:r>
          </a:p>
        </p:txBody>
      </p:sp>
      <p:sp>
        <p:nvSpPr>
          <p:cNvPr id="20" name="Rectangle 5"/>
          <p:cNvSpPr>
            <a:spLocks noChangeArrowheads="1"/>
          </p:cNvSpPr>
          <p:nvPr/>
        </p:nvSpPr>
        <p:spPr bwMode="gray">
          <a:xfrm>
            <a:off x="6567559" y="1066774"/>
            <a:ext cx="4995640" cy="307777"/>
          </a:xfrm>
          <a:prstGeom prst="rect">
            <a:avLst/>
          </a:prstGeom>
          <a:noFill/>
          <a:ln cap="rnd">
            <a:noFill/>
          </a:ln>
        </p:spPr>
        <p:txBody>
          <a:bodyPr vert="horz" wrap="square" lIns="0" tIns="0" rIns="0" bIns="0" rtlCol="0" anchor="b"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a:ln>
                  <a:noFill/>
                </a:ln>
                <a:solidFill>
                  <a:srgbClr val="FFFFFF"/>
                </a:solidFill>
                <a:effectLst/>
                <a:uLnTx/>
                <a:uFillTx/>
                <a:latin typeface="Ubuntu Medium"/>
                <a:ea typeface="+mn-ea"/>
                <a:cs typeface="Calibri" panose="020F0502020204030204" pitchFamily="34" charset="0"/>
              </a:rPr>
              <a:t>Beazley PO / S</a:t>
            </a:r>
            <a:r>
              <a:rPr kumimoji="0" lang="en-US" sz="2000" b="0" i="0" u="none" strike="noStrike" kern="1200" cap="none" spc="0" normalizeH="0" baseline="0" noProof="0">
                <a:ln>
                  <a:noFill/>
                </a:ln>
                <a:solidFill>
                  <a:srgbClr val="FFFFFF"/>
                </a:solidFill>
                <a:effectLst/>
                <a:uLnTx/>
                <a:uFillTx/>
                <a:latin typeface="Ubuntu Medium"/>
                <a:ea typeface="+mn-ea"/>
                <a:cs typeface="Calibri" panose="020F0502020204030204" pitchFamily="34" charset="0"/>
              </a:rPr>
              <a:t>MEs</a:t>
            </a:r>
          </a:p>
        </p:txBody>
      </p:sp>
      <p:sp>
        <p:nvSpPr>
          <p:cNvPr id="35" name="Rectangle 34"/>
          <p:cNvSpPr/>
          <p:nvPr/>
        </p:nvSpPr>
        <p:spPr>
          <a:xfrm>
            <a:off x="493570" y="3283201"/>
            <a:ext cx="4995640" cy="49244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830F15"/>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p>
            <a:pPr marL="378000" marR="0" lvl="1" indent="-252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endParaRPr kumimoji="0" lang="en-US" sz="1400" b="0" i="0" u="none" strike="noStrike" kern="1200" cap="none" spc="0" normalizeH="0" baseline="0" noProof="0">
              <a:ln>
                <a:noFill/>
              </a:ln>
              <a:solidFill>
                <a:srgbClr val="5B6770">
                  <a:lumMod val="100000"/>
                </a:srgbClr>
              </a:solidFill>
              <a:effectLst/>
              <a:uLnTx/>
              <a:uFillTx/>
              <a:latin typeface="Ubuntu Medium"/>
              <a:ea typeface="+mn-ea"/>
              <a:cs typeface="Calibri" panose="020F0502020204030204" pitchFamily="34" charset="0"/>
              <a:sym typeface="EMprint" panose="020B0503020204020204" pitchFamily="34" charset="0"/>
            </a:endParaRPr>
          </a:p>
        </p:txBody>
      </p:sp>
      <p:sp>
        <p:nvSpPr>
          <p:cNvPr id="15" name="Rectangle 14"/>
          <p:cNvSpPr/>
          <p:nvPr/>
        </p:nvSpPr>
        <p:spPr>
          <a:xfrm>
            <a:off x="493570" y="1728929"/>
            <a:ext cx="5130869" cy="42694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830F15"/>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p>
            <a:pPr marL="378000" marR="0" lvl="1" indent="-252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GB" sz="1400" b="0" i="0" u="none" strike="noStrike" kern="1200" cap="none" spc="0" normalizeH="0" baseline="0" noProof="0">
                <a:ln>
                  <a:noFill/>
                </a:ln>
                <a:solidFill>
                  <a:srgbClr val="5B6770">
                    <a:lumMod val="100000"/>
                  </a:srgbClr>
                </a:solidFill>
                <a:effectLst/>
                <a:uLnTx/>
                <a:uFillTx/>
                <a:latin typeface="Ubuntu Medium"/>
                <a:ea typeface="+mn-ea"/>
                <a:cs typeface="Calibri" panose="020F0502020204030204" pitchFamily="34" charset="0"/>
                <a:sym typeface="EMprint" panose="020B0503020204020204" pitchFamily="34" charset="0"/>
              </a:rPr>
              <a:t>Agree on Sprint Scope with PO/SMEs</a:t>
            </a:r>
            <a:endParaRPr kumimoji="0" lang="en-US" sz="1400" b="0" i="0" u="none" strike="noStrike" kern="1200" cap="none" spc="0" normalizeH="0" baseline="0" noProof="0">
              <a:ln>
                <a:noFill/>
              </a:ln>
              <a:solidFill>
                <a:srgbClr val="5B6770">
                  <a:lumMod val="100000"/>
                </a:srgbClr>
              </a:solidFill>
              <a:effectLst/>
              <a:uLnTx/>
              <a:uFillTx/>
              <a:latin typeface="Ubuntu Medium"/>
              <a:ea typeface="+mn-ea"/>
              <a:cs typeface="Calibri" panose="020F0502020204030204" pitchFamily="34" charset="0"/>
              <a:sym typeface="EMprint" panose="020B0503020204020204" pitchFamily="34" charset="0"/>
            </a:endParaRPr>
          </a:p>
        </p:txBody>
      </p:sp>
      <p:sp>
        <p:nvSpPr>
          <p:cNvPr id="18" name="Rectangle 17"/>
          <p:cNvSpPr/>
          <p:nvPr/>
        </p:nvSpPr>
        <p:spPr>
          <a:xfrm>
            <a:off x="493570" y="3967725"/>
            <a:ext cx="4995640" cy="49244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830F15"/>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p>
            <a:pPr marL="378000" marR="0" lvl="1" indent="-252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400" b="0" i="0" u="none" strike="noStrike" kern="1200" cap="none" spc="0" normalizeH="0" baseline="0" noProof="0">
                <a:ln>
                  <a:noFill/>
                </a:ln>
                <a:solidFill>
                  <a:srgbClr val="5B6770">
                    <a:lumMod val="100000"/>
                  </a:srgbClr>
                </a:solidFill>
                <a:effectLst/>
                <a:uLnTx/>
                <a:uFillTx/>
                <a:latin typeface="Ubuntu Medium"/>
                <a:ea typeface="+mn-ea"/>
                <a:cs typeface="Calibri" panose="020F0502020204030204" pitchFamily="34" charset="0"/>
                <a:sym typeface="EMprint" panose="020B0503020204020204" pitchFamily="34" charset="0"/>
              </a:rPr>
              <a:t>Demonstrate OOTB capabilities.</a:t>
            </a:r>
          </a:p>
        </p:txBody>
      </p:sp>
      <p:sp>
        <p:nvSpPr>
          <p:cNvPr id="21" name="Rectangle 20"/>
          <p:cNvSpPr/>
          <p:nvPr/>
        </p:nvSpPr>
        <p:spPr>
          <a:xfrm>
            <a:off x="493570" y="4879023"/>
            <a:ext cx="4995640" cy="54298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830F15"/>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p>
            <a:pPr marL="378000" marR="0" lvl="1" indent="-252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GB" sz="1400" b="0" i="0" u="none" strike="noStrike" kern="1200" cap="none" spc="0" normalizeH="0" baseline="0" noProof="0">
                <a:ln>
                  <a:noFill/>
                </a:ln>
                <a:solidFill>
                  <a:srgbClr val="5B6770">
                    <a:lumMod val="100000"/>
                  </a:srgbClr>
                </a:solidFill>
                <a:effectLst/>
                <a:uLnTx/>
                <a:uFillTx/>
                <a:latin typeface="Ubuntu Medium"/>
                <a:ea typeface="+mn-ea"/>
                <a:cs typeface="Calibri" panose="020F0502020204030204" pitchFamily="34" charset="0"/>
                <a:sym typeface="EMprint" panose="020B0503020204020204" pitchFamily="34" charset="0"/>
              </a:rPr>
              <a:t>Gather &amp; document detailed Functional requirements including  Business Rules, Permission, Activities, Audit trail etc.</a:t>
            </a:r>
            <a:endParaRPr kumimoji="0" lang="en-US" sz="1400" b="0" i="0" u="none" strike="noStrike" kern="1200" cap="none" spc="0" normalizeH="0" baseline="0" noProof="0">
              <a:ln>
                <a:noFill/>
              </a:ln>
              <a:solidFill>
                <a:srgbClr val="5B6770">
                  <a:lumMod val="100000"/>
                </a:srgbClr>
              </a:solidFill>
              <a:effectLst/>
              <a:uLnTx/>
              <a:uFillTx/>
              <a:latin typeface="Ubuntu Medium"/>
              <a:ea typeface="+mn-ea"/>
              <a:cs typeface="Calibri" panose="020F0502020204030204" pitchFamily="34" charset="0"/>
              <a:sym typeface="EMprint" panose="020B0503020204020204" pitchFamily="34" charset="0"/>
            </a:endParaRPr>
          </a:p>
        </p:txBody>
      </p:sp>
      <p:sp>
        <p:nvSpPr>
          <p:cNvPr id="36" name="ee4pContent1"/>
          <p:cNvSpPr txBox="1"/>
          <p:nvPr/>
        </p:nvSpPr>
        <p:spPr>
          <a:xfrm>
            <a:off x="6567559" y="1676122"/>
            <a:ext cx="5235558" cy="57866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830F15"/>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defPPr>
              <a:defRPr lang="en-US"/>
            </a:defPPr>
            <a:lvl1pPr>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cs typeface="Arial" pitchFamily="34" charset="0"/>
              </a:defRPr>
            </a:lvl1pPr>
            <a:lvl2pPr marL="324000" lvl="1" indent="-216000">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defRPr>
            </a:lvl2pPr>
            <a:lvl3pPr marL="648000" lvl="2" indent="-216000">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defRPr>
            </a:lvl3pPr>
            <a:lvl4pPr marL="0" lvl="3">
              <a:buClr>
                <a:srgbClr val="E51B24"/>
              </a:buClr>
              <a:buSzPct val="100000"/>
              <a:buFont typeface="Trebuchet MS" panose="020B0603020202020204" pitchFamily="34" charset="0"/>
              <a:buChar char="​"/>
              <a:defRPr sz="1600">
                <a:solidFill>
                  <a:srgbClr val="E51B24"/>
                </a:solidFill>
                <a:latin typeface="Trebuchet MS" panose="020B0603020202020204" pitchFamily="34" charset="0"/>
              </a:defRPr>
            </a:lvl4pPr>
            <a:lvl5pPr marL="0" lvl="4">
              <a:buClr>
                <a:srgbClr val="E51B24"/>
              </a:buClr>
              <a:buSzPct val="100000"/>
              <a:buFont typeface="Trebuchet MS" panose="020B0603020202020204" pitchFamily="34" charset="0"/>
              <a:buChar char="​"/>
              <a:defRPr sz="1600" b="1">
                <a:solidFill>
                  <a:srgbClr val="5B6770"/>
                </a:solidFill>
                <a:latin typeface="Trebuchet MS" panose="020B0603020202020204" pitchFamily="34" charset="0"/>
              </a:defRPr>
            </a:lvl5pPr>
            <a:lvl6pPr marL="324000" lvl="5" indent="-216000">
              <a:buClr>
                <a:srgbClr val="E51B24"/>
              </a:buClr>
              <a:buSzPct val="100000"/>
              <a:buFont typeface="Trebuchet MS" panose="020B0603020202020204" pitchFamily="34" charset="0"/>
              <a:buChar char="•"/>
              <a:defRPr sz="1600">
                <a:solidFill>
                  <a:srgbClr val="5B6770"/>
                </a:solidFill>
                <a:latin typeface="Trebuchet MS" panose="020B0603020202020204" pitchFamily="34" charset="0"/>
              </a:defRPr>
            </a:lvl6pPr>
            <a:lvl7pPr marL="0" lvl="6">
              <a:buClr>
                <a:srgbClr val="E51B24"/>
              </a:buClr>
              <a:buSzPct val="100000"/>
              <a:buFont typeface="Trebuchet MS" panose="020B0603020202020204" pitchFamily="34" charset="0"/>
              <a:buChar char="​"/>
              <a:defRPr sz="4400">
                <a:solidFill>
                  <a:srgbClr val="5B6770"/>
                </a:solidFill>
                <a:latin typeface="Trebuchet MS" panose="020B0603020202020204" pitchFamily="34" charset="0"/>
              </a:defRPr>
            </a:lvl7pPr>
            <a:lvl8pPr marL="0" lvl="7">
              <a:buClr>
                <a:srgbClr val="E51B24"/>
              </a:buClr>
              <a:buSzPct val="100000"/>
              <a:buFont typeface="Trebuchet MS" panose="020B0603020202020204" pitchFamily="34" charset="0"/>
              <a:buChar char="​"/>
              <a:defRPr sz="5400">
                <a:solidFill>
                  <a:srgbClr val="E51B24"/>
                </a:solidFill>
                <a:latin typeface="Trebuchet MS" panose="020B0603020202020204" pitchFamily="34" charset="0"/>
              </a:defRPr>
            </a:lvl8pPr>
            <a:lvl9pPr marL="0" lvl="8">
              <a:buClr>
                <a:srgbClr val="E51B24"/>
              </a:buClr>
              <a:buSzPct val="100000"/>
              <a:buFont typeface="Trebuchet MS" panose="020B0603020202020204" pitchFamily="34" charset="0"/>
              <a:buChar char="​"/>
              <a:defRPr sz="2400">
                <a:solidFill>
                  <a:srgbClr val="E51B24"/>
                </a:solidFill>
                <a:latin typeface="Trebuchet MS" panose="020B0603020202020204" pitchFamily="34" charset="0"/>
              </a:defRPr>
            </a:lvl9pPr>
          </a:lstStyle>
          <a:p>
            <a:pPr marL="378000" marR="0" lvl="1" indent="-252000" algn="l" defTabSz="914400" rtl="0" eaLnBrk="1" fontAlgn="auto" latinLnBrk="0" hangingPunct="1">
              <a:lnSpc>
                <a:spcPct val="100000"/>
              </a:lnSpc>
              <a:spcBef>
                <a:spcPts val="0"/>
              </a:spcBef>
              <a:spcAft>
                <a:spcPts val="0"/>
              </a:spcAft>
              <a:buClr>
                <a:srgbClr val="FFFFFF"/>
              </a:buClr>
              <a:buSzPct val="100000"/>
              <a:buFont typeface="Trebuchet MS" panose="020B0603020202020204" pitchFamily="34" charset="0"/>
              <a:buChar char="•"/>
              <a:tabLst/>
              <a:defRPr/>
            </a:pPr>
            <a:r>
              <a:rPr kumimoji="0" lang="en-US" sz="1800" b="0" i="0" u="none" strike="noStrike" kern="1200" cap="none" spc="0" normalizeH="0" baseline="0" noProof="0">
                <a:ln>
                  <a:noFill/>
                </a:ln>
                <a:solidFill>
                  <a:srgbClr val="FFFFFF"/>
                </a:solidFill>
                <a:effectLst/>
                <a:uLnTx/>
                <a:uFillTx/>
                <a:latin typeface="Ubuntu Medium"/>
                <a:ea typeface="+mn-ea"/>
                <a:cs typeface="Calibri" panose="020F0502020204030204" pitchFamily="34" charset="0"/>
                <a:sym typeface="Trebuchet MS" panose="020B0603020202020204" pitchFamily="34" charset="0"/>
              </a:rPr>
              <a:t>Refresh your knowledge on current State Business Processes and pain points</a:t>
            </a:r>
          </a:p>
        </p:txBody>
      </p:sp>
      <p:sp>
        <p:nvSpPr>
          <p:cNvPr id="22" name="ee4pContent1"/>
          <p:cNvSpPr txBox="1"/>
          <p:nvPr/>
        </p:nvSpPr>
        <p:spPr>
          <a:xfrm>
            <a:off x="6567559" y="2397197"/>
            <a:ext cx="4995640" cy="29653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830F15"/>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defPPr>
              <a:defRPr lang="en-US"/>
            </a:defPPr>
            <a:lvl1pPr>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cs typeface="Arial" pitchFamily="34" charset="0"/>
              </a:defRPr>
            </a:lvl1pPr>
            <a:lvl2pPr marL="324000" lvl="1" indent="-216000">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defRPr>
            </a:lvl2pPr>
            <a:lvl3pPr marL="648000" lvl="2" indent="-216000">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defRPr>
            </a:lvl3pPr>
            <a:lvl4pPr marL="0" lvl="3">
              <a:buClr>
                <a:srgbClr val="E51B24"/>
              </a:buClr>
              <a:buSzPct val="100000"/>
              <a:buFont typeface="Trebuchet MS" panose="020B0603020202020204" pitchFamily="34" charset="0"/>
              <a:buChar char="​"/>
              <a:defRPr sz="1600">
                <a:solidFill>
                  <a:srgbClr val="E51B24"/>
                </a:solidFill>
                <a:latin typeface="Trebuchet MS" panose="020B0603020202020204" pitchFamily="34" charset="0"/>
              </a:defRPr>
            </a:lvl4pPr>
            <a:lvl5pPr marL="0" lvl="4">
              <a:buClr>
                <a:srgbClr val="E51B24"/>
              </a:buClr>
              <a:buSzPct val="100000"/>
              <a:buFont typeface="Trebuchet MS" panose="020B0603020202020204" pitchFamily="34" charset="0"/>
              <a:buChar char="​"/>
              <a:defRPr sz="1600" b="1">
                <a:solidFill>
                  <a:srgbClr val="5B6770"/>
                </a:solidFill>
                <a:latin typeface="Trebuchet MS" panose="020B0603020202020204" pitchFamily="34" charset="0"/>
              </a:defRPr>
            </a:lvl5pPr>
            <a:lvl6pPr marL="324000" lvl="5" indent="-216000">
              <a:buClr>
                <a:srgbClr val="E51B24"/>
              </a:buClr>
              <a:buSzPct val="100000"/>
              <a:buFont typeface="Trebuchet MS" panose="020B0603020202020204" pitchFamily="34" charset="0"/>
              <a:buChar char="•"/>
              <a:defRPr sz="1600">
                <a:solidFill>
                  <a:srgbClr val="5B6770"/>
                </a:solidFill>
                <a:latin typeface="Trebuchet MS" panose="020B0603020202020204" pitchFamily="34" charset="0"/>
              </a:defRPr>
            </a:lvl6pPr>
            <a:lvl7pPr marL="0" lvl="6">
              <a:buClr>
                <a:srgbClr val="E51B24"/>
              </a:buClr>
              <a:buSzPct val="100000"/>
              <a:buFont typeface="Trebuchet MS" panose="020B0603020202020204" pitchFamily="34" charset="0"/>
              <a:buChar char="​"/>
              <a:defRPr sz="4400">
                <a:solidFill>
                  <a:srgbClr val="5B6770"/>
                </a:solidFill>
                <a:latin typeface="Trebuchet MS" panose="020B0603020202020204" pitchFamily="34" charset="0"/>
              </a:defRPr>
            </a:lvl7pPr>
            <a:lvl8pPr marL="0" lvl="7">
              <a:buClr>
                <a:srgbClr val="E51B24"/>
              </a:buClr>
              <a:buSzPct val="100000"/>
              <a:buFont typeface="Trebuchet MS" panose="020B0603020202020204" pitchFamily="34" charset="0"/>
              <a:buChar char="​"/>
              <a:defRPr sz="5400">
                <a:solidFill>
                  <a:srgbClr val="E51B24"/>
                </a:solidFill>
                <a:latin typeface="Trebuchet MS" panose="020B0603020202020204" pitchFamily="34" charset="0"/>
              </a:defRPr>
            </a:lvl8pPr>
            <a:lvl9pPr marL="0" lvl="8">
              <a:buClr>
                <a:srgbClr val="E51B24"/>
              </a:buClr>
              <a:buSzPct val="100000"/>
              <a:buFont typeface="Trebuchet MS" panose="020B0603020202020204" pitchFamily="34" charset="0"/>
              <a:buChar char="​"/>
              <a:defRPr sz="2400">
                <a:solidFill>
                  <a:srgbClr val="E51B24"/>
                </a:solidFill>
                <a:latin typeface="Trebuchet MS" panose="020B0603020202020204" pitchFamily="34" charset="0"/>
              </a:defRPr>
            </a:lvl9pPr>
          </a:lstStyle>
          <a:p>
            <a:pPr marL="378000" marR="0" lvl="1" indent="-252000" algn="l" defTabSz="914400" rtl="0" eaLnBrk="1" fontAlgn="auto" latinLnBrk="0" hangingPunct="1">
              <a:lnSpc>
                <a:spcPct val="100000"/>
              </a:lnSpc>
              <a:spcBef>
                <a:spcPts val="0"/>
              </a:spcBef>
              <a:spcAft>
                <a:spcPts val="0"/>
              </a:spcAft>
              <a:buClr>
                <a:srgbClr val="FFFFFF"/>
              </a:buClr>
              <a:buSzPct val="100000"/>
              <a:buFont typeface="Trebuchet MS" panose="020B0603020202020204" pitchFamily="34" charset="0"/>
              <a:buChar char="•"/>
              <a:tabLst/>
              <a:defRPr/>
            </a:pPr>
            <a:r>
              <a:rPr kumimoji="0" lang="en-US" sz="1800" b="0" i="0" u="none" strike="noStrike" kern="1200" cap="none" spc="0" normalizeH="0" baseline="0" noProof="0">
                <a:ln>
                  <a:noFill/>
                </a:ln>
                <a:solidFill>
                  <a:srgbClr val="FFFFFF"/>
                </a:solidFill>
                <a:effectLst/>
                <a:uLnTx/>
                <a:uFillTx/>
                <a:latin typeface="Ubuntu Medium"/>
                <a:ea typeface="+mn-ea"/>
                <a:cs typeface="Calibri" panose="020F0502020204030204" pitchFamily="34" charset="0"/>
                <a:sym typeface="Trebuchet MS" panose="020B0603020202020204" pitchFamily="34" charset="0"/>
              </a:rPr>
              <a:t>Talk through detailed requirements specific to every Backlog item</a:t>
            </a:r>
          </a:p>
        </p:txBody>
      </p:sp>
      <p:sp>
        <p:nvSpPr>
          <p:cNvPr id="23" name="ee4pContent1"/>
          <p:cNvSpPr txBox="1"/>
          <p:nvPr/>
        </p:nvSpPr>
        <p:spPr>
          <a:xfrm>
            <a:off x="6567559" y="6465367"/>
            <a:ext cx="4995640" cy="29653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830F15"/>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defPPr>
              <a:defRPr lang="en-US"/>
            </a:defPPr>
            <a:lvl1pPr>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cs typeface="Arial" pitchFamily="34" charset="0"/>
              </a:defRPr>
            </a:lvl1pPr>
            <a:lvl2pPr marL="324000" lvl="1" indent="-216000">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defRPr>
            </a:lvl2pPr>
            <a:lvl3pPr marL="648000" lvl="2" indent="-216000">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defRPr>
            </a:lvl3pPr>
            <a:lvl4pPr marL="0" lvl="3">
              <a:buClr>
                <a:srgbClr val="E51B24"/>
              </a:buClr>
              <a:buSzPct val="100000"/>
              <a:buFont typeface="Trebuchet MS" panose="020B0603020202020204" pitchFamily="34" charset="0"/>
              <a:buChar char="​"/>
              <a:defRPr sz="1600">
                <a:solidFill>
                  <a:srgbClr val="E51B24"/>
                </a:solidFill>
                <a:latin typeface="Trebuchet MS" panose="020B0603020202020204" pitchFamily="34" charset="0"/>
              </a:defRPr>
            </a:lvl4pPr>
            <a:lvl5pPr marL="0" lvl="4">
              <a:buClr>
                <a:srgbClr val="E51B24"/>
              </a:buClr>
              <a:buSzPct val="100000"/>
              <a:buFont typeface="Trebuchet MS" panose="020B0603020202020204" pitchFamily="34" charset="0"/>
              <a:buChar char="​"/>
              <a:defRPr sz="1600" b="1">
                <a:solidFill>
                  <a:srgbClr val="5B6770"/>
                </a:solidFill>
                <a:latin typeface="Trebuchet MS" panose="020B0603020202020204" pitchFamily="34" charset="0"/>
              </a:defRPr>
            </a:lvl5pPr>
            <a:lvl6pPr marL="324000" lvl="5" indent="-216000">
              <a:buClr>
                <a:srgbClr val="E51B24"/>
              </a:buClr>
              <a:buSzPct val="100000"/>
              <a:buFont typeface="Trebuchet MS" panose="020B0603020202020204" pitchFamily="34" charset="0"/>
              <a:buChar char="•"/>
              <a:defRPr sz="1600">
                <a:solidFill>
                  <a:srgbClr val="5B6770"/>
                </a:solidFill>
                <a:latin typeface="Trebuchet MS" panose="020B0603020202020204" pitchFamily="34" charset="0"/>
              </a:defRPr>
            </a:lvl6pPr>
            <a:lvl7pPr marL="0" lvl="6">
              <a:buClr>
                <a:srgbClr val="E51B24"/>
              </a:buClr>
              <a:buSzPct val="100000"/>
              <a:buFont typeface="Trebuchet MS" panose="020B0603020202020204" pitchFamily="34" charset="0"/>
              <a:buChar char="​"/>
              <a:defRPr sz="4400">
                <a:solidFill>
                  <a:srgbClr val="5B6770"/>
                </a:solidFill>
                <a:latin typeface="Trebuchet MS" panose="020B0603020202020204" pitchFamily="34" charset="0"/>
              </a:defRPr>
            </a:lvl7pPr>
            <a:lvl8pPr marL="0" lvl="7">
              <a:buClr>
                <a:srgbClr val="E51B24"/>
              </a:buClr>
              <a:buSzPct val="100000"/>
              <a:buFont typeface="Trebuchet MS" panose="020B0603020202020204" pitchFamily="34" charset="0"/>
              <a:buChar char="​"/>
              <a:defRPr sz="5400">
                <a:solidFill>
                  <a:srgbClr val="E51B24"/>
                </a:solidFill>
                <a:latin typeface="Trebuchet MS" panose="020B0603020202020204" pitchFamily="34" charset="0"/>
              </a:defRPr>
            </a:lvl8pPr>
            <a:lvl9pPr marL="0" lvl="8">
              <a:buClr>
                <a:srgbClr val="E51B24"/>
              </a:buClr>
              <a:buSzPct val="100000"/>
              <a:buFont typeface="Trebuchet MS" panose="020B0603020202020204" pitchFamily="34" charset="0"/>
              <a:buChar char="​"/>
              <a:defRPr sz="2400">
                <a:solidFill>
                  <a:srgbClr val="E51B24"/>
                </a:solidFill>
                <a:latin typeface="Trebuchet MS" panose="020B0603020202020204" pitchFamily="34" charset="0"/>
              </a:defRPr>
            </a:lvl9pPr>
          </a:lstStyle>
          <a:p>
            <a:pPr marL="378000" marR="0" lvl="1" indent="-252000" algn="l" defTabSz="914400" rtl="0" eaLnBrk="1" fontAlgn="auto" latinLnBrk="0" hangingPunct="1">
              <a:lnSpc>
                <a:spcPct val="100000"/>
              </a:lnSpc>
              <a:spcBef>
                <a:spcPts val="0"/>
              </a:spcBef>
              <a:spcAft>
                <a:spcPts val="0"/>
              </a:spcAft>
              <a:buClr>
                <a:srgbClr val="FFFFFF"/>
              </a:buClr>
              <a:buSzPct val="100000"/>
              <a:buFont typeface="Trebuchet MS" panose="020B0603020202020204" pitchFamily="34" charset="0"/>
              <a:buChar char="•"/>
              <a:tabLst/>
              <a:defRPr/>
            </a:pPr>
            <a:r>
              <a:rPr kumimoji="0" lang="en-US" sz="1800" b="0" i="0" u="none" strike="noStrike" kern="1200" cap="none" spc="0" normalizeH="0" baseline="0" noProof="0">
                <a:ln>
                  <a:noFill/>
                </a:ln>
                <a:solidFill>
                  <a:srgbClr val="FFFFFF"/>
                </a:solidFill>
                <a:effectLst/>
                <a:uLnTx/>
                <a:uFillTx/>
                <a:latin typeface="Ubuntu Medium"/>
                <a:ea typeface="+mn-ea"/>
                <a:cs typeface="Calibri" panose="020F0502020204030204" pitchFamily="34" charset="0"/>
                <a:sym typeface="Trebuchet MS" panose="020B0603020202020204" pitchFamily="34" charset="0"/>
              </a:rPr>
              <a:t>Focus on ‘What’ and not ‘How’</a:t>
            </a:r>
          </a:p>
        </p:txBody>
      </p:sp>
      <p:sp>
        <p:nvSpPr>
          <p:cNvPr id="24" name="ee4pContent1"/>
          <p:cNvSpPr txBox="1"/>
          <p:nvPr/>
        </p:nvSpPr>
        <p:spPr>
          <a:xfrm>
            <a:off x="6567559" y="4179033"/>
            <a:ext cx="5476051" cy="32525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830F15"/>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defPPr>
              <a:defRPr lang="en-US"/>
            </a:defPPr>
            <a:lvl1pPr>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cs typeface="Arial" pitchFamily="34" charset="0"/>
              </a:defRPr>
            </a:lvl1pPr>
            <a:lvl2pPr marL="324000" lvl="1" indent="-216000">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defRPr>
            </a:lvl2pPr>
            <a:lvl3pPr marL="648000" lvl="2" indent="-216000">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defRPr>
            </a:lvl3pPr>
            <a:lvl4pPr marL="0" lvl="3">
              <a:buClr>
                <a:srgbClr val="E51B24"/>
              </a:buClr>
              <a:buSzPct val="100000"/>
              <a:buFont typeface="Trebuchet MS" panose="020B0603020202020204" pitchFamily="34" charset="0"/>
              <a:buChar char="​"/>
              <a:defRPr sz="1600">
                <a:solidFill>
                  <a:srgbClr val="E51B24"/>
                </a:solidFill>
                <a:latin typeface="Trebuchet MS" panose="020B0603020202020204" pitchFamily="34" charset="0"/>
              </a:defRPr>
            </a:lvl4pPr>
            <a:lvl5pPr marL="0" lvl="4">
              <a:buClr>
                <a:srgbClr val="E51B24"/>
              </a:buClr>
              <a:buSzPct val="100000"/>
              <a:buFont typeface="Trebuchet MS" panose="020B0603020202020204" pitchFamily="34" charset="0"/>
              <a:buChar char="​"/>
              <a:defRPr sz="1600" b="1">
                <a:solidFill>
                  <a:srgbClr val="5B6770"/>
                </a:solidFill>
                <a:latin typeface="Trebuchet MS" panose="020B0603020202020204" pitchFamily="34" charset="0"/>
              </a:defRPr>
            </a:lvl5pPr>
            <a:lvl6pPr marL="324000" lvl="5" indent="-216000">
              <a:buClr>
                <a:srgbClr val="E51B24"/>
              </a:buClr>
              <a:buSzPct val="100000"/>
              <a:buFont typeface="Trebuchet MS" panose="020B0603020202020204" pitchFamily="34" charset="0"/>
              <a:buChar char="•"/>
              <a:defRPr sz="1600">
                <a:solidFill>
                  <a:srgbClr val="5B6770"/>
                </a:solidFill>
                <a:latin typeface="Trebuchet MS" panose="020B0603020202020204" pitchFamily="34" charset="0"/>
              </a:defRPr>
            </a:lvl6pPr>
            <a:lvl7pPr marL="0" lvl="6">
              <a:buClr>
                <a:srgbClr val="E51B24"/>
              </a:buClr>
              <a:buSzPct val="100000"/>
              <a:buFont typeface="Trebuchet MS" panose="020B0603020202020204" pitchFamily="34" charset="0"/>
              <a:buChar char="​"/>
              <a:defRPr sz="4400">
                <a:solidFill>
                  <a:srgbClr val="5B6770"/>
                </a:solidFill>
                <a:latin typeface="Trebuchet MS" panose="020B0603020202020204" pitchFamily="34" charset="0"/>
              </a:defRPr>
            </a:lvl7pPr>
            <a:lvl8pPr marL="0" lvl="7">
              <a:buClr>
                <a:srgbClr val="E51B24"/>
              </a:buClr>
              <a:buSzPct val="100000"/>
              <a:buFont typeface="Trebuchet MS" panose="020B0603020202020204" pitchFamily="34" charset="0"/>
              <a:buChar char="​"/>
              <a:defRPr sz="5400">
                <a:solidFill>
                  <a:srgbClr val="E51B24"/>
                </a:solidFill>
                <a:latin typeface="Trebuchet MS" panose="020B0603020202020204" pitchFamily="34" charset="0"/>
              </a:defRPr>
            </a:lvl8pPr>
            <a:lvl9pPr marL="0" lvl="8">
              <a:buClr>
                <a:srgbClr val="E51B24"/>
              </a:buClr>
              <a:buSzPct val="100000"/>
              <a:buFont typeface="Trebuchet MS" panose="020B0603020202020204" pitchFamily="34" charset="0"/>
              <a:buChar char="​"/>
              <a:defRPr sz="2400">
                <a:solidFill>
                  <a:srgbClr val="E51B24"/>
                </a:solidFill>
                <a:latin typeface="Trebuchet MS" panose="020B0603020202020204" pitchFamily="34" charset="0"/>
              </a:defRPr>
            </a:lvl9pPr>
          </a:lstStyle>
          <a:p>
            <a:pPr marL="378000" marR="0" lvl="1" indent="-252000" algn="l" defTabSz="914400" rtl="0" eaLnBrk="1" fontAlgn="auto" latinLnBrk="0" hangingPunct="1">
              <a:lnSpc>
                <a:spcPct val="100000"/>
              </a:lnSpc>
              <a:spcBef>
                <a:spcPts val="0"/>
              </a:spcBef>
              <a:spcAft>
                <a:spcPts val="0"/>
              </a:spcAft>
              <a:buClr>
                <a:srgbClr val="FFFFFF"/>
              </a:buClr>
              <a:buSzPct val="100000"/>
              <a:buFont typeface="Trebuchet MS" panose="020B0603020202020204" pitchFamily="34" charset="0"/>
              <a:buChar char="•"/>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Calibri" panose="020F0502020204030204" pitchFamily="34" charset="0"/>
              <a:sym typeface="Trebuchet MS" panose="020B0603020202020204" pitchFamily="34" charset="0"/>
            </a:endParaRPr>
          </a:p>
        </p:txBody>
      </p:sp>
      <p:cxnSp>
        <p:nvCxnSpPr>
          <p:cNvPr id="5" name="Straight Arrow Connector 4"/>
          <p:cNvCxnSpPr/>
          <p:nvPr/>
        </p:nvCxnSpPr>
        <p:spPr>
          <a:xfrm>
            <a:off x="630000" y="1520293"/>
            <a:ext cx="4995640" cy="0"/>
          </a:xfrm>
          <a:prstGeom prst="straightConnector1">
            <a:avLst/>
          </a:prstGeom>
          <a:ln w="19050" cap="rnd">
            <a:solidFill>
              <a:schemeClr val="tx1">
                <a:lumMod val="60000"/>
                <a:lumOff val="40000"/>
              </a:schemeClr>
            </a:solidFill>
            <a:prstDash val="solid"/>
            <a:round/>
            <a:headEnd type="none"/>
            <a:tailEnd type="oval"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6567559" y="1516958"/>
            <a:ext cx="4995640" cy="0"/>
          </a:xfrm>
          <a:prstGeom prst="straightConnector1">
            <a:avLst/>
          </a:prstGeom>
          <a:ln w="19050" cap="rnd" cmpd="sng" algn="ctr">
            <a:solidFill>
              <a:srgbClr val="FFFFFF"/>
            </a:solidFill>
            <a:prstDash val="solid"/>
            <a:round/>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8" name="Title 3">
            <a:extLst>
              <a:ext uri="{FF2B5EF4-FFF2-40B4-BE49-F238E27FC236}">
                <a16:creationId xmlns:a16="http://schemas.microsoft.com/office/drawing/2014/main" id="{4D9DB7C2-D184-1A2B-8635-97541270320E}"/>
              </a:ext>
            </a:extLst>
          </p:cNvPr>
          <p:cNvSpPr txBox="1">
            <a:spLocks/>
          </p:cNvSpPr>
          <p:nvPr/>
        </p:nvSpPr>
        <p:spPr>
          <a:xfrm>
            <a:off x="194089" y="96100"/>
            <a:ext cx="10179050"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ctr">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2800" b="0" i="0" u="none" strike="noStrike" kern="1200" cap="none" spc="0" normalizeH="0" baseline="0" noProof="0">
                <a:ln>
                  <a:noFill/>
                </a:ln>
                <a:solidFill>
                  <a:prstClr val="black"/>
                </a:solidFill>
                <a:effectLst/>
                <a:uLnTx/>
                <a:uFillTx/>
                <a:latin typeface="Ubuntu Medium"/>
                <a:ea typeface="+mj-ea"/>
                <a:cs typeface="+mj-cs"/>
                <a:sym typeface="Trebuchet MS" panose="020B0603020202020204" pitchFamily="34" charset="0"/>
              </a:rPr>
              <a:t>Expectations for Elaboration Workshops </a:t>
            </a:r>
            <a:endParaRPr kumimoji="0" lang="en-US" sz="2800" b="0" i="0" u="none" strike="noStrike" kern="1200" cap="none" spc="0" normalizeH="0" baseline="0" noProof="0">
              <a:ln>
                <a:noFill/>
              </a:ln>
              <a:solidFill>
                <a:prstClr val="black"/>
              </a:solidFill>
              <a:effectLst/>
              <a:uLnTx/>
              <a:uFillTx/>
              <a:latin typeface="Ubuntu Medium"/>
              <a:ea typeface="+mj-ea"/>
              <a:cs typeface="+mj-cs"/>
              <a:sym typeface="Trebuchet MS" panose="020B0603020202020204" pitchFamily="34" charset="0"/>
            </a:endParaRPr>
          </a:p>
        </p:txBody>
      </p:sp>
      <p:sp>
        <p:nvSpPr>
          <p:cNvPr id="9" name="ee4pContent1">
            <a:extLst>
              <a:ext uri="{FF2B5EF4-FFF2-40B4-BE49-F238E27FC236}">
                <a16:creationId xmlns:a16="http://schemas.microsoft.com/office/drawing/2014/main" id="{D5AE1509-1250-C4EE-F563-4AE07D97A294}"/>
              </a:ext>
            </a:extLst>
          </p:cNvPr>
          <p:cNvSpPr txBox="1"/>
          <p:nvPr/>
        </p:nvSpPr>
        <p:spPr>
          <a:xfrm>
            <a:off x="6567559" y="5087987"/>
            <a:ext cx="4995640" cy="29653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830F15"/>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defPPr>
              <a:defRPr lang="en-US"/>
            </a:defPPr>
            <a:lvl1pPr>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cs typeface="Arial" pitchFamily="34" charset="0"/>
              </a:defRPr>
            </a:lvl1pPr>
            <a:lvl2pPr marL="324000" lvl="1" indent="-216000">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defRPr>
            </a:lvl2pPr>
            <a:lvl3pPr marL="648000" lvl="2" indent="-216000">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defRPr>
            </a:lvl3pPr>
            <a:lvl4pPr marL="0" lvl="3">
              <a:buClr>
                <a:srgbClr val="E51B24"/>
              </a:buClr>
              <a:buSzPct val="100000"/>
              <a:buFont typeface="Trebuchet MS" panose="020B0603020202020204" pitchFamily="34" charset="0"/>
              <a:buChar char="​"/>
              <a:defRPr sz="1600">
                <a:solidFill>
                  <a:srgbClr val="E51B24"/>
                </a:solidFill>
                <a:latin typeface="Trebuchet MS" panose="020B0603020202020204" pitchFamily="34" charset="0"/>
              </a:defRPr>
            </a:lvl4pPr>
            <a:lvl5pPr marL="0" lvl="4">
              <a:buClr>
                <a:srgbClr val="E51B24"/>
              </a:buClr>
              <a:buSzPct val="100000"/>
              <a:buFont typeface="Trebuchet MS" panose="020B0603020202020204" pitchFamily="34" charset="0"/>
              <a:buChar char="​"/>
              <a:defRPr sz="1600" b="1">
                <a:solidFill>
                  <a:srgbClr val="5B6770"/>
                </a:solidFill>
                <a:latin typeface="Trebuchet MS" panose="020B0603020202020204" pitchFamily="34" charset="0"/>
              </a:defRPr>
            </a:lvl5pPr>
            <a:lvl6pPr marL="324000" lvl="5" indent="-216000">
              <a:buClr>
                <a:srgbClr val="E51B24"/>
              </a:buClr>
              <a:buSzPct val="100000"/>
              <a:buFont typeface="Trebuchet MS" panose="020B0603020202020204" pitchFamily="34" charset="0"/>
              <a:buChar char="•"/>
              <a:defRPr sz="1600">
                <a:solidFill>
                  <a:srgbClr val="5B6770"/>
                </a:solidFill>
                <a:latin typeface="Trebuchet MS" panose="020B0603020202020204" pitchFamily="34" charset="0"/>
              </a:defRPr>
            </a:lvl6pPr>
            <a:lvl7pPr marL="0" lvl="6">
              <a:buClr>
                <a:srgbClr val="E51B24"/>
              </a:buClr>
              <a:buSzPct val="100000"/>
              <a:buFont typeface="Trebuchet MS" panose="020B0603020202020204" pitchFamily="34" charset="0"/>
              <a:buChar char="​"/>
              <a:defRPr sz="4400">
                <a:solidFill>
                  <a:srgbClr val="5B6770"/>
                </a:solidFill>
                <a:latin typeface="Trebuchet MS" panose="020B0603020202020204" pitchFamily="34" charset="0"/>
              </a:defRPr>
            </a:lvl7pPr>
            <a:lvl8pPr marL="0" lvl="7">
              <a:buClr>
                <a:srgbClr val="E51B24"/>
              </a:buClr>
              <a:buSzPct val="100000"/>
              <a:buFont typeface="Trebuchet MS" panose="020B0603020202020204" pitchFamily="34" charset="0"/>
              <a:buChar char="​"/>
              <a:defRPr sz="5400">
                <a:solidFill>
                  <a:srgbClr val="E51B24"/>
                </a:solidFill>
                <a:latin typeface="Trebuchet MS" panose="020B0603020202020204" pitchFamily="34" charset="0"/>
              </a:defRPr>
            </a:lvl8pPr>
            <a:lvl9pPr marL="0" lvl="8">
              <a:buClr>
                <a:srgbClr val="E51B24"/>
              </a:buClr>
              <a:buSzPct val="100000"/>
              <a:buFont typeface="Trebuchet MS" panose="020B0603020202020204" pitchFamily="34" charset="0"/>
              <a:buChar char="​"/>
              <a:defRPr sz="2400">
                <a:solidFill>
                  <a:srgbClr val="E51B24"/>
                </a:solidFill>
                <a:latin typeface="Trebuchet MS" panose="020B0603020202020204" pitchFamily="34" charset="0"/>
              </a:defRPr>
            </a:lvl9pPr>
          </a:lstStyle>
          <a:p>
            <a:pPr marL="378000" marR="0" lvl="1" indent="-252000" algn="l" defTabSz="914400" rtl="0" eaLnBrk="1" fontAlgn="auto" latinLnBrk="0" hangingPunct="1">
              <a:lnSpc>
                <a:spcPct val="100000"/>
              </a:lnSpc>
              <a:spcBef>
                <a:spcPts val="0"/>
              </a:spcBef>
              <a:spcAft>
                <a:spcPts val="0"/>
              </a:spcAft>
              <a:buClr>
                <a:srgbClr val="FFFFFF"/>
              </a:buClr>
              <a:buSzPct val="100000"/>
              <a:buFont typeface="Trebuchet MS" panose="020B0603020202020204" pitchFamily="34" charset="0"/>
              <a:buChar char="•"/>
              <a:tabLst/>
              <a:defRPr/>
            </a:pPr>
            <a:r>
              <a:rPr kumimoji="0" lang="en-US" sz="1800" b="0" i="0" u="none" strike="noStrike" kern="1200" cap="none" spc="0" normalizeH="0" baseline="0" noProof="0">
                <a:ln>
                  <a:noFill/>
                </a:ln>
                <a:solidFill>
                  <a:srgbClr val="FFFFFF"/>
                </a:solidFill>
                <a:effectLst/>
                <a:uLnTx/>
                <a:uFillTx/>
                <a:latin typeface="Ubuntu Medium"/>
                <a:ea typeface="+mn-ea"/>
                <a:cs typeface="Calibri" panose="020F0502020204030204" pitchFamily="34" charset="0"/>
                <a:sym typeface="Trebuchet MS" panose="020B0603020202020204" pitchFamily="34" charset="0"/>
              </a:rPr>
              <a:t>Adapt vs Adopt</a:t>
            </a:r>
          </a:p>
        </p:txBody>
      </p:sp>
      <p:sp>
        <p:nvSpPr>
          <p:cNvPr id="10" name="ee4pContent1">
            <a:extLst>
              <a:ext uri="{FF2B5EF4-FFF2-40B4-BE49-F238E27FC236}">
                <a16:creationId xmlns:a16="http://schemas.microsoft.com/office/drawing/2014/main" id="{22DA159D-98C8-2549-4C97-CA65E46C6EFC}"/>
              </a:ext>
            </a:extLst>
          </p:cNvPr>
          <p:cNvSpPr txBox="1"/>
          <p:nvPr/>
        </p:nvSpPr>
        <p:spPr>
          <a:xfrm>
            <a:off x="6567559" y="3150529"/>
            <a:ext cx="4995640" cy="29653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830F15"/>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defPPr>
              <a:defRPr lang="en-US"/>
            </a:defPPr>
            <a:lvl1pPr>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cs typeface="Arial" pitchFamily="34" charset="0"/>
              </a:defRPr>
            </a:lvl1pPr>
            <a:lvl2pPr marL="324000" lvl="1" indent="-216000">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defRPr>
            </a:lvl2pPr>
            <a:lvl3pPr marL="648000" lvl="2" indent="-216000">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defRPr>
            </a:lvl3pPr>
            <a:lvl4pPr marL="0" lvl="3">
              <a:buClr>
                <a:srgbClr val="E51B24"/>
              </a:buClr>
              <a:buSzPct val="100000"/>
              <a:buFont typeface="Trebuchet MS" panose="020B0603020202020204" pitchFamily="34" charset="0"/>
              <a:buChar char="​"/>
              <a:defRPr sz="1600">
                <a:solidFill>
                  <a:srgbClr val="E51B24"/>
                </a:solidFill>
                <a:latin typeface="Trebuchet MS" panose="020B0603020202020204" pitchFamily="34" charset="0"/>
              </a:defRPr>
            </a:lvl4pPr>
            <a:lvl5pPr marL="0" lvl="4">
              <a:buClr>
                <a:srgbClr val="E51B24"/>
              </a:buClr>
              <a:buSzPct val="100000"/>
              <a:buFont typeface="Trebuchet MS" panose="020B0603020202020204" pitchFamily="34" charset="0"/>
              <a:buChar char="​"/>
              <a:defRPr sz="1600" b="1">
                <a:solidFill>
                  <a:srgbClr val="5B6770"/>
                </a:solidFill>
                <a:latin typeface="Trebuchet MS" panose="020B0603020202020204" pitchFamily="34" charset="0"/>
              </a:defRPr>
            </a:lvl5pPr>
            <a:lvl6pPr marL="324000" lvl="5" indent="-216000">
              <a:buClr>
                <a:srgbClr val="E51B24"/>
              </a:buClr>
              <a:buSzPct val="100000"/>
              <a:buFont typeface="Trebuchet MS" panose="020B0603020202020204" pitchFamily="34" charset="0"/>
              <a:buChar char="•"/>
              <a:defRPr sz="1600">
                <a:solidFill>
                  <a:srgbClr val="5B6770"/>
                </a:solidFill>
                <a:latin typeface="Trebuchet MS" panose="020B0603020202020204" pitchFamily="34" charset="0"/>
              </a:defRPr>
            </a:lvl6pPr>
            <a:lvl7pPr marL="0" lvl="6">
              <a:buClr>
                <a:srgbClr val="E51B24"/>
              </a:buClr>
              <a:buSzPct val="100000"/>
              <a:buFont typeface="Trebuchet MS" panose="020B0603020202020204" pitchFamily="34" charset="0"/>
              <a:buChar char="​"/>
              <a:defRPr sz="4400">
                <a:solidFill>
                  <a:srgbClr val="5B6770"/>
                </a:solidFill>
                <a:latin typeface="Trebuchet MS" panose="020B0603020202020204" pitchFamily="34" charset="0"/>
              </a:defRPr>
            </a:lvl7pPr>
            <a:lvl8pPr marL="0" lvl="7">
              <a:buClr>
                <a:srgbClr val="E51B24"/>
              </a:buClr>
              <a:buSzPct val="100000"/>
              <a:buFont typeface="Trebuchet MS" panose="020B0603020202020204" pitchFamily="34" charset="0"/>
              <a:buChar char="​"/>
              <a:defRPr sz="5400">
                <a:solidFill>
                  <a:srgbClr val="E51B24"/>
                </a:solidFill>
                <a:latin typeface="Trebuchet MS" panose="020B0603020202020204" pitchFamily="34" charset="0"/>
              </a:defRPr>
            </a:lvl8pPr>
            <a:lvl9pPr marL="0" lvl="8">
              <a:buClr>
                <a:srgbClr val="E51B24"/>
              </a:buClr>
              <a:buSzPct val="100000"/>
              <a:buFont typeface="Trebuchet MS" panose="020B0603020202020204" pitchFamily="34" charset="0"/>
              <a:buChar char="​"/>
              <a:defRPr sz="2400">
                <a:solidFill>
                  <a:srgbClr val="E51B24"/>
                </a:solidFill>
                <a:latin typeface="Trebuchet MS" panose="020B0603020202020204" pitchFamily="34" charset="0"/>
              </a:defRPr>
            </a:lvl9pPr>
          </a:lstStyle>
          <a:p>
            <a:pPr marL="378000" marR="0" lvl="1" indent="-252000" algn="l" defTabSz="914400" rtl="0" eaLnBrk="1" fontAlgn="auto" latinLnBrk="0" hangingPunct="1">
              <a:lnSpc>
                <a:spcPct val="100000"/>
              </a:lnSpc>
              <a:spcBef>
                <a:spcPts val="0"/>
              </a:spcBef>
              <a:spcAft>
                <a:spcPts val="0"/>
              </a:spcAft>
              <a:buClr>
                <a:srgbClr val="FFFFFF"/>
              </a:buClr>
              <a:buSzPct val="100000"/>
              <a:buFont typeface="Trebuchet MS" panose="020B0603020202020204" pitchFamily="34" charset="0"/>
              <a:buChar char="•"/>
              <a:tabLst/>
              <a:defRPr/>
            </a:pPr>
            <a:r>
              <a:rPr kumimoji="0" lang="en-US" sz="1800" b="0" i="0" u="none" strike="noStrike" kern="1200" cap="none" spc="0" normalizeH="0" baseline="0" noProof="0">
                <a:ln>
                  <a:noFill/>
                </a:ln>
                <a:solidFill>
                  <a:srgbClr val="FFFFFF"/>
                </a:solidFill>
                <a:effectLst/>
                <a:uLnTx/>
                <a:uFillTx/>
                <a:latin typeface="Ubuntu Medium"/>
                <a:ea typeface="+mn-ea"/>
                <a:cs typeface="Calibri" panose="020F0502020204030204" pitchFamily="34" charset="0"/>
                <a:sym typeface="Trebuchet MS" panose="020B0603020202020204" pitchFamily="34" charset="0"/>
              </a:rPr>
              <a:t>Speak up.  Question if something is unclear</a:t>
            </a:r>
          </a:p>
        </p:txBody>
      </p:sp>
      <p:sp>
        <p:nvSpPr>
          <p:cNvPr id="11" name="ee4pContent1">
            <a:extLst>
              <a:ext uri="{FF2B5EF4-FFF2-40B4-BE49-F238E27FC236}">
                <a16:creationId xmlns:a16="http://schemas.microsoft.com/office/drawing/2014/main" id="{0D7BB289-32D0-575A-AF40-F55A5C9E7F51}"/>
              </a:ext>
            </a:extLst>
          </p:cNvPr>
          <p:cNvSpPr txBox="1"/>
          <p:nvPr/>
        </p:nvSpPr>
        <p:spPr>
          <a:xfrm>
            <a:off x="6567559" y="3656797"/>
            <a:ext cx="4995640" cy="682825"/>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830F15"/>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defPPr>
              <a:defRPr lang="en-US"/>
            </a:defPPr>
            <a:lvl1pPr>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cs typeface="Arial" pitchFamily="34" charset="0"/>
              </a:defRPr>
            </a:lvl1pPr>
            <a:lvl2pPr marL="324000" lvl="1" indent="-216000">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defRPr>
            </a:lvl2pPr>
            <a:lvl3pPr marL="648000" lvl="2" indent="-216000">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defRPr>
            </a:lvl3pPr>
            <a:lvl4pPr marL="0" lvl="3">
              <a:buClr>
                <a:srgbClr val="E51B24"/>
              </a:buClr>
              <a:buSzPct val="100000"/>
              <a:buFont typeface="Trebuchet MS" panose="020B0603020202020204" pitchFamily="34" charset="0"/>
              <a:buChar char="​"/>
              <a:defRPr sz="1600">
                <a:solidFill>
                  <a:srgbClr val="E51B24"/>
                </a:solidFill>
                <a:latin typeface="Trebuchet MS" panose="020B0603020202020204" pitchFamily="34" charset="0"/>
              </a:defRPr>
            </a:lvl4pPr>
            <a:lvl5pPr marL="0" lvl="4">
              <a:buClr>
                <a:srgbClr val="E51B24"/>
              </a:buClr>
              <a:buSzPct val="100000"/>
              <a:buFont typeface="Trebuchet MS" panose="020B0603020202020204" pitchFamily="34" charset="0"/>
              <a:buChar char="​"/>
              <a:defRPr sz="1600" b="1">
                <a:solidFill>
                  <a:srgbClr val="5B6770"/>
                </a:solidFill>
                <a:latin typeface="Trebuchet MS" panose="020B0603020202020204" pitchFamily="34" charset="0"/>
              </a:defRPr>
            </a:lvl5pPr>
            <a:lvl6pPr marL="324000" lvl="5" indent="-216000">
              <a:buClr>
                <a:srgbClr val="E51B24"/>
              </a:buClr>
              <a:buSzPct val="100000"/>
              <a:buFont typeface="Trebuchet MS" panose="020B0603020202020204" pitchFamily="34" charset="0"/>
              <a:buChar char="•"/>
              <a:defRPr sz="1600">
                <a:solidFill>
                  <a:srgbClr val="5B6770"/>
                </a:solidFill>
                <a:latin typeface="Trebuchet MS" panose="020B0603020202020204" pitchFamily="34" charset="0"/>
              </a:defRPr>
            </a:lvl6pPr>
            <a:lvl7pPr marL="0" lvl="6">
              <a:buClr>
                <a:srgbClr val="E51B24"/>
              </a:buClr>
              <a:buSzPct val="100000"/>
              <a:buFont typeface="Trebuchet MS" panose="020B0603020202020204" pitchFamily="34" charset="0"/>
              <a:buChar char="​"/>
              <a:defRPr sz="4400">
                <a:solidFill>
                  <a:srgbClr val="5B6770"/>
                </a:solidFill>
                <a:latin typeface="Trebuchet MS" panose="020B0603020202020204" pitchFamily="34" charset="0"/>
              </a:defRPr>
            </a:lvl7pPr>
            <a:lvl8pPr marL="0" lvl="7">
              <a:buClr>
                <a:srgbClr val="E51B24"/>
              </a:buClr>
              <a:buSzPct val="100000"/>
              <a:buFont typeface="Trebuchet MS" panose="020B0603020202020204" pitchFamily="34" charset="0"/>
              <a:buChar char="​"/>
              <a:defRPr sz="5400">
                <a:solidFill>
                  <a:srgbClr val="E51B24"/>
                </a:solidFill>
                <a:latin typeface="Trebuchet MS" panose="020B0603020202020204" pitchFamily="34" charset="0"/>
              </a:defRPr>
            </a:lvl8pPr>
            <a:lvl9pPr marL="0" lvl="8">
              <a:buClr>
                <a:srgbClr val="E51B24"/>
              </a:buClr>
              <a:buSzPct val="100000"/>
              <a:buFont typeface="Trebuchet MS" panose="020B0603020202020204" pitchFamily="34" charset="0"/>
              <a:buChar char="​"/>
              <a:defRPr sz="2400">
                <a:solidFill>
                  <a:srgbClr val="E51B24"/>
                </a:solidFill>
                <a:latin typeface="Trebuchet MS" panose="020B0603020202020204" pitchFamily="34" charset="0"/>
              </a:defRPr>
            </a:lvl9pPr>
          </a:lstStyle>
          <a:p>
            <a:pPr marL="378000" marR="0" lvl="1" indent="-252000" algn="l" defTabSz="914400" rtl="0" eaLnBrk="1" fontAlgn="auto" latinLnBrk="0" hangingPunct="1">
              <a:lnSpc>
                <a:spcPct val="100000"/>
              </a:lnSpc>
              <a:spcBef>
                <a:spcPts val="0"/>
              </a:spcBef>
              <a:spcAft>
                <a:spcPts val="0"/>
              </a:spcAft>
              <a:buClr>
                <a:srgbClr val="FFFFFF"/>
              </a:buClr>
              <a:buSzPct val="100000"/>
              <a:buFont typeface="Trebuchet MS" panose="020B0603020202020204" pitchFamily="34" charset="0"/>
              <a:buChar char="•"/>
              <a:tabLst/>
              <a:defRPr/>
            </a:pPr>
            <a:r>
              <a:rPr kumimoji="0" lang="en-GB" sz="1800" b="0" i="0" u="none" strike="noStrike" kern="1200" cap="none" spc="0" normalizeH="0" baseline="0" noProof="0">
                <a:ln>
                  <a:noFill/>
                </a:ln>
                <a:solidFill>
                  <a:srgbClr val="FFFFFF"/>
                </a:solidFill>
                <a:effectLst/>
                <a:uLnTx/>
                <a:uFillTx/>
                <a:latin typeface="Ubuntu Medium"/>
                <a:ea typeface="+mn-ea"/>
                <a:cs typeface="Calibri" panose="020F0502020204030204" pitchFamily="34" charset="0"/>
                <a:sym typeface="Trebuchet MS" panose="020B0603020202020204" pitchFamily="34" charset="0"/>
              </a:rPr>
              <a:t>Challenge your current Process if proven ineffective</a:t>
            </a:r>
            <a:endParaRPr kumimoji="0" lang="en-US" sz="1800" b="0" i="0" u="none" strike="noStrike" kern="1200" cap="none" spc="0" normalizeH="0" baseline="0" noProof="0">
              <a:ln>
                <a:noFill/>
              </a:ln>
              <a:solidFill>
                <a:srgbClr val="FFFFFF"/>
              </a:solidFill>
              <a:effectLst/>
              <a:uLnTx/>
              <a:uFillTx/>
              <a:latin typeface="Ubuntu Medium"/>
              <a:ea typeface="+mn-ea"/>
              <a:cs typeface="Calibri" panose="020F0502020204030204" pitchFamily="34" charset="0"/>
              <a:sym typeface="Trebuchet MS" panose="020B0603020202020204" pitchFamily="34" charset="0"/>
            </a:endParaRPr>
          </a:p>
        </p:txBody>
      </p:sp>
      <p:sp>
        <p:nvSpPr>
          <p:cNvPr id="12" name="ee4pContent1">
            <a:extLst>
              <a:ext uri="{FF2B5EF4-FFF2-40B4-BE49-F238E27FC236}">
                <a16:creationId xmlns:a16="http://schemas.microsoft.com/office/drawing/2014/main" id="{541C208D-59CE-68B2-AB2E-1B5BB3A4A943}"/>
              </a:ext>
            </a:extLst>
          </p:cNvPr>
          <p:cNvSpPr txBox="1"/>
          <p:nvPr/>
        </p:nvSpPr>
        <p:spPr>
          <a:xfrm>
            <a:off x="6567559" y="6149641"/>
            <a:ext cx="4995640" cy="29653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830F15"/>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defPPr>
              <a:defRPr lang="en-US"/>
            </a:defPPr>
            <a:lvl1pPr>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cs typeface="Arial" pitchFamily="34" charset="0"/>
              </a:defRPr>
            </a:lvl1pPr>
            <a:lvl2pPr marL="324000" lvl="1" indent="-216000">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defRPr>
            </a:lvl2pPr>
            <a:lvl3pPr marL="648000" lvl="2" indent="-216000">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defRPr>
            </a:lvl3pPr>
            <a:lvl4pPr marL="0" lvl="3">
              <a:buClr>
                <a:srgbClr val="E51B24"/>
              </a:buClr>
              <a:buSzPct val="100000"/>
              <a:buFont typeface="Trebuchet MS" panose="020B0603020202020204" pitchFamily="34" charset="0"/>
              <a:buChar char="​"/>
              <a:defRPr sz="1600">
                <a:solidFill>
                  <a:srgbClr val="E51B24"/>
                </a:solidFill>
                <a:latin typeface="Trebuchet MS" panose="020B0603020202020204" pitchFamily="34" charset="0"/>
              </a:defRPr>
            </a:lvl4pPr>
            <a:lvl5pPr marL="0" lvl="4">
              <a:buClr>
                <a:srgbClr val="E51B24"/>
              </a:buClr>
              <a:buSzPct val="100000"/>
              <a:buFont typeface="Trebuchet MS" panose="020B0603020202020204" pitchFamily="34" charset="0"/>
              <a:buChar char="​"/>
              <a:defRPr sz="1600" b="1">
                <a:solidFill>
                  <a:srgbClr val="5B6770"/>
                </a:solidFill>
                <a:latin typeface="Trebuchet MS" panose="020B0603020202020204" pitchFamily="34" charset="0"/>
              </a:defRPr>
            </a:lvl5pPr>
            <a:lvl6pPr marL="324000" lvl="5" indent="-216000">
              <a:buClr>
                <a:srgbClr val="E51B24"/>
              </a:buClr>
              <a:buSzPct val="100000"/>
              <a:buFont typeface="Trebuchet MS" panose="020B0603020202020204" pitchFamily="34" charset="0"/>
              <a:buChar char="•"/>
              <a:defRPr sz="1600">
                <a:solidFill>
                  <a:srgbClr val="5B6770"/>
                </a:solidFill>
                <a:latin typeface="Trebuchet MS" panose="020B0603020202020204" pitchFamily="34" charset="0"/>
              </a:defRPr>
            </a:lvl6pPr>
            <a:lvl7pPr marL="0" lvl="6">
              <a:buClr>
                <a:srgbClr val="E51B24"/>
              </a:buClr>
              <a:buSzPct val="100000"/>
              <a:buFont typeface="Trebuchet MS" panose="020B0603020202020204" pitchFamily="34" charset="0"/>
              <a:buChar char="​"/>
              <a:defRPr sz="4400">
                <a:solidFill>
                  <a:srgbClr val="5B6770"/>
                </a:solidFill>
                <a:latin typeface="Trebuchet MS" panose="020B0603020202020204" pitchFamily="34" charset="0"/>
              </a:defRPr>
            </a:lvl7pPr>
            <a:lvl8pPr marL="0" lvl="7">
              <a:buClr>
                <a:srgbClr val="E51B24"/>
              </a:buClr>
              <a:buSzPct val="100000"/>
              <a:buFont typeface="Trebuchet MS" panose="020B0603020202020204" pitchFamily="34" charset="0"/>
              <a:buChar char="​"/>
              <a:defRPr sz="5400">
                <a:solidFill>
                  <a:srgbClr val="E51B24"/>
                </a:solidFill>
                <a:latin typeface="Trebuchet MS" panose="020B0603020202020204" pitchFamily="34" charset="0"/>
              </a:defRPr>
            </a:lvl8pPr>
            <a:lvl9pPr marL="0" lvl="8">
              <a:buClr>
                <a:srgbClr val="E51B24"/>
              </a:buClr>
              <a:buSzPct val="100000"/>
              <a:buFont typeface="Trebuchet MS" panose="020B0603020202020204" pitchFamily="34" charset="0"/>
              <a:buChar char="​"/>
              <a:defRPr sz="2400">
                <a:solidFill>
                  <a:srgbClr val="E51B24"/>
                </a:solidFill>
                <a:latin typeface="Trebuchet MS" panose="020B0603020202020204" pitchFamily="34" charset="0"/>
              </a:defRPr>
            </a:lvl9pPr>
          </a:lstStyle>
          <a:p>
            <a:pPr marL="378000" marR="0" lvl="1" indent="-252000" algn="l" defTabSz="914400" rtl="0" eaLnBrk="1" fontAlgn="auto" latinLnBrk="0" hangingPunct="1">
              <a:lnSpc>
                <a:spcPct val="100000"/>
              </a:lnSpc>
              <a:spcBef>
                <a:spcPts val="0"/>
              </a:spcBef>
              <a:spcAft>
                <a:spcPts val="0"/>
              </a:spcAft>
              <a:buClr>
                <a:srgbClr val="FFFFFF"/>
              </a:buClr>
              <a:buSzPct val="100000"/>
              <a:buFont typeface="Trebuchet MS" panose="020B0603020202020204" pitchFamily="34" charset="0"/>
              <a:buChar char="•"/>
              <a:tabLst/>
              <a:defRPr/>
            </a:pPr>
            <a:r>
              <a:rPr kumimoji="0" lang="en-GB" sz="1800" b="0" i="0" u="none" strike="noStrike" kern="1200" cap="none" spc="0" normalizeH="0" baseline="0" noProof="0">
                <a:ln>
                  <a:noFill/>
                </a:ln>
                <a:solidFill>
                  <a:srgbClr val="FFFFFF"/>
                </a:solidFill>
                <a:effectLst/>
                <a:uLnTx/>
                <a:uFillTx/>
                <a:latin typeface="Ubuntu Medium"/>
                <a:ea typeface="+mn-ea"/>
                <a:cs typeface="Calibri" panose="020F0502020204030204" pitchFamily="34" charset="0"/>
                <a:sym typeface="Trebuchet MS" panose="020B0603020202020204" pitchFamily="34" charset="0"/>
              </a:rPr>
              <a:t>Stay close to OOTB Solution</a:t>
            </a:r>
            <a:endParaRPr kumimoji="0" lang="en-US" sz="1800" b="0" i="0" u="none" strike="noStrike" kern="1200" cap="none" spc="0" normalizeH="0" baseline="0" noProof="0">
              <a:ln>
                <a:noFill/>
              </a:ln>
              <a:solidFill>
                <a:srgbClr val="FFFFFF"/>
              </a:solidFill>
              <a:effectLst/>
              <a:uLnTx/>
              <a:uFillTx/>
              <a:latin typeface="Ubuntu Medium"/>
              <a:ea typeface="+mn-ea"/>
              <a:cs typeface="Calibri" panose="020F0502020204030204" pitchFamily="34" charset="0"/>
              <a:sym typeface="Trebuchet MS" panose="020B0603020202020204" pitchFamily="34" charset="0"/>
            </a:endParaRPr>
          </a:p>
        </p:txBody>
      </p:sp>
      <p:cxnSp>
        <p:nvCxnSpPr>
          <p:cNvPr id="4" name="Straight Arrow Connector 3">
            <a:extLst>
              <a:ext uri="{FF2B5EF4-FFF2-40B4-BE49-F238E27FC236}">
                <a16:creationId xmlns:a16="http://schemas.microsoft.com/office/drawing/2014/main" id="{288782A7-3858-93A8-F122-1F7F3B46304F}"/>
              </a:ext>
            </a:extLst>
          </p:cNvPr>
          <p:cNvCxnSpPr/>
          <p:nvPr/>
        </p:nvCxnSpPr>
        <p:spPr>
          <a:xfrm>
            <a:off x="311047" y="3283778"/>
            <a:ext cx="5633545" cy="0"/>
          </a:xfrm>
          <a:prstGeom prst="straightConnector1">
            <a:avLst/>
          </a:prstGeom>
          <a:ln>
            <a:solidFill>
              <a:schemeClr val="bg1">
                <a:lumMod val="50000"/>
              </a:schemeClr>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6FC6E1ED-0A3B-BC7E-6057-A102AD5A5C83}"/>
              </a:ext>
            </a:extLst>
          </p:cNvPr>
          <p:cNvSpPr/>
          <p:nvPr/>
        </p:nvSpPr>
        <p:spPr>
          <a:xfrm>
            <a:off x="493569" y="2151299"/>
            <a:ext cx="5130869" cy="466759"/>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830F15"/>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p>
            <a:pPr marL="378000" marR="0" lvl="1" indent="-252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GB" sz="1400" b="0" i="0" u="none" strike="noStrike" kern="1200" cap="none" spc="0" normalizeH="0" baseline="0" noProof="0">
                <a:ln>
                  <a:noFill/>
                </a:ln>
                <a:solidFill>
                  <a:srgbClr val="5B6770">
                    <a:lumMod val="100000"/>
                  </a:srgbClr>
                </a:solidFill>
                <a:effectLst/>
                <a:uLnTx/>
                <a:uFillTx/>
                <a:latin typeface="Ubuntu Medium"/>
                <a:ea typeface="+mn-ea"/>
                <a:cs typeface="Calibri" panose="020F0502020204030204" pitchFamily="34" charset="0"/>
                <a:sym typeface="EMprint" panose="020B0503020204020204" pitchFamily="34" charset="0"/>
              </a:rPr>
              <a:t>Identify User Stories and Backlog requirements for the Sprint</a:t>
            </a:r>
            <a:endParaRPr kumimoji="0" lang="en-US" sz="1400" b="0" i="0" u="none" strike="noStrike" kern="1200" cap="none" spc="0" normalizeH="0" baseline="0" noProof="0">
              <a:ln>
                <a:noFill/>
              </a:ln>
              <a:solidFill>
                <a:srgbClr val="5B6770">
                  <a:lumMod val="100000"/>
                </a:srgbClr>
              </a:solidFill>
              <a:effectLst/>
              <a:uLnTx/>
              <a:uFillTx/>
              <a:latin typeface="Ubuntu Medium"/>
              <a:ea typeface="+mn-ea"/>
              <a:cs typeface="Calibri" panose="020F0502020204030204" pitchFamily="34" charset="0"/>
              <a:sym typeface="EMprint" panose="020B0503020204020204" pitchFamily="34" charset="0"/>
            </a:endParaRPr>
          </a:p>
        </p:txBody>
      </p:sp>
      <p:sp>
        <p:nvSpPr>
          <p:cNvPr id="14" name="Rectangle 13">
            <a:extLst>
              <a:ext uri="{FF2B5EF4-FFF2-40B4-BE49-F238E27FC236}">
                <a16:creationId xmlns:a16="http://schemas.microsoft.com/office/drawing/2014/main" id="{19260783-5EF1-8D5C-FA90-F734CF4E1C70}"/>
              </a:ext>
            </a:extLst>
          </p:cNvPr>
          <p:cNvSpPr/>
          <p:nvPr/>
        </p:nvSpPr>
        <p:spPr>
          <a:xfrm>
            <a:off x="493570" y="3428985"/>
            <a:ext cx="5130869" cy="578665"/>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830F15"/>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p>
            <a:pPr marL="378000" marR="0" lvl="1" indent="-252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GB" sz="1400" b="0" i="0" u="none" strike="noStrike" kern="1200" cap="none" spc="0" normalizeH="0" baseline="0" noProof="0">
                <a:ln>
                  <a:noFill/>
                </a:ln>
                <a:solidFill>
                  <a:srgbClr val="5B6770">
                    <a:lumMod val="100000"/>
                  </a:srgbClr>
                </a:solidFill>
                <a:effectLst/>
                <a:uLnTx/>
                <a:uFillTx/>
                <a:latin typeface="Ubuntu Medium"/>
                <a:ea typeface="+mn-ea"/>
                <a:cs typeface="Calibri" panose="020F0502020204030204" pitchFamily="34" charset="0"/>
                <a:sym typeface="EMprint" panose="020B0503020204020204" pitchFamily="34" charset="0"/>
              </a:rPr>
              <a:t>Walkthrough &amp; discuss in detail the Backlog Requirements</a:t>
            </a:r>
            <a:endParaRPr kumimoji="0" lang="en-US" sz="1400" b="0" i="0" u="none" strike="noStrike" kern="1200" cap="none" spc="0" normalizeH="0" baseline="0" noProof="0">
              <a:ln>
                <a:noFill/>
              </a:ln>
              <a:solidFill>
                <a:srgbClr val="5B6770">
                  <a:lumMod val="100000"/>
                </a:srgbClr>
              </a:solidFill>
              <a:effectLst/>
              <a:uLnTx/>
              <a:uFillTx/>
              <a:latin typeface="Ubuntu Medium"/>
              <a:ea typeface="+mn-ea"/>
              <a:cs typeface="Calibri" panose="020F0502020204030204" pitchFamily="34" charset="0"/>
              <a:sym typeface="EMprint" panose="020B0503020204020204" pitchFamily="34" charset="0"/>
            </a:endParaRPr>
          </a:p>
        </p:txBody>
      </p:sp>
      <p:sp>
        <p:nvSpPr>
          <p:cNvPr id="28" name="Rectangle 27">
            <a:extLst>
              <a:ext uri="{FF2B5EF4-FFF2-40B4-BE49-F238E27FC236}">
                <a16:creationId xmlns:a16="http://schemas.microsoft.com/office/drawing/2014/main" id="{42349035-BA45-ED63-820A-C5F0581BCA60}"/>
              </a:ext>
            </a:extLst>
          </p:cNvPr>
          <p:cNvSpPr/>
          <p:nvPr/>
        </p:nvSpPr>
        <p:spPr>
          <a:xfrm>
            <a:off x="493568" y="2729869"/>
            <a:ext cx="5130869" cy="578665"/>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830F15"/>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p>
            <a:pPr marL="378000" marR="0" lvl="1" indent="-252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GB" sz="1400" b="0" i="0" u="none" strike="noStrike" kern="1200" cap="none" spc="0" normalizeH="0" baseline="0" noProof="0">
                <a:ln>
                  <a:noFill/>
                </a:ln>
                <a:solidFill>
                  <a:srgbClr val="5B6770">
                    <a:lumMod val="100000"/>
                  </a:srgbClr>
                </a:solidFill>
                <a:effectLst/>
                <a:uLnTx/>
                <a:uFillTx/>
                <a:latin typeface="Ubuntu Medium"/>
                <a:ea typeface="+mn-ea"/>
                <a:cs typeface="Calibri" panose="020F0502020204030204" pitchFamily="34" charset="0"/>
                <a:sym typeface="EMprint" panose="020B0503020204020204" pitchFamily="34" charset="0"/>
              </a:rPr>
              <a:t>Schedule Elaboration sessions &amp; send meeting invites ahead of time</a:t>
            </a:r>
            <a:endParaRPr kumimoji="0" lang="en-US" sz="1400" b="0" i="0" u="none" strike="noStrike" kern="1200" cap="none" spc="0" normalizeH="0" baseline="0" noProof="0">
              <a:ln>
                <a:noFill/>
              </a:ln>
              <a:solidFill>
                <a:srgbClr val="5B6770">
                  <a:lumMod val="100000"/>
                </a:srgbClr>
              </a:solidFill>
              <a:effectLst/>
              <a:uLnTx/>
              <a:uFillTx/>
              <a:latin typeface="Ubuntu Medium"/>
              <a:ea typeface="+mn-ea"/>
              <a:cs typeface="Calibri" panose="020F0502020204030204" pitchFamily="34" charset="0"/>
              <a:sym typeface="EMprint" panose="020B0503020204020204" pitchFamily="34" charset="0"/>
            </a:endParaRPr>
          </a:p>
        </p:txBody>
      </p:sp>
      <p:sp>
        <p:nvSpPr>
          <p:cNvPr id="29" name="Rectangle 28">
            <a:extLst>
              <a:ext uri="{FF2B5EF4-FFF2-40B4-BE49-F238E27FC236}">
                <a16:creationId xmlns:a16="http://schemas.microsoft.com/office/drawing/2014/main" id="{EB051BC8-601C-D5AC-D64B-13511A181837}"/>
              </a:ext>
            </a:extLst>
          </p:cNvPr>
          <p:cNvSpPr/>
          <p:nvPr/>
        </p:nvSpPr>
        <p:spPr>
          <a:xfrm>
            <a:off x="493568" y="5563511"/>
            <a:ext cx="4995640" cy="296534"/>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830F15"/>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p>
            <a:pPr marL="378000" marR="0" lvl="1" indent="-252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GB" sz="1400" b="0" i="0" u="none" strike="noStrike" kern="1200" cap="none" spc="0" normalizeH="0" baseline="0" noProof="0">
                <a:ln>
                  <a:noFill/>
                </a:ln>
                <a:solidFill>
                  <a:srgbClr val="5B6770">
                    <a:lumMod val="100000"/>
                  </a:srgbClr>
                </a:solidFill>
                <a:effectLst/>
                <a:uLnTx/>
                <a:uFillTx/>
                <a:latin typeface="Ubuntu Medium"/>
                <a:ea typeface="+mn-ea"/>
                <a:cs typeface="Calibri" panose="020F0502020204030204" pitchFamily="34" charset="0"/>
                <a:sym typeface="EMprint" panose="020B0503020204020204" pitchFamily="34" charset="0"/>
              </a:rPr>
              <a:t>Capture Key Decisions, Actions &amp; track them</a:t>
            </a:r>
            <a:endParaRPr kumimoji="0" lang="en-US" sz="1400" b="0" i="0" u="none" strike="noStrike" kern="1200" cap="none" spc="0" normalizeH="0" baseline="0" noProof="0">
              <a:ln>
                <a:noFill/>
              </a:ln>
              <a:solidFill>
                <a:srgbClr val="5B6770">
                  <a:lumMod val="100000"/>
                </a:srgbClr>
              </a:solidFill>
              <a:effectLst/>
              <a:uLnTx/>
              <a:uFillTx/>
              <a:latin typeface="Ubuntu Medium"/>
              <a:ea typeface="+mn-ea"/>
              <a:cs typeface="Calibri" panose="020F0502020204030204" pitchFamily="34" charset="0"/>
              <a:sym typeface="EMprint" panose="020B0503020204020204" pitchFamily="34" charset="0"/>
            </a:endParaRPr>
          </a:p>
        </p:txBody>
      </p:sp>
      <p:sp>
        <p:nvSpPr>
          <p:cNvPr id="30" name="Rectangle 29">
            <a:extLst>
              <a:ext uri="{FF2B5EF4-FFF2-40B4-BE49-F238E27FC236}">
                <a16:creationId xmlns:a16="http://schemas.microsoft.com/office/drawing/2014/main" id="{F683ED19-7DE7-EDE8-63DE-26C0FE621E8A}"/>
              </a:ext>
            </a:extLst>
          </p:cNvPr>
          <p:cNvSpPr/>
          <p:nvPr/>
        </p:nvSpPr>
        <p:spPr>
          <a:xfrm>
            <a:off x="561182" y="6297908"/>
            <a:ext cx="4995640" cy="52124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830F15"/>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p>
            <a:pPr marL="378000" marR="0" lvl="1" indent="-252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GB" sz="1400" b="0" i="0" u="none" strike="noStrike" kern="1200" cap="none" spc="0" normalizeH="0" baseline="0" noProof="0">
                <a:ln>
                  <a:noFill/>
                </a:ln>
                <a:solidFill>
                  <a:srgbClr val="5B6770">
                    <a:lumMod val="100000"/>
                  </a:srgbClr>
                </a:solidFill>
                <a:effectLst/>
                <a:uLnTx/>
                <a:uFillTx/>
                <a:latin typeface="Ubuntu Medium"/>
                <a:ea typeface="+mn-ea"/>
                <a:cs typeface="Calibri" panose="020F0502020204030204" pitchFamily="34" charset="0"/>
                <a:sym typeface="EMprint" panose="020B0503020204020204" pitchFamily="34" charset="0"/>
              </a:rPr>
              <a:t>Conduct Playback sessions &amp; Share User Stories for Sign-off</a:t>
            </a:r>
            <a:endParaRPr kumimoji="0" lang="en-US" sz="1400" b="0" i="0" u="none" strike="noStrike" kern="1200" cap="none" spc="0" normalizeH="0" baseline="0" noProof="0">
              <a:ln>
                <a:noFill/>
              </a:ln>
              <a:solidFill>
                <a:srgbClr val="5B6770">
                  <a:lumMod val="100000"/>
                </a:srgbClr>
              </a:solidFill>
              <a:effectLst/>
              <a:uLnTx/>
              <a:uFillTx/>
              <a:latin typeface="Ubuntu Medium"/>
              <a:ea typeface="+mn-ea"/>
              <a:cs typeface="Calibri" panose="020F0502020204030204" pitchFamily="34" charset="0"/>
              <a:sym typeface="EMprint" panose="020B0503020204020204" pitchFamily="34" charset="0"/>
            </a:endParaRPr>
          </a:p>
        </p:txBody>
      </p:sp>
      <p:sp>
        <p:nvSpPr>
          <p:cNvPr id="31" name="Rectangle 30">
            <a:extLst>
              <a:ext uri="{FF2B5EF4-FFF2-40B4-BE49-F238E27FC236}">
                <a16:creationId xmlns:a16="http://schemas.microsoft.com/office/drawing/2014/main" id="{9842A207-8EEE-0C60-17F3-3389C79D5CE3}"/>
              </a:ext>
            </a:extLst>
          </p:cNvPr>
          <p:cNvSpPr/>
          <p:nvPr/>
        </p:nvSpPr>
        <p:spPr>
          <a:xfrm>
            <a:off x="493570" y="4339622"/>
            <a:ext cx="4995640" cy="45888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830F15"/>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p>
            <a:pPr marL="378000" marR="0" lvl="1" indent="-252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400" b="0" i="0" u="none" strike="noStrike" kern="1200" cap="none" spc="0" normalizeH="0" baseline="0" noProof="0">
                <a:ln>
                  <a:noFill/>
                </a:ln>
                <a:solidFill>
                  <a:srgbClr val="5B6770">
                    <a:lumMod val="100000"/>
                  </a:srgbClr>
                </a:solidFill>
                <a:effectLst/>
                <a:uLnTx/>
                <a:uFillTx/>
                <a:latin typeface="Ubuntu Medium"/>
                <a:ea typeface="+mn-ea"/>
                <a:cs typeface="Calibri" panose="020F0502020204030204" pitchFamily="34" charset="0"/>
                <a:sym typeface="EMprint" panose="020B0503020204020204" pitchFamily="34" charset="0"/>
              </a:rPr>
              <a:t>Whiteboarding, Case studies, talk through proven capabilities, where necessary</a:t>
            </a:r>
          </a:p>
        </p:txBody>
      </p:sp>
      <p:sp>
        <p:nvSpPr>
          <p:cNvPr id="32" name="Rectangle 31">
            <a:extLst>
              <a:ext uri="{FF2B5EF4-FFF2-40B4-BE49-F238E27FC236}">
                <a16:creationId xmlns:a16="http://schemas.microsoft.com/office/drawing/2014/main" id="{C813E34D-FD47-6F9B-32F3-375159DD3A22}"/>
              </a:ext>
            </a:extLst>
          </p:cNvPr>
          <p:cNvSpPr/>
          <p:nvPr/>
        </p:nvSpPr>
        <p:spPr>
          <a:xfrm>
            <a:off x="493568" y="5901852"/>
            <a:ext cx="4995640" cy="346184"/>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830F15"/>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p>
            <a:pPr marL="378000" marR="0" lvl="1" indent="-252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400" b="0" i="0" u="none" strike="noStrike" kern="1200" cap="none" spc="0" normalizeH="0" baseline="0" noProof="0">
                <a:ln>
                  <a:noFill/>
                </a:ln>
                <a:solidFill>
                  <a:srgbClr val="5B6770">
                    <a:lumMod val="100000"/>
                  </a:srgbClr>
                </a:solidFill>
                <a:effectLst/>
                <a:uLnTx/>
                <a:uFillTx/>
                <a:latin typeface="Ubuntu Medium"/>
                <a:ea typeface="+mn-ea"/>
                <a:cs typeface="Calibri" panose="020F0502020204030204" pitchFamily="34" charset="0"/>
                <a:sym typeface="EMprint" panose="020B0503020204020204" pitchFamily="34" charset="0"/>
              </a:rPr>
              <a:t>Document Acceptance Criteria for the User Stories</a:t>
            </a:r>
          </a:p>
        </p:txBody>
      </p:sp>
      <p:sp>
        <p:nvSpPr>
          <p:cNvPr id="33" name="ee4pContent1">
            <a:extLst>
              <a:ext uri="{FF2B5EF4-FFF2-40B4-BE49-F238E27FC236}">
                <a16:creationId xmlns:a16="http://schemas.microsoft.com/office/drawing/2014/main" id="{29BD1D72-C77B-1737-6B27-B6C9482C5403}"/>
              </a:ext>
            </a:extLst>
          </p:cNvPr>
          <p:cNvSpPr txBox="1"/>
          <p:nvPr/>
        </p:nvSpPr>
        <p:spPr>
          <a:xfrm>
            <a:off x="6567559" y="4343694"/>
            <a:ext cx="4995640" cy="682825"/>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830F15"/>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defPPr>
              <a:defRPr lang="en-US"/>
            </a:defPPr>
            <a:lvl1pPr>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cs typeface="Arial" pitchFamily="34" charset="0"/>
              </a:defRPr>
            </a:lvl1pPr>
            <a:lvl2pPr marL="324000" lvl="1" indent="-216000">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defRPr>
            </a:lvl2pPr>
            <a:lvl3pPr marL="648000" lvl="2" indent="-216000">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defRPr>
            </a:lvl3pPr>
            <a:lvl4pPr marL="0" lvl="3">
              <a:buClr>
                <a:srgbClr val="E51B24"/>
              </a:buClr>
              <a:buSzPct val="100000"/>
              <a:buFont typeface="Trebuchet MS" panose="020B0603020202020204" pitchFamily="34" charset="0"/>
              <a:buChar char="​"/>
              <a:defRPr sz="1600">
                <a:solidFill>
                  <a:srgbClr val="E51B24"/>
                </a:solidFill>
                <a:latin typeface="Trebuchet MS" panose="020B0603020202020204" pitchFamily="34" charset="0"/>
              </a:defRPr>
            </a:lvl4pPr>
            <a:lvl5pPr marL="0" lvl="4">
              <a:buClr>
                <a:srgbClr val="E51B24"/>
              </a:buClr>
              <a:buSzPct val="100000"/>
              <a:buFont typeface="Trebuchet MS" panose="020B0603020202020204" pitchFamily="34" charset="0"/>
              <a:buChar char="​"/>
              <a:defRPr sz="1600" b="1">
                <a:solidFill>
                  <a:srgbClr val="5B6770"/>
                </a:solidFill>
                <a:latin typeface="Trebuchet MS" panose="020B0603020202020204" pitchFamily="34" charset="0"/>
              </a:defRPr>
            </a:lvl5pPr>
            <a:lvl6pPr marL="324000" lvl="5" indent="-216000">
              <a:buClr>
                <a:srgbClr val="E51B24"/>
              </a:buClr>
              <a:buSzPct val="100000"/>
              <a:buFont typeface="Trebuchet MS" panose="020B0603020202020204" pitchFamily="34" charset="0"/>
              <a:buChar char="•"/>
              <a:defRPr sz="1600">
                <a:solidFill>
                  <a:srgbClr val="5B6770"/>
                </a:solidFill>
                <a:latin typeface="Trebuchet MS" panose="020B0603020202020204" pitchFamily="34" charset="0"/>
              </a:defRPr>
            </a:lvl6pPr>
            <a:lvl7pPr marL="0" lvl="6">
              <a:buClr>
                <a:srgbClr val="E51B24"/>
              </a:buClr>
              <a:buSzPct val="100000"/>
              <a:buFont typeface="Trebuchet MS" panose="020B0603020202020204" pitchFamily="34" charset="0"/>
              <a:buChar char="​"/>
              <a:defRPr sz="4400">
                <a:solidFill>
                  <a:srgbClr val="5B6770"/>
                </a:solidFill>
                <a:latin typeface="Trebuchet MS" panose="020B0603020202020204" pitchFamily="34" charset="0"/>
              </a:defRPr>
            </a:lvl7pPr>
            <a:lvl8pPr marL="0" lvl="7">
              <a:buClr>
                <a:srgbClr val="E51B24"/>
              </a:buClr>
              <a:buSzPct val="100000"/>
              <a:buFont typeface="Trebuchet MS" panose="020B0603020202020204" pitchFamily="34" charset="0"/>
              <a:buChar char="​"/>
              <a:defRPr sz="5400">
                <a:solidFill>
                  <a:srgbClr val="E51B24"/>
                </a:solidFill>
                <a:latin typeface="Trebuchet MS" panose="020B0603020202020204" pitchFamily="34" charset="0"/>
              </a:defRPr>
            </a:lvl8pPr>
            <a:lvl9pPr marL="0" lvl="8">
              <a:buClr>
                <a:srgbClr val="E51B24"/>
              </a:buClr>
              <a:buSzPct val="100000"/>
              <a:buFont typeface="Trebuchet MS" panose="020B0603020202020204" pitchFamily="34" charset="0"/>
              <a:buChar char="​"/>
              <a:defRPr sz="2400">
                <a:solidFill>
                  <a:srgbClr val="E51B24"/>
                </a:solidFill>
                <a:latin typeface="Trebuchet MS" panose="020B0603020202020204" pitchFamily="34" charset="0"/>
              </a:defRPr>
            </a:lvl9pPr>
          </a:lstStyle>
          <a:p>
            <a:pPr marL="378000" marR="0" lvl="1" indent="-252000" algn="l" defTabSz="914400" rtl="0" eaLnBrk="1" fontAlgn="auto" latinLnBrk="0" hangingPunct="1">
              <a:lnSpc>
                <a:spcPct val="100000"/>
              </a:lnSpc>
              <a:spcBef>
                <a:spcPts val="0"/>
              </a:spcBef>
              <a:spcAft>
                <a:spcPts val="0"/>
              </a:spcAft>
              <a:buClr>
                <a:srgbClr val="FFFFFF"/>
              </a:buClr>
              <a:buSzPct val="100000"/>
              <a:buFont typeface="Trebuchet MS" panose="020B0603020202020204" pitchFamily="34" charset="0"/>
              <a:buChar char="•"/>
              <a:tabLst/>
              <a:defRPr/>
            </a:pPr>
            <a:r>
              <a:rPr kumimoji="0" lang="en-GB" sz="1800" b="0" i="0" u="none" strike="noStrike" kern="1200" cap="none" spc="0" normalizeH="0" baseline="0" noProof="0">
                <a:ln>
                  <a:noFill/>
                </a:ln>
                <a:solidFill>
                  <a:srgbClr val="FFFFFF"/>
                </a:solidFill>
                <a:effectLst/>
                <a:uLnTx/>
                <a:uFillTx/>
                <a:latin typeface="Ubuntu Medium"/>
                <a:ea typeface="+mn-ea"/>
                <a:cs typeface="Calibri" panose="020F0502020204030204" pitchFamily="34" charset="0"/>
                <a:sym typeface="Trebuchet MS" panose="020B0603020202020204" pitchFamily="34" charset="0"/>
              </a:rPr>
              <a:t>Openness to Business </a:t>
            </a:r>
            <a:r>
              <a:rPr kumimoji="0" lang="en-GB" sz="1800" b="0" i="0" u="none" strike="noStrike" kern="1200" cap="none" spc="0" normalizeH="0" baseline="0" noProof="0" err="1">
                <a:ln>
                  <a:noFill/>
                </a:ln>
                <a:solidFill>
                  <a:srgbClr val="FFFFFF"/>
                </a:solidFill>
                <a:effectLst/>
                <a:uLnTx/>
                <a:uFillTx/>
                <a:latin typeface="Ubuntu Medium"/>
                <a:ea typeface="+mn-ea"/>
                <a:cs typeface="Calibri" panose="020F0502020204030204" pitchFamily="34" charset="0"/>
                <a:sym typeface="Trebuchet MS" panose="020B0603020202020204" pitchFamily="34" charset="0"/>
              </a:rPr>
              <a:t>Proces</a:t>
            </a:r>
            <a:r>
              <a:rPr kumimoji="0" lang="en-GB" sz="1800" b="0" i="0" u="none" strike="noStrike" kern="1200" cap="none" spc="0" normalizeH="0" baseline="0" noProof="0">
                <a:ln>
                  <a:noFill/>
                </a:ln>
                <a:solidFill>
                  <a:srgbClr val="FFFFFF"/>
                </a:solidFill>
                <a:effectLst/>
                <a:uLnTx/>
                <a:uFillTx/>
                <a:latin typeface="Ubuntu Medium"/>
                <a:ea typeface="+mn-ea"/>
                <a:cs typeface="Calibri" panose="020F0502020204030204" pitchFamily="34" charset="0"/>
                <a:sym typeface="Trebuchet MS" panose="020B0603020202020204" pitchFamily="34" charset="0"/>
              </a:rPr>
              <a:t>s change needed</a:t>
            </a:r>
            <a:endParaRPr kumimoji="0" lang="en-US" sz="1800" b="0" i="0" u="none" strike="noStrike" kern="1200" cap="none" spc="0" normalizeH="0" baseline="0" noProof="0">
              <a:ln>
                <a:noFill/>
              </a:ln>
              <a:solidFill>
                <a:srgbClr val="FFFFFF"/>
              </a:solidFill>
              <a:effectLst/>
              <a:uLnTx/>
              <a:uFillTx/>
              <a:latin typeface="Ubuntu Medium"/>
              <a:ea typeface="+mn-ea"/>
              <a:cs typeface="Calibri" panose="020F0502020204030204" pitchFamily="34" charset="0"/>
              <a:sym typeface="Trebuchet MS" panose="020B0603020202020204" pitchFamily="34" charset="0"/>
            </a:endParaRPr>
          </a:p>
        </p:txBody>
      </p:sp>
      <p:sp>
        <p:nvSpPr>
          <p:cNvPr id="34" name="ee4pContent1">
            <a:extLst>
              <a:ext uri="{FF2B5EF4-FFF2-40B4-BE49-F238E27FC236}">
                <a16:creationId xmlns:a16="http://schemas.microsoft.com/office/drawing/2014/main" id="{3A402467-1E19-FEF4-2D42-B3A391DBAD89}"/>
              </a:ext>
            </a:extLst>
          </p:cNvPr>
          <p:cNvSpPr txBox="1"/>
          <p:nvPr/>
        </p:nvSpPr>
        <p:spPr>
          <a:xfrm>
            <a:off x="6567559" y="5521937"/>
            <a:ext cx="4995640" cy="29653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830F15"/>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defPPr>
              <a:defRPr lang="en-US"/>
            </a:defPPr>
            <a:lvl1pPr>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cs typeface="Arial" pitchFamily="34" charset="0"/>
              </a:defRPr>
            </a:lvl1pPr>
            <a:lvl2pPr marL="324000" lvl="1" indent="-216000">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defRPr>
            </a:lvl2pPr>
            <a:lvl3pPr marL="648000" lvl="2" indent="-216000">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defRPr>
            </a:lvl3pPr>
            <a:lvl4pPr marL="0" lvl="3">
              <a:buClr>
                <a:srgbClr val="E51B24"/>
              </a:buClr>
              <a:buSzPct val="100000"/>
              <a:buFont typeface="Trebuchet MS" panose="020B0603020202020204" pitchFamily="34" charset="0"/>
              <a:buChar char="​"/>
              <a:defRPr sz="1600">
                <a:solidFill>
                  <a:srgbClr val="E51B24"/>
                </a:solidFill>
                <a:latin typeface="Trebuchet MS" panose="020B0603020202020204" pitchFamily="34" charset="0"/>
              </a:defRPr>
            </a:lvl4pPr>
            <a:lvl5pPr marL="0" lvl="4">
              <a:buClr>
                <a:srgbClr val="E51B24"/>
              </a:buClr>
              <a:buSzPct val="100000"/>
              <a:buFont typeface="Trebuchet MS" panose="020B0603020202020204" pitchFamily="34" charset="0"/>
              <a:buChar char="​"/>
              <a:defRPr sz="1600" b="1">
                <a:solidFill>
                  <a:srgbClr val="5B6770"/>
                </a:solidFill>
                <a:latin typeface="Trebuchet MS" panose="020B0603020202020204" pitchFamily="34" charset="0"/>
              </a:defRPr>
            </a:lvl5pPr>
            <a:lvl6pPr marL="324000" lvl="5" indent="-216000">
              <a:buClr>
                <a:srgbClr val="E51B24"/>
              </a:buClr>
              <a:buSzPct val="100000"/>
              <a:buFont typeface="Trebuchet MS" panose="020B0603020202020204" pitchFamily="34" charset="0"/>
              <a:buChar char="•"/>
              <a:defRPr sz="1600">
                <a:solidFill>
                  <a:srgbClr val="5B6770"/>
                </a:solidFill>
                <a:latin typeface="Trebuchet MS" panose="020B0603020202020204" pitchFamily="34" charset="0"/>
              </a:defRPr>
            </a:lvl6pPr>
            <a:lvl7pPr marL="0" lvl="6">
              <a:buClr>
                <a:srgbClr val="E51B24"/>
              </a:buClr>
              <a:buSzPct val="100000"/>
              <a:buFont typeface="Trebuchet MS" panose="020B0603020202020204" pitchFamily="34" charset="0"/>
              <a:buChar char="​"/>
              <a:defRPr sz="4400">
                <a:solidFill>
                  <a:srgbClr val="5B6770"/>
                </a:solidFill>
                <a:latin typeface="Trebuchet MS" panose="020B0603020202020204" pitchFamily="34" charset="0"/>
              </a:defRPr>
            </a:lvl7pPr>
            <a:lvl8pPr marL="0" lvl="7">
              <a:buClr>
                <a:srgbClr val="E51B24"/>
              </a:buClr>
              <a:buSzPct val="100000"/>
              <a:buFont typeface="Trebuchet MS" panose="020B0603020202020204" pitchFamily="34" charset="0"/>
              <a:buChar char="​"/>
              <a:defRPr sz="5400">
                <a:solidFill>
                  <a:srgbClr val="E51B24"/>
                </a:solidFill>
                <a:latin typeface="Trebuchet MS" panose="020B0603020202020204" pitchFamily="34" charset="0"/>
              </a:defRPr>
            </a:lvl8pPr>
            <a:lvl9pPr marL="0" lvl="8">
              <a:buClr>
                <a:srgbClr val="E51B24"/>
              </a:buClr>
              <a:buSzPct val="100000"/>
              <a:buFont typeface="Trebuchet MS" panose="020B0603020202020204" pitchFamily="34" charset="0"/>
              <a:buChar char="​"/>
              <a:defRPr sz="2400">
                <a:solidFill>
                  <a:srgbClr val="E51B24"/>
                </a:solidFill>
                <a:latin typeface="Trebuchet MS" panose="020B0603020202020204" pitchFamily="34" charset="0"/>
              </a:defRPr>
            </a:lvl9pPr>
          </a:lstStyle>
          <a:p>
            <a:pPr marL="378000" marR="0" lvl="1" indent="-252000" algn="l" defTabSz="914400" rtl="0" eaLnBrk="1" fontAlgn="auto" latinLnBrk="0" hangingPunct="1">
              <a:lnSpc>
                <a:spcPct val="100000"/>
              </a:lnSpc>
              <a:spcBef>
                <a:spcPts val="0"/>
              </a:spcBef>
              <a:spcAft>
                <a:spcPts val="0"/>
              </a:spcAft>
              <a:buClr>
                <a:srgbClr val="FFFFFF"/>
              </a:buClr>
              <a:buSzPct val="100000"/>
              <a:buFont typeface="Trebuchet MS" panose="020B0603020202020204" pitchFamily="34" charset="0"/>
              <a:buChar char="•"/>
              <a:tabLst/>
              <a:defRPr/>
            </a:pPr>
            <a:r>
              <a:rPr kumimoji="0" lang="en-US" sz="1800" b="0" i="0" u="none" strike="noStrike" kern="1200" cap="none" spc="0" normalizeH="0" baseline="0" noProof="0">
                <a:ln>
                  <a:noFill/>
                </a:ln>
                <a:solidFill>
                  <a:srgbClr val="FFFFFF"/>
                </a:solidFill>
                <a:effectLst/>
                <a:uLnTx/>
                <a:uFillTx/>
                <a:latin typeface="Ubuntu Medium"/>
                <a:ea typeface="+mn-ea"/>
                <a:cs typeface="Calibri" panose="020F0502020204030204" pitchFamily="34" charset="0"/>
                <a:sym typeface="Trebuchet MS" panose="020B0603020202020204" pitchFamily="34" charset="0"/>
              </a:rPr>
              <a:t>Exceptions always exist. Find ways to work-around them</a:t>
            </a:r>
          </a:p>
        </p:txBody>
      </p:sp>
      <p:sp>
        <p:nvSpPr>
          <p:cNvPr id="2" name="Rectangle 3">
            <a:extLst>
              <a:ext uri="{FF2B5EF4-FFF2-40B4-BE49-F238E27FC236}">
                <a16:creationId xmlns:a16="http://schemas.microsoft.com/office/drawing/2014/main" id="{F44B9FA0-61D7-5B42-24B0-35B148D9045A}"/>
              </a:ext>
            </a:extLst>
          </p:cNvPr>
          <p:cNvSpPr>
            <a:spLocks noChangeArrowheads="1"/>
          </p:cNvSpPr>
          <p:nvPr/>
        </p:nvSpPr>
        <p:spPr bwMode="gray">
          <a:xfrm>
            <a:off x="630001" y="1074991"/>
            <a:ext cx="4995640" cy="307777"/>
          </a:xfrm>
          <a:prstGeom prst="rect">
            <a:avLst/>
          </a:prstGeom>
          <a:noFill/>
          <a:ln cap="rnd">
            <a:noFill/>
          </a:ln>
        </p:spPr>
        <p:txBody>
          <a:bodyPr vert="horz" wrap="square" lIns="0" tIns="0" rIns="0" bIns="0" rtlCol="0" anchor="b"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E51B24">
                    <a:lumMod val="100000"/>
                  </a:srgbClr>
                </a:solidFill>
                <a:effectLst/>
                <a:uLnTx/>
                <a:uFillTx/>
                <a:latin typeface="Ubuntu Medium"/>
                <a:ea typeface="+mn-ea"/>
                <a:cs typeface="Calibri" panose="020F0502020204030204" pitchFamily="34" charset="0"/>
              </a:rPr>
              <a:t>Cap team</a:t>
            </a:r>
          </a:p>
        </p:txBody>
      </p:sp>
      <p:sp>
        <p:nvSpPr>
          <p:cNvPr id="7" name="Rectangle 5">
            <a:extLst>
              <a:ext uri="{FF2B5EF4-FFF2-40B4-BE49-F238E27FC236}">
                <a16:creationId xmlns:a16="http://schemas.microsoft.com/office/drawing/2014/main" id="{8D7DD868-6A84-4BAE-E8B7-6A98CB386135}"/>
              </a:ext>
            </a:extLst>
          </p:cNvPr>
          <p:cNvSpPr>
            <a:spLocks noChangeArrowheads="1"/>
          </p:cNvSpPr>
          <p:nvPr/>
        </p:nvSpPr>
        <p:spPr bwMode="gray">
          <a:xfrm>
            <a:off x="6567560" y="1074991"/>
            <a:ext cx="4995640" cy="307777"/>
          </a:xfrm>
          <a:prstGeom prst="rect">
            <a:avLst/>
          </a:prstGeom>
          <a:noFill/>
          <a:ln cap="rnd">
            <a:noFill/>
          </a:ln>
        </p:spPr>
        <p:txBody>
          <a:bodyPr vert="horz" wrap="square" lIns="0" tIns="0" rIns="0" bIns="0" rtlCol="0" anchor="b"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a:ln>
                  <a:noFill/>
                </a:ln>
                <a:solidFill>
                  <a:srgbClr val="FFFFFF"/>
                </a:solidFill>
                <a:effectLst/>
                <a:uLnTx/>
                <a:uFillTx/>
                <a:latin typeface="Ubuntu Medium"/>
                <a:ea typeface="+mn-ea"/>
                <a:cs typeface="Calibri" panose="020F0502020204030204" pitchFamily="34" charset="0"/>
              </a:rPr>
              <a:t>Beazley PO / S</a:t>
            </a:r>
            <a:r>
              <a:rPr kumimoji="0" lang="en-US" sz="2000" b="0" i="0" u="none" strike="noStrike" kern="1200" cap="none" spc="0" normalizeH="0" baseline="0" noProof="0">
                <a:ln>
                  <a:noFill/>
                </a:ln>
                <a:solidFill>
                  <a:srgbClr val="FFFFFF"/>
                </a:solidFill>
                <a:effectLst/>
                <a:uLnTx/>
                <a:uFillTx/>
                <a:latin typeface="Ubuntu Medium"/>
                <a:ea typeface="+mn-ea"/>
                <a:cs typeface="Calibri" panose="020F0502020204030204" pitchFamily="34" charset="0"/>
              </a:rPr>
              <a:t>MEs</a:t>
            </a:r>
          </a:p>
        </p:txBody>
      </p:sp>
      <p:sp>
        <p:nvSpPr>
          <p:cNvPr id="16" name="Rectangle 15">
            <a:extLst>
              <a:ext uri="{FF2B5EF4-FFF2-40B4-BE49-F238E27FC236}">
                <a16:creationId xmlns:a16="http://schemas.microsoft.com/office/drawing/2014/main" id="{1F0F94CD-F570-C44D-8AA1-0FF2BDC3F664}"/>
              </a:ext>
            </a:extLst>
          </p:cNvPr>
          <p:cNvSpPr/>
          <p:nvPr/>
        </p:nvSpPr>
        <p:spPr>
          <a:xfrm>
            <a:off x="493569" y="2738086"/>
            <a:ext cx="5130869" cy="578665"/>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830F15"/>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p>
            <a:pPr marL="378000" marR="0" lvl="1" indent="-252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GB" sz="1400" b="0" i="0" u="none" strike="noStrike" kern="1200" cap="none" spc="0" normalizeH="0" baseline="0" noProof="0">
                <a:ln>
                  <a:noFill/>
                </a:ln>
                <a:solidFill>
                  <a:srgbClr val="5B6770">
                    <a:lumMod val="100000"/>
                  </a:srgbClr>
                </a:solidFill>
                <a:effectLst/>
                <a:uLnTx/>
                <a:uFillTx/>
                <a:latin typeface="Ubuntu Medium"/>
                <a:ea typeface="+mn-ea"/>
                <a:cs typeface="Calibri" panose="020F0502020204030204" pitchFamily="34" charset="0"/>
                <a:sym typeface="EMprint" panose="020B0503020204020204" pitchFamily="34" charset="0"/>
              </a:rPr>
              <a:t>Schedule Elaboration sessions &amp; send meeting invites ahead of time</a:t>
            </a:r>
            <a:endParaRPr kumimoji="0" lang="en-US" sz="1400" b="0" i="0" u="none" strike="noStrike" kern="1200" cap="none" spc="0" normalizeH="0" baseline="0" noProof="0">
              <a:ln>
                <a:noFill/>
              </a:ln>
              <a:solidFill>
                <a:srgbClr val="5B6770">
                  <a:lumMod val="100000"/>
                </a:srgbClr>
              </a:solidFill>
              <a:effectLst/>
              <a:uLnTx/>
              <a:uFillTx/>
              <a:latin typeface="Ubuntu Medium"/>
              <a:ea typeface="+mn-ea"/>
              <a:cs typeface="Calibri" panose="020F0502020204030204" pitchFamily="34" charset="0"/>
              <a:sym typeface="EMprint" panose="020B0503020204020204" pitchFamily="34" charset="0"/>
            </a:endParaRPr>
          </a:p>
        </p:txBody>
      </p:sp>
    </p:spTree>
    <p:extLst>
      <p:ext uri="{BB962C8B-B14F-4D97-AF65-F5344CB8AC3E}">
        <p14:creationId xmlns:p14="http://schemas.microsoft.com/office/powerpoint/2010/main" val="27172861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7" name="Text Placeholder 20">
            <a:extLst>
              <a:ext uri="{FF2B5EF4-FFF2-40B4-BE49-F238E27FC236}">
                <a16:creationId xmlns:a16="http://schemas.microsoft.com/office/drawing/2014/main" id="{63AFAC24-AC01-F738-B736-C4C5742F2302}"/>
              </a:ext>
            </a:extLst>
          </p:cNvPr>
          <p:cNvSpPr txBox="1">
            <a:spLocks/>
          </p:cNvSpPr>
          <p:nvPr/>
        </p:nvSpPr>
        <p:spPr>
          <a:xfrm>
            <a:off x="78374" y="5014793"/>
            <a:ext cx="1043386" cy="1691828"/>
          </a:xfrm>
          <a:prstGeom prst="rect">
            <a:avLst/>
          </a:prstGeom>
          <a:solidFill>
            <a:schemeClr val="accent2">
              <a:lumMod val="20000"/>
              <a:lumOff val="80000"/>
            </a:schemeClr>
          </a:solidFill>
          <a:ln>
            <a:noFill/>
          </a:ln>
        </p:spPr>
        <p:txBody>
          <a:bodyPr wrap="square" lIns="91440" tIns="91440" rIns="91440" bIns="91440" anchor="t" anchorCtr="0">
            <a:noAutofit/>
          </a:bodyPr>
          <a:lstStyle>
            <a:defPPr>
              <a:defRPr lang="pt-PT"/>
            </a:defPPr>
            <a:lvl1pPr marL="0" algn="r"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
              </a:spcBef>
              <a:spcAft>
                <a:spcPts val="100"/>
              </a:spcAft>
              <a:buClr>
                <a:srgbClr val="ECECEC"/>
              </a:buClr>
              <a:buSzTx/>
              <a:buFontTx/>
              <a:buNone/>
              <a:tabLst/>
              <a:defRPr/>
            </a:pPr>
            <a:endParaRPr kumimoji="0" lang="en-US" sz="1600" b="1" i="0" u="none" strike="noStrike" kern="1200" cap="none" spc="0" normalizeH="0" baseline="0" noProof="0">
              <a:ln>
                <a:noFill/>
              </a:ln>
              <a:solidFill>
                <a:srgbClr val="4A66AC"/>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ECECEC"/>
              </a:buClr>
              <a:buSzTx/>
              <a:buFontTx/>
              <a:buNone/>
              <a:tabLst/>
              <a:defRPr/>
            </a:pPr>
            <a:endParaRPr kumimoji="0" lang="en-US" sz="1600" b="1" i="0" u="none" strike="noStrike" kern="1200" cap="none" spc="0" normalizeH="0" baseline="0" noProof="0">
              <a:ln>
                <a:noFill/>
              </a:ln>
              <a:solidFill>
                <a:srgbClr val="4A66AC"/>
              </a:solidFill>
              <a:effectLst/>
              <a:uLnTx/>
              <a:uFillTx/>
              <a:latin typeface="Ubuntu" panose="020B0504030602030204" pitchFamily="34" charset="0"/>
              <a:ea typeface="+mn-ea"/>
              <a:cs typeface="+mn-cs"/>
            </a:endParaRPr>
          </a:p>
        </p:txBody>
      </p:sp>
      <p:sp>
        <p:nvSpPr>
          <p:cNvPr id="627" name="Text Placeholder 20">
            <a:extLst>
              <a:ext uri="{FF2B5EF4-FFF2-40B4-BE49-F238E27FC236}">
                <a16:creationId xmlns:a16="http://schemas.microsoft.com/office/drawing/2014/main" id="{78BB1F18-60A2-3691-0C96-DF06CA4A536C}"/>
              </a:ext>
            </a:extLst>
          </p:cNvPr>
          <p:cNvSpPr txBox="1">
            <a:spLocks/>
          </p:cNvSpPr>
          <p:nvPr/>
        </p:nvSpPr>
        <p:spPr>
          <a:xfrm>
            <a:off x="10382574" y="695359"/>
            <a:ext cx="1755746" cy="6006811"/>
          </a:xfrm>
          <a:prstGeom prst="rect">
            <a:avLst/>
          </a:prstGeom>
          <a:solidFill>
            <a:schemeClr val="accent2">
              <a:lumMod val="20000"/>
              <a:lumOff val="80000"/>
            </a:schemeClr>
          </a:solidFill>
        </p:spPr>
        <p:txBody>
          <a:bodyPr wrap="square" lIns="91440" tIns="91440" rIns="91440" bIns="91440" anchor="t" anchorCtr="0">
            <a:noAutofit/>
          </a:bodyPr>
          <a:lstStyle>
            <a:defPPr>
              <a:defRPr lang="pt-PT"/>
            </a:defPPr>
            <a:lvl1pPr marL="0" algn="r"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
              </a:spcBef>
              <a:spcAft>
                <a:spcPts val="100"/>
              </a:spcAft>
              <a:buClr>
                <a:srgbClr val="ECECEC"/>
              </a:buClr>
              <a:buSzTx/>
              <a:buFontTx/>
              <a:buNone/>
              <a:tabLst/>
              <a:defRPr/>
            </a:pPr>
            <a:endParaRPr kumimoji="0" lang="en-US" sz="1600" b="1" i="0" u="none" strike="noStrike" kern="1200" cap="none" spc="0" normalizeH="0" baseline="0" noProof="0">
              <a:ln>
                <a:noFill/>
              </a:ln>
              <a:solidFill>
                <a:srgbClr val="4A66AC"/>
              </a:solidFill>
              <a:effectLst/>
              <a:uLnTx/>
              <a:uFillTx/>
              <a:latin typeface="Ubuntu" panose="020B0504030602030204" pitchFamily="34" charset="0"/>
              <a:ea typeface="+mn-ea"/>
              <a:cs typeface="+mn-cs"/>
            </a:endParaRPr>
          </a:p>
        </p:txBody>
      </p:sp>
      <p:sp>
        <p:nvSpPr>
          <p:cNvPr id="418" name="Rounded Rectangle 67">
            <a:extLst>
              <a:ext uri="{FF2B5EF4-FFF2-40B4-BE49-F238E27FC236}">
                <a16:creationId xmlns:a16="http://schemas.microsoft.com/office/drawing/2014/main" id="{CF47D172-5A00-2222-9276-6B84393088EB}"/>
              </a:ext>
            </a:extLst>
          </p:cNvPr>
          <p:cNvSpPr>
            <a:spLocks/>
          </p:cNvSpPr>
          <p:nvPr/>
        </p:nvSpPr>
        <p:spPr>
          <a:xfrm>
            <a:off x="10474014" y="2861065"/>
            <a:ext cx="1618485" cy="2132527"/>
          </a:xfrm>
          <a:prstGeom prst="roundRect">
            <a:avLst>
              <a:gd name="adj" fmla="val 5380"/>
            </a:avLst>
          </a:prstGeom>
          <a:noFill/>
          <a:ln w="19050" cap="flat" cmpd="sng" algn="ctr">
            <a:solidFill>
              <a:schemeClr val="bg1">
                <a:lumMod val="85000"/>
              </a:schemeClr>
            </a:solidFill>
            <a:prstDash val="solid"/>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3" name="Title 3">
            <a:extLst>
              <a:ext uri="{FF2B5EF4-FFF2-40B4-BE49-F238E27FC236}">
                <a16:creationId xmlns:a16="http://schemas.microsoft.com/office/drawing/2014/main" id="{AA517563-EC26-4A72-6E3A-2F909348303E}"/>
              </a:ext>
            </a:extLst>
          </p:cNvPr>
          <p:cNvSpPr txBox="1">
            <a:spLocks/>
          </p:cNvSpPr>
          <p:nvPr/>
        </p:nvSpPr>
        <p:spPr>
          <a:xfrm>
            <a:off x="212822" y="155830"/>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2800" b="0" i="0" u="none" strike="noStrike" kern="1200" cap="none" spc="0" normalizeH="0" baseline="0" noProof="0">
                <a:ln>
                  <a:noFill/>
                </a:ln>
                <a:solidFill>
                  <a:srgbClr val="0070C0"/>
                </a:solidFill>
                <a:effectLst/>
                <a:uLnTx/>
                <a:uFillTx/>
                <a:latin typeface="Ubuntu Medium"/>
                <a:ea typeface="+mj-ea"/>
                <a:cs typeface="+mj-cs"/>
                <a:sym typeface="Trebuchet MS" panose="020B0603020202020204" pitchFamily="34" charset="0"/>
              </a:rPr>
              <a:t>‘A day in a life’ during Elaboration Workshops</a:t>
            </a:r>
            <a:endParaRPr kumimoji="0" lang="en-US" sz="2800" b="0" i="0" u="none" strike="noStrike" kern="1200" cap="none" spc="0" normalizeH="0" baseline="0" noProof="0">
              <a:ln>
                <a:noFill/>
              </a:ln>
              <a:solidFill>
                <a:srgbClr val="0070C0"/>
              </a:solidFill>
              <a:effectLst/>
              <a:uLnTx/>
              <a:uFillTx/>
              <a:latin typeface="Ubuntu Medium"/>
              <a:ea typeface="+mj-ea"/>
              <a:cs typeface="+mj-cs"/>
              <a:sym typeface="Trebuchet MS" panose="020B0603020202020204" pitchFamily="34" charset="0"/>
            </a:endParaRPr>
          </a:p>
        </p:txBody>
      </p:sp>
      <p:sp>
        <p:nvSpPr>
          <p:cNvPr id="2" name="Text Placeholder 20">
            <a:extLst>
              <a:ext uri="{FF2B5EF4-FFF2-40B4-BE49-F238E27FC236}">
                <a16:creationId xmlns:a16="http://schemas.microsoft.com/office/drawing/2014/main" id="{663BA533-BA0F-A7F6-69A7-64B8A27BECD9}"/>
              </a:ext>
            </a:extLst>
          </p:cNvPr>
          <p:cNvSpPr txBox="1">
            <a:spLocks/>
          </p:cNvSpPr>
          <p:nvPr/>
        </p:nvSpPr>
        <p:spPr>
          <a:xfrm>
            <a:off x="78374" y="695359"/>
            <a:ext cx="1043386" cy="4291871"/>
          </a:xfrm>
          <a:prstGeom prst="rect">
            <a:avLst/>
          </a:prstGeom>
          <a:solidFill>
            <a:schemeClr val="accent2">
              <a:lumMod val="20000"/>
              <a:lumOff val="80000"/>
            </a:schemeClr>
          </a:solidFill>
          <a:ln>
            <a:noFill/>
          </a:ln>
        </p:spPr>
        <p:txBody>
          <a:bodyPr wrap="square" lIns="91440" tIns="91440" rIns="91440" bIns="91440" anchor="t" anchorCtr="0">
            <a:noAutofit/>
          </a:bodyPr>
          <a:lstStyle>
            <a:defPPr>
              <a:defRPr lang="pt-PT"/>
            </a:defPPr>
            <a:lvl1pPr marL="0" algn="r"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
              </a:spcBef>
              <a:spcAft>
                <a:spcPts val="100"/>
              </a:spcAft>
              <a:buClr>
                <a:srgbClr val="ECECEC"/>
              </a:buClr>
              <a:buSzTx/>
              <a:buFontTx/>
              <a:buNone/>
              <a:tabLst/>
              <a:defRPr/>
            </a:pPr>
            <a:r>
              <a:rPr kumimoji="0" lang="en-US" sz="1600" b="1" i="0" u="none" strike="noStrike" kern="1200" cap="none" spc="0" normalizeH="0" baseline="0" noProof="0">
                <a:ln>
                  <a:noFill/>
                </a:ln>
                <a:solidFill>
                  <a:srgbClr val="4A66AC"/>
                </a:solidFill>
                <a:effectLst/>
                <a:uLnTx/>
                <a:uFillTx/>
                <a:latin typeface="Ubuntu" panose="020B0504030602030204" pitchFamily="34" charset="0"/>
                <a:ea typeface="+mn-ea"/>
                <a:cs typeface="+mn-cs"/>
              </a:rPr>
              <a:t>Actors</a:t>
            </a:r>
          </a:p>
          <a:p>
            <a:pPr marL="0" marR="0" lvl="0" indent="0" algn="l" defTabSz="914400" rtl="0" eaLnBrk="1" fontAlgn="auto" latinLnBrk="0" hangingPunct="1">
              <a:lnSpc>
                <a:spcPct val="100000"/>
              </a:lnSpc>
              <a:spcBef>
                <a:spcPts val="100"/>
              </a:spcBef>
              <a:spcAft>
                <a:spcPts val="100"/>
              </a:spcAft>
              <a:buClr>
                <a:srgbClr val="ECECEC"/>
              </a:buClr>
              <a:buSzTx/>
              <a:buFontTx/>
              <a:buNone/>
              <a:tabLst/>
              <a:defRPr/>
            </a:pPr>
            <a:endParaRPr kumimoji="0" lang="en-US" sz="1600" b="1" i="0" u="none" strike="noStrike" kern="1200" cap="none" spc="0" normalizeH="0" baseline="0" noProof="0">
              <a:ln>
                <a:noFill/>
              </a:ln>
              <a:solidFill>
                <a:srgbClr val="4A66AC"/>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ECECEC"/>
              </a:buClr>
              <a:buSzTx/>
              <a:buFontTx/>
              <a:buNone/>
              <a:tabLst/>
              <a:defRPr/>
            </a:pPr>
            <a:endParaRPr kumimoji="0" lang="en-US" sz="1600" b="1" i="0" u="none" strike="noStrike" kern="1200" cap="none" spc="0" normalizeH="0" baseline="0" noProof="0">
              <a:ln>
                <a:noFill/>
              </a:ln>
              <a:solidFill>
                <a:srgbClr val="4A66AC"/>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11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r>
              <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rPr>
              <a:t>    Product Owner</a:t>
            </a: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r>
              <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rPr>
              <a:t>         </a:t>
            </a: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r>
              <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rPr>
              <a:t>             SMEs</a:t>
            </a: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r>
              <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rPr>
              <a:t> </a:t>
            </a: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r>
              <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rPr>
              <a:t>Solution Architect</a:t>
            </a: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r>
              <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rPr>
              <a:t>     </a:t>
            </a: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r>
              <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rPr>
              <a:t>Team members</a:t>
            </a: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r>
              <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rPr>
              <a:t>Functional lead / BA</a:t>
            </a:r>
          </a:p>
        </p:txBody>
      </p:sp>
      <p:grpSp>
        <p:nvGrpSpPr>
          <p:cNvPr id="6" name="Teacher7" descr="{&quot;Key&quot;:&quot;POWER_USER_SHAPE_ICON&quot;,&quot;Value&quot;:&quot;POWER_USER_SHAPE_ICON_STYLE_1&quot;}">
            <a:extLst>
              <a:ext uri="{FF2B5EF4-FFF2-40B4-BE49-F238E27FC236}">
                <a16:creationId xmlns:a16="http://schemas.microsoft.com/office/drawing/2014/main" id="{91A7FC1A-F1FC-01B2-D8FE-0616F45E7859}"/>
              </a:ext>
            </a:extLst>
          </p:cNvPr>
          <p:cNvGrpSpPr>
            <a:grpSpLocks noChangeAspect="1"/>
          </p:cNvGrpSpPr>
          <p:nvPr/>
        </p:nvGrpSpPr>
        <p:grpSpPr>
          <a:xfrm>
            <a:off x="387747" y="1288661"/>
            <a:ext cx="360000" cy="350581"/>
            <a:chOff x="6302376" y="1846263"/>
            <a:chExt cx="479425" cy="479425"/>
          </a:xfrm>
          <a:solidFill>
            <a:schemeClr val="accent1"/>
          </a:solidFill>
        </p:grpSpPr>
        <p:sp>
          <p:nvSpPr>
            <p:cNvPr id="7" name="Rectangle 495">
              <a:extLst>
                <a:ext uri="{FF2B5EF4-FFF2-40B4-BE49-F238E27FC236}">
                  <a16:creationId xmlns:a16="http://schemas.microsoft.com/office/drawing/2014/main" id="{A4732C34-FE05-0482-5FA2-E673102B1A97}"/>
                </a:ext>
              </a:extLst>
            </p:cNvPr>
            <p:cNvSpPr>
              <a:spLocks noChangeArrowheads="1"/>
            </p:cNvSpPr>
            <p:nvPr/>
          </p:nvSpPr>
          <p:spPr bwMode="auto">
            <a:xfrm>
              <a:off x="6586539" y="2144713"/>
              <a:ext cx="12700" cy="34925"/>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Freeform 496">
              <a:extLst>
                <a:ext uri="{FF2B5EF4-FFF2-40B4-BE49-F238E27FC236}">
                  <a16:creationId xmlns:a16="http://schemas.microsoft.com/office/drawing/2014/main" id="{E688B714-0AF6-971B-750E-B2BBFB7029C6}"/>
                </a:ext>
              </a:extLst>
            </p:cNvPr>
            <p:cNvSpPr>
              <a:spLocks/>
            </p:cNvSpPr>
            <p:nvPr/>
          </p:nvSpPr>
          <p:spPr bwMode="auto">
            <a:xfrm>
              <a:off x="6623051" y="2206626"/>
              <a:ext cx="158750" cy="117475"/>
            </a:xfrm>
            <a:custGeom>
              <a:avLst/>
              <a:gdLst>
                <a:gd name="T0" fmla="*/ 196 w 196"/>
                <a:gd name="T1" fmla="*/ 146 h 146"/>
                <a:gd name="T2" fmla="*/ 180 w 196"/>
                <a:gd name="T3" fmla="*/ 146 h 146"/>
                <a:gd name="T4" fmla="*/ 106 w 196"/>
                <a:gd name="T5" fmla="*/ 48 h 146"/>
                <a:gd name="T6" fmla="*/ 0 w 196"/>
                <a:gd name="T7" fmla="*/ 15 h 146"/>
                <a:gd name="T8" fmla="*/ 5 w 196"/>
                <a:gd name="T9" fmla="*/ 0 h 146"/>
                <a:gd name="T10" fmla="*/ 111 w 196"/>
                <a:gd name="T11" fmla="*/ 32 h 146"/>
                <a:gd name="T12" fmla="*/ 19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96" y="146"/>
                  </a:moveTo>
                  <a:lnTo>
                    <a:pt x="180" y="146"/>
                  </a:lnTo>
                  <a:cubicBezTo>
                    <a:pt x="180" y="101"/>
                    <a:pt x="150" y="61"/>
                    <a:pt x="106" y="48"/>
                  </a:cubicBezTo>
                  <a:lnTo>
                    <a:pt x="0" y="15"/>
                  </a:lnTo>
                  <a:lnTo>
                    <a:pt x="5" y="0"/>
                  </a:lnTo>
                  <a:lnTo>
                    <a:pt x="111" y="32"/>
                  </a:lnTo>
                  <a:cubicBezTo>
                    <a:pt x="162" y="47"/>
                    <a:pt x="196" y="93"/>
                    <a:pt x="19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Rectangle 497">
              <a:extLst>
                <a:ext uri="{FF2B5EF4-FFF2-40B4-BE49-F238E27FC236}">
                  <a16:creationId xmlns:a16="http://schemas.microsoft.com/office/drawing/2014/main" id="{A9B9C543-03A8-9D18-0383-91A8FF54E3ED}"/>
                </a:ext>
              </a:extLst>
            </p:cNvPr>
            <p:cNvSpPr>
              <a:spLocks noChangeArrowheads="1"/>
            </p:cNvSpPr>
            <p:nvPr/>
          </p:nvSpPr>
          <p:spPr bwMode="auto">
            <a:xfrm>
              <a:off x="6483351" y="2144713"/>
              <a:ext cx="12700" cy="39688"/>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Freeform 498">
              <a:extLst>
                <a:ext uri="{FF2B5EF4-FFF2-40B4-BE49-F238E27FC236}">
                  <a16:creationId xmlns:a16="http://schemas.microsoft.com/office/drawing/2014/main" id="{EB28C401-7A57-83BD-4ED5-6642116876A1}"/>
                </a:ext>
              </a:extLst>
            </p:cNvPr>
            <p:cNvSpPr>
              <a:spLocks/>
            </p:cNvSpPr>
            <p:nvPr/>
          </p:nvSpPr>
          <p:spPr bwMode="auto">
            <a:xfrm>
              <a:off x="6302376" y="2206626"/>
              <a:ext cx="157163" cy="117475"/>
            </a:xfrm>
            <a:custGeom>
              <a:avLst/>
              <a:gdLst>
                <a:gd name="T0" fmla="*/ 16 w 196"/>
                <a:gd name="T1" fmla="*/ 146 h 146"/>
                <a:gd name="T2" fmla="*/ 0 w 196"/>
                <a:gd name="T3" fmla="*/ 146 h 146"/>
                <a:gd name="T4" fmla="*/ 85 w 196"/>
                <a:gd name="T5" fmla="*/ 32 h 146"/>
                <a:gd name="T6" fmla="*/ 191 w 196"/>
                <a:gd name="T7" fmla="*/ 0 h 146"/>
                <a:gd name="T8" fmla="*/ 196 w 196"/>
                <a:gd name="T9" fmla="*/ 15 h 146"/>
                <a:gd name="T10" fmla="*/ 90 w 196"/>
                <a:gd name="T11" fmla="*/ 48 h 146"/>
                <a:gd name="T12" fmla="*/ 1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6" y="146"/>
                  </a:moveTo>
                  <a:lnTo>
                    <a:pt x="0" y="146"/>
                  </a:lnTo>
                  <a:cubicBezTo>
                    <a:pt x="0" y="93"/>
                    <a:pt x="34" y="47"/>
                    <a:pt x="85" y="32"/>
                  </a:cubicBezTo>
                  <a:lnTo>
                    <a:pt x="191" y="0"/>
                  </a:lnTo>
                  <a:lnTo>
                    <a:pt x="196" y="15"/>
                  </a:lnTo>
                  <a:lnTo>
                    <a:pt x="90" y="48"/>
                  </a:lnTo>
                  <a:cubicBezTo>
                    <a:pt x="46" y="61"/>
                    <a:pt x="16" y="101"/>
                    <a:pt x="1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Freeform 499">
              <a:extLst>
                <a:ext uri="{FF2B5EF4-FFF2-40B4-BE49-F238E27FC236}">
                  <a16:creationId xmlns:a16="http://schemas.microsoft.com/office/drawing/2014/main" id="{4965F401-6C7F-19BD-0C3B-ACE16CB20C94}"/>
                </a:ext>
              </a:extLst>
            </p:cNvPr>
            <p:cNvSpPr>
              <a:spLocks noEditPoints="1"/>
            </p:cNvSpPr>
            <p:nvPr/>
          </p:nvSpPr>
          <p:spPr bwMode="auto">
            <a:xfrm>
              <a:off x="6443664" y="1927226"/>
              <a:ext cx="195263" cy="250825"/>
            </a:xfrm>
            <a:custGeom>
              <a:avLst/>
              <a:gdLst>
                <a:gd name="T0" fmla="*/ 48 w 243"/>
                <a:gd name="T1" fmla="*/ 44 h 311"/>
                <a:gd name="T2" fmla="*/ 17 w 243"/>
                <a:gd name="T3" fmla="*/ 108 h 311"/>
                <a:gd name="T4" fmla="*/ 17 w 243"/>
                <a:gd name="T5" fmla="*/ 200 h 311"/>
                <a:gd name="T6" fmla="*/ 88 w 243"/>
                <a:gd name="T7" fmla="*/ 285 h 311"/>
                <a:gd name="T8" fmla="*/ 155 w 243"/>
                <a:gd name="T9" fmla="*/ 285 h 311"/>
                <a:gd name="T10" fmla="*/ 226 w 243"/>
                <a:gd name="T11" fmla="*/ 200 h 311"/>
                <a:gd name="T12" fmla="*/ 226 w 243"/>
                <a:gd name="T13" fmla="*/ 81 h 311"/>
                <a:gd name="T14" fmla="*/ 197 w 243"/>
                <a:gd name="T15" fmla="*/ 32 h 311"/>
                <a:gd name="T16" fmla="*/ 175 w 243"/>
                <a:gd name="T17" fmla="*/ 18 h 311"/>
                <a:gd name="T18" fmla="*/ 175 w 243"/>
                <a:gd name="T19" fmla="*/ 19 h 311"/>
                <a:gd name="T20" fmla="*/ 160 w 243"/>
                <a:gd name="T21" fmla="*/ 59 h 311"/>
                <a:gd name="T22" fmla="*/ 84 w 243"/>
                <a:gd name="T23" fmla="*/ 52 h 311"/>
                <a:gd name="T24" fmla="*/ 48 w 243"/>
                <a:gd name="T25" fmla="*/ 44 h 311"/>
                <a:gd name="T26" fmla="*/ 121 w 243"/>
                <a:gd name="T27" fmla="*/ 311 h 311"/>
                <a:gd name="T28" fmla="*/ 79 w 243"/>
                <a:gd name="T29" fmla="*/ 299 h 311"/>
                <a:gd name="T30" fmla="*/ 0 w 243"/>
                <a:gd name="T31" fmla="*/ 200 h 311"/>
                <a:gd name="T32" fmla="*/ 0 w 243"/>
                <a:gd name="T33" fmla="*/ 108 h 311"/>
                <a:gd name="T34" fmla="*/ 48 w 243"/>
                <a:gd name="T35" fmla="*/ 27 h 311"/>
                <a:gd name="T36" fmla="*/ 88 w 243"/>
                <a:gd name="T37" fmla="*/ 36 h 311"/>
                <a:gd name="T38" fmla="*/ 152 w 243"/>
                <a:gd name="T39" fmla="*/ 44 h 311"/>
                <a:gd name="T40" fmla="*/ 159 w 243"/>
                <a:gd name="T41" fmla="*/ 23 h 311"/>
                <a:gd name="T42" fmla="*/ 160 w 243"/>
                <a:gd name="T43" fmla="*/ 6 h 311"/>
                <a:gd name="T44" fmla="*/ 171 w 243"/>
                <a:gd name="T45" fmla="*/ 1 h 311"/>
                <a:gd name="T46" fmla="*/ 171 w 243"/>
                <a:gd name="T47" fmla="*/ 1 h 311"/>
                <a:gd name="T48" fmla="*/ 209 w 243"/>
                <a:gd name="T49" fmla="*/ 20 h 311"/>
                <a:gd name="T50" fmla="*/ 243 w 243"/>
                <a:gd name="T51" fmla="*/ 81 h 311"/>
                <a:gd name="T52" fmla="*/ 243 w 243"/>
                <a:gd name="T53" fmla="*/ 200 h 311"/>
                <a:gd name="T54" fmla="*/ 164 w 243"/>
                <a:gd name="T55" fmla="*/ 299 h 311"/>
                <a:gd name="T56" fmla="*/ 121 w 243"/>
                <a:gd name="T57" fmla="*/ 311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3" h="311">
                  <a:moveTo>
                    <a:pt x="48" y="44"/>
                  </a:moveTo>
                  <a:cubicBezTo>
                    <a:pt x="22" y="44"/>
                    <a:pt x="17" y="69"/>
                    <a:pt x="17" y="108"/>
                  </a:cubicBezTo>
                  <a:lnTo>
                    <a:pt x="17" y="200"/>
                  </a:lnTo>
                  <a:cubicBezTo>
                    <a:pt x="17" y="235"/>
                    <a:pt x="62" y="268"/>
                    <a:pt x="88" y="285"/>
                  </a:cubicBezTo>
                  <a:cubicBezTo>
                    <a:pt x="109" y="298"/>
                    <a:pt x="134" y="298"/>
                    <a:pt x="155" y="285"/>
                  </a:cubicBezTo>
                  <a:cubicBezTo>
                    <a:pt x="181" y="268"/>
                    <a:pt x="226" y="235"/>
                    <a:pt x="226" y="200"/>
                  </a:cubicBezTo>
                  <a:lnTo>
                    <a:pt x="226" y="81"/>
                  </a:lnTo>
                  <a:cubicBezTo>
                    <a:pt x="226" y="70"/>
                    <a:pt x="213" y="47"/>
                    <a:pt x="197" y="32"/>
                  </a:cubicBezTo>
                  <a:cubicBezTo>
                    <a:pt x="188" y="23"/>
                    <a:pt x="180" y="19"/>
                    <a:pt x="175" y="18"/>
                  </a:cubicBezTo>
                  <a:cubicBezTo>
                    <a:pt x="175" y="18"/>
                    <a:pt x="175" y="18"/>
                    <a:pt x="175" y="19"/>
                  </a:cubicBezTo>
                  <a:cubicBezTo>
                    <a:pt x="178" y="28"/>
                    <a:pt x="184" y="47"/>
                    <a:pt x="160" y="59"/>
                  </a:cubicBezTo>
                  <a:cubicBezTo>
                    <a:pt x="142" y="68"/>
                    <a:pt x="112" y="60"/>
                    <a:pt x="84" y="52"/>
                  </a:cubicBezTo>
                  <a:cubicBezTo>
                    <a:pt x="69" y="48"/>
                    <a:pt x="56" y="44"/>
                    <a:pt x="48" y="44"/>
                  </a:cubicBezTo>
                  <a:close/>
                  <a:moveTo>
                    <a:pt x="121" y="311"/>
                  </a:moveTo>
                  <a:cubicBezTo>
                    <a:pt x="107" y="311"/>
                    <a:pt x="92" y="307"/>
                    <a:pt x="79" y="299"/>
                  </a:cubicBezTo>
                  <a:cubicBezTo>
                    <a:pt x="43" y="276"/>
                    <a:pt x="0" y="241"/>
                    <a:pt x="0" y="200"/>
                  </a:cubicBezTo>
                  <a:lnTo>
                    <a:pt x="0" y="108"/>
                  </a:lnTo>
                  <a:cubicBezTo>
                    <a:pt x="0" y="84"/>
                    <a:pt x="0" y="27"/>
                    <a:pt x="48" y="27"/>
                  </a:cubicBezTo>
                  <a:cubicBezTo>
                    <a:pt x="58" y="27"/>
                    <a:pt x="72" y="31"/>
                    <a:pt x="88" y="36"/>
                  </a:cubicBezTo>
                  <a:cubicBezTo>
                    <a:pt x="111" y="42"/>
                    <a:pt x="140" y="50"/>
                    <a:pt x="152" y="44"/>
                  </a:cubicBezTo>
                  <a:cubicBezTo>
                    <a:pt x="164" y="39"/>
                    <a:pt x="162" y="33"/>
                    <a:pt x="159" y="23"/>
                  </a:cubicBezTo>
                  <a:cubicBezTo>
                    <a:pt x="158" y="18"/>
                    <a:pt x="156" y="12"/>
                    <a:pt x="160" y="6"/>
                  </a:cubicBezTo>
                  <a:cubicBezTo>
                    <a:pt x="162" y="3"/>
                    <a:pt x="166" y="1"/>
                    <a:pt x="171" y="1"/>
                  </a:cubicBezTo>
                  <a:lnTo>
                    <a:pt x="171" y="1"/>
                  </a:lnTo>
                  <a:cubicBezTo>
                    <a:pt x="185" y="0"/>
                    <a:pt x="199" y="11"/>
                    <a:pt x="209" y="20"/>
                  </a:cubicBezTo>
                  <a:cubicBezTo>
                    <a:pt x="225" y="36"/>
                    <a:pt x="243" y="63"/>
                    <a:pt x="243" y="81"/>
                  </a:cubicBezTo>
                  <a:lnTo>
                    <a:pt x="243" y="200"/>
                  </a:lnTo>
                  <a:cubicBezTo>
                    <a:pt x="243" y="241"/>
                    <a:pt x="200" y="276"/>
                    <a:pt x="164" y="299"/>
                  </a:cubicBezTo>
                  <a:cubicBezTo>
                    <a:pt x="151" y="307"/>
                    <a:pt x="136" y="311"/>
                    <a:pt x="121" y="311"/>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Freeform 500">
              <a:extLst>
                <a:ext uri="{FF2B5EF4-FFF2-40B4-BE49-F238E27FC236}">
                  <a16:creationId xmlns:a16="http://schemas.microsoft.com/office/drawing/2014/main" id="{8BA61A3D-0AD7-11F3-675B-59F9169698FA}"/>
                </a:ext>
              </a:extLst>
            </p:cNvPr>
            <p:cNvSpPr>
              <a:spLocks noEditPoints="1"/>
            </p:cNvSpPr>
            <p:nvPr/>
          </p:nvSpPr>
          <p:spPr bwMode="auto">
            <a:xfrm>
              <a:off x="6413501" y="2011363"/>
              <a:ext cx="44450" cy="85725"/>
            </a:xfrm>
            <a:custGeom>
              <a:avLst/>
              <a:gdLst>
                <a:gd name="T0" fmla="*/ 27 w 55"/>
                <a:gd name="T1" fmla="*/ 17 h 107"/>
                <a:gd name="T2" fmla="*/ 16 w 55"/>
                <a:gd name="T3" fmla="*/ 27 h 107"/>
                <a:gd name="T4" fmla="*/ 16 w 55"/>
                <a:gd name="T5" fmla="*/ 30 h 107"/>
                <a:gd name="T6" fmla="*/ 26 w 55"/>
                <a:gd name="T7" fmla="*/ 75 h 107"/>
                <a:gd name="T8" fmla="*/ 39 w 55"/>
                <a:gd name="T9" fmla="*/ 89 h 107"/>
                <a:gd name="T10" fmla="*/ 38 w 55"/>
                <a:gd name="T11" fmla="*/ 17 h 107"/>
                <a:gd name="T12" fmla="*/ 27 w 55"/>
                <a:gd name="T13" fmla="*/ 17 h 107"/>
                <a:gd name="T14" fmla="*/ 55 w 55"/>
                <a:gd name="T15" fmla="*/ 107 h 107"/>
                <a:gd name="T16" fmla="*/ 47 w 55"/>
                <a:gd name="T17" fmla="*/ 107 h 107"/>
                <a:gd name="T18" fmla="*/ 12 w 55"/>
                <a:gd name="T19" fmla="*/ 82 h 107"/>
                <a:gd name="T20" fmla="*/ 0 w 55"/>
                <a:gd name="T21" fmla="*/ 30 h 107"/>
                <a:gd name="T22" fmla="*/ 0 w 55"/>
                <a:gd name="T23" fmla="*/ 27 h 107"/>
                <a:gd name="T24" fmla="*/ 27 w 55"/>
                <a:gd name="T25" fmla="*/ 0 h 107"/>
                <a:gd name="T26" fmla="*/ 55 w 55"/>
                <a:gd name="T27" fmla="*/ 0 h 107"/>
                <a:gd name="T28" fmla="*/ 55 w 55"/>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5" h="107">
                  <a:moveTo>
                    <a:pt x="27" y="17"/>
                  </a:moveTo>
                  <a:cubicBezTo>
                    <a:pt x="21" y="17"/>
                    <a:pt x="16" y="21"/>
                    <a:pt x="16" y="27"/>
                  </a:cubicBezTo>
                  <a:lnTo>
                    <a:pt x="16" y="30"/>
                  </a:lnTo>
                  <a:cubicBezTo>
                    <a:pt x="16" y="46"/>
                    <a:pt x="20" y="62"/>
                    <a:pt x="26" y="75"/>
                  </a:cubicBezTo>
                  <a:cubicBezTo>
                    <a:pt x="31" y="83"/>
                    <a:pt x="34" y="87"/>
                    <a:pt x="39" y="89"/>
                  </a:cubicBezTo>
                  <a:lnTo>
                    <a:pt x="38" y="17"/>
                  </a:lnTo>
                  <a:lnTo>
                    <a:pt x="27" y="17"/>
                  </a:lnTo>
                  <a:close/>
                  <a:moveTo>
                    <a:pt x="55" y="107"/>
                  </a:moveTo>
                  <a:lnTo>
                    <a:pt x="47" y="107"/>
                  </a:lnTo>
                  <a:cubicBezTo>
                    <a:pt x="28" y="107"/>
                    <a:pt x="19" y="98"/>
                    <a:pt x="12" y="82"/>
                  </a:cubicBezTo>
                  <a:cubicBezTo>
                    <a:pt x="4" y="67"/>
                    <a:pt x="0" y="49"/>
                    <a:pt x="0" y="30"/>
                  </a:cubicBezTo>
                  <a:lnTo>
                    <a:pt x="0" y="27"/>
                  </a:lnTo>
                  <a:cubicBezTo>
                    <a:pt x="0" y="12"/>
                    <a:pt x="12" y="0"/>
                    <a:pt x="27" y="0"/>
                  </a:cubicBezTo>
                  <a:lnTo>
                    <a:pt x="55" y="0"/>
                  </a:lnTo>
                  <a:lnTo>
                    <a:pt x="55" y="10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Freeform 501">
              <a:extLst>
                <a:ext uri="{FF2B5EF4-FFF2-40B4-BE49-F238E27FC236}">
                  <a16:creationId xmlns:a16="http://schemas.microsoft.com/office/drawing/2014/main" id="{F670AEEF-1405-733F-98C1-19D16521597C}"/>
                </a:ext>
              </a:extLst>
            </p:cNvPr>
            <p:cNvSpPr>
              <a:spLocks/>
            </p:cNvSpPr>
            <p:nvPr/>
          </p:nvSpPr>
          <p:spPr bwMode="auto">
            <a:xfrm>
              <a:off x="6411914" y="1846263"/>
              <a:ext cx="260350" cy="174625"/>
            </a:xfrm>
            <a:custGeom>
              <a:avLst/>
              <a:gdLst>
                <a:gd name="T0" fmla="*/ 9 w 323"/>
                <a:gd name="T1" fmla="*/ 217 h 217"/>
                <a:gd name="T2" fmla="*/ 4 w 323"/>
                <a:gd name="T3" fmla="*/ 186 h 217"/>
                <a:gd name="T4" fmla="*/ 11 w 323"/>
                <a:gd name="T5" fmla="*/ 105 h 217"/>
                <a:gd name="T6" fmla="*/ 161 w 323"/>
                <a:gd name="T7" fmla="*/ 2 h 217"/>
                <a:gd name="T8" fmla="*/ 312 w 323"/>
                <a:gd name="T9" fmla="*/ 105 h 217"/>
                <a:gd name="T10" fmla="*/ 318 w 323"/>
                <a:gd name="T11" fmla="*/ 186 h 217"/>
                <a:gd name="T12" fmla="*/ 313 w 323"/>
                <a:gd name="T13" fmla="*/ 217 h 217"/>
                <a:gd name="T14" fmla="*/ 297 w 323"/>
                <a:gd name="T15" fmla="*/ 214 h 217"/>
                <a:gd name="T16" fmla="*/ 302 w 323"/>
                <a:gd name="T17" fmla="*/ 184 h 217"/>
                <a:gd name="T18" fmla="*/ 296 w 323"/>
                <a:gd name="T19" fmla="*/ 111 h 217"/>
                <a:gd name="T20" fmla="*/ 161 w 323"/>
                <a:gd name="T21" fmla="*/ 18 h 217"/>
                <a:gd name="T22" fmla="*/ 26 w 323"/>
                <a:gd name="T23" fmla="*/ 111 h 217"/>
                <a:gd name="T24" fmla="*/ 21 w 323"/>
                <a:gd name="T25" fmla="*/ 184 h 217"/>
                <a:gd name="T26" fmla="*/ 26 w 323"/>
                <a:gd name="T27" fmla="*/ 214 h 217"/>
                <a:gd name="T28" fmla="*/ 9 w 323"/>
                <a:gd name="T29" fmla="*/ 21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3" h="217">
                  <a:moveTo>
                    <a:pt x="9" y="217"/>
                  </a:moveTo>
                  <a:lnTo>
                    <a:pt x="4" y="186"/>
                  </a:lnTo>
                  <a:cubicBezTo>
                    <a:pt x="0" y="157"/>
                    <a:pt x="2" y="129"/>
                    <a:pt x="11" y="105"/>
                  </a:cubicBezTo>
                  <a:cubicBezTo>
                    <a:pt x="34" y="41"/>
                    <a:pt x="95" y="0"/>
                    <a:pt x="161" y="2"/>
                  </a:cubicBezTo>
                  <a:cubicBezTo>
                    <a:pt x="228" y="0"/>
                    <a:pt x="288" y="41"/>
                    <a:pt x="312" y="105"/>
                  </a:cubicBezTo>
                  <a:cubicBezTo>
                    <a:pt x="321" y="129"/>
                    <a:pt x="323" y="157"/>
                    <a:pt x="318" y="186"/>
                  </a:cubicBezTo>
                  <a:lnTo>
                    <a:pt x="313" y="217"/>
                  </a:lnTo>
                  <a:lnTo>
                    <a:pt x="297" y="214"/>
                  </a:lnTo>
                  <a:lnTo>
                    <a:pt x="302" y="184"/>
                  </a:lnTo>
                  <a:cubicBezTo>
                    <a:pt x="306" y="157"/>
                    <a:pt x="304" y="132"/>
                    <a:pt x="296" y="111"/>
                  </a:cubicBezTo>
                  <a:cubicBezTo>
                    <a:pt x="275" y="54"/>
                    <a:pt x="222" y="17"/>
                    <a:pt x="161" y="18"/>
                  </a:cubicBezTo>
                  <a:cubicBezTo>
                    <a:pt x="102" y="17"/>
                    <a:pt x="47" y="54"/>
                    <a:pt x="26" y="111"/>
                  </a:cubicBezTo>
                  <a:cubicBezTo>
                    <a:pt x="18" y="132"/>
                    <a:pt x="16" y="157"/>
                    <a:pt x="21" y="184"/>
                  </a:cubicBezTo>
                  <a:lnTo>
                    <a:pt x="26" y="214"/>
                  </a:lnTo>
                  <a:lnTo>
                    <a:pt x="9" y="21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2" name="Freeform 502">
              <a:extLst>
                <a:ext uri="{FF2B5EF4-FFF2-40B4-BE49-F238E27FC236}">
                  <a16:creationId xmlns:a16="http://schemas.microsoft.com/office/drawing/2014/main" id="{C131AD56-618F-A940-AE7D-A89D9DDDDE33}"/>
                </a:ext>
              </a:extLst>
            </p:cNvPr>
            <p:cNvSpPr>
              <a:spLocks noEditPoints="1"/>
            </p:cNvSpPr>
            <p:nvPr/>
          </p:nvSpPr>
          <p:spPr bwMode="auto">
            <a:xfrm>
              <a:off x="6626226" y="2011363"/>
              <a:ext cx="44450" cy="85725"/>
            </a:xfrm>
            <a:custGeom>
              <a:avLst/>
              <a:gdLst>
                <a:gd name="T0" fmla="*/ 17 w 56"/>
                <a:gd name="T1" fmla="*/ 17 h 107"/>
                <a:gd name="T2" fmla="*/ 17 w 56"/>
                <a:gd name="T3" fmla="*/ 89 h 107"/>
                <a:gd name="T4" fmla="*/ 29 w 56"/>
                <a:gd name="T5" fmla="*/ 75 h 107"/>
                <a:gd name="T6" fmla="*/ 40 w 56"/>
                <a:gd name="T7" fmla="*/ 30 h 107"/>
                <a:gd name="T8" fmla="*/ 40 w 56"/>
                <a:gd name="T9" fmla="*/ 27 h 107"/>
                <a:gd name="T10" fmla="*/ 29 w 56"/>
                <a:gd name="T11" fmla="*/ 17 h 107"/>
                <a:gd name="T12" fmla="*/ 17 w 56"/>
                <a:gd name="T13" fmla="*/ 17 h 107"/>
                <a:gd name="T14" fmla="*/ 9 w 56"/>
                <a:gd name="T15" fmla="*/ 107 h 107"/>
                <a:gd name="T16" fmla="*/ 0 w 56"/>
                <a:gd name="T17" fmla="*/ 107 h 107"/>
                <a:gd name="T18" fmla="*/ 1 w 56"/>
                <a:gd name="T19" fmla="*/ 0 h 107"/>
                <a:gd name="T20" fmla="*/ 29 w 56"/>
                <a:gd name="T21" fmla="*/ 0 h 107"/>
                <a:gd name="T22" fmla="*/ 56 w 56"/>
                <a:gd name="T23" fmla="*/ 27 h 107"/>
                <a:gd name="T24" fmla="*/ 56 w 56"/>
                <a:gd name="T25" fmla="*/ 30 h 107"/>
                <a:gd name="T26" fmla="*/ 44 w 56"/>
                <a:gd name="T27" fmla="*/ 82 h 107"/>
                <a:gd name="T28" fmla="*/ 9 w 56"/>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 h="107">
                  <a:moveTo>
                    <a:pt x="17" y="17"/>
                  </a:moveTo>
                  <a:lnTo>
                    <a:pt x="17" y="89"/>
                  </a:lnTo>
                  <a:cubicBezTo>
                    <a:pt x="22" y="87"/>
                    <a:pt x="25" y="83"/>
                    <a:pt x="29" y="75"/>
                  </a:cubicBezTo>
                  <a:cubicBezTo>
                    <a:pt x="36" y="62"/>
                    <a:pt x="40" y="46"/>
                    <a:pt x="40" y="30"/>
                  </a:cubicBezTo>
                  <a:lnTo>
                    <a:pt x="40" y="27"/>
                  </a:lnTo>
                  <a:cubicBezTo>
                    <a:pt x="40" y="21"/>
                    <a:pt x="35" y="17"/>
                    <a:pt x="29" y="17"/>
                  </a:cubicBezTo>
                  <a:lnTo>
                    <a:pt x="17" y="17"/>
                  </a:lnTo>
                  <a:close/>
                  <a:moveTo>
                    <a:pt x="9" y="107"/>
                  </a:moveTo>
                  <a:lnTo>
                    <a:pt x="0" y="107"/>
                  </a:lnTo>
                  <a:lnTo>
                    <a:pt x="1" y="0"/>
                  </a:lnTo>
                  <a:lnTo>
                    <a:pt x="29" y="0"/>
                  </a:lnTo>
                  <a:cubicBezTo>
                    <a:pt x="44" y="0"/>
                    <a:pt x="56" y="12"/>
                    <a:pt x="56" y="27"/>
                  </a:cubicBezTo>
                  <a:lnTo>
                    <a:pt x="56" y="30"/>
                  </a:lnTo>
                  <a:cubicBezTo>
                    <a:pt x="56" y="49"/>
                    <a:pt x="52" y="67"/>
                    <a:pt x="44" y="82"/>
                  </a:cubicBezTo>
                  <a:cubicBezTo>
                    <a:pt x="36" y="98"/>
                    <a:pt x="28" y="107"/>
                    <a:pt x="9" y="107"/>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Freeform 503">
              <a:extLst>
                <a:ext uri="{FF2B5EF4-FFF2-40B4-BE49-F238E27FC236}">
                  <a16:creationId xmlns:a16="http://schemas.microsoft.com/office/drawing/2014/main" id="{C6CC01A1-7014-5085-9CB1-733D692A200C}"/>
                </a:ext>
              </a:extLst>
            </p:cNvPr>
            <p:cNvSpPr>
              <a:spLocks noEditPoints="1"/>
            </p:cNvSpPr>
            <p:nvPr/>
          </p:nvSpPr>
          <p:spPr bwMode="auto">
            <a:xfrm>
              <a:off x="6530976" y="2166938"/>
              <a:ext cx="103188" cy="103188"/>
            </a:xfrm>
            <a:custGeom>
              <a:avLst/>
              <a:gdLst>
                <a:gd name="T0" fmla="*/ 25 w 128"/>
                <a:gd name="T1" fmla="*/ 72 h 127"/>
                <a:gd name="T2" fmla="*/ 56 w 128"/>
                <a:gd name="T3" fmla="*/ 104 h 127"/>
                <a:gd name="T4" fmla="*/ 106 w 128"/>
                <a:gd name="T5" fmla="*/ 56 h 127"/>
                <a:gd name="T6" fmla="*/ 81 w 128"/>
                <a:gd name="T7" fmla="*/ 24 h 127"/>
                <a:gd name="T8" fmla="*/ 25 w 128"/>
                <a:gd name="T9" fmla="*/ 72 h 127"/>
                <a:gd name="T10" fmla="*/ 55 w 128"/>
                <a:gd name="T11" fmla="*/ 127 h 127"/>
                <a:gd name="T12" fmla="*/ 0 w 128"/>
                <a:gd name="T13" fmla="*/ 71 h 127"/>
                <a:gd name="T14" fmla="*/ 84 w 128"/>
                <a:gd name="T15" fmla="*/ 0 h 127"/>
                <a:gd name="T16" fmla="*/ 128 w 128"/>
                <a:gd name="T17" fmla="*/ 57 h 127"/>
                <a:gd name="T18" fmla="*/ 55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5" y="72"/>
                  </a:moveTo>
                  <a:lnTo>
                    <a:pt x="56" y="104"/>
                  </a:lnTo>
                  <a:lnTo>
                    <a:pt x="106" y="56"/>
                  </a:lnTo>
                  <a:lnTo>
                    <a:pt x="81" y="24"/>
                  </a:lnTo>
                  <a:lnTo>
                    <a:pt x="25" y="72"/>
                  </a:lnTo>
                  <a:close/>
                  <a:moveTo>
                    <a:pt x="55" y="127"/>
                  </a:moveTo>
                  <a:lnTo>
                    <a:pt x="0" y="71"/>
                  </a:lnTo>
                  <a:lnTo>
                    <a:pt x="84" y="0"/>
                  </a:lnTo>
                  <a:lnTo>
                    <a:pt x="128" y="57"/>
                  </a:lnTo>
                  <a:lnTo>
                    <a:pt x="55"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4" name="Freeform 504">
              <a:extLst>
                <a:ext uri="{FF2B5EF4-FFF2-40B4-BE49-F238E27FC236}">
                  <a16:creationId xmlns:a16="http://schemas.microsoft.com/office/drawing/2014/main" id="{6AB016DD-102D-B938-D983-01D270127481}"/>
                </a:ext>
              </a:extLst>
            </p:cNvPr>
            <p:cNvSpPr>
              <a:spLocks noEditPoints="1"/>
            </p:cNvSpPr>
            <p:nvPr/>
          </p:nvSpPr>
          <p:spPr bwMode="auto">
            <a:xfrm>
              <a:off x="6448426" y="2166938"/>
              <a:ext cx="103188" cy="103188"/>
            </a:xfrm>
            <a:custGeom>
              <a:avLst/>
              <a:gdLst>
                <a:gd name="T0" fmla="*/ 22 w 128"/>
                <a:gd name="T1" fmla="*/ 56 h 127"/>
                <a:gd name="T2" fmla="*/ 72 w 128"/>
                <a:gd name="T3" fmla="*/ 104 h 127"/>
                <a:gd name="T4" fmla="*/ 103 w 128"/>
                <a:gd name="T5" fmla="*/ 72 h 127"/>
                <a:gd name="T6" fmla="*/ 47 w 128"/>
                <a:gd name="T7" fmla="*/ 24 h 127"/>
                <a:gd name="T8" fmla="*/ 22 w 128"/>
                <a:gd name="T9" fmla="*/ 56 h 127"/>
                <a:gd name="T10" fmla="*/ 73 w 128"/>
                <a:gd name="T11" fmla="*/ 127 h 127"/>
                <a:gd name="T12" fmla="*/ 0 w 128"/>
                <a:gd name="T13" fmla="*/ 57 h 127"/>
                <a:gd name="T14" fmla="*/ 44 w 128"/>
                <a:gd name="T15" fmla="*/ 0 h 127"/>
                <a:gd name="T16" fmla="*/ 128 w 128"/>
                <a:gd name="T17" fmla="*/ 71 h 127"/>
                <a:gd name="T18" fmla="*/ 73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2" y="56"/>
                  </a:moveTo>
                  <a:lnTo>
                    <a:pt x="72" y="104"/>
                  </a:lnTo>
                  <a:lnTo>
                    <a:pt x="103" y="72"/>
                  </a:lnTo>
                  <a:lnTo>
                    <a:pt x="47" y="24"/>
                  </a:lnTo>
                  <a:lnTo>
                    <a:pt x="22" y="56"/>
                  </a:lnTo>
                  <a:close/>
                  <a:moveTo>
                    <a:pt x="73" y="127"/>
                  </a:moveTo>
                  <a:lnTo>
                    <a:pt x="0" y="57"/>
                  </a:lnTo>
                  <a:lnTo>
                    <a:pt x="44" y="0"/>
                  </a:lnTo>
                  <a:lnTo>
                    <a:pt x="128" y="71"/>
                  </a:lnTo>
                  <a:lnTo>
                    <a:pt x="73"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Freeform 505">
              <a:extLst>
                <a:ext uri="{FF2B5EF4-FFF2-40B4-BE49-F238E27FC236}">
                  <a16:creationId xmlns:a16="http://schemas.microsoft.com/office/drawing/2014/main" id="{5F0D6ACB-26C1-847C-63AF-C50F6326C205}"/>
                </a:ext>
              </a:extLst>
            </p:cNvPr>
            <p:cNvSpPr>
              <a:spLocks/>
            </p:cNvSpPr>
            <p:nvPr/>
          </p:nvSpPr>
          <p:spPr bwMode="auto">
            <a:xfrm>
              <a:off x="6508751" y="2249488"/>
              <a:ext cx="66675" cy="31750"/>
            </a:xfrm>
            <a:custGeom>
              <a:avLst/>
              <a:gdLst>
                <a:gd name="T0" fmla="*/ 41 w 83"/>
                <a:gd name="T1" fmla="*/ 40 h 40"/>
                <a:gd name="T2" fmla="*/ 20 w 83"/>
                <a:gd name="T3" fmla="*/ 31 h 40"/>
                <a:gd name="T4" fmla="*/ 0 w 83"/>
                <a:gd name="T5" fmla="*/ 12 h 40"/>
                <a:gd name="T6" fmla="*/ 12 w 83"/>
                <a:gd name="T7" fmla="*/ 0 h 40"/>
                <a:gd name="T8" fmla="*/ 32 w 83"/>
                <a:gd name="T9" fmla="*/ 19 h 40"/>
                <a:gd name="T10" fmla="*/ 51 w 83"/>
                <a:gd name="T11" fmla="*/ 19 h 40"/>
                <a:gd name="T12" fmla="*/ 71 w 83"/>
                <a:gd name="T13" fmla="*/ 0 h 40"/>
                <a:gd name="T14" fmla="*/ 83 w 83"/>
                <a:gd name="T15" fmla="*/ 12 h 40"/>
                <a:gd name="T16" fmla="*/ 63 w 83"/>
                <a:gd name="T17" fmla="*/ 31 h 40"/>
                <a:gd name="T18" fmla="*/ 41 w 83"/>
                <a:gd name="T1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 h="40">
                  <a:moveTo>
                    <a:pt x="41" y="40"/>
                  </a:moveTo>
                  <a:cubicBezTo>
                    <a:pt x="34" y="40"/>
                    <a:pt x="26" y="37"/>
                    <a:pt x="20" y="31"/>
                  </a:cubicBezTo>
                  <a:lnTo>
                    <a:pt x="0" y="12"/>
                  </a:lnTo>
                  <a:lnTo>
                    <a:pt x="12" y="0"/>
                  </a:lnTo>
                  <a:lnTo>
                    <a:pt x="32" y="19"/>
                  </a:lnTo>
                  <a:cubicBezTo>
                    <a:pt x="37" y="24"/>
                    <a:pt x="46" y="24"/>
                    <a:pt x="51" y="19"/>
                  </a:cubicBezTo>
                  <a:lnTo>
                    <a:pt x="71" y="0"/>
                  </a:lnTo>
                  <a:lnTo>
                    <a:pt x="83" y="12"/>
                  </a:lnTo>
                  <a:lnTo>
                    <a:pt x="63" y="31"/>
                  </a:lnTo>
                  <a:cubicBezTo>
                    <a:pt x="57" y="37"/>
                    <a:pt x="49" y="40"/>
                    <a:pt x="41" y="40"/>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Freeform 506">
              <a:extLst>
                <a:ext uri="{FF2B5EF4-FFF2-40B4-BE49-F238E27FC236}">
                  <a16:creationId xmlns:a16="http://schemas.microsoft.com/office/drawing/2014/main" id="{13BE35C6-1F54-7A41-A7B1-4A048FE501E1}"/>
                </a:ext>
              </a:extLst>
            </p:cNvPr>
            <p:cNvSpPr>
              <a:spLocks/>
            </p:cNvSpPr>
            <p:nvPr/>
          </p:nvSpPr>
          <p:spPr bwMode="auto">
            <a:xfrm>
              <a:off x="6508751" y="2268538"/>
              <a:ext cx="25400" cy="57150"/>
            </a:xfrm>
            <a:custGeom>
              <a:avLst/>
              <a:gdLst>
                <a:gd name="T0" fmla="*/ 8 w 16"/>
                <a:gd name="T1" fmla="*/ 36 h 36"/>
                <a:gd name="T2" fmla="*/ 0 w 16"/>
                <a:gd name="T3" fmla="*/ 34 h 36"/>
                <a:gd name="T4" fmla="*/ 8 w 16"/>
                <a:gd name="T5" fmla="*/ 0 h 36"/>
                <a:gd name="T6" fmla="*/ 16 w 16"/>
                <a:gd name="T7" fmla="*/ 2 h 36"/>
                <a:gd name="T8" fmla="*/ 8 w 16"/>
                <a:gd name="T9" fmla="*/ 36 h 36"/>
              </a:gdLst>
              <a:ahLst/>
              <a:cxnLst>
                <a:cxn ang="0">
                  <a:pos x="T0" y="T1"/>
                </a:cxn>
                <a:cxn ang="0">
                  <a:pos x="T2" y="T3"/>
                </a:cxn>
                <a:cxn ang="0">
                  <a:pos x="T4" y="T5"/>
                </a:cxn>
                <a:cxn ang="0">
                  <a:pos x="T6" y="T7"/>
                </a:cxn>
                <a:cxn ang="0">
                  <a:pos x="T8" y="T9"/>
                </a:cxn>
              </a:cxnLst>
              <a:rect l="0" t="0" r="r" b="b"/>
              <a:pathLst>
                <a:path w="16" h="36">
                  <a:moveTo>
                    <a:pt x="8" y="36"/>
                  </a:moveTo>
                  <a:lnTo>
                    <a:pt x="0" y="34"/>
                  </a:lnTo>
                  <a:lnTo>
                    <a:pt x="8" y="0"/>
                  </a:lnTo>
                  <a:lnTo>
                    <a:pt x="16" y="2"/>
                  </a:lnTo>
                  <a:lnTo>
                    <a:pt x="8"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7" name="Freeform 507">
              <a:extLst>
                <a:ext uri="{FF2B5EF4-FFF2-40B4-BE49-F238E27FC236}">
                  <a16:creationId xmlns:a16="http://schemas.microsoft.com/office/drawing/2014/main" id="{CB49E3B1-0A9B-3F42-E643-224665078AE7}"/>
                </a:ext>
              </a:extLst>
            </p:cNvPr>
            <p:cNvSpPr>
              <a:spLocks/>
            </p:cNvSpPr>
            <p:nvPr/>
          </p:nvSpPr>
          <p:spPr bwMode="auto">
            <a:xfrm>
              <a:off x="6548439" y="2268538"/>
              <a:ext cx="26988" cy="57150"/>
            </a:xfrm>
            <a:custGeom>
              <a:avLst/>
              <a:gdLst>
                <a:gd name="T0" fmla="*/ 9 w 17"/>
                <a:gd name="T1" fmla="*/ 36 h 36"/>
                <a:gd name="T2" fmla="*/ 0 w 17"/>
                <a:gd name="T3" fmla="*/ 2 h 36"/>
                <a:gd name="T4" fmla="*/ 9 w 17"/>
                <a:gd name="T5" fmla="*/ 0 h 36"/>
                <a:gd name="T6" fmla="*/ 17 w 17"/>
                <a:gd name="T7" fmla="*/ 34 h 36"/>
                <a:gd name="T8" fmla="*/ 9 w 17"/>
                <a:gd name="T9" fmla="*/ 36 h 36"/>
              </a:gdLst>
              <a:ahLst/>
              <a:cxnLst>
                <a:cxn ang="0">
                  <a:pos x="T0" y="T1"/>
                </a:cxn>
                <a:cxn ang="0">
                  <a:pos x="T2" y="T3"/>
                </a:cxn>
                <a:cxn ang="0">
                  <a:pos x="T4" y="T5"/>
                </a:cxn>
                <a:cxn ang="0">
                  <a:pos x="T6" y="T7"/>
                </a:cxn>
                <a:cxn ang="0">
                  <a:pos x="T8" y="T9"/>
                </a:cxn>
              </a:cxnLst>
              <a:rect l="0" t="0" r="r" b="b"/>
              <a:pathLst>
                <a:path w="17" h="36">
                  <a:moveTo>
                    <a:pt x="9" y="36"/>
                  </a:moveTo>
                  <a:lnTo>
                    <a:pt x="0" y="2"/>
                  </a:lnTo>
                  <a:lnTo>
                    <a:pt x="9" y="0"/>
                  </a:lnTo>
                  <a:lnTo>
                    <a:pt x="17" y="34"/>
                  </a:lnTo>
                  <a:lnTo>
                    <a:pt x="9"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8" name="Woman29" descr="{&quot;Key&quot;:&quot;POWER_USER_SHAPE_ICON&quot;,&quot;Value&quot;:&quot;POWER_USER_SHAPE_ICON_STYLE_1&quot;}">
            <a:extLst>
              <a:ext uri="{FF2B5EF4-FFF2-40B4-BE49-F238E27FC236}">
                <a16:creationId xmlns:a16="http://schemas.microsoft.com/office/drawing/2014/main" id="{F2D9407E-4404-F3F1-16C3-CF6606C91059}"/>
              </a:ext>
            </a:extLst>
          </p:cNvPr>
          <p:cNvGrpSpPr>
            <a:grpSpLocks noChangeAspect="1"/>
          </p:cNvGrpSpPr>
          <p:nvPr/>
        </p:nvGrpSpPr>
        <p:grpSpPr>
          <a:xfrm>
            <a:off x="229405" y="2084506"/>
            <a:ext cx="324000" cy="405325"/>
            <a:chOff x="3049573" y="285562"/>
            <a:chExt cx="588025" cy="755384"/>
          </a:xfrm>
        </p:grpSpPr>
        <p:sp>
          <p:nvSpPr>
            <p:cNvPr id="99" name="Freeform: Shape 98">
              <a:extLst>
                <a:ext uri="{FF2B5EF4-FFF2-40B4-BE49-F238E27FC236}">
                  <a16:creationId xmlns:a16="http://schemas.microsoft.com/office/drawing/2014/main" id="{C2A35ED1-A758-5743-4AB1-D8D287410D20}"/>
                </a:ext>
              </a:extLst>
            </p:cNvPr>
            <p:cNvSpPr/>
            <p:nvPr/>
          </p:nvSpPr>
          <p:spPr>
            <a:xfrm>
              <a:off x="3209793" y="747246"/>
              <a:ext cx="37681" cy="292030"/>
            </a:xfrm>
            <a:custGeom>
              <a:avLst/>
              <a:gdLst>
                <a:gd name="connsiteX0" fmla="*/ 38981 w 37681"/>
                <a:gd name="connsiteY0" fmla="*/ 293902 h 292030"/>
                <a:gd name="connsiteX1" fmla="*/ 0 w 37681"/>
                <a:gd name="connsiteY1" fmla="*/ 0 h 292030"/>
              </a:gdLst>
              <a:ahLst/>
              <a:cxnLst>
                <a:cxn ang="0">
                  <a:pos x="connsiteX0" y="connsiteY0"/>
                </a:cxn>
                <a:cxn ang="0">
                  <a:pos x="connsiteX1" y="connsiteY1"/>
                </a:cxn>
              </a:cxnLst>
              <a:rect l="l" t="t" r="r" b="b"/>
              <a:pathLst>
                <a:path w="37681" h="292030">
                  <a:moveTo>
                    <a:pt x="38981" y="293902"/>
                  </a:moveTo>
                  <a:cubicBezTo>
                    <a:pt x="38981" y="153702"/>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 name="Freeform: Shape 99">
              <a:extLst>
                <a:ext uri="{FF2B5EF4-FFF2-40B4-BE49-F238E27FC236}">
                  <a16:creationId xmlns:a16="http://schemas.microsoft.com/office/drawing/2014/main" id="{48DB9103-B8CC-0CD6-84DF-16209F0ED180}"/>
                </a:ext>
              </a:extLst>
            </p:cNvPr>
            <p:cNvSpPr/>
            <p:nvPr/>
          </p:nvSpPr>
          <p:spPr>
            <a:xfrm>
              <a:off x="3445840" y="747246"/>
              <a:ext cx="37681" cy="292030"/>
            </a:xfrm>
            <a:custGeom>
              <a:avLst/>
              <a:gdLst>
                <a:gd name="connsiteX0" fmla="*/ 0 w 37681"/>
                <a:gd name="connsiteY0" fmla="*/ 293902 h 292030"/>
                <a:gd name="connsiteX1" fmla="*/ 38981 w 37681"/>
                <a:gd name="connsiteY1" fmla="*/ 0 h 292030"/>
              </a:gdLst>
              <a:ahLst/>
              <a:cxnLst>
                <a:cxn ang="0">
                  <a:pos x="connsiteX0" y="connsiteY0"/>
                </a:cxn>
                <a:cxn ang="0">
                  <a:pos x="connsiteX1" y="connsiteY1"/>
                </a:cxn>
              </a:cxnLst>
              <a:rect l="l" t="t" r="r" b="b"/>
              <a:pathLst>
                <a:path w="37681" h="292030">
                  <a:moveTo>
                    <a:pt x="0" y="293902"/>
                  </a:moveTo>
                  <a:cubicBezTo>
                    <a:pt x="0" y="153702"/>
                    <a:pt x="38981" y="0"/>
                    <a:pt x="38981"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 name="Freeform: Shape 100">
              <a:extLst>
                <a:ext uri="{FF2B5EF4-FFF2-40B4-BE49-F238E27FC236}">
                  <a16:creationId xmlns:a16="http://schemas.microsoft.com/office/drawing/2014/main" id="{3E09A0ED-D660-45BD-3387-B666DB203798}"/>
                </a:ext>
              </a:extLst>
            </p:cNvPr>
            <p:cNvSpPr/>
            <p:nvPr/>
          </p:nvSpPr>
          <p:spPr>
            <a:xfrm>
              <a:off x="3229595" y="847629"/>
              <a:ext cx="226088" cy="37681"/>
            </a:xfrm>
            <a:custGeom>
              <a:avLst/>
              <a:gdLst>
                <a:gd name="connsiteX0" fmla="*/ 0 w 226087"/>
                <a:gd name="connsiteY0" fmla="*/ 0 h 37681"/>
                <a:gd name="connsiteX1" fmla="*/ 117705 w 226087"/>
                <a:gd name="connsiteY1" fmla="*/ 39629 h 37681"/>
                <a:gd name="connsiteX2" fmla="*/ 235415 w 226087"/>
                <a:gd name="connsiteY2" fmla="*/ 0 h 37681"/>
              </a:gdLst>
              <a:ahLst/>
              <a:cxnLst>
                <a:cxn ang="0">
                  <a:pos x="connsiteX0" y="connsiteY0"/>
                </a:cxn>
                <a:cxn ang="0">
                  <a:pos x="connsiteX1" y="connsiteY1"/>
                </a:cxn>
                <a:cxn ang="0">
                  <a:pos x="connsiteX2" y="connsiteY2"/>
                </a:cxn>
              </a:cxnLst>
              <a:rect l="l" t="t" r="r" b="b"/>
              <a:pathLst>
                <a:path w="226087" h="37681">
                  <a:moveTo>
                    <a:pt x="0" y="0"/>
                  </a:moveTo>
                  <a:cubicBezTo>
                    <a:pt x="23527" y="23677"/>
                    <a:pt x="67370" y="39629"/>
                    <a:pt x="117705" y="39629"/>
                  </a:cubicBezTo>
                  <a:cubicBezTo>
                    <a:pt x="168040" y="39629"/>
                    <a:pt x="211888" y="23677"/>
                    <a:pt x="235415" y="0"/>
                  </a:cubicBezTo>
                </a:path>
              </a:pathLst>
            </a:custGeom>
            <a:noFill/>
            <a:ln w="19050" cap="flat">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9" name="Freeform: Shape 238">
              <a:extLst>
                <a:ext uri="{FF2B5EF4-FFF2-40B4-BE49-F238E27FC236}">
                  <a16:creationId xmlns:a16="http://schemas.microsoft.com/office/drawing/2014/main" id="{9E2B672D-0583-FF56-3D9D-852EE995847D}"/>
                </a:ext>
              </a:extLst>
            </p:cNvPr>
            <p:cNvSpPr/>
            <p:nvPr/>
          </p:nvSpPr>
          <p:spPr>
            <a:xfrm>
              <a:off x="3049573" y="466306"/>
              <a:ext cx="405074" cy="574640"/>
            </a:xfrm>
            <a:custGeom>
              <a:avLst/>
              <a:gdLst>
                <a:gd name="connsiteX0" fmla="*/ 7668 w 405074"/>
                <a:gd name="connsiteY0" fmla="*/ 574841 h 574640"/>
                <a:gd name="connsiteX1" fmla="*/ 0 w 405074"/>
                <a:gd name="connsiteY1" fmla="*/ 427884 h 574640"/>
                <a:gd name="connsiteX2" fmla="*/ 160220 w 405074"/>
                <a:gd name="connsiteY2" fmla="*/ 280939 h 574640"/>
                <a:gd name="connsiteX3" fmla="*/ 223296 w 405074"/>
                <a:gd name="connsiteY3" fmla="*/ 264310 h 574640"/>
                <a:gd name="connsiteX4" fmla="*/ 220838 w 405074"/>
                <a:gd name="connsiteY4" fmla="*/ 199937 h 574640"/>
                <a:gd name="connsiteX5" fmla="*/ 189393 w 405074"/>
                <a:gd name="connsiteY5" fmla="*/ 0 h 574640"/>
                <a:gd name="connsiteX6" fmla="*/ 412242 w 405074"/>
                <a:gd name="connsiteY6" fmla="*/ 21667 h 57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5074" h="574640">
                  <a:moveTo>
                    <a:pt x="7668" y="574841"/>
                  </a:moveTo>
                  <a:lnTo>
                    <a:pt x="0" y="427884"/>
                  </a:lnTo>
                  <a:cubicBezTo>
                    <a:pt x="0" y="352283"/>
                    <a:pt x="75579" y="308886"/>
                    <a:pt x="160220" y="280939"/>
                  </a:cubicBezTo>
                  <a:cubicBezTo>
                    <a:pt x="176734" y="275488"/>
                    <a:pt x="223296" y="264310"/>
                    <a:pt x="223296" y="264310"/>
                  </a:cubicBezTo>
                  <a:cubicBezTo>
                    <a:pt x="223983" y="247604"/>
                    <a:pt x="223233" y="219645"/>
                    <a:pt x="220838" y="199937"/>
                  </a:cubicBezTo>
                  <a:cubicBezTo>
                    <a:pt x="170420" y="131972"/>
                    <a:pt x="174300" y="35848"/>
                    <a:pt x="189393" y="0"/>
                  </a:cubicBezTo>
                  <a:cubicBezTo>
                    <a:pt x="225352" y="22006"/>
                    <a:pt x="314663" y="46047"/>
                    <a:pt x="412242" y="21667"/>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0" name="Freeform: Shape 239">
              <a:extLst>
                <a:ext uri="{FF2B5EF4-FFF2-40B4-BE49-F238E27FC236}">
                  <a16:creationId xmlns:a16="http://schemas.microsoft.com/office/drawing/2014/main" id="{00CCE8FA-7965-4F16-602B-23BEB190084E}"/>
                </a:ext>
              </a:extLst>
            </p:cNvPr>
            <p:cNvSpPr/>
            <p:nvPr/>
          </p:nvSpPr>
          <p:spPr>
            <a:xfrm>
              <a:off x="3383249" y="443836"/>
              <a:ext cx="254349" cy="593481"/>
            </a:xfrm>
            <a:custGeom>
              <a:avLst/>
              <a:gdLst>
                <a:gd name="connsiteX0" fmla="*/ 254119 w 254348"/>
                <a:gd name="connsiteY0" fmla="*/ 597312 h 593480"/>
                <a:gd name="connsiteX1" fmla="*/ 261792 w 254348"/>
                <a:gd name="connsiteY1" fmla="*/ 450355 h 593480"/>
                <a:gd name="connsiteX2" fmla="*/ 101573 w 254348"/>
                <a:gd name="connsiteY2" fmla="*/ 303410 h 593480"/>
                <a:gd name="connsiteX3" fmla="*/ 38456 w 254348"/>
                <a:gd name="connsiteY3" fmla="*/ 286730 h 593480"/>
                <a:gd name="connsiteX4" fmla="*/ 40806 w 254348"/>
                <a:gd name="connsiteY4" fmla="*/ 223601 h 593480"/>
                <a:gd name="connsiteX5" fmla="*/ 78567 w 254348"/>
                <a:gd name="connsiteY5" fmla="*/ 44138 h 593480"/>
                <a:gd name="connsiteX6" fmla="*/ 0 w 254348"/>
                <a:gd name="connsiteY6" fmla="*/ 0 h 59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348" h="593480">
                  <a:moveTo>
                    <a:pt x="254119" y="597312"/>
                  </a:moveTo>
                  <a:lnTo>
                    <a:pt x="261792" y="450355"/>
                  </a:lnTo>
                  <a:cubicBezTo>
                    <a:pt x="261792" y="374754"/>
                    <a:pt x="192421" y="327174"/>
                    <a:pt x="101573" y="303410"/>
                  </a:cubicBezTo>
                  <a:cubicBezTo>
                    <a:pt x="85779" y="299278"/>
                    <a:pt x="38456" y="286730"/>
                    <a:pt x="38456" y="286730"/>
                  </a:cubicBezTo>
                  <a:cubicBezTo>
                    <a:pt x="37774" y="270363"/>
                    <a:pt x="38466" y="242756"/>
                    <a:pt x="40806" y="223601"/>
                  </a:cubicBezTo>
                  <a:cubicBezTo>
                    <a:pt x="93099" y="152522"/>
                    <a:pt x="96465" y="83929"/>
                    <a:pt x="78567" y="44138"/>
                  </a:cubicBezTo>
                  <a:cubicBezTo>
                    <a:pt x="39315" y="31703"/>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1" name="Freeform: Shape 240">
              <a:extLst>
                <a:ext uri="{FF2B5EF4-FFF2-40B4-BE49-F238E27FC236}">
                  <a16:creationId xmlns:a16="http://schemas.microsoft.com/office/drawing/2014/main" id="{04FF2E76-C9B2-B524-9AD1-2DDD5D343066}"/>
                </a:ext>
              </a:extLst>
            </p:cNvPr>
            <p:cNvSpPr/>
            <p:nvPr/>
          </p:nvSpPr>
          <p:spPr>
            <a:xfrm>
              <a:off x="3152851" y="285562"/>
              <a:ext cx="386234" cy="480437"/>
            </a:xfrm>
            <a:custGeom>
              <a:avLst/>
              <a:gdLst>
                <a:gd name="connsiteX0" fmla="*/ 383695 w 386233"/>
                <a:gd name="connsiteY0" fmla="*/ 479344 h 480436"/>
                <a:gd name="connsiteX1" fmla="*/ 388714 w 386233"/>
                <a:gd name="connsiteY1" fmla="*/ 209470 h 480436"/>
                <a:gd name="connsiteX2" fmla="*/ 194444 w 386233"/>
                <a:gd name="connsiteY2" fmla="*/ 0 h 480436"/>
                <a:gd name="connsiteX3" fmla="*/ 107 w 386233"/>
                <a:gd name="connsiteY3" fmla="*/ 209646 h 480436"/>
                <a:gd name="connsiteX4" fmla="*/ 792 w 386233"/>
                <a:gd name="connsiteY4" fmla="*/ 483062 h 480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33" h="480436">
                  <a:moveTo>
                    <a:pt x="383695" y="479344"/>
                  </a:moveTo>
                  <a:cubicBezTo>
                    <a:pt x="334827" y="447063"/>
                    <a:pt x="391221" y="320103"/>
                    <a:pt x="388714" y="209470"/>
                  </a:cubicBezTo>
                  <a:cubicBezTo>
                    <a:pt x="388837" y="102141"/>
                    <a:pt x="307022" y="0"/>
                    <a:pt x="194444" y="0"/>
                  </a:cubicBezTo>
                  <a:cubicBezTo>
                    <a:pt x="83073" y="0"/>
                    <a:pt x="107" y="102292"/>
                    <a:pt x="107" y="209646"/>
                  </a:cubicBezTo>
                  <a:cubicBezTo>
                    <a:pt x="-2593" y="321949"/>
                    <a:pt x="47325" y="453168"/>
                    <a:pt x="792" y="483062"/>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2" name="Plan5" descr="{&quot;Key&quot;:&quot;POWER_USER_SHAPE_ICON&quot;,&quot;Value&quot;:&quot;POWER_USER_SHAPE_ICON_STYLE_1&quot;}">
            <a:extLst>
              <a:ext uri="{FF2B5EF4-FFF2-40B4-BE49-F238E27FC236}">
                <a16:creationId xmlns:a16="http://schemas.microsoft.com/office/drawing/2014/main" id="{32EFF54D-6BCC-0A53-A0E9-DA44E9C6886A}"/>
              </a:ext>
            </a:extLst>
          </p:cNvPr>
          <p:cNvGrpSpPr>
            <a:grpSpLocks noChangeAspect="1"/>
          </p:cNvGrpSpPr>
          <p:nvPr/>
        </p:nvGrpSpPr>
        <p:grpSpPr>
          <a:xfrm>
            <a:off x="395731" y="3030132"/>
            <a:ext cx="359997" cy="378154"/>
            <a:chOff x="8462963" y="1682750"/>
            <a:chExt cx="706430" cy="762001"/>
          </a:xfrm>
        </p:grpSpPr>
        <p:sp>
          <p:nvSpPr>
            <p:cNvPr id="243" name="Freeform 55">
              <a:extLst>
                <a:ext uri="{FF2B5EF4-FFF2-40B4-BE49-F238E27FC236}">
                  <a16:creationId xmlns:a16="http://schemas.microsoft.com/office/drawing/2014/main" id="{165E0868-55DF-20E4-C356-7A8A9985CFEC}"/>
                </a:ext>
              </a:extLst>
            </p:cNvPr>
            <p:cNvSpPr>
              <a:spLocks/>
            </p:cNvSpPr>
            <p:nvPr/>
          </p:nvSpPr>
          <p:spPr bwMode="auto">
            <a:xfrm>
              <a:off x="8462963" y="2109788"/>
              <a:ext cx="317500" cy="244475"/>
            </a:xfrm>
            <a:custGeom>
              <a:avLst/>
              <a:gdLst>
                <a:gd name="T0" fmla="*/ 124 w 424"/>
                <a:gd name="T1" fmla="*/ 325 h 325"/>
                <a:gd name="T2" fmla="*/ 7 w 424"/>
                <a:gd name="T3" fmla="*/ 141 h 325"/>
                <a:gd name="T4" fmla="*/ 14 w 424"/>
                <a:gd name="T5" fmla="*/ 115 h 325"/>
                <a:gd name="T6" fmla="*/ 259 w 424"/>
                <a:gd name="T7" fmla="*/ 5 h 325"/>
                <a:gd name="T8" fmla="*/ 291 w 424"/>
                <a:gd name="T9" fmla="*/ 16 h 325"/>
                <a:gd name="T10" fmla="*/ 424 w 424"/>
                <a:gd name="T11" fmla="*/ 228 h 325"/>
              </a:gdLst>
              <a:ahLst/>
              <a:cxnLst>
                <a:cxn ang="0">
                  <a:pos x="T0" y="T1"/>
                </a:cxn>
                <a:cxn ang="0">
                  <a:pos x="T2" y="T3"/>
                </a:cxn>
                <a:cxn ang="0">
                  <a:pos x="T4" y="T5"/>
                </a:cxn>
                <a:cxn ang="0">
                  <a:pos x="T6" y="T7"/>
                </a:cxn>
                <a:cxn ang="0">
                  <a:pos x="T8" y="T9"/>
                </a:cxn>
                <a:cxn ang="0">
                  <a:pos x="T10" y="T11"/>
                </a:cxn>
              </a:cxnLst>
              <a:rect l="0" t="0" r="r" b="b"/>
              <a:pathLst>
                <a:path w="424" h="325">
                  <a:moveTo>
                    <a:pt x="124" y="325"/>
                  </a:moveTo>
                  <a:lnTo>
                    <a:pt x="7" y="141"/>
                  </a:lnTo>
                  <a:cubicBezTo>
                    <a:pt x="0" y="130"/>
                    <a:pt x="3" y="119"/>
                    <a:pt x="14" y="115"/>
                  </a:cubicBezTo>
                  <a:lnTo>
                    <a:pt x="259" y="5"/>
                  </a:lnTo>
                  <a:cubicBezTo>
                    <a:pt x="273" y="0"/>
                    <a:pt x="282" y="3"/>
                    <a:pt x="291" y="16"/>
                  </a:cubicBezTo>
                  <a:lnTo>
                    <a:pt x="424" y="228"/>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4" name="Freeform 56">
              <a:extLst>
                <a:ext uri="{FF2B5EF4-FFF2-40B4-BE49-F238E27FC236}">
                  <a16:creationId xmlns:a16="http://schemas.microsoft.com/office/drawing/2014/main" id="{C276BE4F-F40D-737E-B358-56E94D8519BB}"/>
                </a:ext>
              </a:extLst>
            </p:cNvPr>
            <p:cNvSpPr>
              <a:spLocks/>
            </p:cNvSpPr>
            <p:nvPr/>
          </p:nvSpPr>
          <p:spPr bwMode="auto">
            <a:xfrm>
              <a:off x="8547093" y="2035175"/>
              <a:ext cx="622300" cy="409576"/>
            </a:xfrm>
            <a:custGeom>
              <a:avLst/>
              <a:gdLst>
                <a:gd name="T0" fmla="*/ 516 w 828"/>
                <a:gd name="T1" fmla="*/ 518 h 544"/>
                <a:gd name="T2" fmla="*/ 828 w 828"/>
                <a:gd name="T3" fmla="*/ 518 h 544"/>
                <a:gd name="T4" fmla="*/ 784 w 828"/>
                <a:gd name="T5" fmla="*/ 202 h 544"/>
                <a:gd name="T6" fmla="*/ 577 w 828"/>
                <a:gd name="T7" fmla="*/ 0 h 544"/>
                <a:gd name="T8" fmla="*/ 390 w 828"/>
                <a:gd name="T9" fmla="*/ 142 h 544"/>
                <a:gd name="T10" fmla="*/ 292 w 828"/>
                <a:gd name="T11" fmla="*/ 372 h 544"/>
                <a:gd name="T12" fmla="*/ 49 w 828"/>
                <a:gd name="T13" fmla="*/ 397 h 544"/>
                <a:gd name="T14" fmla="*/ 0 w 828"/>
                <a:gd name="T15" fmla="*/ 469 h 544"/>
                <a:gd name="T16" fmla="*/ 86 w 828"/>
                <a:gd name="T17" fmla="*/ 544 h 544"/>
                <a:gd name="T18" fmla="*/ 365 w 828"/>
                <a:gd name="T19" fmla="*/ 544 h 544"/>
                <a:gd name="T20" fmla="*/ 456 w 828"/>
                <a:gd name="T21" fmla="*/ 481 h 544"/>
                <a:gd name="T22" fmla="*/ 559 w 828"/>
                <a:gd name="T23" fmla="*/ 270 h 544"/>
                <a:gd name="T24" fmla="*/ 559 w 828"/>
                <a:gd name="T25" fmla="*/ 27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28" h="544">
                  <a:moveTo>
                    <a:pt x="516" y="518"/>
                  </a:moveTo>
                  <a:lnTo>
                    <a:pt x="828" y="518"/>
                  </a:lnTo>
                  <a:lnTo>
                    <a:pt x="784" y="202"/>
                  </a:lnTo>
                  <a:cubicBezTo>
                    <a:pt x="762" y="62"/>
                    <a:pt x="683" y="0"/>
                    <a:pt x="577" y="0"/>
                  </a:cubicBezTo>
                  <a:cubicBezTo>
                    <a:pt x="501" y="0"/>
                    <a:pt x="430" y="43"/>
                    <a:pt x="390" y="142"/>
                  </a:cubicBezTo>
                  <a:lnTo>
                    <a:pt x="292" y="372"/>
                  </a:lnTo>
                  <a:lnTo>
                    <a:pt x="49" y="397"/>
                  </a:lnTo>
                  <a:cubicBezTo>
                    <a:pt x="20" y="406"/>
                    <a:pt x="0" y="428"/>
                    <a:pt x="0" y="469"/>
                  </a:cubicBezTo>
                  <a:cubicBezTo>
                    <a:pt x="0" y="518"/>
                    <a:pt x="32" y="544"/>
                    <a:pt x="86" y="544"/>
                  </a:cubicBezTo>
                  <a:lnTo>
                    <a:pt x="365" y="544"/>
                  </a:lnTo>
                  <a:cubicBezTo>
                    <a:pt x="405" y="544"/>
                    <a:pt x="436" y="521"/>
                    <a:pt x="456" y="481"/>
                  </a:cubicBezTo>
                  <a:cubicBezTo>
                    <a:pt x="483" y="426"/>
                    <a:pt x="530" y="330"/>
                    <a:pt x="559" y="270"/>
                  </a:cubicBezTo>
                  <a:lnTo>
                    <a:pt x="559" y="270"/>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5" name="Line 57">
              <a:extLst>
                <a:ext uri="{FF2B5EF4-FFF2-40B4-BE49-F238E27FC236}">
                  <a16:creationId xmlns:a16="http://schemas.microsoft.com/office/drawing/2014/main" id="{7ACC0F0E-BD4D-6262-BEC2-38795008FAA3}"/>
                </a:ext>
              </a:extLst>
            </p:cNvPr>
            <p:cNvSpPr>
              <a:spLocks noChangeShapeType="1"/>
            </p:cNvSpPr>
            <p:nvPr/>
          </p:nvSpPr>
          <p:spPr bwMode="auto">
            <a:xfrm flipH="1">
              <a:off x="8593138" y="2265363"/>
              <a:ext cx="17463" cy="6667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6" name="Freeform 58">
              <a:extLst>
                <a:ext uri="{FF2B5EF4-FFF2-40B4-BE49-F238E27FC236}">
                  <a16:creationId xmlns:a16="http://schemas.microsoft.com/office/drawing/2014/main" id="{9DDB805D-8CD2-442A-664B-9F16262903CE}"/>
                </a:ext>
              </a:extLst>
            </p:cNvPr>
            <p:cNvSpPr>
              <a:spLocks/>
            </p:cNvSpPr>
            <p:nvPr/>
          </p:nvSpPr>
          <p:spPr bwMode="auto">
            <a:xfrm>
              <a:off x="8709025" y="1806575"/>
              <a:ext cx="279400" cy="204788"/>
            </a:xfrm>
            <a:custGeom>
              <a:avLst/>
              <a:gdLst>
                <a:gd name="T0" fmla="*/ 351 w 372"/>
                <a:gd name="T1" fmla="*/ 0 h 273"/>
                <a:gd name="T2" fmla="*/ 372 w 372"/>
                <a:gd name="T3" fmla="*/ 85 h 273"/>
                <a:gd name="T4" fmla="*/ 186 w 372"/>
                <a:gd name="T5" fmla="*/ 273 h 273"/>
                <a:gd name="T6" fmla="*/ 0 w 372"/>
                <a:gd name="T7" fmla="*/ 113 h 273"/>
              </a:gdLst>
              <a:ahLst/>
              <a:cxnLst>
                <a:cxn ang="0">
                  <a:pos x="T0" y="T1"/>
                </a:cxn>
                <a:cxn ang="0">
                  <a:pos x="T2" y="T3"/>
                </a:cxn>
                <a:cxn ang="0">
                  <a:pos x="T4" y="T5"/>
                </a:cxn>
                <a:cxn ang="0">
                  <a:pos x="T6" y="T7"/>
                </a:cxn>
              </a:cxnLst>
              <a:rect l="0" t="0" r="r" b="b"/>
              <a:pathLst>
                <a:path w="372" h="273">
                  <a:moveTo>
                    <a:pt x="351" y="0"/>
                  </a:moveTo>
                  <a:cubicBezTo>
                    <a:pt x="364" y="26"/>
                    <a:pt x="372" y="55"/>
                    <a:pt x="372" y="85"/>
                  </a:cubicBezTo>
                  <a:cubicBezTo>
                    <a:pt x="372" y="188"/>
                    <a:pt x="289" y="272"/>
                    <a:pt x="186" y="273"/>
                  </a:cubicBezTo>
                  <a:cubicBezTo>
                    <a:pt x="91" y="273"/>
                    <a:pt x="14" y="203"/>
                    <a:pt x="0" y="113"/>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7" name="Freeform 59">
              <a:extLst>
                <a:ext uri="{FF2B5EF4-FFF2-40B4-BE49-F238E27FC236}">
                  <a16:creationId xmlns:a16="http://schemas.microsoft.com/office/drawing/2014/main" id="{FEE054F8-2019-8796-D382-D242FEBB367E}"/>
                </a:ext>
              </a:extLst>
            </p:cNvPr>
            <p:cNvSpPr>
              <a:spLocks/>
            </p:cNvSpPr>
            <p:nvPr/>
          </p:nvSpPr>
          <p:spPr bwMode="auto">
            <a:xfrm>
              <a:off x="8667750" y="1682750"/>
              <a:ext cx="312738" cy="206375"/>
            </a:xfrm>
            <a:custGeom>
              <a:avLst/>
              <a:gdLst>
                <a:gd name="T0" fmla="*/ 418 w 418"/>
                <a:gd name="T1" fmla="*/ 145 h 274"/>
                <a:gd name="T2" fmla="*/ 222 w 418"/>
                <a:gd name="T3" fmla="*/ 0 h 274"/>
                <a:gd name="T4" fmla="*/ 165 w 418"/>
                <a:gd name="T5" fmla="*/ 9 h 274"/>
                <a:gd name="T6" fmla="*/ 37 w 418"/>
                <a:gd name="T7" fmla="*/ 274 h 274"/>
              </a:gdLst>
              <a:ahLst/>
              <a:cxnLst>
                <a:cxn ang="0">
                  <a:pos x="T0" y="T1"/>
                </a:cxn>
                <a:cxn ang="0">
                  <a:pos x="T2" y="T3"/>
                </a:cxn>
                <a:cxn ang="0">
                  <a:pos x="T4" y="T5"/>
                </a:cxn>
                <a:cxn ang="0">
                  <a:pos x="T6" y="T7"/>
                </a:cxn>
              </a:cxnLst>
              <a:rect l="0" t="0" r="r" b="b"/>
              <a:pathLst>
                <a:path w="418" h="274">
                  <a:moveTo>
                    <a:pt x="418" y="145"/>
                  </a:moveTo>
                  <a:cubicBezTo>
                    <a:pt x="396" y="67"/>
                    <a:pt x="314" y="0"/>
                    <a:pt x="222" y="0"/>
                  </a:cubicBezTo>
                  <a:cubicBezTo>
                    <a:pt x="203" y="0"/>
                    <a:pt x="184" y="3"/>
                    <a:pt x="165" y="9"/>
                  </a:cubicBezTo>
                  <a:cubicBezTo>
                    <a:pt x="61" y="43"/>
                    <a:pt x="0" y="154"/>
                    <a:pt x="37" y="274"/>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8" name="Line 60">
              <a:extLst>
                <a:ext uri="{FF2B5EF4-FFF2-40B4-BE49-F238E27FC236}">
                  <a16:creationId xmlns:a16="http://schemas.microsoft.com/office/drawing/2014/main" id="{87038BAA-FE3F-A0A1-6007-B7AA0E53F890}"/>
                </a:ext>
              </a:extLst>
            </p:cNvPr>
            <p:cNvSpPr>
              <a:spLocks noChangeShapeType="1"/>
            </p:cNvSpPr>
            <p:nvPr/>
          </p:nvSpPr>
          <p:spPr bwMode="auto">
            <a:xfrm flipH="1">
              <a:off x="8645525" y="1792288"/>
              <a:ext cx="347663" cy="11112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9" name="Employee6" descr="{&quot;Key&quot;:&quot;POWER_USER_SHAPE_ICON&quot;,&quot;Value&quot;:&quot;POWER_USER_SHAPE_ICON_STYLE_1&quot;}">
            <a:extLst>
              <a:ext uri="{FF2B5EF4-FFF2-40B4-BE49-F238E27FC236}">
                <a16:creationId xmlns:a16="http://schemas.microsoft.com/office/drawing/2014/main" id="{8DE154C1-65D7-DB1F-A2BB-E28F6A653780}"/>
              </a:ext>
            </a:extLst>
          </p:cNvPr>
          <p:cNvGrpSpPr>
            <a:grpSpLocks noChangeAspect="1"/>
          </p:cNvGrpSpPr>
          <p:nvPr/>
        </p:nvGrpSpPr>
        <p:grpSpPr>
          <a:xfrm>
            <a:off x="607604" y="2087499"/>
            <a:ext cx="324000" cy="400385"/>
            <a:chOff x="3584576" y="3348038"/>
            <a:chExt cx="230188" cy="292100"/>
          </a:xfrm>
          <a:solidFill>
            <a:schemeClr val="accent1"/>
          </a:solidFill>
        </p:grpSpPr>
        <p:sp>
          <p:nvSpPr>
            <p:cNvPr id="250" name="Freeform 1099">
              <a:extLst>
                <a:ext uri="{FF2B5EF4-FFF2-40B4-BE49-F238E27FC236}">
                  <a16:creationId xmlns:a16="http://schemas.microsoft.com/office/drawing/2014/main" id="{AB335945-7DCD-2A8A-8AD4-69A251CE1EB4}"/>
                </a:ext>
              </a:extLst>
            </p:cNvPr>
            <p:cNvSpPr>
              <a:spLocks/>
            </p:cNvSpPr>
            <p:nvPr/>
          </p:nvSpPr>
          <p:spPr bwMode="auto">
            <a:xfrm>
              <a:off x="3621088" y="3433763"/>
              <a:ext cx="44450" cy="36513"/>
            </a:xfrm>
            <a:custGeom>
              <a:avLst/>
              <a:gdLst>
                <a:gd name="T0" fmla="*/ 109 w 218"/>
                <a:gd name="T1" fmla="*/ 159 h 176"/>
                <a:gd name="T2" fmla="*/ 109 w 218"/>
                <a:gd name="T3" fmla="*/ 143 h 176"/>
                <a:gd name="T4" fmla="*/ 55 w 218"/>
                <a:gd name="T5" fmla="*/ 120 h 176"/>
                <a:gd name="T6" fmla="*/ 33 w 218"/>
                <a:gd name="T7" fmla="*/ 67 h 176"/>
                <a:gd name="T8" fmla="*/ 33 w 218"/>
                <a:gd name="T9" fmla="*/ 33 h 176"/>
                <a:gd name="T10" fmla="*/ 185 w 218"/>
                <a:gd name="T11" fmla="*/ 33 h 176"/>
                <a:gd name="T12" fmla="*/ 185 w 218"/>
                <a:gd name="T13" fmla="*/ 67 h 176"/>
                <a:gd name="T14" fmla="*/ 163 w 218"/>
                <a:gd name="T15" fmla="*/ 120 h 176"/>
                <a:gd name="T16" fmla="*/ 109 w 218"/>
                <a:gd name="T17" fmla="*/ 143 h 176"/>
                <a:gd name="T18" fmla="*/ 109 w 218"/>
                <a:gd name="T19" fmla="*/ 159 h 176"/>
                <a:gd name="T20" fmla="*/ 109 w 218"/>
                <a:gd name="T21" fmla="*/ 176 h 176"/>
                <a:gd name="T22" fmla="*/ 218 w 218"/>
                <a:gd name="T23" fmla="*/ 67 h 176"/>
                <a:gd name="T24" fmla="*/ 218 w 218"/>
                <a:gd name="T25" fmla="*/ 0 h 176"/>
                <a:gd name="T26" fmla="*/ 0 w 218"/>
                <a:gd name="T27" fmla="*/ 0 h 176"/>
                <a:gd name="T28" fmla="*/ 0 w 218"/>
                <a:gd name="T29" fmla="*/ 67 h 176"/>
                <a:gd name="T30" fmla="*/ 109 w 218"/>
                <a:gd name="T31" fmla="*/ 176 h 176"/>
                <a:gd name="T32" fmla="*/ 109 w 218"/>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8" h="176">
                  <a:moveTo>
                    <a:pt x="109" y="159"/>
                  </a:moveTo>
                  <a:lnTo>
                    <a:pt x="109" y="143"/>
                  </a:lnTo>
                  <a:cubicBezTo>
                    <a:pt x="88" y="143"/>
                    <a:pt x="69" y="134"/>
                    <a:pt x="55" y="120"/>
                  </a:cubicBezTo>
                  <a:cubicBezTo>
                    <a:pt x="41" y="107"/>
                    <a:pt x="33" y="88"/>
                    <a:pt x="33" y="67"/>
                  </a:cubicBezTo>
                  <a:lnTo>
                    <a:pt x="33" y="33"/>
                  </a:lnTo>
                  <a:lnTo>
                    <a:pt x="185" y="33"/>
                  </a:lnTo>
                  <a:lnTo>
                    <a:pt x="185" y="67"/>
                  </a:lnTo>
                  <a:cubicBezTo>
                    <a:pt x="185" y="88"/>
                    <a:pt x="176" y="107"/>
                    <a:pt x="163" y="120"/>
                  </a:cubicBezTo>
                  <a:cubicBezTo>
                    <a:pt x="149" y="134"/>
                    <a:pt x="130" y="143"/>
                    <a:pt x="109" y="143"/>
                  </a:cubicBezTo>
                  <a:lnTo>
                    <a:pt x="109" y="159"/>
                  </a:lnTo>
                  <a:lnTo>
                    <a:pt x="109" y="176"/>
                  </a:lnTo>
                  <a:cubicBezTo>
                    <a:pt x="169" y="176"/>
                    <a:pt x="218" y="127"/>
                    <a:pt x="218" y="67"/>
                  </a:cubicBezTo>
                  <a:lnTo>
                    <a:pt x="218" y="0"/>
                  </a:lnTo>
                  <a:lnTo>
                    <a:pt x="0" y="0"/>
                  </a:lnTo>
                  <a:lnTo>
                    <a:pt x="0" y="67"/>
                  </a:lnTo>
                  <a:cubicBezTo>
                    <a:pt x="0" y="127"/>
                    <a:pt x="48" y="176"/>
                    <a:pt x="109" y="176"/>
                  </a:cubicBezTo>
                  <a:lnTo>
                    <a:pt x="109" y="159"/>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1" name="Freeform 1100">
              <a:extLst>
                <a:ext uri="{FF2B5EF4-FFF2-40B4-BE49-F238E27FC236}">
                  <a16:creationId xmlns:a16="http://schemas.microsoft.com/office/drawing/2014/main" id="{FFAC8785-0A9E-8979-85C7-65405CBD8A89}"/>
                </a:ext>
              </a:extLst>
            </p:cNvPr>
            <p:cNvSpPr>
              <a:spLocks/>
            </p:cNvSpPr>
            <p:nvPr/>
          </p:nvSpPr>
          <p:spPr bwMode="auto">
            <a:xfrm>
              <a:off x="3671888" y="3433763"/>
              <a:ext cx="44450" cy="36513"/>
            </a:xfrm>
            <a:custGeom>
              <a:avLst/>
              <a:gdLst>
                <a:gd name="T0" fmla="*/ 109 w 219"/>
                <a:gd name="T1" fmla="*/ 159 h 176"/>
                <a:gd name="T2" fmla="*/ 109 w 219"/>
                <a:gd name="T3" fmla="*/ 143 h 176"/>
                <a:gd name="T4" fmla="*/ 56 w 219"/>
                <a:gd name="T5" fmla="*/ 120 h 176"/>
                <a:gd name="T6" fmla="*/ 33 w 219"/>
                <a:gd name="T7" fmla="*/ 67 h 176"/>
                <a:gd name="T8" fmla="*/ 33 w 219"/>
                <a:gd name="T9" fmla="*/ 33 h 176"/>
                <a:gd name="T10" fmla="*/ 185 w 219"/>
                <a:gd name="T11" fmla="*/ 33 h 176"/>
                <a:gd name="T12" fmla="*/ 185 w 219"/>
                <a:gd name="T13" fmla="*/ 67 h 176"/>
                <a:gd name="T14" fmla="*/ 163 w 219"/>
                <a:gd name="T15" fmla="*/ 120 h 176"/>
                <a:gd name="T16" fmla="*/ 109 w 219"/>
                <a:gd name="T17" fmla="*/ 143 h 176"/>
                <a:gd name="T18" fmla="*/ 109 w 219"/>
                <a:gd name="T19" fmla="*/ 159 h 176"/>
                <a:gd name="T20" fmla="*/ 109 w 219"/>
                <a:gd name="T21" fmla="*/ 176 h 176"/>
                <a:gd name="T22" fmla="*/ 219 w 219"/>
                <a:gd name="T23" fmla="*/ 67 h 176"/>
                <a:gd name="T24" fmla="*/ 219 w 219"/>
                <a:gd name="T25" fmla="*/ 0 h 176"/>
                <a:gd name="T26" fmla="*/ 0 w 219"/>
                <a:gd name="T27" fmla="*/ 0 h 176"/>
                <a:gd name="T28" fmla="*/ 0 w 219"/>
                <a:gd name="T29" fmla="*/ 67 h 176"/>
                <a:gd name="T30" fmla="*/ 109 w 219"/>
                <a:gd name="T31" fmla="*/ 176 h 176"/>
                <a:gd name="T32" fmla="*/ 109 w 219"/>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9" h="176">
                  <a:moveTo>
                    <a:pt x="109" y="159"/>
                  </a:moveTo>
                  <a:lnTo>
                    <a:pt x="109" y="143"/>
                  </a:lnTo>
                  <a:cubicBezTo>
                    <a:pt x="88" y="143"/>
                    <a:pt x="69" y="134"/>
                    <a:pt x="56" y="120"/>
                  </a:cubicBezTo>
                  <a:cubicBezTo>
                    <a:pt x="42" y="107"/>
                    <a:pt x="33" y="88"/>
                    <a:pt x="33" y="67"/>
                  </a:cubicBezTo>
                  <a:lnTo>
                    <a:pt x="33" y="33"/>
                  </a:lnTo>
                  <a:lnTo>
                    <a:pt x="185" y="33"/>
                  </a:lnTo>
                  <a:lnTo>
                    <a:pt x="185" y="67"/>
                  </a:lnTo>
                  <a:cubicBezTo>
                    <a:pt x="185" y="88"/>
                    <a:pt x="177" y="107"/>
                    <a:pt x="163" y="120"/>
                  </a:cubicBezTo>
                  <a:cubicBezTo>
                    <a:pt x="149" y="134"/>
                    <a:pt x="130" y="143"/>
                    <a:pt x="109" y="143"/>
                  </a:cubicBezTo>
                  <a:lnTo>
                    <a:pt x="109" y="159"/>
                  </a:lnTo>
                  <a:lnTo>
                    <a:pt x="109" y="176"/>
                  </a:lnTo>
                  <a:cubicBezTo>
                    <a:pt x="170" y="176"/>
                    <a:pt x="219" y="127"/>
                    <a:pt x="219" y="67"/>
                  </a:cubicBezTo>
                  <a:lnTo>
                    <a:pt x="219" y="0"/>
                  </a:lnTo>
                  <a:lnTo>
                    <a:pt x="0" y="0"/>
                  </a:lnTo>
                  <a:lnTo>
                    <a:pt x="0" y="67"/>
                  </a:lnTo>
                  <a:cubicBezTo>
                    <a:pt x="0" y="127"/>
                    <a:pt x="49" y="176"/>
                    <a:pt x="109" y="176"/>
                  </a:cubicBezTo>
                  <a:lnTo>
                    <a:pt x="109" y="15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2" name="Freeform 1101">
              <a:extLst>
                <a:ext uri="{FF2B5EF4-FFF2-40B4-BE49-F238E27FC236}">
                  <a16:creationId xmlns:a16="http://schemas.microsoft.com/office/drawing/2014/main" id="{6D3093C9-77A6-A4E0-E091-2E15499AE052}"/>
                </a:ext>
              </a:extLst>
            </p:cNvPr>
            <p:cNvSpPr>
              <a:spLocks/>
            </p:cNvSpPr>
            <p:nvPr/>
          </p:nvSpPr>
          <p:spPr bwMode="auto">
            <a:xfrm>
              <a:off x="3584576" y="3570288"/>
              <a:ext cx="60325" cy="69850"/>
            </a:xfrm>
            <a:custGeom>
              <a:avLst/>
              <a:gdLst>
                <a:gd name="T0" fmla="*/ 280 w 290"/>
                <a:gd name="T1" fmla="*/ 0 h 339"/>
                <a:gd name="T2" fmla="*/ 142 w 290"/>
                <a:gd name="T3" fmla="*/ 43 h 339"/>
                <a:gd name="T4" fmla="*/ 142 w 290"/>
                <a:gd name="T5" fmla="*/ 43 h 339"/>
                <a:gd name="T6" fmla="*/ 0 w 290"/>
                <a:gd name="T7" fmla="*/ 248 h 339"/>
                <a:gd name="T8" fmla="*/ 0 w 290"/>
                <a:gd name="T9" fmla="*/ 339 h 339"/>
                <a:gd name="T10" fmla="*/ 33 w 290"/>
                <a:gd name="T11" fmla="*/ 339 h 339"/>
                <a:gd name="T12" fmla="*/ 33 w 290"/>
                <a:gd name="T13" fmla="*/ 248 h 339"/>
                <a:gd name="T14" fmla="*/ 153 w 290"/>
                <a:gd name="T15" fmla="*/ 75 h 339"/>
                <a:gd name="T16" fmla="*/ 148 w 290"/>
                <a:gd name="T17" fmla="*/ 59 h 339"/>
                <a:gd name="T18" fmla="*/ 153 w 290"/>
                <a:gd name="T19" fmla="*/ 75 h 339"/>
                <a:gd name="T20" fmla="*/ 290 w 290"/>
                <a:gd name="T21" fmla="*/ 32 h 339"/>
                <a:gd name="T22" fmla="*/ 280 w 290"/>
                <a:gd name="T23" fmla="*/ 0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280" y="0"/>
                  </a:moveTo>
                  <a:lnTo>
                    <a:pt x="142" y="43"/>
                  </a:lnTo>
                  <a:lnTo>
                    <a:pt x="142" y="43"/>
                  </a:lnTo>
                  <a:cubicBezTo>
                    <a:pt x="56" y="75"/>
                    <a:pt x="0" y="157"/>
                    <a:pt x="0" y="248"/>
                  </a:cubicBezTo>
                  <a:lnTo>
                    <a:pt x="0" y="339"/>
                  </a:lnTo>
                  <a:lnTo>
                    <a:pt x="33" y="339"/>
                  </a:lnTo>
                  <a:lnTo>
                    <a:pt x="33" y="248"/>
                  </a:lnTo>
                  <a:cubicBezTo>
                    <a:pt x="33" y="170"/>
                    <a:pt x="81" y="101"/>
                    <a:pt x="153" y="75"/>
                  </a:cubicBezTo>
                  <a:lnTo>
                    <a:pt x="148" y="59"/>
                  </a:lnTo>
                  <a:lnTo>
                    <a:pt x="153" y="75"/>
                  </a:lnTo>
                  <a:lnTo>
                    <a:pt x="290" y="32"/>
                  </a:lnTo>
                  <a:lnTo>
                    <a:pt x="28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3" name="Freeform 1102">
              <a:extLst>
                <a:ext uri="{FF2B5EF4-FFF2-40B4-BE49-F238E27FC236}">
                  <a16:creationId xmlns:a16="http://schemas.microsoft.com/office/drawing/2014/main" id="{B1BF493F-5AEB-3C2B-EEEF-8919D5457DB6}"/>
                </a:ext>
              </a:extLst>
            </p:cNvPr>
            <p:cNvSpPr>
              <a:spLocks/>
            </p:cNvSpPr>
            <p:nvPr/>
          </p:nvSpPr>
          <p:spPr bwMode="auto">
            <a:xfrm>
              <a:off x="3660776" y="3530600"/>
              <a:ext cx="12700" cy="25400"/>
            </a:xfrm>
            <a:custGeom>
              <a:avLst/>
              <a:gdLst>
                <a:gd name="T0" fmla="*/ 27 w 60"/>
                <a:gd name="T1" fmla="*/ 2 h 124"/>
                <a:gd name="T2" fmla="*/ 27 w 60"/>
                <a:gd name="T3" fmla="*/ 2 h 124"/>
                <a:gd name="T4" fmla="*/ 27 w 60"/>
                <a:gd name="T5" fmla="*/ 5 h 124"/>
                <a:gd name="T6" fmla="*/ 0 w 60"/>
                <a:gd name="T7" fmla="*/ 108 h 124"/>
                <a:gd name="T8" fmla="*/ 29 w 60"/>
                <a:gd name="T9" fmla="*/ 124 h 124"/>
                <a:gd name="T10" fmla="*/ 60 w 60"/>
                <a:gd name="T11" fmla="*/ 5 h 124"/>
                <a:gd name="T12" fmla="*/ 60 w 60"/>
                <a:gd name="T13" fmla="*/ 0 h 124"/>
                <a:gd name="T14" fmla="*/ 27 w 60"/>
                <a:gd name="T15" fmla="*/ 2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124">
                  <a:moveTo>
                    <a:pt x="27" y="2"/>
                  </a:moveTo>
                  <a:lnTo>
                    <a:pt x="27" y="2"/>
                  </a:lnTo>
                  <a:cubicBezTo>
                    <a:pt x="27" y="3"/>
                    <a:pt x="27" y="4"/>
                    <a:pt x="27" y="5"/>
                  </a:cubicBezTo>
                  <a:cubicBezTo>
                    <a:pt x="27" y="17"/>
                    <a:pt x="25" y="60"/>
                    <a:pt x="0" y="108"/>
                  </a:cubicBezTo>
                  <a:lnTo>
                    <a:pt x="29" y="124"/>
                  </a:lnTo>
                  <a:cubicBezTo>
                    <a:pt x="58" y="69"/>
                    <a:pt x="60" y="21"/>
                    <a:pt x="60" y="5"/>
                  </a:cubicBezTo>
                  <a:cubicBezTo>
                    <a:pt x="60" y="2"/>
                    <a:pt x="60" y="1"/>
                    <a:pt x="60" y="0"/>
                  </a:cubicBezTo>
                  <a:lnTo>
                    <a:pt x="27" y="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4" name="Freeform 1103">
              <a:extLst>
                <a:ext uri="{FF2B5EF4-FFF2-40B4-BE49-F238E27FC236}">
                  <a16:creationId xmlns:a16="http://schemas.microsoft.com/office/drawing/2014/main" id="{58AEA87A-78F5-0CE2-2533-1CC9EE63507D}"/>
                </a:ext>
              </a:extLst>
            </p:cNvPr>
            <p:cNvSpPr>
              <a:spLocks/>
            </p:cNvSpPr>
            <p:nvPr/>
          </p:nvSpPr>
          <p:spPr bwMode="auto">
            <a:xfrm>
              <a:off x="3756026" y="3570288"/>
              <a:ext cx="58738" cy="69850"/>
            </a:xfrm>
            <a:custGeom>
              <a:avLst/>
              <a:gdLst>
                <a:gd name="T0" fmla="*/ 0 w 290"/>
                <a:gd name="T1" fmla="*/ 32 h 339"/>
                <a:gd name="T2" fmla="*/ 137 w 290"/>
                <a:gd name="T3" fmla="*/ 75 h 339"/>
                <a:gd name="T4" fmla="*/ 142 w 290"/>
                <a:gd name="T5" fmla="*/ 59 h 339"/>
                <a:gd name="T6" fmla="*/ 136 w 290"/>
                <a:gd name="T7" fmla="*/ 75 h 339"/>
                <a:gd name="T8" fmla="*/ 257 w 290"/>
                <a:gd name="T9" fmla="*/ 248 h 339"/>
                <a:gd name="T10" fmla="*/ 257 w 290"/>
                <a:gd name="T11" fmla="*/ 339 h 339"/>
                <a:gd name="T12" fmla="*/ 290 w 290"/>
                <a:gd name="T13" fmla="*/ 339 h 339"/>
                <a:gd name="T14" fmla="*/ 290 w 290"/>
                <a:gd name="T15" fmla="*/ 248 h 339"/>
                <a:gd name="T16" fmla="*/ 148 w 290"/>
                <a:gd name="T17" fmla="*/ 43 h 339"/>
                <a:gd name="T18" fmla="*/ 148 w 290"/>
                <a:gd name="T19" fmla="*/ 43 h 339"/>
                <a:gd name="T20" fmla="*/ 10 w 290"/>
                <a:gd name="T21" fmla="*/ 0 h 339"/>
                <a:gd name="T22" fmla="*/ 0 w 290"/>
                <a:gd name="T23" fmla="*/ 32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0" y="32"/>
                  </a:moveTo>
                  <a:lnTo>
                    <a:pt x="137" y="75"/>
                  </a:lnTo>
                  <a:lnTo>
                    <a:pt x="142" y="59"/>
                  </a:lnTo>
                  <a:lnTo>
                    <a:pt x="136" y="75"/>
                  </a:lnTo>
                  <a:cubicBezTo>
                    <a:pt x="209" y="101"/>
                    <a:pt x="257" y="170"/>
                    <a:pt x="257" y="248"/>
                  </a:cubicBezTo>
                  <a:lnTo>
                    <a:pt x="257" y="339"/>
                  </a:lnTo>
                  <a:lnTo>
                    <a:pt x="290" y="339"/>
                  </a:lnTo>
                  <a:lnTo>
                    <a:pt x="290" y="248"/>
                  </a:lnTo>
                  <a:cubicBezTo>
                    <a:pt x="290" y="157"/>
                    <a:pt x="233" y="75"/>
                    <a:pt x="148" y="43"/>
                  </a:cubicBezTo>
                  <a:lnTo>
                    <a:pt x="148" y="43"/>
                  </a:lnTo>
                  <a:lnTo>
                    <a:pt x="10" y="0"/>
                  </a:lnTo>
                  <a:lnTo>
                    <a:pt x="0" y="3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5" name="Freeform 1104">
              <a:extLst>
                <a:ext uri="{FF2B5EF4-FFF2-40B4-BE49-F238E27FC236}">
                  <a16:creationId xmlns:a16="http://schemas.microsoft.com/office/drawing/2014/main" id="{77460D04-06FC-0C40-54AE-EBAEAA0B116A}"/>
                </a:ext>
              </a:extLst>
            </p:cNvPr>
            <p:cNvSpPr>
              <a:spLocks/>
            </p:cNvSpPr>
            <p:nvPr/>
          </p:nvSpPr>
          <p:spPr bwMode="auto">
            <a:xfrm>
              <a:off x="3727451" y="3522663"/>
              <a:ext cx="11113" cy="33338"/>
            </a:xfrm>
            <a:custGeom>
              <a:avLst/>
              <a:gdLst>
                <a:gd name="T0" fmla="*/ 0 w 58"/>
                <a:gd name="T1" fmla="*/ 0 h 163"/>
                <a:gd name="T2" fmla="*/ 0 w 58"/>
                <a:gd name="T3" fmla="*/ 19 h 163"/>
                <a:gd name="T4" fmla="*/ 5 w 58"/>
                <a:gd name="T5" fmla="*/ 84 h 163"/>
                <a:gd name="T6" fmla="*/ 28 w 58"/>
                <a:gd name="T7" fmla="*/ 163 h 163"/>
                <a:gd name="T8" fmla="*/ 58 w 58"/>
                <a:gd name="T9" fmla="*/ 147 h 163"/>
                <a:gd name="T10" fmla="*/ 38 w 58"/>
                <a:gd name="T11" fmla="*/ 79 h 163"/>
                <a:gd name="T12" fmla="*/ 33 w 58"/>
                <a:gd name="T13" fmla="*/ 19 h 163"/>
                <a:gd name="T14" fmla="*/ 34 w 58"/>
                <a:gd name="T15" fmla="*/ 7 h 163"/>
                <a:gd name="T16" fmla="*/ 34 w 58"/>
                <a:gd name="T17" fmla="*/ 3 h 163"/>
                <a:gd name="T18" fmla="*/ 34 w 58"/>
                <a:gd name="T19" fmla="*/ 2 h 163"/>
                <a:gd name="T20" fmla="*/ 0 w 58"/>
                <a:gd name="T21"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163">
                  <a:moveTo>
                    <a:pt x="0" y="0"/>
                  </a:moveTo>
                  <a:cubicBezTo>
                    <a:pt x="0" y="0"/>
                    <a:pt x="0" y="7"/>
                    <a:pt x="0" y="19"/>
                  </a:cubicBezTo>
                  <a:cubicBezTo>
                    <a:pt x="0" y="34"/>
                    <a:pt x="1" y="58"/>
                    <a:pt x="5" y="84"/>
                  </a:cubicBezTo>
                  <a:cubicBezTo>
                    <a:pt x="9" y="109"/>
                    <a:pt x="15" y="138"/>
                    <a:pt x="28" y="163"/>
                  </a:cubicBezTo>
                  <a:lnTo>
                    <a:pt x="58" y="147"/>
                  </a:lnTo>
                  <a:cubicBezTo>
                    <a:pt x="48" y="127"/>
                    <a:pt x="41" y="102"/>
                    <a:pt x="38" y="79"/>
                  </a:cubicBezTo>
                  <a:cubicBezTo>
                    <a:pt x="34" y="55"/>
                    <a:pt x="33" y="33"/>
                    <a:pt x="33" y="19"/>
                  </a:cubicBezTo>
                  <a:cubicBezTo>
                    <a:pt x="33" y="14"/>
                    <a:pt x="33" y="9"/>
                    <a:pt x="34" y="7"/>
                  </a:cubicBezTo>
                  <a:lnTo>
                    <a:pt x="34" y="3"/>
                  </a:lnTo>
                  <a:lnTo>
                    <a:pt x="34" y="2"/>
                  </a:lnTo>
                  <a:lnTo>
                    <a:pt x="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6" name="Freeform 1105">
              <a:extLst>
                <a:ext uri="{FF2B5EF4-FFF2-40B4-BE49-F238E27FC236}">
                  <a16:creationId xmlns:a16="http://schemas.microsoft.com/office/drawing/2014/main" id="{3071960A-8351-5C5A-D801-4E6CCB1DF61B}"/>
                </a:ext>
              </a:extLst>
            </p:cNvPr>
            <p:cNvSpPr>
              <a:spLocks/>
            </p:cNvSpPr>
            <p:nvPr/>
          </p:nvSpPr>
          <p:spPr bwMode="auto">
            <a:xfrm>
              <a:off x="3611563" y="3348038"/>
              <a:ext cx="117475" cy="80963"/>
            </a:xfrm>
            <a:custGeom>
              <a:avLst/>
              <a:gdLst>
                <a:gd name="T0" fmla="*/ 543 w 573"/>
                <a:gd name="T1" fmla="*/ 8 h 389"/>
                <a:gd name="T2" fmla="*/ 419 w 573"/>
                <a:gd name="T3" fmla="*/ 0 h 389"/>
                <a:gd name="T4" fmla="*/ 162 w 573"/>
                <a:gd name="T5" fmla="*/ 46 h 389"/>
                <a:gd name="T6" fmla="*/ 53 w 573"/>
                <a:gd name="T7" fmla="*/ 128 h 389"/>
                <a:gd name="T8" fmla="*/ 1 w 573"/>
                <a:gd name="T9" fmla="*/ 269 h 389"/>
                <a:gd name="T10" fmla="*/ 0 w 573"/>
                <a:gd name="T11" fmla="*/ 287 h 389"/>
                <a:gd name="T12" fmla="*/ 221 w 573"/>
                <a:gd name="T13" fmla="*/ 287 h 389"/>
                <a:gd name="T14" fmla="*/ 221 w 573"/>
                <a:gd name="T15" fmla="*/ 270 h 389"/>
                <a:gd name="T16" fmla="*/ 206 w 573"/>
                <a:gd name="T17" fmla="*/ 277 h 389"/>
                <a:gd name="T18" fmla="*/ 261 w 573"/>
                <a:gd name="T19" fmla="*/ 335 h 389"/>
                <a:gd name="T20" fmla="*/ 476 w 573"/>
                <a:gd name="T21" fmla="*/ 389 h 389"/>
                <a:gd name="T22" fmla="*/ 573 w 573"/>
                <a:gd name="T23" fmla="*/ 389 h 389"/>
                <a:gd name="T24" fmla="*/ 573 w 573"/>
                <a:gd name="T25" fmla="*/ 356 h 389"/>
                <a:gd name="T26" fmla="*/ 476 w 573"/>
                <a:gd name="T27" fmla="*/ 356 h 389"/>
                <a:gd name="T28" fmla="*/ 280 w 573"/>
                <a:gd name="T29" fmla="*/ 308 h 389"/>
                <a:gd name="T30" fmla="*/ 244 w 573"/>
                <a:gd name="T31" fmla="*/ 276 h 389"/>
                <a:gd name="T32" fmla="*/ 237 w 573"/>
                <a:gd name="T33" fmla="*/ 266 h 389"/>
                <a:gd name="T34" fmla="*/ 236 w 573"/>
                <a:gd name="T35" fmla="*/ 263 h 389"/>
                <a:gd name="T36" fmla="*/ 236 w 573"/>
                <a:gd name="T37" fmla="*/ 263 h 389"/>
                <a:gd name="T38" fmla="*/ 236 w 573"/>
                <a:gd name="T39" fmla="*/ 263 h 389"/>
                <a:gd name="T40" fmla="*/ 226 w 573"/>
                <a:gd name="T41" fmla="*/ 267 h 389"/>
                <a:gd name="T42" fmla="*/ 236 w 573"/>
                <a:gd name="T43" fmla="*/ 263 h 389"/>
                <a:gd name="T44" fmla="*/ 236 w 573"/>
                <a:gd name="T45" fmla="*/ 263 h 389"/>
                <a:gd name="T46" fmla="*/ 226 w 573"/>
                <a:gd name="T47" fmla="*/ 267 h 389"/>
                <a:gd name="T48" fmla="*/ 236 w 573"/>
                <a:gd name="T49" fmla="*/ 263 h 389"/>
                <a:gd name="T50" fmla="*/ 231 w 573"/>
                <a:gd name="T51" fmla="*/ 253 h 389"/>
                <a:gd name="T52" fmla="*/ 18 w 573"/>
                <a:gd name="T53" fmla="*/ 253 h 389"/>
                <a:gd name="T54" fmla="*/ 18 w 573"/>
                <a:gd name="T55" fmla="*/ 270 h 389"/>
                <a:gd name="T56" fmla="*/ 35 w 573"/>
                <a:gd name="T57" fmla="*/ 271 h 389"/>
                <a:gd name="T58" fmla="*/ 80 w 573"/>
                <a:gd name="T59" fmla="*/ 148 h 389"/>
                <a:gd name="T60" fmla="*/ 235 w 573"/>
                <a:gd name="T61" fmla="*/ 55 h 389"/>
                <a:gd name="T62" fmla="*/ 419 w 573"/>
                <a:gd name="T63" fmla="*/ 33 h 389"/>
                <a:gd name="T64" fmla="*/ 505 w 573"/>
                <a:gd name="T65" fmla="*/ 37 h 389"/>
                <a:gd name="T66" fmla="*/ 529 w 573"/>
                <a:gd name="T67" fmla="*/ 39 h 389"/>
                <a:gd name="T68" fmla="*/ 536 w 573"/>
                <a:gd name="T69" fmla="*/ 40 h 389"/>
                <a:gd name="T70" fmla="*/ 538 w 573"/>
                <a:gd name="T71" fmla="*/ 41 h 389"/>
                <a:gd name="T72" fmla="*/ 543 w 573"/>
                <a:gd name="T73" fmla="*/ 8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73" h="389">
                  <a:moveTo>
                    <a:pt x="543" y="8"/>
                  </a:moveTo>
                  <a:cubicBezTo>
                    <a:pt x="542" y="7"/>
                    <a:pt x="491" y="0"/>
                    <a:pt x="419" y="0"/>
                  </a:cubicBezTo>
                  <a:cubicBezTo>
                    <a:pt x="343" y="0"/>
                    <a:pt x="245" y="8"/>
                    <a:pt x="162" y="46"/>
                  </a:cubicBezTo>
                  <a:cubicBezTo>
                    <a:pt x="120" y="65"/>
                    <a:pt x="82" y="91"/>
                    <a:pt x="53" y="128"/>
                  </a:cubicBezTo>
                  <a:cubicBezTo>
                    <a:pt x="25" y="164"/>
                    <a:pt x="6" y="211"/>
                    <a:pt x="1" y="269"/>
                  </a:cubicBezTo>
                  <a:lnTo>
                    <a:pt x="0" y="287"/>
                  </a:lnTo>
                  <a:lnTo>
                    <a:pt x="221" y="287"/>
                  </a:lnTo>
                  <a:lnTo>
                    <a:pt x="221" y="270"/>
                  </a:lnTo>
                  <a:lnTo>
                    <a:pt x="206" y="277"/>
                  </a:lnTo>
                  <a:cubicBezTo>
                    <a:pt x="207" y="279"/>
                    <a:pt x="220" y="307"/>
                    <a:pt x="261" y="335"/>
                  </a:cubicBezTo>
                  <a:cubicBezTo>
                    <a:pt x="302" y="363"/>
                    <a:pt x="370" y="389"/>
                    <a:pt x="476" y="389"/>
                  </a:cubicBezTo>
                  <a:lnTo>
                    <a:pt x="573" y="389"/>
                  </a:lnTo>
                  <a:lnTo>
                    <a:pt x="573" y="356"/>
                  </a:lnTo>
                  <a:lnTo>
                    <a:pt x="476" y="356"/>
                  </a:lnTo>
                  <a:cubicBezTo>
                    <a:pt x="375" y="356"/>
                    <a:pt x="315" y="331"/>
                    <a:pt x="280" y="308"/>
                  </a:cubicBezTo>
                  <a:cubicBezTo>
                    <a:pt x="262" y="296"/>
                    <a:pt x="251" y="284"/>
                    <a:pt x="244" y="276"/>
                  </a:cubicBezTo>
                  <a:cubicBezTo>
                    <a:pt x="241" y="271"/>
                    <a:pt x="239" y="268"/>
                    <a:pt x="237" y="266"/>
                  </a:cubicBezTo>
                  <a:lnTo>
                    <a:pt x="236" y="263"/>
                  </a:lnTo>
                  <a:lnTo>
                    <a:pt x="236" y="263"/>
                  </a:lnTo>
                  <a:lnTo>
                    <a:pt x="236" y="263"/>
                  </a:lnTo>
                  <a:lnTo>
                    <a:pt x="226" y="267"/>
                  </a:lnTo>
                  <a:lnTo>
                    <a:pt x="236" y="263"/>
                  </a:lnTo>
                  <a:lnTo>
                    <a:pt x="236" y="263"/>
                  </a:lnTo>
                  <a:lnTo>
                    <a:pt x="226" y="267"/>
                  </a:lnTo>
                  <a:lnTo>
                    <a:pt x="236" y="263"/>
                  </a:lnTo>
                  <a:lnTo>
                    <a:pt x="231" y="253"/>
                  </a:lnTo>
                  <a:lnTo>
                    <a:pt x="18" y="253"/>
                  </a:lnTo>
                  <a:lnTo>
                    <a:pt x="18" y="270"/>
                  </a:lnTo>
                  <a:lnTo>
                    <a:pt x="35" y="271"/>
                  </a:lnTo>
                  <a:cubicBezTo>
                    <a:pt x="39" y="219"/>
                    <a:pt x="55" y="180"/>
                    <a:pt x="80" y="148"/>
                  </a:cubicBezTo>
                  <a:cubicBezTo>
                    <a:pt x="117" y="101"/>
                    <a:pt x="173" y="72"/>
                    <a:pt x="235" y="55"/>
                  </a:cubicBezTo>
                  <a:cubicBezTo>
                    <a:pt x="297" y="38"/>
                    <a:pt x="364" y="33"/>
                    <a:pt x="419" y="33"/>
                  </a:cubicBezTo>
                  <a:cubicBezTo>
                    <a:pt x="454" y="33"/>
                    <a:pt x="484" y="35"/>
                    <a:pt x="505" y="37"/>
                  </a:cubicBezTo>
                  <a:cubicBezTo>
                    <a:pt x="515" y="38"/>
                    <a:pt x="524" y="39"/>
                    <a:pt x="529" y="39"/>
                  </a:cubicBezTo>
                  <a:cubicBezTo>
                    <a:pt x="532" y="40"/>
                    <a:pt x="534" y="40"/>
                    <a:pt x="536" y="40"/>
                  </a:cubicBezTo>
                  <a:lnTo>
                    <a:pt x="538" y="41"/>
                  </a:lnTo>
                  <a:lnTo>
                    <a:pt x="543" y="8"/>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7" name="Freeform 1106">
              <a:extLst>
                <a:ext uri="{FF2B5EF4-FFF2-40B4-BE49-F238E27FC236}">
                  <a16:creationId xmlns:a16="http://schemas.microsoft.com/office/drawing/2014/main" id="{0DAC9698-093C-C6AD-2F6C-2FF22047AB7E}"/>
                </a:ext>
              </a:extLst>
            </p:cNvPr>
            <p:cNvSpPr>
              <a:spLocks/>
            </p:cNvSpPr>
            <p:nvPr/>
          </p:nvSpPr>
          <p:spPr bwMode="auto">
            <a:xfrm>
              <a:off x="3716338" y="3362325"/>
              <a:ext cx="61913" cy="98425"/>
            </a:xfrm>
            <a:custGeom>
              <a:avLst/>
              <a:gdLst>
                <a:gd name="T0" fmla="*/ 4 w 297"/>
                <a:gd name="T1" fmla="*/ 34 h 483"/>
                <a:gd name="T2" fmla="*/ 4 w 297"/>
                <a:gd name="T3" fmla="*/ 34 h 483"/>
                <a:gd name="T4" fmla="*/ 19 w 297"/>
                <a:gd name="T5" fmla="*/ 34 h 483"/>
                <a:gd name="T6" fmla="*/ 163 w 297"/>
                <a:gd name="T7" fmla="*/ 79 h 483"/>
                <a:gd name="T8" fmla="*/ 233 w 297"/>
                <a:gd name="T9" fmla="*/ 170 h 483"/>
                <a:gd name="T10" fmla="*/ 264 w 297"/>
                <a:gd name="T11" fmla="*/ 341 h 483"/>
                <a:gd name="T12" fmla="*/ 261 w 297"/>
                <a:gd name="T13" fmla="*/ 398 h 483"/>
                <a:gd name="T14" fmla="*/ 206 w 297"/>
                <a:gd name="T15" fmla="*/ 450 h 483"/>
                <a:gd name="T16" fmla="*/ 206 w 297"/>
                <a:gd name="T17" fmla="*/ 483 h 483"/>
                <a:gd name="T18" fmla="*/ 295 w 297"/>
                <a:gd name="T19" fmla="*/ 401 h 483"/>
                <a:gd name="T20" fmla="*/ 297 w 297"/>
                <a:gd name="T21" fmla="*/ 341 h 483"/>
                <a:gd name="T22" fmla="*/ 263 w 297"/>
                <a:gd name="T23" fmla="*/ 157 h 483"/>
                <a:gd name="T24" fmla="*/ 136 w 297"/>
                <a:gd name="T25" fmla="*/ 25 h 483"/>
                <a:gd name="T26" fmla="*/ 19 w 297"/>
                <a:gd name="T27" fmla="*/ 0 h 483"/>
                <a:gd name="T28" fmla="*/ 0 w 297"/>
                <a:gd name="T29" fmla="*/ 1 h 483"/>
                <a:gd name="T30" fmla="*/ 4 w 297"/>
                <a:gd name="T31" fmla="*/ 34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7" h="483">
                  <a:moveTo>
                    <a:pt x="4" y="34"/>
                  </a:moveTo>
                  <a:lnTo>
                    <a:pt x="4" y="34"/>
                  </a:lnTo>
                  <a:cubicBezTo>
                    <a:pt x="5" y="34"/>
                    <a:pt x="10" y="34"/>
                    <a:pt x="19" y="34"/>
                  </a:cubicBezTo>
                  <a:cubicBezTo>
                    <a:pt x="48" y="34"/>
                    <a:pt x="110" y="39"/>
                    <a:pt x="163" y="79"/>
                  </a:cubicBezTo>
                  <a:cubicBezTo>
                    <a:pt x="189" y="100"/>
                    <a:pt x="214" y="128"/>
                    <a:pt x="233" y="170"/>
                  </a:cubicBezTo>
                  <a:cubicBezTo>
                    <a:pt x="251" y="212"/>
                    <a:pt x="264" y="267"/>
                    <a:pt x="264" y="341"/>
                  </a:cubicBezTo>
                  <a:cubicBezTo>
                    <a:pt x="264" y="359"/>
                    <a:pt x="263" y="378"/>
                    <a:pt x="261" y="398"/>
                  </a:cubicBezTo>
                  <a:cubicBezTo>
                    <a:pt x="259" y="428"/>
                    <a:pt x="235" y="450"/>
                    <a:pt x="206" y="450"/>
                  </a:cubicBezTo>
                  <a:lnTo>
                    <a:pt x="206" y="483"/>
                  </a:lnTo>
                  <a:cubicBezTo>
                    <a:pt x="253" y="483"/>
                    <a:pt x="291" y="447"/>
                    <a:pt x="295" y="401"/>
                  </a:cubicBezTo>
                  <a:cubicBezTo>
                    <a:pt x="296" y="380"/>
                    <a:pt x="297" y="360"/>
                    <a:pt x="297" y="341"/>
                  </a:cubicBezTo>
                  <a:cubicBezTo>
                    <a:pt x="297" y="264"/>
                    <a:pt x="284" y="204"/>
                    <a:pt x="263" y="157"/>
                  </a:cubicBezTo>
                  <a:cubicBezTo>
                    <a:pt x="232" y="86"/>
                    <a:pt x="183" y="46"/>
                    <a:pt x="136" y="25"/>
                  </a:cubicBezTo>
                  <a:cubicBezTo>
                    <a:pt x="89" y="4"/>
                    <a:pt x="44" y="0"/>
                    <a:pt x="19" y="0"/>
                  </a:cubicBezTo>
                  <a:cubicBezTo>
                    <a:pt x="8" y="0"/>
                    <a:pt x="0" y="1"/>
                    <a:pt x="0" y="1"/>
                  </a:cubicBezTo>
                  <a:lnTo>
                    <a:pt x="4" y="34"/>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8" name="Freeform 1107">
              <a:extLst>
                <a:ext uri="{FF2B5EF4-FFF2-40B4-BE49-F238E27FC236}">
                  <a16:creationId xmlns:a16="http://schemas.microsoft.com/office/drawing/2014/main" id="{BE14BDDB-2B01-C529-F453-60EB8F3F0ADB}"/>
                </a:ext>
              </a:extLst>
            </p:cNvPr>
            <p:cNvSpPr>
              <a:spLocks/>
            </p:cNvSpPr>
            <p:nvPr/>
          </p:nvSpPr>
          <p:spPr bwMode="auto">
            <a:xfrm>
              <a:off x="3625851" y="3400425"/>
              <a:ext cx="139700" cy="136525"/>
            </a:xfrm>
            <a:custGeom>
              <a:avLst/>
              <a:gdLst>
                <a:gd name="T0" fmla="*/ 12 w 677"/>
                <a:gd name="T1" fmla="*/ 191 h 657"/>
                <a:gd name="T2" fmla="*/ 32 w 677"/>
                <a:gd name="T3" fmla="*/ 263 h 657"/>
                <a:gd name="T4" fmla="*/ 0 w 677"/>
                <a:gd name="T5" fmla="*/ 383 h 657"/>
                <a:gd name="T6" fmla="*/ 142 w 677"/>
                <a:gd name="T7" fmla="*/ 631 h 657"/>
                <a:gd name="T8" fmla="*/ 286 w 677"/>
                <a:gd name="T9" fmla="*/ 640 h 657"/>
                <a:gd name="T10" fmla="*/ 307 w 677"/>
                <a:gd name="T11" fmla="*/ 657 h 657"/>
                <a:gd name="T12" fmla="*/ 582 w 677"/>
                <a:gd name="T13" fmla="*/ 553 h 657"/>
                <a:gd name="T14" fmla="*/ 621 w 677"/>
                <a:gd name="T15" fmla="*/ 401 h 657"/>
                <a:gd name="T16" fmla="*/ 621 w 677"/>
                <a:gd name="T17" fmla="*/ 402 h 657"/>
                <a:gd name="T18" fmla="*/ 604 w 677"/>
                <a:gd name="T19" fmla="*/ 328 h 657"/>
                <a:gd name="T20" fmla="*/ 606 w 677"/>
                <a:gd name="T21" fmla="*/ 345 h 657"/>
                <a:gd name="T22" fmla="*/ 606 w 677"/>
                <a:gd name="T23" fmla="*/ 202 h 657"/>
                <a:gd name="T24" fmla="*/ 590 w 677"/>
                <a:gd name="T25" fmla="*/ 219 h 657"/>
                <a:gd name="T26" fmla="*/ 608 w 677"/>
                <a:gd name="T27" fmla="*/ 185 h 657"/>
                <a:gd name="T28" fmla="*/ 561 w 677"/>
                <a:gd name="T29" fmla="*/ 13 h 657"/>
                <a:gd name="T30" fmla="*/ 568 w 677"/>
                <a:gd name="T31" fmla="*/ 106 h 657"/>
                <a:gd name="T32" fmla="*/ 574 w 677"/>
                <a:gd name="T33" fmla="*/ 209 h 657"/>
                <a:gd name="T34" fmla="*/ 574 w 677"/>
                <a:gd name="T35" fmla="*/ 217 h 657"/>
                <a:gd name="T36" fmla="*/ 606 w 677"/>
                <a:gd name="T37" fmla="*/ 235 h 657"/>
                <a:gd name="T38" fmla="*/ 606 w 677"/>
                <a:gd name="T39" fmla="*/ 311 h 657"/>
                <a:gd name="T40" fmla="*/ 588 w 677"/>
                <a:gd name="T41" fmla="*/ 311 h 657"/>
                <a:gd name="T42" fmla="*/ 588 w 677"/>
                <a:gd name="T43" fmla="*/ 404 h 657"/>
                <a:gd name="T44" fmla="*/ 556 w 677"/>
                <a:gd name="T45" fmla="*/ 533 h 657"/>
                <a:gd name="T46" fmla="*/ 307 w 677"/>
                <a:gd name="T47" fmla="*/ 624 h 657"/>
                <a:gd name="T48" fmla="*/ 288 w 677"/>
                <a:gd name="T49" fmla="*/ 623 h 657"/>
                <a:gd name="T50" fmla="*/ 286 w 677"/>
                <a:gd name="T51" fmla="*/ 623 h 657"/>
                <a:gd name="T52" fmla="*/ 155 w 677"/>
                <a:gd name="T53" fmla="*/ 600 h 657"/>
                <a:gd name="T54" fmla="*/ 33 w 677"/>
                <a:gd name="T55" fmla="*/ 383 h 657"/>
                <a:gd name="T56" fmla="*/ 46 w 677"/>
                <a:gd name="T57" fmla="*/ 276 h 657"/>
                <a:gd name="T58" fmla="*/ 48 w 677"/>
                <a:gd name="T59" fmla="*/ 268 h 657"/>
                <a:gd name="T60" fmla="*/ 49 w 677"/>
                <a:gd name="T61" fmla="*/ 264 h 657"/>
                <a:gd name="T62" fmla="*/ 45 w 677"/>
                <a:gd name="T63" fmla="*/ 191 h 657"/>
                <a:gd name="T64" fmla="*/ 50 w 677"/>
                <a:gd name="T65" fmla="*/ 0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77" h="657">
                  <a:moveTo>
                    <a:pt x="50" y="0"/>
                  </a:moveTo>
                  <a:cubicBezTo>
                    <a:pt x="30" y="42"/>
                    <a:pt x="12" y="104"/>
                    <a:pt x="12" y="191"/>
                  </a:cubicBezTo>
                  <a:cubicBezTo>
                    <a:pt x="12" y="214"/>
                    <a:pt x="13" y="238"/>
                    <a:pt x="16" y="264"/>
                  </a:cubicBezTo>
                  <a:lnTo>
                    <a:pt x="32" y="263"/>
                  </a:lnTo>
                  <a:lnTo>
                    <a:pt x="16" y="258"/>
                  </a:lnTo>
                  <a:cubicBezTo>
                    <a:pt x="16" y="259"/>
                    <a:pt x="0" y="314"/>
                    <a:pt x="0" y="383"/>
                  </a:cubicBezTo>
                  <a:cubicBezTo>
                    <a:pt x="0" y="441"/>
                    <a:pt x="11" y="508"/>
                    <a:pt x="53" y="563"/>
                  </a:cubicBezTo>
                  <a:cubicBezTo>
                    <a:pt x="74" y="591"/>
                    <a:pt x="103" y="614"/>
                    <a:pt x="142" y="631"/>
                  </a:cubicBezTo>
                  <a:cubicBezTo>
                    <a:pt x="180" y="647"/>
                    <a:pt x="227" y="657"/>
                    <a:pt x="286" y="657"/>
                  </a:cubicBezTo>
                  <a:lnTo>
                    <a:pt x="286" y="640"/>
                  </a:lnTo>
                  <a:lnTo>
                    <a:pt x="285" y="657"/>
                  </a:lnTo>
                  <a:cubicBezTo>
                    <a:pt x="285" y="657"/>
                    <a:pt x="293" y="657"/>
                    <a:pt x="307" y="657"/>
                  </a:cubicBezTo>
                  <a:cubicBezTo>
                    <a:pt x="345" y="657"/>
                    <a:pt x="421" y="653"/>
                    <a:pt x="490" y="623"/>
                  </a:cubicBezTo>
                  <a:cubicBezTo>
                    <a:pt x="525" y="608"/>
                    <a:pt x="558" y="586"/>
                    <a:pt x="582" y="553"/>
                  </a:cubicBezTo>
                  <a:cubicBezTo>
                    <a:pt x="607" y="521"/>
                    <a:pt x="622" y="479"/>
                    <a:pt x="622" y="426"/>
                  </a:cubicBezTo>
                  <a:cubicBezTo>
                    <a:pt x="622" y="418"/>
                    <a:pt x="622" y="409"/>
                    <a:pt x="621" y="401"/>
                  </a:cubicBezTo>
                  <a:lnTo>
                    <a:pt x="604" y="402"/>
                  </a:lnTo>
                  <a:lnTo>
                    <a:pt x="621" y="402"/>
                  </a:lnTo>
                  <a:lnTo>
                    <a:pt x="621" y="328"/>
                  </a:lnTo>
                  <a:lnTo>
                    <a:pt x="604" y="328"/>
                  </a:lnTo>
                  <a:lnTo>
                    <a:pt x="604" y="345"/>
                  </a:lnTo>
                  <a:lnTo>
                    <a:pt x="606" y="345"/>
                  </a:lnTo>
                  <a:cubicBezTo>
                    <a:pt x="645" y="345"/>
                    <a:pt x="677" y="313"/>
                    <a:pt x="677" y="273"/>
                  </a:cubicBezTo>
                  <a:cubicBezTo>
                    <a:pt x="677" y="234"/>
                    <a:pt x="645" y="202"/>
                    <a:pt x="606" y="202"/>
                  </a:cubicBezTo>
                  <a:lnTo>
                    <a:pt x="590" y="202"/>
                  </a:lnTo>
                  <a:lnTo>
                    <a:pt x="590" y="219"/>
                  </a:lnTo>
                  <a:lnTo>
                    <a:pt x="607" y="220"/>
                  </a:lnTo>
                  <a:cubicBezTo>
                    <a:pt x="607" y="220"/>
                    <a:pt x="608" y="206"/>
                    <a:pt x="608" y="185"/>
                  </a:cubicBezTo>
                  <a:cubicBezTo>
                    <a:pt x="608" y="162"/>
                    <a:pt x="607" y="131"/>
                    <a:pt x="600" y="100"/>
                  </a:cubicBezTo>
                  <a:cubicBezTo>
                    <a:pt x="594" y="68"/>
                    <a:pt x="583" y="37"/>
                    <a:pt x="561" y="13"/>
                  </a:cubicBezTo>
                  <a:lnTo>
                    <a:pt x="537" y="36"/>
                  </a:lnTo>
                  <a:cubicBezTo>
                    <a:pt x="552" y="52"/>
                    <a:pt x="562" y="78"/>
                    <a:pt x="568" y="106"/>
                  </a:cubicBezTo>
                  <a:cubicBezTo>
                    <a:pt x="573" y="135"/>
                    <a:pt x="575" y="164"/>
                    <a:pt x="575" y="185"/>
                  </a:cubicBezTo>
                  <a:cubicBezTo>
                    <a:pt x="575" y="195"/>
                    <a:pt x="574" y="203"/>
                    <a:pt x="574" y="209"/>
                  </a:cubicBezTo>
                  <a:cubicBezTo>
                    <a:pt x="574" y="211"/>
                    <a:pt x="574" y="214"/>
                    <a:pt x="574" y="215"/>
                  </a:cubicBezTo>
                  <a:lnTo>
                    <a:pt x="574" y="217"/>
                  </a:lnTo>
                  <a:lnTo>
                    <a:pt x="572" y="235"/>
                  </a:lnTo>
                  <a:lnTo>
                    <a:pt x="606" y="235"/>
                  </a:lnTo>
                  <a:cubicBezTo>
                    <a:pt x="627" y="235"/>
                    <a:pt x="644" y="252"/>
                    <a:pt x="644" y="273"/>
                  </a:cubicBezTo>
                  <a:cubicBezTo>
                    <a:pt x="644" y="294"/>
                    <a:pt x="627" y="311"/>
                    <a:pt x="606" y="311"/>
                  </a:cubicBezTo>
                  <a:lnTo>
                    <a:pt x="604" y="311"/>
                  </a:lnTo>
                  <a:lnTo>
                    <a:pt x="588" y="311"/>
                  </a:lnTo>
                  <a:lnTo>
                    <a:pt x="588" y="403"/>
                  </a:lnTo>
                  <a:lnTo>
                    <a:pt x="588" y="404"/>
                  </a:lnTo>
                  <a:cubicBezTo>
                    <a:pt x="588" y="411"/>
                    <a:pt x="589" y="419"/>
                    <a:pt x="589" y="426"/>
                  </a:cubicBezTo>
                  <a:cubicBezTo>
                    <a:pt x="588" y="473"/>
                    <a:pt x="576" y="507"/>
                    <a:pt x="556" y="533"/>
                  </a:cubicBezTo>
                  <a:cubicBezTo>
                    <a:pt x="525" y="573"/>
                    <a:pt x="477" y="596"/>
                    <a:pt x="429" y="609"/>
                  </a:cubicBezTo>
                  <a:cubicBezTo>
                    <a:pt x="381" y="622"/>
                    <a:pt x="333" y="624"/>
                    <a:pt x="307" y="624"/>
                  </a:cubicBezTo>
                  <a:cubicBezTo>
                    <a:pt x="301" y="624"/>
                    <a:pt x="296" y="624"/>
                    <a:pt x="292" y="624"/>
                  </a:cubicBezTo>
                  <a:cubicBezTo>
                    <a:pt x="290" y="623"/>
                    <a:pt x="289" y="623"/>
                    <a:pt x="288" y="623"/>
                  </a:cubicBezTo>
                  <a:lnTo>
                    <a:pt x="287" y="623"/>
                  </a:lnTo>
                  <a:lnTo>
                    <a:pt x="286" y="623"/>
                  </a:lnTo>
                  <a:lnTo>
                    <a:pt x="286" y="623"/>
                  </a:lnTo>
                  <a:cubicBezTo>
                    <a:pt x="231" y="623"/>
                    <a:pt x="188" y="614"/>
                    <a:pt x="155" y="600"/>
                  </a:cubicBezTo>
                  <a:cubicBezTo>
                    <a:pt x="105" y="578"/>
                    <a:pt x="75" y="545"/>
                    <a:pt x="57" y="506"/>
                  </a:cubicBezTo>
                  <a:cubicBezTo>
                    <a:pt x="39" y="467"/>
                    <a:pt x="33" y="423"/>
                    <a:pt x="33" y="383"/>
                  </a:cubicBezTo>
                  <a:cubicBezTo>
                    <a:pt x="33" y="351"/>
                    <a:pt x="37" y="322"/>
                    <a:pt x="41" y="301"/>
                  </a:cubicBezTo>
                  <a:cubicBezTo>
                    <a:pt x="43" y="290"/>
                    <a:pt x="45" y="282"/>
                    <a:pt x="46" y="276"/>
                  </a:cubicBezTo>
                  <a:cubicBezTo>
                    <a:pt x="47" y="273"/>
                    <a:pt x="47" y="271"/>
                    <a:pt x="48" y="269"/>
                  </a:cubicBezTo>
                  <a:lnTo>
                    <a:pt x="48" y="268"/>
                  </a:lnTo>
                  <a:lnTo>
                    <a:pt x="48" y="267"/>
                  </a:lnTo>
                  <a:lnTo>
                    <a:pt x="49" y="264"/>
                  </a:lnTo>
                  <a:lnTo>
                    <a:pt x="49" y="261"/>
                  </a:lnTo>
                  <a:cubicBezTo>
                    <a:pt x="47" y="236"/>
                    <a:pt x="45" y="213"/>
                    <a:pt x="45" y="191"/>
                  </a:cubicBezTo>
                  <a:cubicBezTo>
                    <a:pt x="45" y="108"/>
                    <a:pt x="62" y="52"/>
                    <a:pt x="80" y="15"/>
                  </a:cubicBezTo>
                  <a:lnTo>
                    <a:pt x="5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9" name="Freeform 1108">
              <a:extLst>
                <a:ext uri="{FF2B5EF4-FFF2-40B4-BE49-F238E27FC236}">
                  <a16:creationId xmlns:a16="http://schemas.microsoft.com/office/drawing/2014/main" id="{6254270F-3A35-8899-F67E-BF07C02FCDD6}"/>
                </a:ext>
              </a:extLst>
            </p:cNvPr>
            <p:cNvSpPr>
              <a:spLocks/>
            </p:cNvSpPr>
            <p:nvPr/>
          </p:nvSpPr>
          <p:spPr bwMode="auto">
            <a:xfrm>
              <a:off x="3656013" y="3462338"/>
              <a:ext cx="11113" cy="23813"/>
            </a:xfrm>
            <a:custGeom>
              <a:avLst/>
              <a:gdLst>
                <a:gd name="T0" fmla="*/ 39 w 57"/>
                <a:gd name="T1" fmla="*/ 0 h 113"/>
                <a:gd name="T2" fmla="*/ 20 w 57"/>
                <a:gd name="T3" fmla="*/ 18 h 113"/>
                <a:gd name="T4" fmla="*/ 0 w 57"/>
                <a:gd name="T5" fmla="*/ 70 h 113"/>
                <a:gd name="T6" fmla="*/ 12 w 57"/>
                <a:gd name="T7" fmla="*/ 113 h 113"/>
                <a:gd name="T8" fmla="*/ 41 w 57"/>
                <a:gd name="T9" fmla="*/ 97 h 113"/>
                <a:gd name="T10" fmla="*/ 34 w 57"/>
                <a:gd name="T11" fmla="*/ 70 h 113"/>
                <a:gd name="T12" fmla="*/ 46 w 57"/>
                <a:gd name="T13" fmla="*/ 39 h 113"/>
                <a:gd name="T14" fmla="*/ 54 w 57"/>
                <a:gd name="T15" fmla="*/ 31 h 113"/>
                <a:gd name="T16" fmla="*/ 57 w 57"/>
                <a:gd name="T17" fmla="*/ 29 h 113"/>
                <a:gd name="T18" fmla="*/ 57 w 57"/>
                <a:gd name="T19" fmla="*/ 28 h 113"/>
                <a:gd name="T20" fmla="*/ 57 w 57"/>
                <a:gd name="T21" fmla="*/ 28 h 113"/>
                <a:gd name="T22" fmla="*/ 57 w 57"/>
                <a:gd name="T23" fmla="*/ 28 h 113"/>
                <a:gd name="T24" fmla="*/ 57 w 57"/>
                <a:gd name="T25" fmla="*/ 28 h 113"/>
                <a:gd name="T26" fmla="*/ 57 w 57"/>
                <a:gd name="T27" fmla="*/ 28 h 113"/>
                <a:gd name="T28" fmla="*/ 57 w 57"/>
                <a:gd name="T29" fmla="*/ 28 h 113"/>
                <a:gd name="T30" fmla="*/ 39 w 57"/>
                <a:gd name="T31" fmla="*/ 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 h="113">
                  <a:moveTo>
                    <a:pt x="39" y="0"/>
                  </a:moveTo>
                  <a:cubicBezTo>
                    <a:pt x="38" y="1"/>
                    <a:pt x="29" y="7"/>
                    <a:pt x="20" y="18"/>
                  </a:cubicBezTo>
                  <a:cubicBezTo>
                    <a:pt x="10" y="29"/>
                    <a:pt x="0" y="47"/>
                    <a:pt x="0" y="70"/>
                  </a:cubicBezTo>
                  <a:cubicBezTo>
                    <a:pt x="0" y="83"/>
                    <a:pt x="4" y="98"/>
                    <a:pt x="12" y="113"/>
                  </a:cubicBezTo>
                  <a:lnTo>
                    <a:pt x="41" y="97"/>
                  </a:lnTo>
                  <a:cubicBezTo>
                    <a:pt x="36" y="86"/>
                    <a:pt x="34" y="78"/>
                    <a:pt x="34" y="70"/>
                  </a:cubicBezTo>
                  <a:cubicBezTo>
                    <a:pt x="34" y="57"/>
                    <a:pt x="39" y="47"/>
                    <a:pt x="46" y="39"/>
                  </a:cubicBezTo>
                  <a:cubicBezTo>
                    <a:pt x="49" y="36"/>
                    <a:pt x="52" y="33"/>
                    <a:pt x="54" y="31"/>
                  </a:cubicBezTo>
                  <a:lnTo>
                    <a:pt x="57" y="29"/>
                  </a:lnTo>
                  <a:lnTo>
                    <a:pt x="57" y="28"/>
                  </a:lnTo>
                  <a:lnTo>
                    <a:pt x="57" y="28"/>
                  </a:lnTo>
                  <a:lnTo>
                    <a:pt x="57" y="28"/>
                  </a:lnTo>
                  <a:lnTo>
                    <a:pt x="57" y="28"/>
                  </a:lnTo>
                  <a:lnTo>
                    <a:pt x="57" y="28"/>
                  </a:lnTo>
                  <a:lnTo>
                    <a:pt x="57" y="28"/>
                  </a:lnTo>
                  <a:lnTo>
                    <a:pt x="39"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0" name="Freeform 1109">
              <a:extLst>
                <a:ext uri="{FF2B5EF4-FFF2-40B4-BE49-F238E27FC236}">
                  <a16:creationId xmlns:a16="http://schemas.microsoft.com/office/drawing/2014/main" id="{D6D77B48-C81F-B87C-223E-00F16C7FB06F}"/>
                </a:ext>
              </a:extLst>
            </p:cNvPr>
            <p:cNvSpPr>
              <a:spLocks/>
            </p:cNvSpPr>
            <p:nvPr/>
          </p:nvSpPr>
          <p:spPr bwMode="auto">
            <a:xfrm>
              <a:off x="3654426" y="3497263"/>
              <a:ext cx="42863" cy="12700"/>
            </a:xfrm>
            <a:custGeom>
              <a:avLst/>
              <a:gdLst>
                <a:gd name="T0" fmla="*/ 0 w 208"/>
                <a:gd name="T1" fmla="*/ 29 h 56"/>
                <a:gd name="T2" fmla="*/ 108 w 208"/>
                <a:gd name="T3" fmla="*/ 56 h 56"/>
                <a:gd name="T4" fmla="*/ 208 w 208"/>
                <a:gd name="T5" fmla="*/ 29 h 56"/>
                <a:gd name="T6" fmla="*/ 191 w 208"/>
                <a:gd name="T7" fmla="*/ 0 h 56"/>
                <a:gd name="T8" fmla="*/ 108 w 208"/>
                <a:gd name="T9" fmla="*/ 23 h 56"/>
                <a:gd name="T10" fmla="*/ 42 w 208"/>
                <a:gd name="T11" fmla="*/ 12 h 56"/>
                <a:gd name="T12" fmla="*/ 23 w 208"/>
                <a:gd name="T13" fmla="*/ 4 h 56"/>
                <a:gd name="T14" fmla="*/ 18 w 208"/>
                <a:gd name="T15" fmla="*/ 1 h 56"/>
                <a:gd name="T16" fmla="*/ 17 w 208"/>
                <a:gd name="T17" fmla="*/ 1 h 56"/>
                <a:gd name="T18" fmla="*/ 16 w 208"/>
                <a:gd name="T19" fmla="*/ 0 h 56"/>
                <a:gd name="T20" fmla="*/ 15 w 208"/>
                <a:gd name="T21" fmla="*/ 2 h 56"/>
                <a:gd name="T22" fmla="*/ 16 w 208"/>
                <a:gd name="T23" fmla="*/ 0 h 56"/>
                <a:gd name="T24" fmla="*/ 16 w 208"/>
                <a:gd name="T25" fmla="*/ 0 h 56"/>
                <a:gd name="T26" fmla="*/ 15 w 208"/>
                <a:gd name="T27" fmla="*/ 2 h 56"/>
                <a:gd name="T28" fmla="*/ 16 w 208"/>
                <a:gd name="T29" fmla="*/ 0 h 56"/>
                <a:gd name="T30" fmla="*/ 0 w 208"/>
                <a:gd name="T31" fmla="*/ 29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8" h="56">
                  <a:moveTo>
                    <a:pt x="0" y="29"/>
                  </a:moveTo>
                  <a:cubicBezTo>
                    <a:pt x="1" y="30"/>
                    <a:pt x="46" y="56"/>
                    <a:pt x="108" y="56"/>
                  </a:cubicBezTo>
                  <a:cubicBezTo>
                    <a:pt x="138" y="56"/>
                    <a:pt x="173" y="49"/>
                    <a:pt x="208" y="29"/>
                  </a:cubicBezTo>
                  <a:lnTo>
                    <a:pt x="191" y="0"/>
                  </a:lnTo>
                  <a:cubicBezTo>
                    <a:pt x="162" y="17"/>
                    <a:pt x="133" y="23"/>
                    <a:pt x="108" y="23"/>
                  </a:cubicBezTo>
                  <a:cubicBezTo>
                    <a:pt x="82" y="23"/>
                    <a:pt x="58" y="17"/>
                    <a:pt x="42" y="12"/>
                  </a:cubicBezTo>
                  <a:cubicBezTo>
                    <a:pt x="34" y="9"/>
                    <a:pt x="27" y="6"/>
                    <a:pt x="23" y="4"/>
                  </a:cubicBezTo>
                  <a:cubicBezTo>
                    <a:pt x="21" y="3"/>
                    <a:pt x="19" y="2"/>
                    <a:pt x="18" y="1"/>
                  </a:cubicBezTo>
                  <a:lnTo>
                    <a:pt x="17" y="1"/>
                  </a:lnTo>
                  <a:lnTo>
                    <a:pt x="16" y="0"/>
                  </a:lnTo>
                  <a:lnTo>
                    <a:pt x="15" y="2"/>
                  </a:lnTo>
                  <a:lnTo>
                    <a:pt x="16" y="0"/>
                  </a:lnTo>
                  <a:lnTo>
                    <a:pt x="16" y="0"/>
                  </a:lnTo>
                  <a:lnTo>
                    <a:pt x="15" y="2"/>
                  </a:lnTo>
                  <a:lnTo>
                    <a:pt x="16" y="0"/>
                  </a:lnTo>
                  <a:lnTo>
                    <a:pt x="0" y="2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1" name="Rectangle 1110">
              <a:extLst>
                <a:ext uri="{FF2B5EF4-FFF2-40B4-BE49-F238E27FC236}">
                  <a16:creationId xmlns:a16="http://schemas.microsoft.com/office/drawing/2014/main" id="{6CB485FF-6BEF-6885-B274-0C1928F5CD4E}"/>
                </a:ext>
              </a:extLst>
            </p:cNvPr>
            <p:cNvSpPr>
              <a:spLocks noChangeArrowheads="1"/>
            </p:cNvSpPr>
            <p:nvPr/>
          </p:nvSpPr>
          <p:spPr bwMode="auto">
            <a:xfrm>
              <a:off x="3684588"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2" name="Rectangle 1111">
              <a:extLst>
                <a:ext uri="{FF2B5EF4-FFF2-40B4-BE49-F238E27FC236}">
                  <a16:creationId xmlns:a16="http://schemas.microsoft.com/office/drawing/2014/main" id="{E7698441-56D5-EF96-9F42-BA7FF60D5AF9}"/>
                </a:ext>
              </a:extLst>
            </p:cNvPr>
            <p:cNvSpPr>
              <a:spLocks noChangeArrowheads="1"/>
            </p:cNvSpPr>
            <p:nvPr/>
          </p:nvSpPr>
          <p:spPr bwMode="auto">
            <a:xfrm>
              <a:off x="3636963"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3" name="Rectangle 1112">
              <a:extLst>
                <a:ext uri="{FF2B5EF4-FFF2-40B4-BE49-F238E27FC236}">
                  <a16:creationId xmlns:a16="http://schemas.microsoft.com/office/drawing/2014/main" id="{AA054556-3163-87DC-2C43-83C2200725A7}"/>
                </a:ext>
              </a:extLst>
            </p:cNvPr>
            <p:cNvSpPr>
              <a:spLocks noChangeArrowheads="1"/>
            </p:cNvSpPr>
            <p:nvPr/>
          </p:nvSpPr>
          <p:spPr bwMode="auto">
            <a:xfrm>
              <a:off x="3713163" y="3433763"/>
              <a:ext cx="34925"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4" name="Rectangle 1113">
              <a:extLst>
                <a:ext uri="{FF2B5EF4-FFF2-40B4-BE49-F238E27FC236}">
                  <a16:creationId xmlns:a16="http://schemas.microsoft.com/office/drawing/2014/main" id="{76BFBD87-2ADA-B6A0-C828-484C52991F2F}"/>
                </a:ext>
              </a:extLst>
            </p:cNvPr>
            <p:cNvSpPr>
              <a:spLocks noChangeArrowheads="1"/>
            </p:cNvSpPr>
            <p:nvPr/>
          </p:nvSpPr>
          <p:spPr bwMode="auto">
            <a:xfrm>
              <a:off x="3662363" y="3433763"/>
              <a:ext cx="1270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5" name="Rectangle 1114">
              <a:extLst>
                <a:ext uri="{FF2B5EF4-FFF2-40B4-BE49-F238E27FC236}">
                  <a16:creationId xmlns:a16="http://schemas.microsoft.com/office/drawing/2014/main" id="{83D247C3-D379-896F-7A66-18FE8B6C4AE0}"/>
                </a:ext>
              </a:extLst>
            </p:cNvPr>
            <p:cNvSpPr>
              <a:spLocks noChangeArrowheads="1"/>
            </p:cNvSpPr>
            <p:nvPr/>
          </p:nvSpPr>
          <p:spPr bwMode="auto">
            <a:xfrm>
              <a:off x="3657601" y="3400425"/>
              <a:ext cx="36513"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6" name="Freeform 1115">
              <a:extLst>
                <a:ext uri="{FF2B5EF4-FFF2-40B4-BE49-F238E27FC236}">
                  <a16:creationId xmlns:a16="http://schemas.microsoft.com/office/drawing/2014/main" id="{51D22A8D-28AE-33F9-87DA-7F341C2856D0}"/>
                </a:ext>
              </a:extLst>
            </p:cNvPr>
            <p:cNvSpPr>
              <a:spLocks/>
            </p:cNvSpPr>
            <p:nvPr/>
          </p:nvSpPr>
          <p:spPr bwMode="auto">
            <a:xfrm>
              <a:off x="3638551" y="3548063"/>
              <a:ext cx="66675" cy="53975"/>
            </a:xfrm>
            <a:custGeom>
              <a:avLst/>
              <a:gdLst>
                <a:gd name="T0" fmla="*/ 3 w 42"/>
                <a:gd name="T1" fmla="*/ 16 h 34"/>
                <a:gd name="T2" fmla="*/ 2 w 42"/>
                <a:gd name="T3" fmla="*/ 18 h 34"/>
                <a:gd name="T4" fmla="*/ 26 w 42"/>
                <a:gd name="T5" fmla="*/ 34 h 34"/>
                <a:gd name="T6" fmla="*/ 42 w 42"/>
                <a:gd name="T7" fmla="*/ 12 h 34"/>
                <a:gd name="T8" fmla="*/ 13 w 42"/>
                <a:gd name="T9" fmla="*/ 0 h 34"/>
                <a:gd name="T10" fmla="*/ 0 w 42"/>
                <a:gd name="T11" fmla="*/ 17 h 34"/>
                <a:gd name="T12" fmla="*/ 2 w 42"/>
                <a:gd name="T13" fmla="*/ 18 h 34"/>
                <a:gd name="T14" fmla="*/ 3 w 42"/>
                <a:gd name="T15" fmla="*/ 16 h 34"/>
                <a:gd name="T16" fmla="*/ 5 w 42"/>
                <a:gd name="T17" fmla="*/ 17 h 34"/>
                <a:gd name="T18" fmla="*/ 14 w 42"/>
                <a:gd name="T19" fmla="*/ 5 h 34"/>
                <a:gd name="T20" fmla="*/ 35 w 42"/>
                <a:gd name="T21" fmla="*/ 14 h 34"/>
                <a:gd name="T22" fmla="*/ 25 w 42"/>
                <a:gd name="T23" fmla="*/ 28 h 34"/>
                <a:gd name="T24" fmla="*/ 4 w 42"/>
                <a:gd name="T25" fmla="*/ 14 h 34"/>
                <a:gd name="T26" fmla="*/ 3 w 42"/>
                <a:gd name="T27" fmla="*/ 16 h 34"/>
                <a:gd name="T28" fmla="*/ 5 w 42"/>
                <a:gd name="T29" fmla="*/ 17 h 34"/>
                <a:gd name="T30" fmla="*/ 3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 y="16"/>
                  </a:moveTo>
                  <a:lnTo>
                    <a:pt x="2" y="18"/>
                  </a:lnTo>
                  <a:lnTo>
                    <a:pt x="26" y="34"/>
                  </a:lnTo>
                  <a:lnTo>
                    <a:pt x="42" y="12"/>
                  </a:lnTo>
                  <a:lnTo>
                    <a:pt x="13" y="0"/>
                  </a:lnTo>
                  <a:lnTo>
                    <a:pt x="0" y="17"/>
                  </a:lnTo>
                  <a:lnTo>
                    <a:pt x="2" y="18"/>
                  </a:lnTo>
                  <a:lnTo>
                    <a:pt x="3" y="16"/>
                  </a:lnTo>
                  <a:lnTo>
                    <a:pt x="5" y="17"/>
                  </a:lnTo>
                  <a:lnTo>
                    <a:pt x="14" y="5"/>
                  </a:lnTo>
                  <a:lnTo>
                    <a:pt x="35" y="14"/>
                  </a:lnTo>
                  <a:lnTo>
                    <a:pt x="25" y="28"/>
                  </a:lnTo>
                  <a:lnTo>
                    <a:pt x="4" y="14"/>
                  </a:lnTo>
                  <a:lnTo>
                    <a:pt x="3" y="16"/>
                  </a:lnTo>
                  <a:lnTo>
                    <a:pt x="5" y="17"/>
                  </a:lnTo>
                  <a:lnTo>
                    <a:pt x="3"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7" name="Freeform 1116">
              <a:extLst>
                <a:ext uri="{FF2B5EF4-FFF2-40B4-BE49-F238E27FC236}">
                  <a16:creationId xmlns:a16="http://schemas.microsoft.com/office/drawing/2014/main" id="{A3DEB0A6-DCAB-22A8-0EDF-FA21F3AC9209}"/>
                </a:ext>
              </a:extLst>
            </p:cNvPr>
            <p:cNvSpPr>
              <a:spLocks/>
            </p:cNvSpPr>
            <p:nvPr/>
          </p:nvSpPr>
          <p:spPr bwMode="auto">
            <a:xfrm>
              <a:off x="3694113" y="3548063"/>
              <a:ext cx="66675" cy="53975"/>
            </a:xfrm>
            <a:custGeom>
              <a:avLst/>
              <a:gdLst>
                <a:gd name="T0" fmla="*/ 39 w 42"/>
                <a:gd name="T1" fmla="*/ 16 h 34"/>
                <a:gd name="T2" fmla="*/ 38 w 42"/>
                <a:gd name="T3" fmla="*/ 14 h 34"/>
                <a:gd name="T4" fmla="*/ 17 w 42"/>
                <a:gd name="T5" fmla="*/ 28 h 34"/>
                <a:gd name="T6" fmla="*/ 7 w 42"/>
                <a:gd name="T7" fmla="*/ 14 h 34"/>
                <a:gd name="T8" fmla="*/ 28 w 42"/>
                <a:gd name="T9" fmla="*/ 5 h 34"/>
                <a:gd name="T10" fmla="*/ 38 w 42"/>
                <a:gd name="T11" fmla="*/ 17 h 34"/>
                <a:gd name="T12" fmla="*/ 39 w 42"/>
                <a:gd name="T13" fmla="*/ 16 h 34"/>
                <a:gd name="T14" fmla="*/ 38 w 42"/>
                <a:gd name="T15" fmla="*/ 14 h 34"/>
                <a:gd name="T16" fmla="*/ 39 w 42"/>
                <a:gd name="T17" fmla="*/ 16 h 34"/>
                <a:gd name="T18" fmla="*/ 41 w 42"/>
                <a:gd name="T19" fmla="*/ 15 h 34"/>
                <a:gd name="T20" fmla="*/ 30 w 42"/>
                <a:gd name="T21" fmla="*/ 0 h 34"/>
                <a:gd name="T22" fmla="*/ 0 w 42"/>
                <a:gd name="T23" fmla="*/ 12 h 34"/>
                <a:gd name="T24" fmla="*/ 16 w 42"/>
                <a:gd name="T25" fmla="*/ 34 h 34"/>
                <a:gd name="T26" fmla="*/ 42 w 42"/>
                <a:gd name="T27" fmla="*/ 17 h 34"/>
                <a:gd name="T28" fmla="*/ 41 w 42"/>
                <a:gd name="T29" fmla="*/ 15 h 34"/>
                <a:gd name="T30" fmla="*/ 39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9" y="16"/>
                  </a:moveTo>
                  <a:lnTo>
                    <a:pt x="38" y="14"/>
                  </a:lnTo>
                  <a:lnTo>
                    <a:pt x="17" y="28"/>
                  </a:lnTo>
                  <a:lnTo>
                    <a:pt x="7" y="14"/>
                  </a:lnTo>
                  <a:lnTo>
                    <a:pt x="28" y="5"/>
                  </a:lnTo>
                  <a:lnTo>
                    <a:pt x="38" y="17"/>
                  </a:lnTo>
                  <a:lnTo>
                    <a:pt x="39" y="16"/>
                  </a:lnTo>
                  <a:lnTo>
                    <a:pt x="38" y="14"/>
                  </a:lnTo>
                  <a:lnTo>
                    <a:pt x="39" y="16"/>
                  </a:lnTo>
                  <a:lnTo>
                    <a:pt x="41" y="15"/>
                  </a:lnTo>
                  <a:lnTo>
                    <a:pt x="30" y="0"/>
                  </a:lnTo>
                  <a:lnTo>
                    <a:pt x="0" y="12"/>
                  </a:lnTo>
                  <a:lnTo>
                    <a:pt x="16" y="34"/>
                  </a:lnTo>
                  <a:lnTo>
                    <a:pt x="42" y="17"/>
                  </a:lnTo>
                  <a:lnTo>
                    <a:pt x="41" y="15"/>
                  </a:lnTo>
                  <a:lnTo>
                    <a:pt x="39"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8" name="Freeform 1117">
              <a:extLst>
                <a:ext uri="{FF2B5EF4-FFF2-40B4-BE49-F238E27FC236}">
                  <a16:creationId xmlns:a16="http://schemas.microsoft.com/office/drawing/2014/main" id="{F93CA25E-532E-FD7E-9287-82A53F51F1E1}"/>
                </a:ext>
              </a:extLst>
            </p:cNvPr>
            <p:cNvSpPr>
              <a:spLocks/>
            </p:cNvSpPr>
            <p:nvPr/>
          </p:nvSpPr>
          <p:spPr bwMode="auto">
            <a:xfrm>
              <a:off x="3683001" y="3587750"/>
              <a:ext cx="31750" cy="15875"/>
            </a:xfrm>
            <a:custGeom>
              <a:avLst/>
              <a:gdLst>
                <a:gd name="T0" fmla="*/ 0 w 20"/>
                <a:gd name="T1" fmla="*/ 3 h 10"/>
                <a:gd name="T2" fmla="*/ 11 w 20"/>
                <a:gd name="T3" fmla="*/ 10 h 10"/>
                <a:gd name="T4" fmla="*/ 20 w 20"/>
                <a:gd name="T5" fmla="*/ 3 h 10"/>
                <a:gd name="T6" fmla="*/ 18 w 20"/>
                <a:gd name="T7" fmla="*/ 0 h 10"/>
                <a:gd name="T8" fmla="*/ 11 w 20"/>
                <a:gd name="T9" fmla="*/ 5 h 10"/>
                <a:gd name="T10" fmla="*/ 2 w 20"/>
                <a:gd name="T11" fmla="*/ 0 h 10"/>
                <a:gd name="T12" fmla="*/ 0 w 20"/>
                <a:gd name="T13" fmla="*/ 3 h 10"/>
              </a:gdLst>
              <a:ahLst/>
              <a:cxnLst>
                <a:cxn ang="0">
                  <a:pos x="T0" y="T1"/>
                </a:cxn>
                <a:cxn ang="0">
                  <a:pos x="T2" y="T3"/>
                </a:cxn>
                <a:cxn ang="0">
                  <a:pos x="T4" y="T5"/>
                </a:cxn>
                <a:cxn ang="0">
                  <a:pos x="T6" y="T7"/>
                </a:cxn>
                <a:cxn ang="0">
                  <a:pos x="T8" y="T9"/>
                </a:cxn>
                <a:cxn ang="0">
                  <a:pos x="T10" y="T11"/>
                </a:cxn>
                <a:cxn ang="0">
                  <a:pos x="T12" y="T13"/>
                </a:cxn>
              </a:cxnLst>
              <a:rect l="0" t="0" r="r" b="b"/>
              <a:pathLst>
                <a:path w="20" h="10">
                  <a:moveTo>
                    <a:pt x="0" y="3"/>
                  </a:moveTo>
                  <a:lnTo>
                    <a:pt x="11" y="10"/>
                  </a:lnTo>
                  <a:lnTo>
                    <a:pt x="20" y="3"/>
                  </a:lnTo>
                  <a:lnTo>
                    <a:pt x="18" y="0"/>
                  </a:lnTo>
                  <a:lnTo>
                    <a:pt x="11" y="5"/>
                  </a:lnTo>
                  <a:lnTo>
                    <a:pt x="2" y="0"/>
                  </a:lnTo>
                  <a:lnTo>
                    <a:pt x="0" y="3"/>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9" name="Freeform 1118">
              <a:extLst>
                <a:ext uri="{FF2B5EF4-FFF2-40B4-BE49-F238E27FC236}">
                  <a16:creationId xmlns:a16="http://schemas.microsoft.com/office/drawing/2014/main" id="{E6E82DA7-7348-3041-B50A-AE051209F297}"/>
                </a:ext>
              </a:extLst>
            </p:cNvPr>
            <p:cNvSpPr>
              <a:spLocks/>
            </p:cNvSpPr>
            <p:nvPr/>
          </p:nvSpPr>
          <p:spPr bwMode="auto">
            <a:xfrm>
              <a:off x="3675063" y="3590925"/>
              <a:ext cx="17463" cy="46038"/>
            </a:xfrm>
            <a:custGeom>
              <a:avLst/>
              <a:gdLst>
                <a:gd name="T0" fmla="*/ 51 w 84"/>
                <a:gd name="T1" fmla="*/ 0 h 227"/>
                <a:gd name="T2" fmla="*/ 0 w 84"/>
                <a:gd name="T3" fmla="*/ 219 h 227"/>
                <a:gd name="T4" fmla="*/ 33 w 84"/>
                <a:gd name="T5" fmla="*/ 227 h 227"/>
                <a:gd name="T6" fmla="*/ 84 w 84"/>
                <a:gd name="T7" fmla="*/ 7 h 227"/>
              </a:gdLst>
              <a:ahLst/>
              <a:cxnLst>
                <a:cxn ang="0">
                  <a:pos x="T0" y="T1"/>
                </a:cxn>
                <a:cxn ang="0">
                  <a:pos x="T2" y="T3"/>
                </a:cxn>
                <a:cxn ang="0">
                  <a:pos x="T4" y="T5"/>
                </a:cxn>
                <a:cxn ang="0">
                  <a:pos x="T6" y="T7"/>
                </a:cxn>
              </a:cxnLst>
              <a:rect l="0" t="0" r="r" b="b"/>
              <a:pathLst>
                <a:path w="84" h="227">
                  <a:moveTo>
                    <a:pt x="51" y="0"/>
                  </a:moveTo>
                  <a:lnTo>
                    <a:pt x="0" y="219"/>
                  </a:lnTo>
                  <a:lnTo>
                    <a:pt x="33" y="227"/>
                  </a:lnTo>
                  <a:lnTo>
                    <a:pt x="84" y="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0" name="Freeform 1119">
              <a:extLst>
                <a:ext uri="{FF2B5EF4-FFF2-40B4-BE49-F238E27FC236}">
                  <a16:creationId xmlns:a16="http://schemas.microsoft.com/office/drawing/2014/main" id="{7A1618F0-9445-63FF-B182-BFB6C1A69464}"/>
                </a:ext>
              </a:extLst>
            </p:cNvPr>
            <p:cNvSpPr>
              <a:spLocks/>
            </p:cNvSpPr>
            <p:nvPr/>
          </p:nvSpPr>
          <p:spPr bwMode="auto">
            <a:xfrm>
              <a:off x="3708401" y="3590925"/>
              <a:ext cx="17463" cy="46038"/>
            </a:xfrm>
            <a:custGeom>
              <a:avLst/>
              <a:gdLst>
                <a:gd name="T0" fmla="*/ 0 w 83"/>
                <a:gd name="T1" fmla="*/ 7 h 227"/>
                <a:gd name="T2" fmla="*/ 51 w 83"/>
                <a:gd name="T3" fmla="*/ 227 h 227"/>
                <a:gd name="T4" fmla="*/ 83 w 83"/>
                <a:gd name="T5" fmla="*/ 219 h 227"/>
                <a:gd name="T6" fmla="*/ 33 w 83"/>
                <a:gd name="T7" fmla="*/ 0 h 227"/>
              </a:gdLst>
              <a:ahLst/>
              <a:cxnLst>
                <a:cxn ang="0">
                  <a:pos x="T0" y="T1"/>
                </a:cxn>
                <a:cxn ang="0">
                  <a:pos x="T2" y="T3"/>
                </a:cxn>
                <a:cxn ang="0">
                  <a:pos x="T4" y="T5"/>
                </a:cxn>
                <a:cxn ang="0">
                  <a:pos x="T6" y="T7"/>
                </a:cxn>
              </a:cxnLst>
              <a:rect l="0" t="0" r="r" b="b"/>
              <a:pathLst>
                <a:path w="83" h="227">
                  <a:moveTo>
                    <a:pt x="0" y="7"/>
                  </a:moveTo>
                  <a:lnTo>
                    <a:pt x="51" y="227"/>
                  </a:lnTo>
                  <a:lnTo>
                    <a:pt x="83" y="219"/>
                  </a:lnTo>
                  <a:lnTo>
                    <a:pt x="33"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71" name="Team14" descr="{&quot;Key&quot;:&quot;POWER_USER_SHAPE_ICON&quot;,&quot;Value&quot;:&quot;POWER_USER_SHAPE_ICON_STYLE_1&quot;}">
            <a:extLst>
              <a:ext uri="{FF2B5EF4-FFF2-40B4-BE49-F238E27FC236}">
                <a16:creationId xmlns:a16="http://schemas.microsoft.com/office/drawing/2014/main" id="{0FC3259C-09E9-1D3B-4E43-42EFA4A2B0EE}"/>
              </a:ext>
            </a:extLst>
          </p:cNvPr>
          <p:cNvGrpSpPr>
            <a:grpSpLocks noChangeAspect="1"/>
          </p:cNvGrpSpPr>
          <p:nvPr>
            <p:custDataLst>
              <p:tags r:id="rId1"/>
            </p:custDataLst>
          </p:nvPr>
        </p:nvGrpSpPr>
        <p:grpSpPr>
          <a:xfrm>
            <a:off x="392596" y="4115784"/>
            <a:ext cx="396000" cy="368297"/>
            <a:chOff x="8447088" y="3063875"/>
            <a:chExt cx="741362" cy="708025"/>
          </a:xfrm>
        </p:grpSpPr>
        <p:sp>
          <p:nvSpPr>
            <p:cNvPr id="272" name="Oval 87">
              <a:extLst>
                <a:ext uri="{FF2B5EF4-FFF2-40B4-BE49-F238E27FC236}">
                  <a16:creationId xmlns:a16="http://schemas.microsoft.com/office/drawing/2014/main" id="{DFF83773-3220-5E5C-72EF-01BCC95F0936}"/>
                </a:ext>
              </a:extLst>
            </p:cNvPr>
            <p:cNvSpPr>
              <a:spLocks noChangeArrowheads="1"/>
            </p:cNvSpPr>
            <p:nvPr/>
          </p:nvSpPr>
          <p:spPr bwMode="auto">
            <a:xfrm>
              <a:off x="8521700" y="3227388"/>
              <a:ext cx="152400" cy="150813"/>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3" name="Oval 88">
              <a:extLst>
                <a:ext uri="{FF2B5EF4-FFF2-40B4-BE49-F238E27FC236}">
                  <a16:creationId xmlns:a16="http://schemas.microsoft.com/office/drawing/2014/main" id="{9A99A01F-5869-27B9-4D53-3D4D6F47CBFB}"/>
                </a:ext>
              </a:extLst>
            </p:cNvPr>
            <p:cNvSpPr>
              <a:spLocks noChangeArrowheads="1"/>
            </p:cNvSpPr>
            <p:nvPr/>
          </p:nvSpPr>
          <p:spPr bwMode="auto">
            <a:xfrm>
              <a:off x="8623300" y="3063875"/>
              <a:ext cx="146050" cy="146050"/>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4" name="Oval 89">
              <a:extLst>
                <a:ext uri="{FF2B5EF4-FFF2-40B4-BE49-F238E27FC236}">
                  <a16:creationId xmlns:a16="http://schemas.microsoft.com/office/drawing/2014/main" id="{6FFEB00E-3592-B826-723E-061061E3BDC5}"/>
                </a:ext>
              </a:extLst>
            </p:cNvPr>
            <p:cNvSpPr>
              <a:spLocks noChangeArrowheads="1"/>
            </p:cNvSpPr>
            <p:nvPr/>
          </p:nvSpPr>
          <p:spPr bwMode="auto">
            <a:xfrm>
              <a:off x="8874127" y="3063875"/>
              <a:ext cx="147638" cy="146050"/>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5" name="Freeform 90">
              <a:extLst>
                <a:ext uri="{FF2B5EF4-FFF2-40B4-BE49-F238E27FC236}">
                  <a16:creationId xmlns:a16="http://schemas.microsoft.com/office/drawing/2014/main" id="{B87482CE-32E0-F9E3-CBFF-EE65E2F778E4}"/>
                </a:ext>
              </a:extLst>
            </p:cNvPr>
            <p:cNvSpPr>
              <a:spLocks/>
            </p:cNvSpPr>
            <p:nvPr/>
          </p:nvSpPr>
          <p:spPr bwMode="auto">
            <a:xfrm>
              <a:off x="8447088" y="3392488"/>
              <a:ext cx="87313" cy="76200"/>
            </a:xfrm>
            <a:custGeom>
              <a:avLst/>
              <a:gdLst>
                <a:gd name="T0" fmla="*/ 17 w 116"/>
                <a:gd name="T1" fmla="*/ 82 h 102"/>
                <a:gd name="T2" fmla="*/ 59 w 116"/>
                <a:gd name="T3" fmla="*/ 102 h 102"/>
                <a:gd name="T4" fmla="*/ 82 w 116"/>
                <a:gd name="T5" fmla="*/ 97 h 102"/>
                <a:gd name="T6" fmla="*/ 107 w 116"/>
                <a:gd name="T7" fmla="*/ 26 h 102"/>
                <a:gd name="T8" fmla="*/ 82 w 116"/>
                <a:gd name="T9" fmla="*/ 0 h 102"/>
                <a:gd name="T10" fmla="*/ 44 w 116"/>
                <a:gd name="T11" fmla="*/ 13 h 102"/>
                <a:gd name="T12" fmla="*/ 10 w 116"/>
                <a:gd name="T13" fmla="*/ 64 h 102"/>
                <a:gd name="T14" fmla="*/ 17 w 116"/>
                <a:gd name="T15" fmla="*/ 8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102">
                  <a:moveTo>
                    <a:pt x="17" y="82"/>
                  </a:moveTo>
                  <a:cubicBezTo>
                    <a:pt x="27" y="94"/>
                    <a:pt x="42" y="102"/>
                    <a:pt x="59" y="102"/>
                  </a:cubicBezTo>
                  <a:cubicBezTo>
                    <a:pt x="66" y="102"/>
                    <a:pt x="74" y="100"/>
                    <a:pt x="82" y="97"/>
                  </a:cubicBezTo>
                  <a:cubicBezTo>
                    <a:pt x="109" y="85"/>
                    <a:pt x="116" y="54"/>
                    <a:pt x="107" y="26"/>
                  </a:cubicBezTo>
                  <a:cubicBezTo>
                    <a:pt x="102" y="9"/>
                    <a:pt x="96" y="0"/>
                    <a:pt x="82" y="0"/>
                  </a:cubicBezTo>
                  <a:cubicBezTo>
                    <a:pt x="72" y="0"/>
                    <a:pt x="58" y="7"/>
                    <a:pt x="44" y="13"/>
                  </a:cubicBezTo>
                  <a:cubicBezTo>
                    <a:pt x="18" y="26"/>
                    <a:pt x="0" y="33"/>
                    <a:pt x="10" y="64"/>
                  </a:cubicBezTo>
                  <a:cubicBezTo>
                    <a:pt x="11" y="67"/>
                    <a:pt x="12" y="75"/>
                    <a:pt x="17" y="82"/>
                  </a:cubicBezTo>
                  <a:close/>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6" name="Oval 91">
              <a:extLst>
                <a:ext uri="{FF2B5EF4-FFF2-40B4-BE49-F238E27FC236}">
                  <a16:creationId xmlns:a16="http://schemas.microsoft.com/office/drawing/2014/main" id="{E7CD26CC-3465-17D6-605F-E49259BB1D37}"/>
                </a:ext>
              </a:extLst>
            </p:cNvPr>
            <p:cNvSpPr>
              <a:spLocks noChangeArrowheads="1"/>
            </p:cNvSpPr>
            <p:nvPr/>
          </p:nvSpPr>
          <p:spPr bwMode="auto">
            <a:xfrm>
              <a:off x="8742363" y="3208338"/>
              <a:ext cx="152400" cy="152400"/>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7" name="Freeform 92">
              <a:extLst>
                <a:ext uri="{FF2B5EF4-FFF2-40B4-BE49-F238E27FC236}">
                  <a16:creationId xmlns:a16="http://schemas.microsoft.com/office/drawing/2014/main" id="{B08E0536-978B-32DE-1B1D-3253B79F589E}"/>
                </a:ext>
              </a:extLst>
            </p:cNvPr>
            <p:cNvSpPr>
              <a:spLocks/>
            </p:cNvSpPr>
            <p:nvPr/>
          </p:nvSpPr>
          <p:spPr bwMode="auto">
            <a:xfrm>
              <a:off x="8702675" y="3296042"/>
              <a:ext cx="265627" cy="474270"/>
            </a:xfrm>
            <a:custGeom>
              <a:avLst/>
              <a:gdLst>
                <a:gd name="T0" fmla="*/ 268 w 307"/>
                <a:gd name="T1" fmla="*/ 503 h 503"/>
                <a:gd name="T2" fmla="*/ 269 w 307"/>
                <a:gd name="T3" fmla="*/ 130 h 503"/>
                <a:gd name="T4" fmla="*/ 307 w 307"/>
                <a:gd name="T5" fmla="*/ 24 h 503"/>
                <a:gd name="T6" fmla="*/ 212 w 307"/>
                <a:gd name="T7" fmla="*/ 0 h 503"/>
                <a:gd name="T8" fmla="*/ 153 w 307"/>
                <a:gd name="T9" fmla="*/ 59 h 503"/>
                <a:gd name="T10" fmla="*/ 95 w 307"/>
                <a:gd name="T11" fmla="*/ 0 h 503"/>
                <a:gd name="T12" fmla="*/ 0 w 307"/>
                <a:gd name="T13" fmla="*/ 24 h 503"/>
                <a:gd name="T14" fmla="*/ 38 w 307"/>
                <a:gd name="T15" fmla="*/ 130 h 503"/>
                <a:gd name="T16" fmla="*/ 39 w 307"/>
                <a:gd name="T17" fmla="*/ 503 h 503"/>
                <a:gd name="T18" fmla="*/ 268 w 307"/>
                <a:gd name="T19" fmla="*/ 503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7" h="503">
                  <a:moveTo>
                    <a:pt x="268" y="503"/>
                  </a:moveTo>
                  <a:lnTo>
                    <a:pt x="269" y="130"/>
                  </a:lnTo>
                  <a:cubicBezTo>
                    <a:pt x="269" y="75"/>
                    <a:pt x="293" y="44"/>
                    <a:pt x="307" y="24"/>
                  </a:cubicBezTo>
                  <a:cubicBezTo>
                    <a:pt x="284" y="5"/>
                    <a:pt x="255" y="1"/>
                    <a:pt x="212" y="0"/>
                  </a:cubicBezTo>
                  <a:lnTo>
                    <a:pt x="153" y="59"/>
                  </a:lnTo>
                  <a:lnTo>
                    <a:pt x="95" y="0"/>
                  </a:lnTo>
                  <a:cubicBezTo>
                    <a:pt x="52" y="1"/>
                    <a:pt x="22" y="5"/>
                    <a:pt x="0" y="24"/>
                  </a:cubicBezTo>
                  <a:cubicBezTo>
                    <a:pt x="0" y="24"/>
                    <a:pt x="38" y="65"/>
                    <a:pt x="38" y="130"/>
                  </a:cubicBezTo>
                  <a:cubicBezTo>
                    <a:pt x="38" y="267"/>
                    <a:pt x="39" y="503"/>
                    <a:pt x="39" y="503"/>
                  </a:cubicBezTo>
                  <a:lnTo>
                    <a:pt x="268" y="503"/>
                  </a:lnTo>
                  <a:close/>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8" name="Freeform 93">
              <a:extLst>
                <a:ext uri="{FF2B5EF4-FFF2-40B4-BE49-F238E27FC236}">
                  <a16:creationId xmlns:a16="http://schemas.microsoft.com/office/drawing/2014/main" id="{E636B5C3-B4C7-38CE-42FD-BA36B8125E35}"/>
                </a:ext>
              </a:extLst>
            </p:cNvPr>
            <p:cNvSpPr>
              <a:spLocks/>
            </p:cNvSpPr>
            <p:nvPr/>
          </p:nvSpPr>
          <p:spPr bwMode="auto">
            <a:xfrm>
              <a:off x="8528050" y="3409950"/>
              <a:ext cx="184150" cy="42863"/>
            </a:xfrm>
            <a:custGeom>
              <a:avLst/>
              <a:gdLst>
                <a:gd name="T0" fmla="*/ 0 w 246"/>
                <a:gd name="T1" fmla="*/ 6 h 56"/>
                <a:gd name="T2" fmla="*/ 38 w 246"/>
                <a:gd name="T3" fmla="*/ 0 h 56"/>
                <a:gd name="T4" fmla="*/ 93 w 246"/>
                <a:gd name="T5" fmla="*/ 56 h 56"/>
                <a:gd name="T6" fmla="*/ 149 w 246"/>
                <a:gd name="T7" fmla="*/ 0 h 56"/>
                <a:gd name="T8" fmla="*/ 246 w 246"/>
                <a:gd name="T9" fmla="*/ 17 h 56"/>
              </a:gdLst>
              <a:ahLst/>
              <a:cxnLst>
                <a:cxn ang="0">
                  <a:pos x="T0" y="T1"/>
                </a:cxn>
                <a:cxn ang="0">
                  <a:pos x="T2" y="T3"/>
                </a:cxn>
                <a:cxn ang="0">
                  <a:pos x="T4" y="T5"/>
                </a:cxn>
                <a:cxn ang="0">
                  <a:pos x="T6" y="T7"/>
                </a:cxn>
                <a:cxn ang="0">
                  <a:pos x="T8" y="T9"/>
                </a:cxn>
              </a:cxnLst>
              <a:rect l="0" t="0" r="r" b="b"/>
              <a:pathLst>
                <a:path w="246" h="56">
                  <a:moveTo>
                    <a:pt x="0" y="6"/>
                  </a:moveTo>
                  <a:cubicBezTo>
                    <a:pt x="12" y="2"/>
                    <a:pt x="24" y="0"/>
                    <a:pt x="38" y="0"/>
                  </a:cubicBezTo>
                  <a:lnTo>
                    <a:pt x="93" y="56"/>
                  </a:lnTo>
                  <a:lnTo>
                    <a:pt x="149" y="0"/>
                  </a:lnTo>
                  <a:cubicBezTo>
                    <a:pt x="186" y="0"/>
                    <a:pt x="228" y="3"/>
                    <a:pt x="246" y="17"/>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9" name="Freeform 94">
              <a:extLst>
                <a:ext uri="{FF2B5EF4-FFF2-40B4-BE49-F238E27FC236}">
                  <a16:creationId xmlns:a16="http://schemas.microsoft.com/office/drawing/2014/main" id="{AF04433E-F094-BB52-9E9F-60298FF2A397}"/>
                </a:ext>
              </a:extLst>
            </p:cNvPr>
            <p:cNvSpPr>
              <a:spLocks/>
            </p:cNvSpPr>
            <p:nvPr/>
          </p:nvSpPr>
          <p:spPr bwMode="auto">
            <a:xfrm>
              <a:off x="8462963" y="3463925"/>
              <a:ext cx="268288" cy="307975"/>
            </a:xfrm>
            <a:custGeom>
              <a:avLst/>
              <a:gdLst>
                <a:gd name="T0" fmla="*/ 12 w 358"/>
                <a:gd name="T1" fmla="*/ 0 h 409"/>
                <a:gd name="T2" fmla="*/ 6 w 358"/>
                <a:gd name="T3" fmla="*/ 17 h 409"/>
                <a:gd name="T4" fmla="*/ 0 w 358"/>
                <a:gd name="T5" fmla="*/ 62 h 409"/>
                <a:gd name="T6" fmla="*/ 1 w 358"/>
                <a:gd name="T7" fmla="*/ 258 h 409"/>
                <a:gd name="T8" fmla="*/ 60 w 358"/>
                <a:gd name="T9" fmla="*/ 311 h 409"/>
                <a:gd name="T10" fmla="*/ 60 w 358"/>
                <a:gd name="T11" fmla="*/ 409 h 409"/>
                <a:gd name="T12" fmla="*/ 290 w 358"/>
                <a:gd name="T13" fmla="*/ 408 h 409"/>
                <a:gd name="T14" fmla="*/ 291 w 358"/>
                <a:gd name="T15" fmla="*/ 77 h 409"/>
                <a:gd name="T16" fmla="*/ 358 w 358"/>
                <a:gd name="T17" fmla="*/ 95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8" h="409">
                  <a:moveTo>
                    <a:pt x="12" y="0"/>
                  </a:moveTo>
                  <a:cubicBezTo>
                    <a:pt x="9" y="7"/>
                    <a:pt x="7" y="13"/>
                    <a:pt x="6" y="17"/>
                  </a:cubicBezTo>
                  <a:cubicBezTo>
                    <a:pt x="2" y="31"/>
                    <a:pt x="0" y="46"/>
                    <a:pt x="0" y="62"/>
                  </a:cubicBezTo>
                  <a:cubicBezTo>
                    <a:pt x="0" y="62"/>
                    <a:pt x="1" y="258"/>
                    <a:pt x="1" y="258"/>
                  </a:cubicBezTo>
                  <a:cubicBezTo>
                    <a:pt x="1" y="288"/>
                    <a:pt x="23" y="311"/>
                    <a:pt x="60" y="311"/>
                  </a:cubicBezTo>
                  <a:lnTo>
                    <a:pt x="60" y="409"/>
                  </a:lnTo>
                  <a:lnTo>
                    <a:pt x="290" y="408"/>
                  </a:lnTo>
                  <a:lnTo>
                    <a:pt x="291" y="77"/>
                  </a:lnTo>
                  <a:cubicBezTo>
                    <a:pt x="309" y="83"/>
                    <a:pt x="358" y="95"/>
                    <a:pt x="358" y="95"/>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0" name="Oval 95">
              <a:extLst>
                <a:ext uri="{FF2B5EF4-FFF2-40B4-BE49-F238E27FC236}">
                  <a16:creationId xmlns:a16="http://schemas.microsoft.com/office/drawing/2014/main" id="{578AAF30-70B1-42D4-913F-17FC54B3D778}"/>
                </a:ext>
              </a:extLst>
            </p:cNvPr>
            <p:cNvSpPr>
              <a:spLocks noChangeArrowheads="1"/>
            </p:cNvSpPr>
            <p:nvPr/>
          </p:nvSpPr>
          <p:spPr bwMode="auto">
            <a:xfrm>
              <a:off x="8961438" y="3227388"/>
              <a:ext cx="152400" cy="150813"/>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1" name="Freeform 96">
              <a:extLst>
                <a:ext uri="{FF2B5EF4-FFF2-40B4-BE49-F238E27FC236}">
                  <a16:creationId xmlns:a16="http://schemas.microsoft.com/office/drawing/2014/main" id="{94F01846-6723-B39A-858F-227EDF0FFA40}"/>
                </a:ext>
              </a:extLst>
            </p:cNvPr>
            <p:cNvSpPr>
              <a:spLocks/>
            </p:cNvSpPr>
            <p:nvPr/>
          </p:nvSpPr>
          <p:spPr bwMode="auto">
            <a:xfrm>
              <a:off x="9102725" y="3392488"/>
              <a:ext cx="85725" cy="76200"/>
            </a:xfrm>
            <a:custGeom>
              <a:avLst/>
              <a:gdLst>
                <a:gd name="T0" fmla="*/ 99 w 116"/>
                <a:gd name="T1" fmla="*/ 82 h 102"/>
                <a:gd name="T2" fmla="*/ 57 w 116"/>
                <a:gd name="T3" fmla="*/ 102 h 102"/>
                <a:gd name="T4" fmla="*/ 34 w 116"/>
                <a:gd name="T5" fmla="*/ 97 h 102"/>
                <a:gd name="T6" fmla="*/ 9 w 116"/>
                <a:gd name="T7" fmla="*/ 26 h 102"/>
                <a:gd name="T8" fmla="*/ 34 w 116"/>
                <a:gd name="T9" fmla="*/ 0 h 102"/>
                <a:gd name="T10" fmla="*/ 72 w 116"/>
                <a:gd name="T11" fmla="*/ 13 h 102"/>
                <a:gd name="T12" fmla="*/ 106 w 116"/>
                <a:gd name="T13" fmla="*/ 64 h 102"/>
                <a:gd name="T14" fmla="*/ 99 w 116"/>
                <a:gd name="T15" fmla="*/ 8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102">
                  <a:moveTo>
                    <a:pt x="99" y="82"/>
                  </a:moveTo>
                  <a:cubicBezTo>
                    <a:pt x="89" y="94"/>
                    <a:pt x="74" y="102"/>
                    <a:pt x="57" y="102"/>
                  </a:cubicBezTo>
                  <a:cubicBezTo>
                    <a:pt x="50" y="102"/>
                    <a:pt x="42" y="100"/>
                    <a:pt x="34" y="97"/>
                  </a:cubicBezTo>
                  <a:cubicBezTo>
                    <a:pt x="7" y="85"/>
                    <a:pt x="0" y="54"/>
                    <a:pt x="9" y="26"/>
                  </a:cubicBezTo>
                  <a:cubicBezTo>
                    <a:pt x="14" y="9"/>
                    <a:pt x="20" y="0"/>
                    <a:pt x="34" y="0"/>
                  </a:cubicBezTo>
                  <a:cubicBezTo>
                    <a:pt x="44" y="0"/>
                    <a:pt x="58" y="7"/>
                    <a:pt x="72" y="13"/>
                  </a:cubicBezTo>
                  <a:cubicBezTo>
                    <a:pt x="98" y="26"/>
                    <a:pt x="116" y="33"/>
                    <a:pt x="106" y="64"/>
                  </a:cubicBezTo>
                  <a:cubicBezTo>
                    <a:pt x="105" y="67"/>
                    <a:pt x="104" y="75"/>
                    <a:pt x="99" y="82"/>
                  </a:cubicBezTo>
                  <a:close/>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2" name="Freeform 97">
              <a:extLst>
                <a:ext uri="{FF2B5EF4-FFF2-40B4-BE49-F238E27FC236}">
                  <a16:creationId xmlns:a16="http://schemas.microsoft.com/office/drawing/2014/main" id="{9FA1BA0C-50FE-F7C5-A447-B45FB4A33C59}"/>
                </a:ext>
              </a:extLst>
            </p:cNvPr>
            <p:cNvSpPr>
              <a:spLocks/>
            </p:cNvSpPr>
            <p:nvPr/>
          </p:nvSpPr>
          <p:spPr bwMode="auto">
            <a:xfrm>
              <a:off x="8923338" y="3409950"/>
              <a:ext cx="184150" cy="42863"/>
            </a:xfrm>
            <a:custGeom>
              <a:avLst/>
              <a:gdLst>
                <a:gd name="T0" fmla="*/ 246 w 246"/>
                <a:gd name="T1" fmla="*/ 6 h 56"/>
                <a:gd name="T2" fmla="*/ 208 w 246"/>
                <a:gd name="T3" fmla="*/ 0 h 56"/>
                <a:gd name="T4" fmla="*/ 153 w 246"/>
                <a:gd name="T5" fmla="*/ 56 h 56"/>
                <a:gd name="T6" fmla="*/ 97 w 246"/>
                <a:gd name="T7" fmla="*/ 0 h 56"/>
                <a:gd name="T8" fmla="*/ 0 w 246"/>
                <a:gd name="T9" fmla="*/ 17 h 56"/>
              </a:gdLst>
              <a:ahLst/>
              <a:cxnLst>
                <a:cxn ang="0">
                  <a:pos x="T0" y="T1"/>
                </a:cxn>
                <a:cxn ang="0">
                  <a:pos x="T2" y="T3"/>
                </a:cxn>
                <a:cxn ang="0">
                  <a:pos x="T4" y="T5"/>
                </a:cxn>
                <a:cxn ang="0">
                  <a:pos x="T6" y="T7"/>
                </a:cxn>
                <a:cxn ang="0">
                  <a:pos x="T8" y="T9"/>
                </a:cxn>
              </a:cxnLst>
              <a:rect l="0" t="0" r="r" b="b"/>
              <a:pathLst>
                <a:path w="246" h="56">
                  <a:moveTo>
                    <a:pt x="246" y="6"/>
                  </a:moveTo>
                  <a:cubicBezTo>
                    <a:pt x="234" y="2"/>
                    <a:pt x="222" y="0"/>
                    <a:pt x="208" y="0"/>
                  </a:cubicBezTo>
                  <a:lnTo>
                    <a:pt x="153" y="56"/>
                  </a:lnTo>
                  <a:lnTo>
                    <a:pt x="97" y="0"/>
                  </a:lnTo>
                  <a:cubicBezTo>
                    <a:pt x="61" y="0"/>
                    <a:pt x="18" y="3"/>
                    <a:pt x="0" y="17"/>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3" name="Freeform 98">
              <a:extLst>
                <a:ext uri="{FF2B5EF4-FFF2-40B4-BE49-F238E27FC236}">
                  <a16:creationId xmlns:a16="http://schemas.microsoft.com/office/drawing/2014/main" id="{11553C94-4416-8E7F-BD1E-DC3498861305}"/>
                </a:ext>
              </a:extLst>
            </p:cNvPr>
            <p:cNvSpPr>
              <a:spLocks/>
            </p:cNvSpPr>
            <p:nvPr/>
          </p:nvSpPr>
          <p:spPr bwMode="auto">
            <a:xfrm>
              <a:off x="8904288" y="3463925"/>
              <a:ext cx="269875" cy="307975"/>
            </a:xfrm>
            <a:custGeom>
              <a:avLst/>
              <a:gdLst>
                <a:gd name="T0" fmla="*/ 0 w 358"/>
                <a:gd name="T1" fmla="*/ 95 h 409"/>
                <a:gd name="T2" fmla="*/ 67 w 358"/>
                <a:gd name="T3" fmla="*/ 77 h 409"/>
                <a:gd name="T4" fmla="*/ 68 w 358"/>
                <a:gd name="T5" fmla="*/ 408 h 409"/>
                <a:gd name="T6" fmla="*/ 298 w 358"/>
                <a:gd name="T7" fmla="*/ 409 h 409"/>
                <a:gd name="T8" fmla="*/ 298 w 358"/>
                <a:gd name="T9" fmla="*/ 311 h 409"/>
                <a:gd name="T10" fmla="*/ 357 w 358"/>
                <a:gd name="T11" fmla="*/ 258 h 409"/>
                <a:gd name="T12" fmla="*/ 358 w 358"/>
                <a:gd name="T13" fmla="*/ 62 h 409"/>
                <a:gd name="T14" fmla="*/ 352 w 358"/>
                <a:gd name="T15" fmla="*/ 17 h 409"/>
                <a:gd name="T16" fmla="*/ 346 w 358"/>
                <a:gd name="T17" fmla="*/ 0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8" h="409">
                  <a:moveTo>
                    <a:pt x="0" y="95"/>
                  </a:moveTo>
                  <a:cubicBezTo>
                    <a:pt x="0" y="95"/>
                    <a:pt x="49" y="83"/>
                    <a:pt x="67" y="77"/>
                  </a:cubicBezTo>
                  <a:lnTo>
                    <a:pt x="68" y="408"/>
                  </a:lnTo>
                  <a:lnTo>
                    <a:pt x="298" y="409"/>
                  </a:lnTo>
                  <a:lnTo>
                    <a:pt x="298" y="311"/>
                  </a:lnTo>
                  <a:cubicBezTo>
                    <a:pt x="335" y="311"/>
                    <a:pt x="357" y="288"/>
                    <a:pt x="357" y="258"/>
                  </a:cubicBezTo>
                  <a:cubicBezTo>
                    <a:pt x="357" y="258"/>
                    <a:pt x="358" y="62"/>
                    <a:pt x="358" y="62"/>
                  </a:cubicBezTo>
                  <a:cubicBezTo>
                    <a:pt x="358" y="46"/>
                    <a:pt x="356" y="31"/>
                    <a:pt x="352" y="17"/>
                  </a:cubicBezTo>
                  <a:cubicBezTo>
                    <a:pt x="351" y="13"/>
                    <a:pt x="349" y="7"/>
                    <a:pt x="346" y="0"/>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84" name="Presentation9" descr="{&quot;Key&quot;:&quot;POWER_USER_SHAPE_ICON&quot;,&quot;Value&quot;:&quot;POWER_USER_SHAPE_ICON_STYLE_1&quot;}">
            <a:extLst>
              <a:ext uri="{FF2B5EF4-FFF2-40B4-BE49-F238E27FC236}">
                <a16:creationId xmlns:a16="http://schemas.microsoft.com/office/drawing/2014/main" id="{9AC8C918-29CD-083F-7B6A-DFD24C9F44A3}"/>
              </a:ext>
            </a:extLst>
          </p:cNvPr>
          <p:cNvGrpSpPr>
            <a:grpSpLocks noChangeAspect="1"/>
          </p:cNvGrpSpPr>
          <p:nvPr>
            <p:custDataLst>
              <p:tags r:id="rId2"/>
            </p:custDataLst>
          </p:nvPr>
        </p:nvGrpSpPr>
        <p:grpSpPr>
          <a:xfrm>
            <a:off x="384964" y="5458621"/>
            <a:ext cx="396000" cy="295633"/>
            <a:chOff x="6796088" y="1851026"/>
            <a:chExt cx="884238" cy="677862"/>
          </a:xfrm>
          <a:noFill/>
        </p:grpSpPr>
        <p:sp>
          <p:nvSpPr>
            <p:cNvPr id="285" name="Freeform 157">
              <a:extLst>
                <a:ext uri="{FF2B5EF4-FFF2-40B4-BE49-F238E27FC236}">
                  <a16:creationId xmlns:a16="http://schemas.microsoft.com/office/drawing/2014/main" id="{01386BE5-1EA5-0BC7-24BD-EC784C63EAC6}"/>
                </a:ext>
              </a:extLst>
            </p:cNvPr>
            <p:cNvSpPr>
              <a:spLocks/>
            </p:cNvSpPr>
            <p:nvPr/>
          </p:nvSpPr>
          <p:spPr bwMode="auto">
            <a:xfrm>
              <a:off x="7018338" y="1851026"/>
              <a:ext cx="661988" cy="512763"/>
            </a:xfrm>
            <a:custGeom>
              <a:avLst/>
              <a:gdLst>
                <a:gd name="T0" fmla="*/ 54 w 870"/>
                <a:gd name="T1" fmla="*/ 54 h 673"/>
                <a:gd name="T2" fmla="*/ 816 w 870"/>
                <a:gd name="T3" fmla="*/ 54 h 673"/>
                <a:gd name="T4" fmla="*/ 816 w 870"/>
                <a:gd name="T5" fmla="*/ 619 h 673"/>
                <a:gd name="T6" fmla="*/ 394 w 870"/>
                <a:gd name="T7" fmla="*/ 619 h 673"/>
                <a:gd name="T8" fmla="*/ 295 w 870"/>
                <a:gd name="T9" fmla="*/ 673 h 673"/>
                <a:gd name="T10" fmla="*/ 817 w 870"/>
                <a:gd name="T11" fmla="*/ 673 h 673"/>
                <a:gd name="T12" fmla="*/ 870 w 870"/>
                <a:gd name="T13" fmla="*/ 620 h 673"/>
                <a:gd name="T14" fmla="*/ 870 w 870"/>
                <a:gd name="T15" fmla="*/ 53 h 673"/>
                <a:gd name="T16" fmla="*/ 817 w 870"/>
                <a:gd name="T17" fmla="*/ 0 h 673"/>
                <a:gd name="T18" fmla="*/ 53 w 870"/>
                <a:gd name="T19" fmla="*/ 0 h 673"/>
                <a:gd name="T20" fmla="*/ 0 w 870"/>
                <a:gd name="T21" fmla="*/ 53 h 673"/>
                <a:gd name="T22" fmla="*/ 0 w 870"/>
                <a:gd name="T23" fmla="*/ 185 h 673"/>
                <a:gd name="T24" fmla="*/ 54 w 870"/>
                <a:gd name="T25" fmla="*/ 215 h 673"/>
                <a:gd name="T26" fmla="*/ 54 w 870"/>
                <a:gd name="T27" fmla="*/ 54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0" h="673">
                  <a:moveTo>
                    <a:pt x="54" y="54"/>
                  </a:moveTo>
                  <a:lnTo>
                    <a:pt x="816" y="54"/>
                  </a:lnTo>
                  <a:lnTo>
                    <a:pt x="816" y="619"/>
                  </a:lnTo>
                  <a:lnTo>
                    <a:pt x="394" y="619"/>
                  </a:lnTo>
                  <a:cubicBezTo>
                    <a:pt x="363" y="638"/>
                    <a:pt x="330" y="656"/>
                    <a:pt x="295" y="673"/>
                  </a:cubicBezTo>
                  <a:lnTo>
                    <a:pt x="817" y="673"/>
                  </a:lnTo>
                  <a:cubicBezTo>
                    <a:pt x="846" y="673"/>
                    <a:pt x="870" y="650"/>
                    <a:pt x="870" y="620"/>
                  </a:cubicBezTo>
                  <a:lnTo>
                    <a:pt x="870" y="53"/>
                  </a:lnTo>
                  <a:cubicBezTo>
                    <a:pt x="870" y="23"/>
                    <a:pt x="846" y="0"/>
                    <a:pt x="817" y="0"/>
                  </a:cubicBezTo>
                  <a:lnTo>
                    <a:pt x="53" y="0"/>
                  </a:lnTo>
                  <a:cubicBezTo>
                    <a:pt x="24" y="0"/>
                    <a:pt x="0" y="23"/>
                    <a:pt x="0" y="53"/>
                  </a:cubicBezTo>
                  <a:lnTo>
                    <a:pt x="0" y="185"/>
                  </a:lnTo>
                  <a:cubicBezTo>
                    <a:pt x="20" y="192"/>
                    <a:pt x="38" y="202"/>
                    <a:pt x="54" y="215"/>
                  </a:cubicBezTo>
                  <a:lnTo>
                    <a:pt x="54" y="54"/>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6" name="Freeform 158">
              <a:extLst>
                <a:ext uri="{FF2B5EF4-FFF2-40B4-BE49-F238E27FC236}">
                  <a16:creationId xmlns:a16="http://schemas.microsoft.com/office/drawing/2014/main" id="{2209B064-CFC0-A46A-C432-AFB3AD25FAFC}"/>
                </a:ext>
              </a:extLst>
            </p:cNvPr>
            <p:cNvSpPr>
              <a:spLocks/>
            </p:cNvSpPr>
            <p:nvPr/>
          </p:nvSpPr>
          <p:spPr bwMode="auto">
            <a:xfrm>
              <a:off x="6796088" y="2162175"/>
              <a:ext cx="573088" cy="366713"/>
            </a:xfrm>
            <a:custGeom>
              <a:avLst/>
              <a:gdLst>
                <a:gd name="T0" fmla="*/ 122 w 753"/>
                <a:gd name="T1" fmla="*/ 359 h 482"/>
                <a:gd name="T2" fmla="*/ 154 w 753"/>
                <a:gd name="T3" fmla="*/ 359 h 482"/>
                <a:gd name="T4" fmla="*/ 164 w 753"/>
                <a:gd name="T5" fmla="*/ 482 h 482"/>
                <a:gd name="T6" fmla="*/ 399 w 753"/>
                <a:gd name="T7" fmla="*/ 482 h 482"/>
                <a:gd name="T8" fmla="*/ 399 w 753"/>
                <a:gd name="T9" fmla="*/ 279 h 482"/>
                <a:gd name="T10" fmla="*/ 716 w 753"/>
                <a:gd name="T11" fmla="*/ 121 h 482"/>
                <a:gd name="T12" fmla="*/ 727 w 753"/>
                <a:gd name="T13" fmla="*/ 23 h 482"/>
                <a:gd name="T14" fmla="*/ 679 w 753"/>
                <a:gd name="T15" fmla="*/ 0 h 482"/>
                <a:gd name="T16" fmla="*/ 653 w 753"/>
                <a:gd name="T17" fmla="*/ 7 h 482"/>
                <a:gd name="T18" fmla="*/ 317 w 753"/>
                <a:gd name="T19" fmla="*/ 123 h 482"/>
                <a:gd name="T20" fmla="*/ 230 w 753"/>
                <a:gd name="T21" fmla="*/ 190 h 482"/>
                <a:gd name="T22" fmla="*/ 149 w 753"/>
                <a:gd name="T23" fmla="*/ 129 h 482"/>
                <a:gd name="T24" fmla="*/ 0 w 753"/>
                <a:gd name="T25" fmla="*/ 309 h 482"/>
                <a:gd name="T26" fmla="*/ 0 w 753"/>
                <a:gd name="T27" fmla="*/ 482 h 482"/>
                <a:gd name="T28" fmla="*/ 122 w 753"/>
                <a:gd name="T29" fmla="*/ 482 h 482"/>
                <a:gd name="T30" fmla="*/ 122 w 753"/>
                <a:gd name="T31" fmla="*/ 359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3" h="482">
                  <a:moveTo>
                    <a:pt x="122" y="359"/>
                  </a:moveTo>
                  <a:lnTo>
                    <a:pt x="154" y="359"/>
                  </a:lnTo>
                  <a:lnTo>
                    <a:pt x="164" y="482"/>
                  </a:lnTo>
                  <a:lnTo>
                    <a:pt x="399" y="482"/>
                  </a:lnTo>
                  <a:lnTo>
                    <a:pt x="399" y="279"/>
                  </a:lnTo>
                  <a:cubicBezTo>
                    <a:pt x="529" y="237"/>
                    <a:pt x="643" y="176"/>
                    <a:pt x="716" y="121"/>
                  </a:cubicBezTo>
                  <a:cubicBezTo>
                    <a:pt x="747" y="98"/>
                    <a:pt x="753" y="55"/>
                    <a:pt x="727" y="23"/>
                  </a:cubicBezTo>
                  <a:cubicBezTo>
                    <a:pt x="715" y="9"/>
                    <a:pt x="697" y="0"/>
                    <a:pt x="679" y="0"/>
                  </a:cubicBezTo>
                  <a:cubicBezTo>
                    <a:pt x="670" y="0"/>
                    <a:pt x="661" y="3"/>
                    <a:pt x="653" y="7"/>
                  </a:cubicBezTo>
                  <a:cubicBezTo>
                    <a:pt x="488" y="100"/>
                    <a:pt x="404" y="119"/>
                    <a:pt x="317" y="123"/>
                  </a:cubicBezTo>
                  <a:lnTo>
                    <a:pt x="230" y="190"/>
                  </a:lnTo>
                  <a:lnTo>
                    <a:pt x="149" y="129"/>
                  </a:lnTo>
                  <a:cubicBezTo>
                    <a:pt x="60" y="145"/>
                    <a:pt x="0" y="199"/>
                    <a:pt x="0" y="309"/>
                  </a:cubicBezTo>
                  <a:lnTo>
                    <a:pt x="0" y="482"/>
                  </a:lnTo>
                  <a:lnTo>
                    <a:pt x="122" y="482"/>
                  </a:lnTo>
                  <a:lnTo>
                    <a:pt x="122" y="359"/>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7" name="Oval 159">
              <a:extLst>
                <a:ext uri="{FF2B5EF4-FFF2-40B4-BE49-F238E27FC236}">
                  <a16:creationId xmlns:a16="http://schemas.microsoft.com/office/drawing/2014/main" id="{C1B1D117-C9E7-6EFD-944C-74BE85E8128D}"/>
                </a:ext>
              </a:extLst>
            </p:cNvPr>
            <p:cNvSpPr>
              <a:spLocks noChangeArrowheads="1"/>
            </p:cNvSpPr>
            <p:nvPr/>
          </p:nvSpPr>
          <p:spPr bwMode="auto">
            <a:xfrm>
              <a:off x="6867526" y="2022475"/>
              <a:ext cx="206375" cy="204788"/>
            </a:xfrm>
            <a:prstGeom prst="ellipse">
              <a:avLst/>
            </a:pr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8" name="Freeform 160">
              <a:extLst>
                <a:ext uri="{FF2B5EF4-FFF2-40B4-BE49-F238E27FC236}">
                  <a16:creationId xmlns:a16="http://schemas.microsoft.com/office/drawing/2014/main" id="{E718AD22-5F2A-830A-2FDE-8ED7A977DE78}"/>
                </a:ext>
              </a:extLst>
            </p:cNvPr>
            <p:cNvSpPr>
              <a:spLocks/>
            </p:cNvSpPr>
            <p:nvPr/>
          </p:nvSpPr>
          <p:spPr bwMode="auto">
            <a:xfrm>
              <a:off x="7173913" y="1997075"/>
              <a:ext cx="382588" cy="165100"/>
            </a:xfrm>
            <a:custGeom>
              <a:avLst/>
              <a:gdLst>
                <a:gd name="T0" fmla="*/ 489 w 503"/>
                <a:gd name="T1" fmla="*/ 117 h 216"/>
                <a:gd name="T2" fmla="*/ 494 w 503"/>
                <a:gd name="T3" fmla="*/ 111 h 216"/>
                <a:gd name="T4" fmla="*/ 502 w 503"/>
                <a:gd name="T5" fmla="*/ 8 h 216"/>
                <a:gd name="T6" fmla="*/ 500 w 503"/>
                <a:gd name="T7" fmla="*/ 2 h 216"/>
                <a:gd name="T8" fmla="*/ 494 w 503"/>
                <a:gd name="T9" fmla="*/ 0 h 216"/>
                <a:gd name="T10" fmla="*/ 391 w 503"/>
                <a:gd name="T11" fmla="*/ 9 h 216"/>
                <a:gd name="T12" fmla="*/ 385 w 503"/>
                <a:gd name="T13" fmla="*/ 14 h 216"/>
                <a:gd name="T14" fmla="*/ 387 w 503"/>
                <a:gd name="T15" fmla="*/ 21 h 216"/>
                <a:gd name="T16" fmla="*/ 416 w 503"/>
                <a:gd name="T17" fmla="*/ 50 h 216"/>
                <a:gd name="T18" fmla="*/ 292 w 503"/>
                <a:gd name="T19" fmla="*/ 152 h 216"/>
                <a:gd name="T20" fmla="*/ 190 w 503"/>
                <a:gd name="T21" fmla="*/ 73 h 216"/>
                <a:gd name="T22" fmla="*/ 161 w 503"/>
                <a:gd name="T23" fmla="*/ 72 h 216"/>
                <a:gd name="T24" fmla="*/ 0 w 503"/>
                <a:gd name="T25" fmla="*/ 174 h 216"/>
                <a:gd name="T26" fmla="*/ 27 w 503"/>
                <a:gd name="T27" fmla="*/ 216 h 216"/>
                <a:gd name="T28" fmla="*/ 173 w 503"/>
                <a:gd name="T29" fmla="*/ 124 h 216"/>
                <a:gd name="T30" fmla="*/ 278 w 503"/>
                <a:gd name="T31" fmla="*/ 205 h 216"/>
                <a:gd name="T32" fmla="*/ 309 w 503"/>
                <a:gd name="T33" fmla="*/ 204 h 216"/>
                <a:gd name="T34" fmla="*/ 452 w 503"/>
                <a:gd name="T35" fmla="*/ 86 h 216"/>
                <a:gd name="T36" fmla="*/ 482 w 503"/>
                <a:gd name="T37" fmla="*/ 116 h 216"/>
                <a:gd name="T38" fmla="*/ 489 w 503"/>
                <a:gd name="T39" fmla="*/ 117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3" h="216">
                  <a:moveTo>
                    <a:pt x="489" y="117"/>
                  </a:moveTo>
                  <a:cubicBezTo>
                    <a:pt x="492" y="116"/>
                    <a:pt x="494" y="114"/>
                    <a:pt x="494" y="111"/>
                  </a:cubicBezTo>
                  <a:lnTo>
                    <a:pt x="502" y="8"/>
                  </a:lnTo>
                  <a:cubicBezTo>
                    <a:pt x="503" y="6"/>
                    <a:pt x="502" y="4"/>
                    <a:pt x="500" y="2"/>
                  </a:cubicBezTo>
                  <a:cubicBezTo>
                    <a:pt x="499" y="0"/>
                    <a:pt x="497" y="0"/>
                    <a:pt x="494" y="0"/>
                  </a:cubicBezTo>
                  <a:lnTo>
                    <a:pt x="391" y="9"/>
                  </a:lnTo>
                  <a:cubicBezTo>
                    <a:pt x="388" y="9"/>
                    <a:pt x="386" y="11"/>
                    <a:pt x="385" y="14"/>
                  </a:cubicBezTo>
                  <a:cubicBezTo>
                    <a:pt x="384" y="16"/>
                    <a:pt x="385" y="19"/>
                    <a:pt x="387" y="21"/>
                  </a:cubicBezTo>
                  <a:lnTo>
                    <a:pt x="416" y="50"/>
                  </a:lnTo>
                  <a:lnTo>
                    <a:pt x="292" y="152"/>
                  </a:lnTo>
                  <a:lnTo>
                    <a:pt x="190" y="73"/>
                  </a:lnTo>
                  <a:cubicBezTo>
                    <a:pt x="182" y="67"/>
                    <a:pt x="170" y="66"/>
                    <a:pt x="161" y="72"/>
                  </a:cubicBezTo>
                  <a:lnTo>
                    <a:pt x="0" y="174"/>
                  </a:lnTo>
                  <a:lnTo>
                    <a:pt x="27" y="216"/>
                  </a:lnTo>
                  <a:lnTo>
                    <a:pt x="173" y="124"/>
                  </a:lnTo>
                  <a:lnTo>
                    <a:pt x="278" y="205"/>
                  </a:lnTo>
                  <a:cubicBezTo>
                    <a:pt x="287" y="212"/>
                    <a:pt x="300" y="212"/>
                    <a:pt x="309" y="204"/>
                  </a:cubicBezTo>
                  <a:lnTo>
                    <a:pt x="452" y="86"/>
                  </a:lnTo>
                  <a:lnTo>
                    <a:pt x="482" y="116"/>
                  </a:lnTo>
                  <a:cubicBezTo>
                    <a:pt x="485" y="119"/>
                    <a:pt x="488" y="118"/>
                    <a:pt x="489" y="117"/>
                  </a:cubicBez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29" name="Arc 328">
            <a:extLst>
              <a:ext uri="{FF2B5EF4-FFF2-40B4-BE49-F238E27FC236}">
                <a16:creationId xmlns:a16="http://schemas.microsoft.com/office/drawing/2014/main" id="{4C5689E7-63E3-ED96-4367-C6C3BB1A43AE}"/>
              </a:ext>
            </a:extLst>
          </p:cNvPr>
          <p:cNvSpPr>
            <a:spLocks noChangeAspect="1"/>
          </p:cNvSpPr>
          <p:nvPr/>
        </p:nvSpPr>
        <p:spPr>
          <a:xfrm flipV="1">
            <a:off x="5213009" y="1597527"/>
            <a:ext cx="2326690" cy="2038792"/>
          </a:xfrm>
          <a:prstGeom prst="arc">
            <a:avLst>
              <a:gd name="adj1" fmla="val 10766083"/>
              <a:gd name="adj2" fmla="val 69372"/>
            </a:avLst>
          </a:prstGeom>
          <a:noFill/>
          <a:ln w="2857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Ubuntu"/>
              <a:ea typeface="+mn-ea"/>
              <a:cs typeface="+mn-cs"/>
            </a:endParaRPr>
          </a:p>
        </p:txBody>
      </p:sp>
      <p:sp>
        <p:nvSpPr>
          <p:cNvPr id="323" name="Oval 322">
            <a:extLst>
              <a:ext uri="{FF2B5EF4-FFF2-40B4-BE49-F238E27FC236}">
                <a16:creationId xmlns:a16="http://schemas.microsoft.com/office/drawing/2014/main" id="{70B3A99B-50E8-7180-BA91-14C6CE17FA8A}"/>
              </a:ext>
            </a:extLst>
          </p:cNvPr>
          <p:cNvSpPr>
            <a:spLocks noChangeAspect="1"/>
          </p:cNvSpPr>
          <p:nvPr/>
        </p:nvSpPr>
        <p:spPr>
          <a:xfrm>
            <a:off x="3924673" y="3076341"/>
            <a:ext cx="1080000" cy="1080000"/>
          </a:xfrm>
          <a:prstGeom prst="ellipse">
            <a:avLst/>
          </a:prstGeom>
          <a:solidFill>
            <a:schemeClr val="accent3">
              <a:lumMod val="20000"/>
              <a:lumOff val="80000"/>
            </a:schemeClr>
          </a:solidFill>
          <a:ln w="28575">
            <a:solidFill>
              <a:srgbClr val="D4E5F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Ubuntu"/>
              <a:ea typeface="+mn-ea"/>
              <a:cs typeface="+mn-cs"/>
            </a:endParaRPr>
          </a:p>
        </p:txBody>
      </p:sp>
      <p:sp>
        <p:nvSpPr>
          <p:cNvPr id="324" name="Oval 323">
            <a:extLst>
              <a:ext uri="{FF2B5EF4-FFF2-40B4-BE49-F238E27FC236}">
                <a16:creationId xmlns:a16="http://schemas.microsoft.com/office/drawing/2014/main" id="{3A9FFA87-861F-5255-B8B6-2F791D7765C8}"/>
              </a:ext>
            </a:extLst>
          </p:cNvPr>
          <p:cNvSpPr>
            <a:spLocks noChangeAspect="1"/>
          </p:cNvSpPr>
          <p:nvPr/>
        </p:nvSpPr>
        <p:spPr>
          <a:xfrm>
            <a:off x="5877296" y="4102137"/>
            <a:ext cx="1080000" cy="1080000"/>
          </a:xfrm>
          <a:prstGeom prst="ellipse">
            <a:avLst/>
          </a:prstGeom>
          <a:solidFill>
            <a:schemeClr val="accent3">
              <a:lumMod val="60000"/>
              <a:lumOff val="40000"/>
            </a:schemeClr>
          </a:solidFill>
          <a:ln w="28575">
            <a:solidFill>
              <a:srgbClr val="7EB2E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Ubuntu"/>
              <a:ea typeface="+mn-ea"/>
              <a:cs typeface="+mn-cs"/>
            </a:endParaRPr>
          </a:p>
        </p:txBody>
      </p:sp>
      <p:sp>
        <p:nvSpPr>
          <p:cNvPr id="325" name="Oval 324">
            <a:extLst>
              <a:ext uri="{FF2B5EF4-FFF2-40B4-BE49-F238E27FC236}">
                <a16:creationId xmlns:a16="http://schemas.microsoft.com/office/drawing/2014/main" id="{36B84716-073E-00D0-BCA0-F63985B79840}"/>
              </a:ext>
            </a:extLst>
          </p:cNvPr>
          <p:cNvSpPr>
            <a:spLocks noChangeAspect="1"/>
          </p:cNvSpPr>
          <p:nvPr/>
        </p:nvSpPr>
        <p:spPr>
          <a:xfrm>
            <a:off x="7687557" y="3131945"/>
            <a:ext cx="1080000" cy="1080000"/>
          </a:xfrm>
          <a:prstGeom prst="ellipse">
            <a:avLst/>
          </a:prstGeom>
          <a:solidFill>
            <a:srgbClr val="0070C0"/>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Ubuntu"/>
              <a:ea typeface="+mn-ea"/>
              <a:cs typeface="+mn-cs"/>
            </a:endParaRPr>
          </a:p>
        </p:txBody>
      </p:sp>
      <p:sp>
        <p:nvSpPr>
          <p:cNvPr id="328" name="TextBox 327">
            <a:extLst>
              <a:ext uri="{FF2B5EF4-FFF2-40B4-BE49-F238E27FC236}">
                <a16:creationId xmlns:a16="http://schemas.microsoft.com/office/drawing/2014/main" id="{8DBF1994-D330-C13E-D5E4-A6CF3C556AE1}"/>
              </a:ext>
            </a:extLst>
          </p:cNvPr>
          <p:cNvSpPr txBox="1"/>
          <p:nvPr/>
        </p:nvSpPr>
        <p:spPr>
          <a:xfrm>
            <a:off x="7563253" y="3472968"/>
            <a:ext cx="1328609" cy="355580"/>
          </a:xfrm>
          <a:prstGeom prst="rect">
            <a:avLst/>
          </a:prstGeom>
          <a:no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white"/>
                </a:solidFill>
                <a:effectLst/>
                <a:uLnTx/>
                <a:uFillTx/>
                <a:latin typeface="Ubuntu"/>
                <a:ea typeface="+mn-ea"/>
                <a:cs typeface="+mn-cs"/>
              </a:rPr>
              <a:t>3. Synthesize</a:t>
            </a:r>
          </a:p>
        </p:txBody>
      </p:sp>
      <p:sp>
        <p:nvSpPr>
          <p:cNvPr id="330" name="TextBox 329">
            <a:extLst>
              <a:ext uri="{FF2B5EF4-FFF2-40B4-BE49-F238E27FC236}">
                <a16:creationId xmlns:a16="http://schemas.microsoft.com/office/drawing/2014/main" id="{DE4FA4D3-47D5-4341-2423-E120A21EE408}"/>
              </a:ext>
            </a:extLst>
          </p:cNvPr>
          <p:cNvSpPr txBox="1"/>
          <p:nvPr/>
        </p:nvSpPr>
        <p:spPr>
          <a:xfrm>
            <a:off x="5279352" y="3147791"/>
            <a:ext cx="2207173" cy="251650"/>
          </a:xfrm>
          <a:prstGeom prst="rect">
            <a:avLst/>
          </a:prstGeom>
          <a:no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4A66AC"/>
                </a:solidFill>
                <a:effectLst/>
                <a:uLnTx/>
                <a:uFillTx/>
                <a:latin typeface="Ubuntu"/>
                <a:ea typeface="+mn-ea"/>
                <a:cs typeface="+mn-cs"/>
              </a:rPr>
              <a:t>Elaboration Workshops</a:t>
            </a:r>
          </a:p>
        </p:txBody>
      </p:sp>
      <p:sp>
        <p:nvSpPr>
          <p:cNvPr id="331" name="Arrow: Right 330">
            <a:extLst>
              <a:ext uri="{FF2B5EF4-FFF2-40B4-BE49-F238E27FC236}">
                <a16:creationId xmlns:a16="http://schemas.microsoft.com/office/drawing/2014/main" id="{03C7F44F-8A1C-6141-D195-151079C4C339}"/>
              </a:ext>
            </a:extLst>
          </p:cNvPr>
          <p:cNvSpPr/>
          <p:nvPr/>
        </p:nvSpPr>
        <p:spPr>
          <a:xfrm rot="16200000">
            <a:off x="6220523" y="3612400"/>
            <a:ext cx="396000" cy="504000"/>
          </a:xfrm>
          <a:prstGeom prst="rightArrow">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Ubuntu"/>
              <a:ea typeface="+mn-ea"/>
              <a:cs typeface="+mn-cs"/>
            </a:endParaRPr>
          </a:p>
        </p:txBody>
      </p:sp>
      <p:sp>
        <p:nvSpPr>
          <p:cNvPr id="332" name="Arrow: Right 331">
            <a:extLst>
              <a:ext uri="{FF2B5EF4-FFF2-40B4-BE49-F238E27FC236}">
                <a16:creationId xmlns:a16="http://schemas.microsoft.com/office/drawing/2014/main" id="{559DB452-F403-FEC4-0AC2-6DBD97F0CA48}"/>
              </a:ext>
            </a:extLst>
          </p:cNvPr>
          <p:cNvSpPr/>
          <p:nvPr/>
        </p:nvSpPr>
        <p:spPr>
          <a:xfrm rot="19570833">
            <a:off x="4917527" y="2948732"/>
            <a:ext cx="396000" cy="504000"/>
          </a:xfrm>
          <a:prstGeom prst="rightArrow">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Ubuntu"/>
              <a:ea typeface="+mn-ea"/>
              <a:cs typeface="+mn-cs"/>
            </a:endParaRPr>
          </a:p>
        </p:txBody>
      </p:sp>
      <p:sp>
        <p:nvSpPr>
          <p:cNvPr id="333" name="Arrow: Right 332">
            <a:extLst>
              <a:ext uri="{FF2B5EF4-FFF2-40B4-BE49-F238E27FC236}">
                <a16:creationId xmlns:a16="http://schemas.microsoft.com/office/drawing/2014/main" id="{375840BE-8910-D902-239D-5DA5012A246E}"/>
              </a:ext>
            </a:extLst>
          </p:cNvPr>
          <p:cNvSpPr/>
          <p:nvPr/>
        </p:nvSpPr>
        <p:spPr>
          <a:xfrm rot="2029167" flipH="1">
            <a:off x="7393304" y="2982400"/>
            <a:ext cx="396000" cy="504000"/>
          </a:xfrm>
          <a:prstGeom prst="rightArrow">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Ubuntu"/>
              <a:ea typeface="+mn-ea"/>
              <a:cs typeface="+mn-cs"/>
            </a:endParaRPr>
          </a:p>
        </p:txBody>
      </p:sp>
      <p:sp>
        <p:nvSpPr>
          <p:cNvPr id="335" name="TextBox 334">
            <a:extLst>
              <a:ext uri="{FF2B5EF4-FFF2-40B4-BE49-F238E27FC236}">
                <a16:creationId xmlns:a16="http://schemas.microsoft.com/office/drawing/2014/main" id="{24D8C812-ECF2-E564-D2DA-475B093F3698}"/>
              </a:ext>
            </a:extLst>
          </p:cNvPr>
          <p:cNvSpPr txBox="1"/>
          <p:nvPr/>
        </p:nvSpPr>
        <p:spPr>
          <a:xfrm>
            <a:off x="3799680" y="3455664"/>
            <a:ext cx="1328609" cy="355580"/>
          </a:xfrm>
          <a:prstGeom prst="rect">
            <a:avLst/>
          </a:prstGeom>
          <a:no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black"/>
                </a:solidFill>
                <a:effectLst/>
                <a:uLnTx/>
                <a:uFillTx/>
                <a:latin typeface="Ubuntu"/>
                <a:ea typeface="+mn-ea"/>
                <a:cs typeface="+mn-cs"/>
              </a:rPr>
              <a:t>1. Strategize</a:t>
            </a:r>
          </a:p>
        </p:txBody>
      </p:sp>
      <p:sp>
        <p:nvSpPr>
          <p:cNvPr id="336" name="TextBox 335">
            <a:extLst>
              <a:ext uri="{FF2B5EF4-FFF2-40B4-BE49-F238E27FC236}">
                <a16:creationId xmlns:a16="http://schemas.microsoft.com/office/drawing/2014/main" id="{8577B840-CE4A-00F4-3DEA-BA1D2F95F771}"/>
              </a:ext>
            </a:extLst>
          </p:cNvPr>
          <p:cNvSpPr txBox="1"/>
          <p:nvPr/>
        </p:nvSpPr>
        <p:spPr>
          <a:xfrm>
            <a:off x="5752991" y="4460980"/>
            <a:ext cx="1328609" cy="355580"/>
          </a:xfrm>
          <a:prstGeom prst="rect">
            <a:avLst/>
          </a:prstGeom>
          <a:no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white"/>
                </a:solidFill>
                <a:effectLst/>
                <a:uLnTx/>
                <a:uFillTx/>
                <a:latin typeface="Ubuntu"/>
                <a:ea typeface="+mn-ea"/>
                <a:cs typeface="+mn-cs"/>
              </a:rPr>
              <a:t>2. Conduct</a:t>
            </a:r>
          </a:p>
        </p:txBody>
      </p:sp>
      <p:sp>
        <p:nvSpPr>
          <p:cNvPr id="339" name="Rounded Rectangle 67">
            <a:extLst>
              <a:ext uri="{FF2B5EF4-FFF2-40B4-BE49-F238E27FC236}">
                <a16:creationId xmlns:a16="http://schemas.microsoft.com/office/drawing/2014/main" id="{63ABD8B7-E904-DC47-FA71-09809D9033EA}"/>
              </a:ext>
            </a:extLst>
          </p:cNvPr>
          <p:cNvSpPr>
            <a:spLocks/>
          </p:cNvSpPr>
          <p:nvPr/>
        </p:nvSpPr>
        <p:spPr>
          <a:xfrm>
            <a:off x="1268765" y="1220267"/>
            <a:ext cx="2082609" cy="1508143"/>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340" name="TextBox 196">
            <a:extLst>
              <a:ext uri="{FF2B5EF4-FFF2-40B4-BE49-F238E27FC236}">
                <a16:creationId xmlns:a16="http://schemas.microsoft.com/office/drawing/2014/main" id="{9440A5D0-88DE-543E-EE7D-789416361ADE}"/>
              </a:ext>
            </a:extLst>
          </p:cNvPr>
          <p:cNvSpPr txBox="1">
            <a:spLocks/>
          </p:cNvSpPr>
          <p:nvPr/>
        </p:nvSpPr>
        <p:spPr>
          <a:xfrm>
            <a:off x="1350954" y="1102732"/>
            <a:ext cx="1917715" cy="313624"/>
          </a:xfrm>
          <a:prstGeom prst="roundRect">
            <a:avLst>
              <a:gd name="adj" fmla="val 50000"/>
            </a:avLst>
          </a:prstGeom>
          <a:solidFill>
            <a:srgbClr val="12ABDB"/>
          </a:solidFill>
          <a:ln w="25400" cap="flat" cmpd="sng" algn="ctr">
            <a:solidFill>
              <a:srgbClr val="12ABDB"/>
            </a:solid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rPr>
              <a:t>Elaboration</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rPr>
              <a:t>readiness</a:t>
            </a:r>
          </a:p>
        </p:txBody>
      </p:sp>
      <p:sp>
        <p:nvSpPr>
          <p:cNvPr id="381" name="Rounded Rectangle 67">
            <a:extLst>
              <a:ext uri="{FF2B5EF4-FFF2-40B4-BE49-F238E27FC236}">
                <a16:creationId xmlns:a16="http://schemas.microsoft.com/office/drawing/2014/main" id="{5AAC2F1D-F2C4-C46D-AC52-06A69CD27AF6}"/>
              </a:ext>
            </a:extLst>
          </p:cNvPr>
          <p:cNvSpPr>
            <a:spLocks/>
          </p:cNvSpPr>
          <p:nvPr/>
        </p:nvSpPr>
        <p:spPr>
          <a:xfrm>
            <a:off x="1275789" y="3234892"/>
            <a:ext cx="2082609" cy="1581667"/>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382" name="TextBox 196">
            <a:extLst>
              <a:ext uri="{FF2B5EF4-FFF2-40B4-BE49-F238E27FC236}">
                <a16:creationId xmlns:a16="http://schemas.microsoft.com/office/drawing/2014/main" id="{5CADE226-5DEC-D2C5-960A-FBD6E65F8497}"/>
              </a:ext>
            </a:extLst>
          </p:cNvPr>
          <p:cNvSpPr txBox="1">
            <a:spLocks/>
          </p:cNvSpPr>
          <p:nvPr/>
        </p:nvSpPr>
        <p:spPr>
          <a:xfrm>
            <a:off x="1357978" y="3117356"/>
            <a:ext cx="1917715" cy="313624"/>
          </a:xfrm>
          <a:prstGeom prst="roundRect">
            <a:avLst>
              <a:gd name="adj" fmla="val 50000"/>
            </a:avLst>
          </a:prstGeom>
          <a:solidFill>
            <a:srgbClr val="D763C6"/>
          </a:solidFill>
          <a:ln w="25400" cap="flat" cmpd="sng" algn="ctr">
            <a:no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prstClr val="white"/>
                </a:solidFill>
                <a:effectLst/>
                <a:uLnTx/>
                <a:uFillTx/>
                <a:latin typeface="Ubuntu Medium"/>
                <a:ea typeface="Verdana" panose="020B0604030504040204" pitchFamily="34" charset="0"/>
                <a:cs typeface="Verdana" panose="020B0604030504040204" pitchFamily="34" charset="0"/>
              </a:rPr>
              <a:t>Elaboration</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prstClr val="white"/>
                </a:solidFill>
                <a:effectLst/>
                <a:uLnTx/>
                <a:uFillTx/>
                <a:latin typeface="Ubuntu Medium"/>
                <a:ea typeface="Verdana" panose="020B0604030504040204" pitchFamily="34" charset="0"/>
                <a:cs typeface="Verdana" panose="020B0604030504040204" pitchFamily="34" charset="0"/>
              </a:rPr>
              <a:t>readiness</a:t>
            </a:r>
            <a:endParaRPr kumimoji="0" lang="en-US" sz="1000" b="0" i="0" u="none" strike="noStrike" kern="0" cap="none" spc="0" normalizeH="0" baseline="0" noProof="0">
              <a:ln>
                <a:noFill/>
              </a:ln>
              <a:solidFill>
                <a:prstClr val="white"/>
              </a:solidFill>
              <a:effectLst/>
              <a:uLnTx/>
              <a:uFillTx/>
              <a:latin typeface="Ubuntu Medium"/>
              <a:ea typeface="Verdana" panose="020B0604030504040204" pitchFamily="34" charset="0"/>
              <a:cs typeface="Verdana" panose="020B0604030504040204" pitchFamily="34" charset="0"/>
            </a:endParaRPr>
          </a:p>
        </p:txBody>
      </p:sp>
      <p:cxnSp>
        <p:nvCxnSpPr>
          <p:cNvPr id="385" name="Connector: Curved 384">
            <a:extLst>
              <a:ext uri="{FF2B5EF4-FFF2-40B4-BE49-F238E27FC236}">
                <a16:creationId xmlns:a16="http://schemas.microsoft.com/office/drawing/2014/main" id="{92D2C73A-5352-D5AD-F201-E8C8533ECE20}"/>
              </a:ext>
            </a:extLst>
          </p:cNvPr>
          <p:cNvCxnSpPr>
            <a:cxnSpLocks/>
            <a:stCxn id="335" idx="1"/>
            <a:endCxn id="339" idx="3"/>
          </p:cNvCxnSpPr>
          <p:nvPr/>
        </p:nvCxnSpPr>
        <p:spPr>
          <a:xfrm rot="10800000">
            <a:off x="3351374" y="1974340"/>
            <a:ext cx="448306" cy="1659115"/>
          </a:xfrm>
          <a:prstGeom prst="curved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387" name="Connector: Curved 386">
            <a:extLst>
              <a:ext uri="{FF2B5EF4-FFF2-40B4-BE49-F238E27FC236}">
                <a16:creationId xmlns:a16="http://schemas.microsoft.com/office/drawing/2014/main" id="{0E746434-3947-D3DF-B261-0A99A5BDFBCA}"/>
              </a:ext>
            </a:extLst>
          </p:cNvPr>
          <p:cNvCxnSpPr>
            <a:cxnSpLocks/>
            <a:stCxn id="335" idx="1"/>
            <a:endCxn id="381" idx="3"/>
          </p:cNvCxnSpPr>
          <p:nvPr/>
        </p:nvCxnSpPr>
        <p:spPr>
          <a:xfrm rot="10800000" flipV="1">
            <a:off x="3358398" y="3633454"/>
            <a:ext cx="441282" cy="392272"/>
          </a:xfrm>
          <a:prstGeom prst="curvedConnector3">
            <a:avLst>
              <a:gd name="adj1" fmla="val 50000"/>
            </a:avLst>
          </a:prstGeom>
        </p:spPr>
        <p:style>
          <a:lnRef idx="1">
            <a:schemeClr val="accent1"/>
          </a:lnRef>
          <a:fillRef idx="0">
            <a:schemeClr val="accent1"/>
          </a:fillRef>
          <a:effectRef idx="0">
            <a:schemeClr val="accent1"/>
          </a:effectRef>
          <a:fontRef idx="minor">
            <a:schemeClr val="tx1"/>
          </a:fontRef>
        </p:style>
      </p:cxnSp>
      <p:grpSp>
        <p:nvGrpSpPr>
          <p:cNvPr id="388" name="Teacher7" descr="{&quot;Key&quot;:&quot;POWER_USER_SHAPE_ICON&quot;,&quot;Value&quot;:&quot;POWER_USER_SHAPE_ICON_STYLE_1&quot;}">
            <a:extLst>
              <a:ext uri="{FF2B5EF4-FFF2-40B4-BE49-F238E27FC236}">
                <a16:creationId xmlns:a16="http://schemas.microsoft.com/office/drawing/2014/main" id="{3E7A985F-435E-C47D-52F6-E6B068BD8F25}"/>
              </a:ext>
            </a:extLst>
          </p:cNvPr>
          <p:cNvGrpSpPr>
            <a:grpSpLocks noChangeAspect="1"/>
          </p:cNvGrpSpPr>
          <p:nvPr/>
        </p:nvGrpSpPr>
        <p:grpSpPr>
          <a:xfrm>
            <a:off x="1455643" y="2896880"/>
            <a:ext cx="332705" cy="324000"/>
            <a:chOff x="6302376" y="1846263"/>
            <a:chExt cx="479425" cy="479425"/>
          </a:xfrm>
          <a:solidFill>
            <a:schemeClr val="accent1"/>
          </a:solidFill>
        </p:grpSpPr>
        <p:sp>
          <p:nvSpPr>
            <p:cNvPr id="389" name="Rectangle 495">
              <a:extLst>
                <a:ext uri="{FF2B5EF4-FFF2-40B4-BE49-F238E27FC236}">
                  <a16:creationId xmlns:a16="http://schemas.microsoft.com/office/drawing/2014/main" id="{05F36F61-D705-1D34-D653-47D9334B23C8}"/>
                </a:ext>
              </a:extLst>
            </p:cNvPr>
            <p:cNvSpPr>
              <a:spLocks noChangeArrowheads="1"/>
            </p:cNvSpPr>
            <p:nvPr/>
          </p:nvSpPr>
          <p:spPr bwMode="auto">
            <a:xfrm>
              <a:off x="6586539" y="2144713"/>
              <a:ext cx="12700" cy="34925"/>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0" name="Freeform 496">
              <a:extLst>
                <a:ext uri="{FF2B5EF4-FFF2-40B4-BE49-F238E27FC236}">
                  <a16:creationId xmlns:a16="http://schemas.microsoft.com/office/drawing/2014/main" id="{AAFBC98F-760A-9B9B-00DC-BFD2E3FE2FD9}"/>
                </a:ext>
              </a:extLst>
            </p:cNvPr>
            <p:cNvSpPr>
              <a:spLocks/>
            </p:cNvSpPr>
            <p:nvPr/>
          </p:nvSpPr>
          <p:spPr bwMode="auto">
            <a:xfrm>
              <a:off x="6623051" y="2206626"/>
              <a:ext cx="158750" cy="117475"/>
            </a:xfrm>
            <a:custGeom>
              <a:avLst/>
              <a:gdLst>
                <a:gd name="T0" fmla="*/ 196 w 196"/>
                <a:gd name="T1" fmla="*/ 146 h 146"/>
                <a:gd name="T2" fmla="*/ 180 w 196"/>
                <a:gd name="T3" fmla="*/ 146 h 146"/>
                <a:gd name="T4" fmla="*/ 106 w 196"/>
                <a:gd name="T5" fmla="*/ 48 h 146"/>
                <a:gd name="T6" fmla="*/ 0 w 196"/>
                <a:gd name="T7" fmla="*/ 15 h 146"/>
                <a:gd name="T8" fmla="*/ 5 w 196"/>
                <a:gd name="T9" fmla="*/ 0 h 146"/>
                <a:gd name="T10" fmla="*/ 111 w 196"/>
                <a:gd name="T11" fmla="*/ 32 h 146"/>
                <a:gd name="T12" fmla="*/ 19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96" y="146"/>
                  </a:moveTo>
                  <a:lnTo>
                    <a:pt x="180" y="146"/>
                  </a:lnTo>
                  <a:cubicBezTo>
                    <a:pt x="180" y="101"/>
                    <a:pt x="150" y="61"/>
                    <a:pt x="106" y="48"/>
                  </a:cubicBezTo>
                  <a:lnTo>
                    <a:pt x="0" y="15"/>
                  </a:lnTo>
                  <a:lnTo>
                    <a:pt x="5" y="0"/>
                  </a:lnTo>
                  <a:lnTo>
                    <a:pt x="111" y="32"/>
                  </a:lnTo>
                  <a:cubicBezTo>
                    <a:pt x="162" y="47"/>
                    <a:pt x="196" y="93"/>
                    <a:pt x="19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1" name="Rectangle 497">
              <a:extLst>
                <a:ext uri="{FF2B5EF4-FFF2-40B4-BE49-F238E27FC236}">
                  <a16:creationId xmlns:a16="http://schemas.microsoft.com/office/drawing/2014/main" id="{BA952271-51CD-1001-BC77-1EE9B0CB479C}"/>
                </a:ext>
              </a:extLst>
            </p:cNvPr>
            <p:cNvSpPr>
              <a:spLocks noChangeArrowheads="1"/>
            </p:cNvSpPr>
            <p:nvPr/>
          </p:nvSpPr>
          <p:spPr bwMode="auto">
            <a:xfrm>
              <a:off x="6483351" y="2144713"/>
              <a:ext cx="12700" cy="39688"/>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2" name="Freeform 498">
              <a:extLst>
                <a:ext uri="{FF2B5EF4-FFF2-40B4-BE49-F238E27FC236}">
                  <a16:creationId xmlns:a16="http://schemas.microsoft.com/office/drawing/2014/main" id="{086791D5-B121-935C-0747-B1926324C12C}"/>
                </a:ext>
              </a:extLst>
            </p:cNvPr>
            <p:cNvSpPr>
              <a:spLocks/>
            </p:cNvSpPr>
            <p:nvPr/>
          </p:nvSpPr>
          <p:spPr bwMode="auto">
            <a:xfrm>
              <a:off x="6302376" y="2206626"/>
              <a:ext cx="157163" cy="117475"/>
            </a:xfrm>
            <a:custGeom>
              <a:avLst/>
              <a:gdLst>
                <a:gd name="T0" fmla="*/ 16 w 196"/>
                <a:gd name="T1" fmla="*/ 146 h 146"/>
                <a:gd name="T2" fmla="*/ 0 w 196"/>
                <a:gd name="T3" fmla="*/ 146 h 146"/>
                <a:gd name="T4" fmla="*/ 85 w 196"/>
                <a:gd name="T5" fmla="*/ 32 h 146"/>
                <a:gd name="T6" fmla="*/ 191 w 196"/>
                <a:gd name="T7" fmla="*/ 0 h 146"/>
                <a:gd name="T8" fmla="*/ 196 w 196"/>
                <a:gd name="T9" fmla="*/ 15 h 146"/>
                <a:gd name="T10" fmla="*/ 90 w 196"/>
                <a:gd name="T11" fmla="*/ 48 h 146"/>
                <a:gd name="T12" fmla="*/ 1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6" y="146"/>
                  </a:moveTo>
                  <a:lnTo>
                    <a:pt x="0" y="146"/>
                  </a:lnTo>
                  <a:cubicBezTo>
                    <a:pt x="0" y="93"/>
                    <a:pt x="34" y="47"/>
                    <a:pt x="85" y="32"/>
                  </a:cubicBezTo>
                  <a:lnTo>
                    <a:pt x="191" y="0"/>
                  </a:lnTo>
                  <a:lnTo>
                    <a:pt x="196" y="15"/>
                  </a:lnTo>
                  <a:lnTo>
                    <a:pt x="90" y="48"/>
                  </a:lnTo>
                  <a:cubicBezTo>
                    <a:pt x="46" y="61"/>
                    <a:pt x="16" y="101"/>
                    <a:pt x="1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3" name="Freeform 499">
              <a:extLst>
                <a:ext uri="{FF2B5EF4-FFF2-40B4-BE49-F238E27FC236}">
                  <a16:creationId xmlns:a16="http://schemas.microsoft.com/office/drawing/2014/main" id="{EB88F148-0359-0CEE-21C1-B8396D883435}"/>
                </a:ext>
              </a:extLst>
            </p:cNvPr>
            <p:cNvSpPr>
              <a:spLocks noEditPoints="1"/>
            </p:cNvSpPr>
            <p:nvPr/>
          </p:nvSpPr>
          <p:spPr bwMode="auto">
            <a:xfrm>
              <a:off x="6443664" y="1927226"/>
              <a:ext cx="195263" cy="250825"/>
            </a:xfrm>
            <a:custGeom>
              <a:avLst/>
              <a:gdLst>
                <a:gd name="T0" fmla="*/ 48 w 243"/>
                <a:gd name="T1" fmla="*/ 44 h 311"/>
                <a:gd name="T2" fmla="*/ 17 w 243"/>
                <a:gd name="T3" fmla="*/ 108 h 311"/>
                <a:gd name="T4" fmla="*/ 17 w 243"/>
                <a:gd name="T5" fmla="*/ 200 h 311"/>
                <a:gd name="T6" fmla="*/ 88 w 243"/>
                <a:gd name="T7" fmla="*/ 285 h 311"/>
                <a:gd name="T8" fmla="*/ 155 w 243"/>
                <a:gd name="T9" fmla="*/ 285 h 311"/>
                <a:gd name="T10" fmla="*/ 226 w 243"/>
                <a:gd name="T11" fmla="*/ 200 h 311"/>
                <a:gd name="T12" fmla="*/ 226 w 243"/>
                <a:gd name="T13" fmla="*/ 81 h 311"/>
                <a:gd name="T14" fmla="*/ 197 w 243"/>
                <a:gd name="T15" fmla="*/ 32 h 311"/>
                <a:gd name="T16" fmla="*/ 175 w 243"/>
                <a:gd name="T17" fmla="*/ 18 h 311"/>
                <a:gd name="T18" fmla="*/ 175 w 243"/>
                <a:gd name="T19" fmla="*/ 19 h 311"/>
                <a:gd name="T20" fmla="*/ 160 w 243"/>
                <a:gd name="T21" fmla="*/ 59 h 311"/>
                <a:gd name="T22" fmla="*/ 84 w 243"/>
                <a:gd name="T23" fmla="*/ 52 h 311"/>
                <a:gd name="T24" fmla="*/ 48 w 243"/>
                <a:gd name="T25" fmla="*/ 44 h 311"/>
                <a:gd name="T26" fmla="*/ 121 w 243"/>
                <a:gd name="T27" fmla="*/ 311 h 311"/>
                <a:gd name="T28" fmla="*/ 79 w 243"/>
                <a:gd name="T29" fmla="*/ 299 h 311"/>
                <a:gd name="T30" fmla="*/ 0 w 243"/>
                <a:gd name="T31" fmla="*/ 200 h 311"/>
                <a:gd name="T32" fmla="*/ 0 w 243"/>
                <a:gd name="T33" fmla="*/ 108 h 311"/>
                <a:gd name="T34" fmla="*/ 48 w 243"/>
                <a:gd name="T35" fmla="*/ 27 h 311"/>
                <a:gd name="T36" fmla="*/ 88 w 243"/>
                <a:gd name="T37" fmla="*/ 36 h 311"/>
                <a:gd name="T38" fmla="*/ 152 w 243"/>
                <a:gd name="T39" fmla="*/ 44 h 311"/>
                <a:gd name="T40" fmla="*/ 159 w 243"/>
                <a:gd name="T41" fmla="*/ 23 h 311"/>
                <a:gd name="T42" fmla="*/ 160 w 243"/>
                <a:gd name="T43" fmla="*/ 6 h 311"/>
                <a:gd name="T44" fmla="*/ 171 w 243"/>
                <a:gd name="T45" fmla="*/ 1 h 311"/>
                <a:gd name="T46" fmla="*/ 171 w 243"/>
                <a:gd name="T47" fmla="*/ 1 h 311"/>
                <a:gd name="T48" fmla="*/ 209 w 243"/>
                <a:gd name="T49" fmla="*/ 20 h 311"/>
                <a:gd name="T50" fmla="*/ 243 w 243"/>
                <a:gd name="T51" fmla="*/ 81 h 311"/>
                <a:gd name="T52" fmla="*/ 243 w 243"/>
                <a:gd name="T53" fmla="*/ 200 h 311"/>
                <a:gd name="T54" fmla="*/ 164 w 243"/>
                <a:gd name="T55" fmla="*/ 299 h 311"/>
                <a:gd name="T56" fmla="*/ 121 w 243"/>
                <a:gd name="T57" fmla="*/ 311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3" h="311">
                  <a:moveTo>
                    <a:pt x="48" y="44"/>
                  </a:moveTo>
                  <a:cubicBezTo>
                    <a:pt x="22" y="44"/>
                    <a:pt x="17" y="69"/>
                    <a:pt x="17" y="108"/>
                  </a:cubicBezTo>
                  <a:lnTo>
                    <a:pt x="17" y="200"/>
                  </a:lnTo>
                  <a:cubicBezTo>
                    <a:pt x="17" y="235"/>
                    <a:pt x="62" y="268"/>
                    <a:pt x="88" y="285"/>
                  </a:cubicBezTo>
                  <a:cubicBezTo>
                    <a:pt x="109" y="298"/>
                    <a:pt x="134" y="298"/>
                    <a:pt x="155" y="285"/>
                  </a:cubicBezTo>
                  <a:cubicBezTo>
                    <a:pt x="181" y="268"/>
                    <a:pt x="226" y="235"/>
                    <a:pt x="226" y="200"/>
                  </a:cubicBezTo>
                  <a:lnTo>
                    <a:pt x="226" y="81"/>
                  </a:lnTo>
                  <a:cubicBezTo>
                    <a:pt x="226" y="70"/>
                    <a:pt x="213" y="47"/>
                    <a:pt x="197" y="32"/>
                  </a:cubicBezTo>
                  <a:cubicBezTo>
                    <a:pt x="188" y="23"/>
                    <a:pt x="180" y="19"/>
                    <a:pt x="175" y="18"/>
                  </a:cubicBezTo>
                  <a:cubicBezTo>
                    <a:pt x="175" y="18"/>
                    <a:pt x="175" y="18"/>
                    <a:pt x="175" y="19"/>
                  </a:cubicBezTo>
                  <a:cubicBezTo>
                    <a:pt x="178" y="28"/>
                    <a:pt x="184" y="47"/>
                    <a:pt x="160" y="59"/>
                  </a:cubicBezTo>
                  <a:cubicBezTo>
                    <a:pt x="142" y="68"/>
                    <a:pt x="112" y="60"/>
                    <a:pt x="84" y="52"/>
                  </a:cubicBezTo>
                  <a:cubicBezTo>
                    <a:pt x="69" y="48"/>
                    <a:pt x="56" y="44"/>
                    <a:pt x="48" y="44"/>
                  </a:cubicBezTo>
                  <a:close/>
                  <a:moveTo>
                    <a:pt x="121" y="311"/>
                  </a:moveTo>
                  <a:cubicBezTo>
                    <a:pt x="107" y="311"/>
                    <a:pt x="92" y="307"/>
                    <a:pt x="79" y="299"/>
                  </a:cubicBezTo>
                  <a:cubicBezTo>
                    <a:pt x="43" y="276"/>
                    <a:pt x="0" y="241"/>
                    <a:pt x="0" y="200"/>
                  </a:cubicBezTo>
                  <a:lnTo>
                    <a:pt x="0" y="108"/>
                  </a:lnTo>
                  <a:cubicBezTo>
                    <a:pt x="0" y="84"/>
                    <a:pt x="0" y="27"/>
                    <a:pt x="48" y="27"/>
                  </a:cubicBezTo>
                  <a:cubicBezTo>
                    <a:pt x="58" y="27"/>
                    <a:pt x="72" y="31"/>
                    <a:pt x="88" y="36"/>
                  </a:cubicBezTo>
                  <a:cubicBezTo>
                    <a:pt x="111" y="42"/>
                    <a:pt x="140" y="50"/>
                    <a:pt x="152" y="44"/>
                  </a:cubicBezTo>
                  <a:cubicBezTo>
                    <a:pt x="164" y="39"/>
                    <a:pt x="162" y="33"/>
                    <a:pt x="159" y="23"/>
                  </a:cubicBezTo>
                  <a:cubicBezTo>
                    <a:pt x="158" y="18"/>
                    <a:pt x="156" y="12"/>
                    <a:pt x="160" y="6"/>
                  </a:cubicBezTo>
                  <a:cubicBezTo>
                    <a:pt x="162" y="3"/>
                    <a:pt x="166" y="1"/>
                    <a:pt x="171" y="1"/>
                  </a:cubicBezTo>
                  <a:lnTo>
                    <a:pt x="171" y="1"/>
                  </a:lnTo>
                  <a:cubicBezTo>
                    <a:pt x="185" y="0"/>
                    <a:pt x="199" y="11"/>
                    <a:pt x="209" y="20"/>
                  </a:cubicBezTo>
                  <a:cubicBezTo>
                    <a:pt x="225" y="36"/>
                    <a:pt x="243" y="63"/>
                    <a:pt x="243" y="81"/>
                  </a:cubicBezTo>
                  <a:lnTo>
                    <a:pt x="243" y="200"/>
                  </a:lnTo>
                  <a:cubicBezTo>
                    <a:pt x="243" y="241"/>
                    <a:pt x="200" y="276"/>
                    <a:pt x="164" y="299"/>
                  </a:cubicBezTo>
                  <a:cubicBezTo>
                    <a:pt x="151" y="307"/>
                    <a:pt x="136" y="311"/>
                    <a:pt x="121" y="311"/>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4" name="Freeform 500">
              <a:extLst>
                <a:ext uri="{FF2B5EF4-FFF2-40B4-BE49-F238E27FC236}">
                  <a16:creationId xmlns:a16="http://schemas.microsoft.com/office/drawing/2014/main" id="{0FB9500B-4309-8FEF-C068-3926AFE04D91}"/>
                </a:ext>
              </a:extLst>
            </p:cNvPr>
            <p:cNvSpPr>
              <a:spLocks noEditPoints="1"/>
            </p:cNvSpPr>
            <p:nvPr/>
          </p:nvSpPr>
          <p:spPr bwMode="auto">
            <a:xfrm>
              <a:off x="6413501" y="2011363"/>
              <a:ext cx="44450" cy="85725"/>
            </a:xfrm>
            <a:custGeom>
              <a:avLst/>
              <a:gdLst>
                <a:gd name="T0" fmla="*/ 27 w 55"/>
                <a:gd name="T1" fmla="*/ 17 h 107"/>
                <a:gd name="T2" fmla="*/ 16 w 55"/>
                <a:gd name="T3" fmla="*/ 27 h 107"/>
                <a:gd name="T4" fmla="*/ 16 w 55"/>
                <a:gd name="T5" fmla="*/ 30 h 107"/>
                <a:gd name="T6" fmla="*/ 26 w 55"/>
                <a:gd name="T7" fmla="*/ 75 h 107"/>
                <a:gd name="T8" fmla="*/ 39 w 55"/>
                <a:gd name="T9" fmla="*/ 89 h 107"/>
                <a:gd name="T10" fmla="*/ 38 w 55"/>
                <a:gd name="T11" fmla="*/ 17 h 107"/>
                <a:gd name="T12" fmla="*/ 27 w 55"/>
                <a:gd name="T13" fmla="*/ 17 h 107"/>
                <a:gd name="T14" fmla="*/ 55 w 55"/>
                <a:gd name="T15" fmla="*/ 107 h 107"/>
                <a:gd name="T16" fmla="*/ 47 w 55"/>
                <a:gd name="T17" fmla="*/ 107 h 107"/>
                <a:gd name="T18" fmla="*/ 12 w 55"/>
                <a:gd name="T19" fmla="*/ 82 h 107"/>
                <a:gd name="T20" fmla="*/ 0 w 55"/>
                <a:gd name="T21" fmla="*/ 30 h 107"/>
                <a:gd name="T22" fmla="*/ 0 w 55"/>
                <a:gd name="T23" fmla="*/ 27 h 107"/>
                <a:gd name="T24" fmla="*/ 27 w 55"/>
                <a:gd name="T25" fmla="*/ 0 h 107"/>
                <a:gd name="T26" fmla="*/ 55 w 55"/>
                <a:gd name="T27" fmla="*/ 0 h 107"/>
                <a:gd name="T28" fmla="*/ 55 w 55"/>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5" h="107">
                  <a:moveTo>
                    <a:pt x="27" y="17"/>
                  </a:moveTo>
                  <a:cubicBezTo>
                    <a:pt x="21" y="17"/>
                    <a:pt x="16" y="21"/>
                    <a:pt x="16" y="27"/>
                  </a:cubicBezTo>
                  <a:lnTo>
                    <a:pt x="16" y="30"/>
                  </a:lnTo>
                  <a:cubicBezTo>
                    <a:pt x="16" y="46"/>
                    <a:pt x="20" y="62"/>
                    <a:pt x="26" y="75"/>
                  </a:cubicBezTo>
                  <a:cubicBezTo>
                    <a:pt x="31" y="83"/>
                    <a:pt x="34" y="87"/>
                    <a:pt x="39" y="89"/>
                  </a:cubicBezTo>
                  <a:lnTo>
                    <a:pt x="38" y="17"/>
                  </a:lnTo>
                  <a:lnTo>
                    <a:pt x="27" y="17"/>
                  </a:lnTo>
                  <a:close/>
                  <a:moveTo>
                    <a:pt x="55" y="107"/>
                  </a:moveTo>
                  <a:lnTo>
                    <a:pt x="47" y="107"/>
                  </a:lnTo>
                  <a:cubicBezTo>
                    <a:pt x="28" y="107"/>
                    <a:pt x="19" y="98"/>
                    <a:pt x="12" y="82"/>
                  </a:cubicBezTo>
                  <a:cubicBezTo>
                    <a:pt x="4" y="67"/>
                    <a:pt x="0" y="49"/>
                    <a:pt x="0" y="30"/>
                  </a:cubicBezTo>
                  <a:lnTo>
                    <a:pt x="0" y="27"/>
                  </a:lnTo>
                  <a:cubicBezTo>
                    <a:pt x="0" y="12"/>
                    <a:pt x="12" y="0"/>
                    <a:pt x="27" y="0"/>
                  </a:cubicBezTo>
                  <a:lnTo>
                    <a:pt x="55" y="0"/>
                  </a:lnTo>
                  <a:lnTo>
                    <a:pt x="55" y="10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5" name="Freeform 501">
              <a:extLst>
                <a:ext uri="{FF2B5EF4-FFF2-40B4-BE49-F238E27FC236}">
                  <a16:creationId xmlns:a16="http://schemas.microsoft.com/office/drawing/2014/main" id="{66B80A62-7E99-4E39-4D22-FA92B05C3609}"/>
                </a:ext>
              </a:extLst>
            </p:cNvPr>
            <p:cNvSpPr>
              <a:spLocks/>
            </p:cNvSpPr>
            <p:nvPr/>
          </p:nvSpPr>
          <p:spPr bwMode="auto">
            <a:xfrm>
              <a:off x="6411914" y="1846263"/>
              <a:ext cx="260350" cy="174625"/>
            </a:xfrm>
            <a:custGeom>
              <a:avLst/>
              <a:gdLst>
                <a:gd name="T0" fmla="*/ 9 w 323"/>
                <a:gd name="T1" fmla="*/ 217 h 217"/>
                <a:gd name="T2" fmla="*/ 4 w 323"/>
                <a:gd name="T3" fmla="*/ 186 h 217"/>
                <a:gd name="T4" fmla="*/ 11 w 323"/>
                <a:gd name="T5" fmla="*/ 105 h 217"/>
                <a:gd name="T6" fmla="*/ 161 w 323"/>
                <a:gd name="T7" fmla="*/ 2 h 217"/>
                <a:gd name="T8" fmla="*/ 312 w 323"/>
                <a:gd name="T9" fmla="*/ 105 h 217"/>
                <a:gd name="T10" fmla="*/ 318 w 323"/>
                <a:gd name="T11" fmla="*/ 186 h 217"/>
                <a:gd name="T12" fmla="*/ 313 w 323"/>
                <a:gd name="T13" fmla="*/ 217 h 217"/>
                <a:gd name="T14" fmla="*/ 297 w 323"/>
                <a:gd name="T15" fmla="*/ 214 h 217"/>
                <a:gd name="T16" fmla="*/ 302 w 323"/>
                <a:gd name="T17" fmla="*/ 184 h 217"/>
                <a:gd name="T18" fmla="*/ 296 w 323"/>
                <a:gd name="T19" fmla="*/ 111 h 217"/>
                <a:gd name="T20" fmla="*/ 161 w 323"/>
                <a:gd name="T21" fmla="*/ 18 h 217"/>
                <a:gd name="T22" fmla="*/ 26 w 323"/>
                <a:gd name="T23" fmla="*/ 111 h 217"/>
                <a:gd name="T24" fmla="*/ 21 w 323"/>
                <a:gd name="T25" fmla="*/ 184 h 217"/>
                <a:gd name="T26" fmla="*/ 26 w 323"/>
                <a:gd name="T27" fmla="*/ 214 h 217"/>
                <a:gd name="T28" fmla="*/ 9 w 323"/>
                <a:gd name="T29" fmla="*/ 21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3" h="217">
                  <a:moveTo>
                    <a:pt x="9" y="217"/>
                  </a:moveTo>
                  <a:lnTo>
                    <a:pt x="4" y="186"/>
                  </a:lnTo>
                  <a:cubicBezTo>
                    <a:pt x="0" y="157"/>
                    <a:pt x="2" y="129"/>
                    <a:pt x="11" y="105"/>
                  </a:cubicBezTo>
                  <a:cubicBezTo>
                    <a:pt x="34" y="41"/>
                    <a:pt x="95" y="0"/>
                    <a:pt x="161" y="2"/>
                  </a:cubicBezTo>
                  <a:cubicBezTo>
                    <a:pt x="228" y="0"/>
                    <a:pt x="288" y="41"/>
                    <a:pt x="312" y="105"/>
                  </a:cubicBezTo>
                  <a:cubicBezTo>
                    <a:pt x="321" y="129"/>
                    <a:pt x="323" y="157"/>
                    <a:pt x="318" y="186"/>
                  </a:cubicBezTo>
                  <a:lnTo>
                    <a:pt x="313" y="217"/>
                  </a:lnTo>
                  <a:lnTo>
                    <a:pt x="297" y="214"/>
                  </a:lnTo>
                  <a:lnTo>
                    <a:pt x="302" y="184"/>
                  </a:lnTo>
                  <a:cubicBezTo>
                    <a:pt x="306" y="157"/>
                    <a:pt x="304" y="132"/>
                    <a:pt x="296" y="111"/>
                  </a:cubicBezTo>
                  <a:cubicBezTo>
                    <a:pt x="275" y="54"/>
                    <a:pt x="222" y="17"/>
                    <a:pt x="161" y="18"/>
                  </a:cubicBezTo>
                  <a:cubicBezTo>
                    <a:pt x="102" y="17"/>
                    <a:pt x="47" y="54"/>
                    <a:pt x="26" y="111"/>
                  </a:cubicBezTo>
                  <a:cubicBezTo>
                    <a:pt x="18" y="132"/>
                    <a:pt x="16" y="157"/>
                    <a:pt x="21" y="184"/>
                  </a:cubicBezTo>
                  <a:lnTo>
                    <a:pt x="26" y="214"/>
                  </a:lnTo>
                  <a:lnTo>
                    <a:pt x="9" y="21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6" name="Freeform 502">
              <a:extLst>
                <a:ext uri="{FF2B5EF4-FFF2-40B4-BE49-F238E27FC236}">
                  <a16:creationId xmlns:a16="http://schemas.microsoft.com/office/drawing/2014/main" id="{79AED08E-50FB-6CC5-1D47-0F6839CADBE5}"/>
                </a:ext>
              </a:extLst>
            </p:cNvPr>
            <p:cNvSpPr>
              <a:spLocks noEditPoints="1"/>
            </p:cNvSpPr>
            <p:nvPr/>
          </p:nvSpPr>
          <p:spPr bwMode="auto">
            <a:xfrm>
              <a:off x="6626226" y="2011363"/>
              <a:ext cx="44450" cy="85725"/>
            </a:xfrm>
            <a:custGeom>
              <a:avLst/>
              <a:gdLst>
                <a:gd name="T0" fmla="*/ 17 w 56"/>
                <a:gd name="T1" fmla="*/ 17 h 107"/>
                <a:gd name="T2" fmla="*/ 17 w 56"/>
                <a:gd name="T3" fmla="*/ 89 h 107"/>
                <a:gd name="T4" fmla="*/ 29 w 56"/>
                <a:gd name="T5" fmla="*/ 75 h 107"/>
                <a:gd name="T6" fmla="*/ 40 w 56"/>
                <a:gd name="T7" fmla="*/ 30 h 107"/>
                <a:gd name="T8" fmla="*/ 40 w 56"/>
                <a:gd name="T9" fmla="*/ 27 h 107"/>
                <a:gd name="T10" fmla="*/ 29 w 56"/>
                <a:gd name="T11" fmla="*/ 17 h 107"/>
                <a:gd name="T12" fmla="*/ 17 w 56"/>
                <a:gd name="T13" fmla="*/ 17 h 107"/>
                <a:gd name="T14" fmla="*/ 9 w 56"/>
                <a:gd name="T15" fmla="*/ 107 h 107"/>
                <a:gd name="T16" fmla="*/ 0 w 56"/>
                <a:gd name="T17" fmla="*/ 107 h 107"/>
                <a:gd name="T18" fmla="*/ 1 w 56"/>
                <a:gd name="T19" fmla="*/ 0 h 107"/>
                <a:gd name="T20" fmla="*/ 29 w 56"/>
                <a:gd name="T21" fmla="*/ 0 h 107"/>
                <a:gd name="T22" fmla="*/ 56 w 56"/>
                <a:gd name="T23" fmla="*/ 27 h 107"/>
                <a:gd name="T24" fmla="*/ 56 w 56"/>
                <a:gd name="T25" fmla="*/ 30 h 107"/>
                <a:gd name="T26" fmla="*/ 44 w 56"/>
                <a:gd name="T27" fmla="*/ 82 h 107"/>
                <a:gd name="T28" fmla="*/ 9 w 56"/>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 h="107">
                  <a:moveTo>
                    <a:pt x="17" y="17"/>
                  </a:moveTo>
                  <a:lnTo>
                    <a:pt x="17" y="89"/>
                  </a:lnTo>
                  <a:cubicBezTo>
                    <a:pt x="22" y="87"/>
                    <a:pt x="25" y="83"/>
                    <a:pt x="29" y="75"/>
                  </a:cubicBezTo>
                  <a:cubicBezTo>
                    <a:pt x="36" y="62"/>
                    <a:pt x="40" y="46"/>
                    <a:pt x="40" y="30"/>
                  </a:cubicBezTo>
                  <a:lnTo>
                    <a:pt x="40" y="27"/>
                  </a:lnTo>
                  <a:cubicBezTo>
                    <a:pt x="40" y="21"/>
                    <a:pt x="35" y="17"/>
                    <a:pt x="29" y="17"/>
                  </a:cubicBezTo>
                  <a:lnTo>
                    <a:pt x="17" y="17"/>
                  </a:lnTo>
                  <a:close/>
                  <a:moveTo>
                    <a:pt x="9" y="107"/>
                  </a:moveTo>
                  <a:lnTo>
                    <a:pt x="0" y="107"/>
                  </a:lnTo>
                  <a:lnTo>
                    <a:pt x="1" y="0"/>
                  </a:lnTo>
                  <a:lnTo>
                    <a:pt x="29" y="0"/>
                  </a:lnTo>
                  <a:cubicBezTo>
                    <a:pt x="44" y="0"/>
                    <a:pt x="56" y="12"/>
                    <a:pt x="56" y="27"/>
                  </a:cubicBezTo>
                  <a:lnTo>
                    <a:pt x="56" y="30"/>
                  </a:lnTo>
                  <a:cubicBezTo>
                    <a:pt x="56" y="49"/>
                    <a:pt x="52" y="67"/>
                    <a:pt x="44" y="82"/>
                  </a:cubicBezTo>
                  <a:cubicBezTo>
                    <a:pt x="36" y="98"/>
                    <a:pt x="28" y="107"/>
                    <a:pt x="9" y="107"/>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7" name="Freeform 503">
              <a:extLst>
                <a:ext uri="{FF2B5EF4-FFF2-40B4-BE49-F238E27FC236}">
                  <a16:creationId xmlns:a16="http://schemas.microsoft.com/office/drawing/2014/main" id="{56A22040-9F9F-6835-5C57-E0E2B1780ED4}"/>
                </a:ext>
              </a:extLst>
            </p:cNvPr>
            <p:cNvSpPr>
              <a:spLocks noEditPoints="1"/>
            </p:cNvSpPr>
            <p:nvPr/>
          </p:nvSpPr>
          <p:spPr bwMode="auto">
            <a:xfrm>
              <a:off x="6530976" y="2166938"/>
              <a:ext cx="103188" cy="103188"/>
            </a:xfrm>
            <a:custGeom>
              <a:avLst/>
              <a:gdLst>
                <a:gd name="T0" fmla="*/ 25 w 128"/>
                <a:gd name="T1" fmla="*/ 72 h 127"/>
                <a:gd name="T2" fmla="*/ 56 w 128"/>
                <a:gd name="T3" fmla="*/ 104 h 127"/>
                <a:gd name="T4" fmla="*/ 106 w 128"/>
                <a:gd name="T5" fmla="*/ 56 h 127"/>
                <a:gd name="T6" fmla="*/ 81 w 128"/>
                <a:gd name="T7" fmla="*/ 24 h 127"/>
                <a:gd name="T8" fmla="*/ 25 w 128"/>
                <a:gd name="T9" fmla="*/ 72 h 127"/>
                <a:gd name="T10" fmla="*/ 55 w 128"/>
                <a:gd name="T11" fmla="*/ 127 h 127"/>
                <a:gd name="T12" fmla="*/ 0 w 128"/>
                <a:gd name="T13" fmla="*/ 71 h 127"/>
                <a:gd name="T14" fmla="*/ 84 w 128"/>
                <a:gd name="T15" fmla="*/ 0 h 127"/>
                <a:gd name="T16" fmla="*/ 128 w 128"/>
                <a:gd name="T17" fmla="*/ 57 h 127"/>
                <a:gd name="T18" fmla="*/ 55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5" y="72"/>
                  </a:moveTo>
                  <a:lnTo>
                    <a:pt x="56" y="104"/>
                  </a:lnTo>
                  <a:lnTo>
                    <a:pt x="106" y="56"/>
                  </a:lnTo>
                  <a:lnTo>
                    <a:pt x="81" y="24"/>
                  </a:lnTo>
                  <a:lnTo>
                    <a:pt x="25" y="72"/>
                  </a:lnTo>
                  <a:close/>
                  <a:moveTo>
                    <a:pt x="55" y="127"/>
                  </a:moveTo>
                  <a:lnTo>
                    <a:pt x="0" y="71"/>
                  </a:lnTo>
                  <a:lnTo>
                    <a:pt x="84" y="0"/>
                  </a:lnTo>
                  <a:lnTo>
                    <a:pt x="128" y="57"/>
                  </a:lnTo>
                  <a:lnTo>
                    <a:pt x="55"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8" name="Freeform 504">
              <a:extLst>
                <a:ext uri="{FF2B5EF4-FFF2-40B4-BE49-F238E27FC236}">
                  <a16:creationId xmlns:a16="http://schemas.microsoft.com/office/drawing/2014/main" id="{7704F8A2-220F-7C43-4128-B199539299CD}"/>
                </a:ext>
              </a:extLst>
            </p:cNvPr>
            <p:cNvSpPr>
              <a:spLocks noEditPoints="1"/>
            </p:cNvSpPr>
            <p:nvPr/>
          </p:nvSpPr>
          <p:spPr bwMode="auto">
            <a:xfrm>
              <a:off x="6448426" y="2166938"/>
              <a:ext cx="103188" cy="103188"/>
            </a:xfrm>
            <a:custGeom>
              <a:avLst/>
              <a:gdLst>
                <a:gd name="T0" fmla="*/ 22 w 128"/>
                <a:gd name="T1" fmla="*/ 56 h 127"/>
                <a:gd name="T2" fmla="*/ 72 w 128"/>
                <a:gd name="T3" fmla="*/ 104 h 127"/>
                <a:gd name="T4" fmla="*/ 103 w 128"/>
                <a:gd name="T5" fmla="*/ 72 h 127"/>
                <a:gd name="T6" fmla="*/ 47 w 128"/>
                <a:gd name="T7" fmla="*/ 24 h 127"/>
                <a:gd name="T8" fmla="*/ 22 w 128"/>
                <a:gd name="T9" fmla="*/ 56 h 127"/>
                <a:gd name="T10" fmla="*/ 73 w 128"/>
                <a:gd name="T11" fmla="*/ 127 h 127"/>
                <a:gd name="T12" fmla="*/ 0 w 128"/>
                <a:gd name="T13" fmla="*/ 57 h 127"/>
                <a:gd name="T14" fmla="*/ 44 w 128"/>
                <a:gd name="T15" fmla="*/ 0 h 127"/>
                <a:gd name="T16" fmla="*/ 128 w 128"/>
                <a:gd name="T17" fmla="*/ 71 h 127"/>
                <a:gd name="T18" fmla="*/ 73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2" y="56"/>
                  </a:moveTo>
                  <a:lnTo>
                    <a:pt x="72" y="104"/>
                  </a:lnTo>
                  <a:lnTo>
                    <a:pt x="103" y="72"/>
                  </a:lnTo>
                  <a:lnTo>
                    <a:pt x="47" y="24"/>
                  </a:lnTo>
                  <a:lnTo>
                    <a:pt x="22" y="56"/>
                  </a:lnTo>
                  <a:close/>
                  <a:moveTo>
                    <a:pt x="73" y="127"/>
                  </a:moveTo>
                  <a:lnTo>
                    <a:pt x="0" y="57"/>
                  </a:lnTo>
                  <a:lnTo>
                    <a:pt x="44" y="0"/>
                  </a:lnTo>
                  <a:lnTo>
                    <a:pt x="128" y="71"/>
                  </a:lnTo>
                  <a:lnTo>
                    <a:pt x="73"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9" name="Freeform 505">
              <a:extLst>
                <a:ext uri="{FF2B5EF4-FFF2-40B4-BE49-F238E27FC236}">
                  <a16:creationId xmlns:a16="http://schemas.microsoft.com/office/drawing/2014/main" id="{C2B0227C-7B01-2E3F-FD97-1CBA49892025}"/>
                </a:ext>
              </a:extLst>
            </p:cNvPr>
            <p:cNvSpPr>
              <a:spLocks/>
            </p:cNvSpPr>
            <p:nvPr/>
          </p:nvSpPr>
          <p:spPr bwMode="auto">
            <a:xfrm>
              <a:off x="6508751" y="2249488"/>
              <a:ext cx="66675" cy="31750"/>
            </a:xfrm>
            <a:custGeom>
              <a:avLst/>
              <a:gdLst>
                <a:gd name="T0" fmla="*/ 41 w 83"/>
                <a:gd name="T1" fmla="*/ 40 h 40"/>
                <a:gd name="T2" fmla="*/ 20 w 83"/>
                <a:gd name="T3" fmla="*/ 31 h 40"/>
                <a:gd name="T4" fmla="*/ 0 w 83"/>
                <a:gd name="T5" fmla="*/ 12 h 40"/>
                <a:gd name="T6" fmla="*/ 12 w 83"/>
                <a:gd name="T7" fmla="*/ 0 h 40"/>
                <a:gd name="T8" fmla="*/ 32 w 83"/>
                <a:gd name="T9" fmla="*/ 19 h 40"/>
                <a:gd name="T10" fmla="*/ 51 w 83"/>
                <a:gd name="T11" fmla="*/ 19 h 40"/>
                <a:gd name="T12" fmla="*/ 71 w 83"/>
                <a:gd name="T13" fmla="*/ 0 h 40"/>
                <a:gd name="T14" fmla="*/ 83 w 83"/>
                <a:gd name="T15" fmla="*/ 12 h 40"/>
                <a:gd name="T16" fmla="*/ 63 w 83"/>
                <a:gd name="T17" fmla="*/ 31 h 40"/>
                <a:gd name="T18" fmla="*/ 41 w 83"/>
                <a:gd name="T1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 h="40">
                  <a:moveTo>
                    <a:pt x="41" y="40"/>
                  </a:moveTo>
                  <a:cubicBezTo>
                    <a:pt x="34" y="40"/>
                    <a:pt x="26" y="37"/>
                    <a:pt x="20" y="31"/>
                  </a:cubicBezTo>
                  <a:lnTo>
                    <a:pt x="0" y="12"/>
                  </a:lnTo>
                  <a:lnTo>
                    <a:pt x="12" y="0"/>
                  </a:lnTo>
                  <a:lnTo>
                    <a:pt x="32" y="19"/>
                  </a:lnTo>
                  <a:cubicBezTo>
                    <a:pt x="37" y="24"/>
                    <a:pt x="46" y="24"/>
                    <a:pt x="51" y="19"/>
                  </a:cubicBezTo>
                  <a:lnTo>
                    <a:pt x="71" y="0"/>
                  </a:lnTo>
                  <a:lnTo>
                    <a:pt x="83" y="12"/>
                  </a:lnTo>
                  <a:lnTo>
                    <a:pt x="63" y="31"/>
                  </a:lnTo>
                  <a:cubicBezTo>
                    <a:pt x="57" y="37"/>
                    <a:pt x="49" y="40"/>
                    <a:pt x="41" y="40"/>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0" name="Freeform 506">
              <a:extLst>
                <a:ext uri="{FF2B5EF4-FFF2-40B4-BE49-F238E27FC236}">
                  <a16:creationId xmlns:a16="http://schemas.microsoft.com/office/drawing/2014/main" id="{B17DA233-C3A7-041A-724C-54488FEDF3D1}"/>
                </a:ext>
              </a:extLst>
            </p:cNvPr>
            <p:cNvSpPr>
              <a:spLocks/>
            </p:cNvSpPr>
            <p:nvPr/>
          </p:nvSpPr>
          <p:spPr bwMode="auto">
            <a:xfrm>
              <a:off x="6508751" y="2268538"/>
              <a:ext cx="25400" cy="57150"/>
            </a:xfrm>
            <a:custGeom>
              <a:avLst/>
              <a:gdLst>
                <a:gd name="T0" fmla="*/ 8 w 16"/>
                <a:gd name="T1" fmla="*/ 36 h 36"/>
                <a:gd name="T2" fmla="*/ 0 w 16"/>
                <a:gd name="T3" fmla="*/ 34 h 36"/>
                <a:gd name="T4" fmla="*/ 8 w 16"/>
                <a:gd name="T5" fmla="*/ 0 h 36"/>
                <a:gd name="T6" fmla="*/ 16 w 16"/>
                <a:gd name="T7" fmla="*/ 2 h 36"/>
                <a:gd name="T8" fmla="*/ 8 w 16"/>
                <a:gd name="T9" fmla="*/ 36 h 36"/>
              </a:gdLst>
              <a:ahLst/>
              <a:cxnLst>
                <a:cxn ang="0">
                  <a:pos x="T0" y="T1"/>
                </a:cxn>
                <a:cxn ang="0">
                  <a:pos x="T2" y="T3"/>
                </a:cxn>
                <a:cxn ang="0">
                  <a:pos x="T4" y="T5"/>
                </a:cxn>
                <a:cxn ang="0">
                  <a:pos x="T6" y="T7"/>
                </a:cxn>
                <a:cxn ang="0">
                  <a:pos x="T8" y="T9"/>
                </a:cxn>
              </a:cxnLst>
              <a:rect l="0" t="0" r="r" b="b"/>
              <a:pathLst>
                <a:path w="16" h="36">
                  <a:moveTo>
                    <a:pt x="8" y="36"/>
                  </a:moveTo>
                  <a:lnTo>
                    <a:pt x="0" y="34"/>
                  </a:lnTo>
                  <a:lnTo>
                    <a:pt x="8" y="0"/>
                  </a:lnTo>
                  <a:lnTo>
                    <a:pt x="16" y="2"/>
                  </a:lnTo>
                  <a:lnTo>
                    <a:pt x="8"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1" name="Freeform 507">
              <a:extLst>
                <a:ext uri="{FF2B5EF4-FFF2-40B4-BE49-F238E27FC236}">
                  <a16:creationId xmlns:a16="http://schemas.microsoft.com/office/drawing/2014/main" id="{5A505037-F4EF-05A4-5AEA-5202B320753F}"/>
                </a:ext>
              </a:extLst>
            </p:cNvPr>
            <p:cNvSpPr>
              <a:spLocks/>
            </p:cNvSpPr>
            <p:nvPr/>
          </p:nvSpPr>
          <p:spPr bwMode="auto">
            <a:xfrm>
              <a:off x="6548439" y="2268538"/>
              <a:ext cx="26988" cy="57150"/>
            </a:xfrm>
            <a:custGeom>
              <a:avLst/>
              <a:gdLst>
                <a:gd name="T0" fmla="*/ 9 w 17"/>
                <a:gd name="T1" fmla="*/ 36 h 36"/>
                <a:gd name="T2" fmla="*/ 0 w 17"/>
                <a:gd name="T3" fmla="*/ 2 h 36"/>
                <a:gd name="T4" fmla="*/ 9 w 17"/>
                <a:gd name="T5" fmla="*/ 0 h 36"/>
                <a:gd name="T6" fmla="*/ 17 w 17"/>
                <a:gd name="T7" fmla="*/ 34 h 36"/>
                <a:gd name="T8" fmla="*/ 9 w 17"/>
                <a:gd name="T9" fmla="*/ 36 h 36"/>
              </a:gdLst>
              <a:ahLst/>
              <a:cxnLst>
                <a:cxn ang="0">
                  <a:pos x="T0" y="T1"/>
                </a:cxn>
                <a:cxn ang="0">
                  <a:pos x="T2" y="T3"/>
                </a:cxn>
                <a:cxn ang="0">
                  <a:pos x="T4" y="T5"/>
                </a:cxn>
                <a:cxn ang="0">
                  <a:pos x="T6" y="T7"/>
                </a:cxn>
                <a:cxn ang="0">
                  <a:pos x="T8" y="T9"/>
                </a:cxn>
              </a:cxnLst>
              <a:rect l="0" t="0" r="r" b="b"/>
              <a:pathLst>
                <a:path w="17" h="36">
                  <a:moveTo>
                    <a:pt x="9" y="36"/>
                  </a:moveTo>
                  <a:lnTo>
                    <a:pt x="0" y="2"/>
                  </a:lnTo>
                  <a:lnTo>
                    <a:pt x="9" y="0"/>
                  </a:lnTo>
                  <a:lnTo>
                    <a:pt x="17" y="34"/>
                  </a:lnTo>
                  <a:lnTo>
                    <a:pt x="9"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02" name="Presentation9" descr="{&quot;Key&quot;:&quot;POWER_USER_SHAPE_ICON&quot;,&quot;Value&quot;:&quot;POWER_USER_SHAPE_ICON_STYLE_1&quot;}">
            <a:extLst>
              <a:ext uri="{FF2B5EF4-FFF2-40B4-BE49-F238E27FC236}">
                <a16:creationId xmlns:a16="http://schemas.microsoft.com/office/drawing/2014/main" id="{339AD63D-A32C-8050-4B6B-5A1AAA71414D}"/>
              </a:ext>
            </a:extLst>
          </p:cNvPr>
          <p:cNvGrpSpPr>
            <a:grpSpLocks noChangeAspect="1"/>
          </p:cNvGrpSpPr>
          <p:nvPr>
            <p:custDataLst>
              <p:tags r:id="rId3"/>
            </p:custDataLst>
          </p:nvPr>
        </p:nvGrpSpPr>
        <p:grpSpPr>
          <a:xfrm>
            <a:off x="1385738" y="1006600"/>
            <a:ext cx="433996" cy="324000"/>
            <a:chOff x="6796088" y="1851026"/>
            <a:chExt cx="884238" cy="677862"/>
          </a:xfrm>
          <a:noFill/>
        </p:grpSpPr>
        <p:sp>
          <p:nvSpPr>
            <p:cNvPr id="403" name="Freeform 157">
              <a:extLst>
                <a:ext uri="{FF2B5EF4-FFF2-40B4-BE49-F238E27FC236}">
                  <a16:creationId xmlns:a16="http://schemas.microsoft.com/office/drawing/2014/main" id="{BA18D2E2-2246-D2EB-A83D-8955236335C2}"/>
                </a:ext>
              </a:extLst>
            </p:cNvPr>
            <p:cNvSpPr>
              <a:spLocks/>
            </p:cNvSpPr>
            <p:nvPr/>
          </p:nvSpPr>
          <p:spPr bwMode="auto">
            <a:xfrm>
              <a:off x="7018338" y="1851026"/>
              <a:ext cx="661988" cy="512763"/>
            </a:xfrm>
            <a:custGeom>
              <a:avLst/>
              <a:gdLst>
                <a:gd name="T0" fmla="*/ 54 w 870"/>
                <a:gd name="T1" fmla="*/ 54 h 673"/>
                <a:gd name="T2" fmla="*/ 816 w 870"/>
                <a:gd name="T3" fmla="*/ 54 h 673"/>
                <a:gd name="T4" fmla="*/ 816 w 870"/>
                <a:gd name="T5" fmla="*/ 619 h 673"/>
                <a:gd name="T6" fmla="*/ 394 w 870"/>
                <a:gd name="T7" fmla="*/ 619 h 673"/>
                <a:gd name="T8" fmla="*/ 295 w 870"/>
                <a:gd name="T9" fmla="*/ 673 h 673"/>
                <a:gd name="T10" fmla="*/ 817 w 870"/>
                <a:gd name="T11" fmla="*/ 673 h 673"/>
                <a:gd name="T12" fmla="*/ 870 w 870"/>
                <a:gd name="T13" fmla="*/ 620 h 673"/>
                <a:gd name="T14" fmla="*/ 870 w 870"/>
                <a:gd name="T15" fmla="*/ 53 h 673"/>
                <a:gd name="T16" fmla="*/ 817 w 870"/>
                <a:gd name="T17" fmla="*/ 0 h 673"/>
                <a:gd name="T18" fmla="*/ 53 w 870"/>
                <a:gd name="T19" fmla="*/ 0 h 673"/>
                <a:gd name="T20" fmla="*/ 0 w 870"/>
                <a:gd name="T21" fmla="*/ 53 h 673"/>
                <a:gd name="T22" fmla="*/ 0 w 870"/>
                <a:gd name="T23" fmla="*/ 185 h 673"/>
                <a:gd name="T24" fmla="*/ 54 w 870"/>
                <a:gd name="T25" fmla="*/ 215 h 673"/>
                <a:gd name="T26" fmla="*/ 54 w 870"/>
                <a:gd name="T27" fmla="*/ 54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0" h="673">
                  <a:moveTo>
                    <a:pt x="54" y="54"/>
                  </a:moveTo>
                  <a:lnTo>
                    <a:pt x="816" y="54"/>
                  </a:lnTo>
                  <a:lnTo>
                    <a:pt x="816" y="619"/>
                  </a:lnTo>
                  <a:lnTo>
                    <a:pt x="394" y="619"/>
                  </a:lnTo>
                  <a:cubicBezTo>
                    <a:pt x="363" y="638"/>
                    <a:pt x="330" y="656"/>
                    <a:pt x="295" y="673"/>
                  </a:cubicBezTo>
                  <a:lnTo>
                    <a:pt x="817" y="673"/>
                  </a:lnTo>
                  <a:cubicBezTo>
                    <a:pt x="846" y="673"/>
                    <a:pt x="870" y="650"/>
                    <a:pt x="870" y="620"/>
                  </a:cubicBezTo>
                  <a:lnTo>
                    <a:pt x="870" y="53"/>
                  </a:lnTo>
                  <a:cubicBezTo>
                    <a:pt x="870" y="23"/>
                    <a:pt x="846" y="0"/>
                    <a:pt x="817" y="0"/>
                  </a:cubicBezTo>
                  <a:lnTo>
                    <a:pt x="53" y="0"/>
                  </a:lnTo>
                  <a:cubicBezTo>
                    <a:pt x="24" y="0"/>
                    <a:pt x="0" y="23"/>
                    <a:pt x="0" y="53"/>
                  </a:cubicBezTo>
                  <a:lnTo>
                    <a:pt x="0" y="185"/>
                  </a:lnTo>
                  <a:cubicBezTo>
                    <a:pt x="20" y="192"/>
                    <a:pt x="38" y="202"/>
                    <a:pt x="54" y="215"/>
                  </a:cubicBezTo>
                  <a:lnTo>
                    <a:pt x="54" y="54"/>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4" name="Freeform 158">
              <a:extLst>
                <a:ext uri="{FF2B5EF4-FFF2-40B4-BE49-F238E27FC236}">
                  <a16:creationId xmlns:a16="http://schemas.microsoft.com/office/drawing/2014/main" id="{89BCC149-0158-1E40-B222-2A5AFE09AFA7}"/>
                </a:ext>
              </a:extLst>
            </p:cNvPr>
            <p:cNvSpPr>
              <a:spLocks/>
            </p:cNvSpPr>
            <p:nvPr/>
          </p:nvSpPr>
          <p:spPr bwMode="auto">
            <a:xfrm>
              <a:off x="6796088" y="2162175"/>
              <a:ext cx="573088" cy="366713"/>
            </a:xfrm>
            <a:custGeom>
              <a:avLst/>
              <a:gdLst>
                <a:gd name="T0" fmla="*/ 122 w 753"/>
                <a:gd name="T1" fmla="*/ 359 h 482"/>
                <a:gd name="T2" fmla="*/ 154 w 753"/>
                <a:gd name="T3" fmla="*/ 359 h 482"/>
                <a:gd name="T4" fmla="*/ 164 w 753"/>
                <a:gd name="T5" fmla="*/ 482 h 482"/>
                <a:gd name="T6" fmla="*/ 399 w 753"/>
                <a:gd name="T7" fmla="*/ 482 h 482"/>
                <a:gd name="T8" fmla="*/ 399 w 753"/>
                <a:gd name="T9" fmla="*/ 279 h 482"/>
                <a:gd name="T10" fmla="*/ 716 w 753"/>
                <a:gd name="T11" fmla="*/ 121 h 482"/>
                <a:gd name="T12" fmla="*/ 727 w 753"/>
                <a:gd name="T13" fmla="*/ 23 h 482"/>
                <a:gd name="T14" fmla="*/ 679 w 753"/>
                <a:gd name="T15" fmla="*/ 0 h 482"/>
                <a:gd name="T16" fmla="*/ 653 w 753"/>
                <a:gd name="T17" fmla="*/ 7 h 482"/>
                <a:gd name="T18" fmla="*/ 317 w 753"/>
                <a:gd name="T19" fmla="*/ 123 h 482"/>
                <a:gd name="T20" fmla="*/ 230 w 753"/>
                <a:gd name="T21" fmla="*/ 190 h 482"/>
                <a:gd name="T22" fmla="*/ 149 w 753"/>
                <a:gd name="T23" fmla="*/ 129 h 482"/>
                <a:gd name="T24" fmla="*/ 0 w 753"/>
                <a:gd name="T25" fmla="*/ 309 h 482"/>
                <a:gd name="T26" fmla="*/ 0 w 753"/>
                <a:gd name="T27" fmla="*/ 482 h 482"/>
                <a:gd name="T28" fmla="*/ 122 w 753"/>
                <a:gd name="T29" fmla="*/ 482 h 482"/>
                <a:gd name="T30" fmla="*/ 122 w 753"/>
                <a:gd name="T31" fmla="*/ 359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3" h="482">
                  <a:moveTo>
                    <a:pt x="122" y="359"/>
                  </a:moveTo>
                  <a:lnTo>
                    <a:pt x="154" y="359"/>
                  </a:lnTo>
                  <a:lnTo>
                    <a:pt x="164" y="482"/>
                  </a:lnTo>
                  <a:lnTo>
                    <a:pt x="399" y="482"/>
                  </a:lnTo>
                  <a:lnTo>
                    <a:pt x="399" y="279"/>
                  </a:lnTo>
                  <a:cubicBezTo>
                    <a:pt x="529" y="237"/>
                    <a:pt x="643" y="176"/>
                    <a:pt x="716" y="121"/>
                  </a:cubicBezTo>
                  <a:cubicBezTo>
                    <a:pt x="747" y="98"/>
                    <a:pt x="753" y="55"/>
                    <a:pt x="727" y="23"/>
                  </a:cubicBezTo>
                  <a:cubicBezTo>
                    <a:pt x="715" y="9"/>
                    <a:pt x="697" y="0"/>
                    <a:pt x="679" y="0"/>
                  </a:cubicBezTo>
                  <a:cubicBezTo>
                    <a:pt x="670" y="0"/>
                    <a:pt x="661" y="3"/>
                    <a:pt x="653" y="7"/>
                  </a:cubicBezTo>
                  <a:cubicBezTo>
                    <a:pt x="488" y="100"/>
                    <a:pt x="404" y="119"/>
                    <a:pt x="317" y="123"/>
                  </a:cubicBezTo>
                  <a:lnTo>
                    <a:pt x="230" y="190"/>
                  </a:lnTo>
                  <a:lnTo>
                    <a:pt x="149" y="129"/>
                  </a:lnTo>
                  <a:cubicBezTo>
                    <a:pt x="60" y="145"/>
                    <a:pt x="0" y="199"/>
                    <a:pt x="0" y="309"/>
                  </a:cubicBezTo>
                  <a:lnTo>
                    <a:pt x="0" y="482"/>
                  </a:lnTo>
                  <a:lnTo>
                    <a:pt x="122" y="482"/>
                  </a:lnTo>
                  <a:lnTo>
                    <a:pt x="122" y="359"/>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5" name="Oval 159">
              <a:extLst>
                <a:ext uri="{FF2B5EF4-FFF2-40B4-BE49-F238E27FC236}">
                  <a16:creationId xmlns:a16="http://schemas.microsoft.com/office/drawing/2014/main" id="{E4E539A0-BCD1-BDB8-039D-4B8B02BF2787}"/>
                </a:ext>
              </a:extLst>
            </p:cNvPr>
            <p:cNvSpPr>
              <a:spLocks noChangeArrowheads="1"/>
            </p:cNvSpPr>
            <p:nvPr/>
          </p:nvSpPr>
          <p:spPr bwMode="auto">
            <a:xfrm>
              <a:off x="6867526" y="2022475"/>
              <a:ext cx="206375" cy="204788"/>
            </a:xfrm>
            <a:prstGeom prst="ellipse">
              <a:avLst/>
            </a:pr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6" name="Freeform 160">
              <a:extLst>
                <a:ext uri="{FF2B5EF4-FFF2-40B4-BE49-F238E27FC236}">
                  <a16:creationId xmlns:a16="http://schemas.microsoft.com/office/drawing/2014/main" id="{DE1BB796-2E12-B9DF-5203-24EBA99A6888}"/>
                </a:ext>
              </a:extLst>
            </p:cNvPr>
            <p:cNvSpPr>
              <a:spLocks/>
            </p:cNvSpPr>
            <p:nvPr/>
          </p:nvSpPr>
          <p:spPr bwMode="auto">
            <a:xfrm>
              <a:off x="7173913" y="1997075"/>
              <a:ext cx="382588" cy="165100"/>
            </a:xfrm>
            <a:custGeom>
              <a:avLst/>
              <a:gdLst>
                <a:gd name="T0" fmla="*/ 489 w 503"/>
                <a:gd name="T1" fmla="*/ 117 h 216"/>
                <a:gd name="T2" fmla="*/ 494 w 503"/>
                <a:gd name="T3" fmla="*/ 111 h 216"/>
                <a:gd name="T4" fmla="*/ 502 w 503"/>
                <a:gd name="T5" fmla="*/ 8 h 216"/>
                <a:gd name="T6" fmla="*/ 500 w 503"/>
                <a:gd name="T7" fmla="*/ 2 h 216"/>
                <a:gd name="T8" fmla="*/ 494 w 503"/>
                <a:gd name="T9" fmla="*/ 0 h 216"/>
                <a:gd name="T10" fmla="*/ 391 w 503"/>
                <a:gd name="T11" fmla="*/ 9 h 216"/>
                <a:gd name="T12" fmla="*/ 385 w 503"/>
                <a:gd name="T13" fmla="*/ 14 h 216"/>
                <a:gd name="T14" fmla="*/ 387 w 503"/>
                <a:gd name="T15" fmla="*/ 21 h 216"/>
                <a:gd name="T16" fmla="*/ 416 w 503"/>
                <a:gd name="T17" fmla="*/ 50 h 216"/>
                <a:gd name="T18" fmla="*/ 292 w 503"/>
                <a:gd name="T19" fmla="*/ 152 h 216"/>
                <a:gd name="T20" fmla="*/ 190 w 503"/>
                <a:gd name="T21" fmla="*/ 73 h 216"/>
                <a:gd name="T22" fmla="*/ 161 w 503"/>
                <a:gd name="T23" fmla="*/ 72 h 216"/>
                <a:gd name="T24" fmla="*/ 0 w 503"/>
                <a:gd name="T25" fmla="*/ 174 h 216"/>
                <a:gd name="T26" fmla="*/ 27 w 503"/>
                <a:gd name="T27" fmla="*/ 216 h 216"/>
                <a:gd name="T28" fmla="*/ 173 w 503"/>
                <a:gd name="T29" fmla="*/ 124 h 216"/>
                <a:gd name="T30" fmla="*/ 278 w 503"/>
                <a:gd name="T31" fmla="*/ 205 h 216"/>
                <a:gd name="T32" fmla="*/ 309 w 503"/>
                <a:gd name="T33" fmla="*/ 204 h 216"/>
                <a:gd name="T34" fmla="*/ 452 w 503"/>
                <a:gd name="T35" fmla="*/ 86 h 216"/>
                <a:gd name="T36" fmla="*/ 482 w 503"/>
                <a:gd name="T37" fmla="*/ 116 h 216"/>
                <a:gd name="T38" fmla="*/ 489 w 503"/>
                <a:gd name="T39" fmla="*/ 117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3" h="216">
                  <a:moveTo>
                    <a:pt x="489" y="117"/>
                  </a:moveTo>
                  <a:cubicBezTo>
                    <a:pt x="492" y="116"/>
                    <a:pt x="494" y="114"/>
                    <a:pt x="494" y="111"/>
                  </a:cubicBezTo>
                  <a:lnTo>
                    <a:pt x="502" y="8"/>
                  </a:lnTo>
                  <a:cubicBezTo>
                    <a:pt x="503" y="6"/>
                    <a:pt x="502" y="4"/>
                    <a:pt x="500" y="2"/>
                  </a:cubicBezTo>
                  <a:cubicBezTo>
                    <a:pt x="499" y="0"/>
                    <a:pt x="497" y="0"/>
                    <a:pt x="494" y="0"/>
                  </a:cubicBezTo>
                  <a:lnTo>
                    <a:pt x="391" y="9"/>
                  </a:lnTo>
                  <a:cubicBezTo>
                    <a:pt x="388" y="9"/>
                    <a:pt x="386" y="11"/>
                    <a:pt x="385" y="14"/>
                  </a:cubicBezTo>
                  <a:cubicBezTo>
                    <a:pt x="384" y="16"/>
                    <a:pt x="385" y="19"/>
                    <a:pt x="387" y="21"/>
                  </a:cubicBezTo>
                  <a:lnTo>
                    <a:pt x="416" y="50"/>
                  </a:lnTo>
                  <a:lnTo>
                    <a:pt x="292" y="152"/>
                  </a:lnTo>
                  <a:lnTo>
                    <a:pt x="190" y="73"/>
                  </a:lnTo>
                  <a:cubicBezTo>
                    <a:pt x="182" y="67"/>
                    <a:pt x="170" y="66"/>
                    <a:pt x="161" y="72"/>
                  </a:cubicBezTo>
                  <a:lnTo>
                    <a:pt x="0" y="174"/>
                  </a:lnTo>
                  <a:lnTo>
                    <a:pt x="27" y="216"/>
                  </a:lnTo>
                  <a:lnTo>
                    <a:pt x="173" y="124"/>
                  </a:lnTo>
                  <a:lnTo>
                    <a:pt x="278" y="205"/>
                  </a:lnTo>
                  <a:cubicBezTo>
                    <a:pt x="287" y="212"/>
                    <a:pt x="300" y="212"/>
                    <a:pt x="309" y="204"/>
                  </a:cubicBezTo>
                  <a:lnTo>
                    <a:pt x="452" y="86"/>
                  </a:lnTo>
                  <a:lnTo>
                    <a:pt x="482" y="116"/>
                  </a:lnTo>
                  <a:cubicBezTo>
                    <a:pt x="485" y="119"/>
                    <a:pt x="488" y="118"/>
                    <a:pt x="489" y="117"/>
                  </a:cubicBez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07" name="Groupe 303">
            <a:extLst>
              <a:ext uri="{FF2B5EF4-FFF2-40B4-BE49-F238E27FC236}">
                <a16:creationId xmlns:a16="http://schemas.microsoft.com/office/drawing/2014/main" id="{BFDF5E2C-2CA6-5DF7-3FDE-E6B7D4D1B7E5}"/>
              </a:ext>
            </a:extLst>
          </p:cNvPr>
          <p:cNvGrpSpPr>
            <a:grpSpLocks noChangeAspect="1"/>
          </p:cNvGrpSpPr>
          <p:nvPr/>
        </p:nvGrpSpPr>
        <p:grpSpPr>
          <a:xfrm>
            <a:off x="10519094" y="2584735"/>
            <a:ext cx="304203" cy="264784"/>
            <a:chOff x="5053013" y="5526088"/>
            <a:chExt cx="420688" cy="384176"/>
          </a:xfrm>
        </p:grpSpPr>
        <p:sp>
          <p:nvSpPr>
            <p:cNvPr id="408" name="Freeform 149">
              <a:extLst>
                <a:ext uri="{FF2B5EF4-FFF2-40B4-BE49-F238E27FC236}">
                  <a16:creationId xmlns:a16="http://schemas.microsoft.com/office/drawing/2014/main" id="{C7D07B8C-2989-8F5D-6111-BD1A2A36F681}"/>
                </a:ext>
              </a:extLst>
            </p:cNvPr>
            <p:cNvSpPr>
              <a:spLocks/>
            </p:cNvSpPr>
            <p:nvPr/>
          </p:nvSpPr>
          <p:spPr bwMode="auto">
            <a:xfrm>
              <a:off x="5429251" y="5526088"/>
              <a:ext cx="44450" cy="384175"/>
            </a:xfrm>
            <a:custGeom>
              <a:avLst/>
              <a:gdLst>
                <a:gd name="T0" fmla="*/ 12 w 12"/>
                <a:gd name="T1" fmla="*/ 102 h 102"/>
                <a:gd name="T2" fmla="*/ 0 w 12"/>
                <a:gd name="T3" fmla="*/ 102 h 102"/>
                <a:gd name="T4" fmla="*/ 0 w 12"/>
                <a:gd name="T5" fmla="*/ 0 h 102"/>
                <a:gd name="T6" fmla="*/ 9 w 12"/>
                <a:gd name="T7" fmla="*/ 0 h 102"/>
                <a:gd name="T8" fmla="*/ 12 w 12"/>
                <a:gd name="T9" fmla="*/ 4 h 102"/>
                <a:gd name="T10" fmla="*/ 12 w 12"/>
                <a:gd name="T11" fmla="*/ 102 h 102"/>
              </a:gdLst>
              <a:ahLst/>
              <a:cxnLst>
                <a:cxn ang="0">
                  <a:pos x="T0" y="T1"/>
                </a:cxn>
                <a:cxn ang="0">
                  <a:pos x="T2" y="T3"/>
                </a:cxn>
                <a:cxn ang="0">
                  <a:pos x="T4" y="T5"/>
                </a:cxn>
                <a:cxn ang="0">
                  <a:pos x="T6" y="T7"/>
                </a:cxn>
                <a:cxn ang="0">
                  <a:pos x="T8" y="T9"/>
                </a:cxn>
                <a:cxn ang="0">
                  <a:pos x="T10" y="T11"/>
                </a:cxn>
              </a:cxnLst>
              <a:rect l="0" t="0" r="r" b="b"/>
              <a:pathLst>
                <a:path w="12" h="102">
                  <a:moveTo>
                    <a:pt x="12" y="102"/>
                  </a:moveTo>
                  <a:cubicBezTo>
                    <a:pt x="0" y="102"/>
                    <a:pt x="0" y="102"/>
                    <a:pt x="0" y="102"/>
                  </a:cubicBezTo>
                  <a:cubicBezTo>
                    <a:pt x="0" y="102"/>
                    <a:pt x="0" y="20"/>
                    <a:pt x="0" y="0"/>
                  </a:cubicBezTo>
                  <a:cubicBezTo>
                    <a:pt x="1" y="1"/>
                    <a:pt x="9" y="0"/>
                    <a:pt x="9" y="0"/>
                  </a:cubicBezTo>
                  <a:cubicBezTo>
                    <a:pt x="10" y="0"/>
                    <a:pt x="12" y="2"/>
                    <a:pt x="12" y="4"/>
                  </a:cubicBezTo>
                  <a:lnTo>
                    <a:pt x="12" y="102"/>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09" name="Freeform 150">
              <a:extLst>
                <a:ext uri="{FF2B5EF4-FFF2-40B4-BE49-F238E27FC236}">
                  <a16:creationId xmlns:a16="http://schemas.microsoft.com/office/drawing/2014/main" id="{5BE55E81-37F9-7099-5ADF-949A6F8BE412}"/>
                </a:ext>
              </a:extLst>
            </p:cNvPr>
            <p:cNvSpPr>
              <a:spLocks/>
            </p:cNvSpPr>
            <p:nvPr/>
          </p:nvSpPr>
          <p:spPr bwMode="auto">
            <a:xfrm>
              <a:off x="5365751" y="5632451"/>
              <a:ext cx="44450" cy="277813"/>
            </a:xfrm>
            <a:custGeom>
              <a:avLst/>
              <a:gdLst>
                <a:gd name="T0" fmla="*/ 12 w 12"/>
                <a:gd name="T1" fmla="*/ 74 h 74"/>
                <a:gd name="T2" fmla="*/ 0 w 12"/>
                <a:gd name="T3" fmla="*/ 74 h 74"/>
                <a:gd name="T4" fmla="*/ 0 w 12"/>
                <a:gd name="T5" fmla="*/ 0 h 74"/>
                <a:gd name="T6" fmla="*/ 9 w 12"/>
                <a:gd name="T7" fmla="*/ 0 h 74"/>
                <a:gd name="T8" fmla="*/ 12 w 12"/>
                <a:gd name="T9" fmla="*/ 2 h 74"/>
                <a:gd name="T10" fmla="*/ 12 w 12"/>
                <a:gd name="T11" fmla="*/ 74 h 74"/>
              </a:gdLst>
              <a:ahLst/>
              <a:cxnLst>
                <a:cxn ang="0">
                  <a:pos x="T0" y="T1"/>
                </a:cxn>
                <a:cxn ang="0">
                  <a:pos x="T2" y="T3"/>
                </a:cxn>
                <a:cxn ang="0">
                  <a:pos x="T4" y="T5"/>
                </a:cxn>
                <a:cxn ang="0">
                  <a:pos x="T6" y="T7"/>
                </a:cxn>
                <a:cxn ang="0">
                  <a:pos x="T8" y="T9"/>
                </a:cxn>
                <a:cxn ang="0">
                  <a:pos x="T10" y="T11"/>
                </a:cxn>
              </a:cxnLst>
              <a:rect l="0" t="0" r="r" b="b"/>
              <a:pathLst>
                <a:path w="12" h="74">
                  <a:moveTo>
                    <a:pt x="12" y="74"/>
                  </a:moveTo>
                  <a:cubicBezTo>
                    <a:pt x="0" y="74"/>
                    <a:pt x="0" y="74"/>
                    <a:pt x="0" y="74"/>
                  </a:cubicBezTo>
                  <a:cubicBezTo>
                    <a:pt x="0" y="74"/>
                    <a:pt x="0" y="14"/>
                    <a:pt x="0" y="0"/>
                  </a:cubicBezTo>
                  <a:cubicBezTo>
                    <a:pt x="1" y="0"/>
                    <a:pt x="9" y="0"/>
                    <a:pt x="9" y="0"/>
                  </a:cubicBezTo>
                  <a:cubicBezTo>
                    <a:pt x="11" y="0"/>
                    <a:pt x="12" y="1"/>
                    <a:pt x="12" y="2"/>
                  </a:cubicBezTo>
                  <a:lnTo>
                    <a:pt x="12" y="74"/>
                  </a:lnTo>
                  <a:close/>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0" name="Freeform 151">
              <a:extLst>
                <a:ext uri="{FF2B5EF4-FFF2-40B4-BE49-F238E27FC236}">
                  <a16:creationId xmlns:a16="http://schemas.microsoft.com/office/drawing/2014/main" id="{E6778B4D-DF22-48BA-7F25-A4C246B52E99}"/>
                </a:ext>
              </a:extLst>
            </p:cNvPr>
            <p:cNvSpPr>
              <a:spLocks/>
            </p:cNvSpPr>
            <p:nvPr/>
          </p:nvSpPr>
          <p:spPr bwMode="auto">
            <a:xfrm>
              <a:off x="5300663" y="5688013"/>
              <a:ext cx="46038" cy="222250"/>
            </a:xfrm>
            <a:custGeom>
              <a:avLst/>
              <a:gdLst>
                <a:gd name="T0" fmla="*/ 12 w 12"/>
                <a:gd name="T1" fmla="*/ 59 h 59"/>
                <a:gd name="T2" fmla="*/ 0 w 12"/>
                <a:gd name="T3" fmla="*/ 59 h 59"/>
                <a:gd name="T4" fmla="*/ 0 w 12"/>
                <a:gd name="T5" fmla="*/ 0 h 59"/>
                <a:gd name="T6" fmla="*/ 9 w 12"/>
                <a:gd name="T7" fmla="*/ 0 h 59"/>
                <a:gd name="T8" fmla="*/ 12 w 12"/>
                <a:gd name="T9" fmla="*/ 2 h 59"/>
                <a:gd name="T10" fmla="*/ 12 w 12"/>
                <a:gd name="T11" fmla="*/ 59 h 59"/>
              </a:gdLst>
              <a:ahLst/>
              <a:cxnLst>
                <a:cxn ang="0">
                  <a:pos x="T0" y="T1"/>
                </a:cxn>
                <a:cxn ang="0">
                  <a:pos x="T2" y="T3"/>
                </a:cxn>
                <a:cxn ang="0">
                  <a:pos x="T4" y="T5"/>
                </a:cxn>
                <a:cxn ang="0">
                  <a:pos x="T6" y="T7"/>
                </a:cxn>
                <a:cxn ang="0">
                  <a:pos x="T8" y="T9"/>
                </a:cxn>
                <a:cxn ang="0">
                  <a:pos x="T10" y="T11"/>
                </a:cxn>
              </a:cxnLst>
              <a:rect l="0" t="0" r="r" b="b"/>
              <a:pathLst>
                <a:path w="12" h="59">
                  <a:moveTo>
                    <a:pt x="12" y="59"/>
                  </a:moveTo>
                  <a:cubicBezTo>
                    <a:pt x="0" y="59"/>
                    <a:pt x="0" y="59"/>
                    <a:pt x="0" y="59"/>
                  </a:cubicBezTo>
                  <a:cubicBezTo>
                    <a:pt x="0" y="59"/>
                    <a:pt x="0" y="11"/>
                    <a:pt x="0" y="0"/>
                  </a:cubicBezTo>
                  <a:cubicBezTo>
                    <a:pt x="2" y="0"/>
                    <a:pt x="9" y="0"/>
                    <a:pt x="9" y="0"/>
                  </a:cubicBezTo>
                  <a:cubicBezTo>
                    <a:pt x="11" y="0"/>
                    <a:pt x="12" y="1"/>
                    <a:pt x="12" y="2"/>
                  </a:cubicBezTo>
                  <a:lnTo>
                    <a:pt x="12" y="59"/>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1" name="Freeform 152">
              <a:extLst>
                <a:ext uri="{FF2B5EF4-FFF2-40B4-BE49-F238E27FC236}">
                  <a16:creationId xmlns:a16="http://schemas.microsoft.com/office/drawing/2014/main" id="{F23ECB59-52E6-2CD9-5234-145D3102BBDF}"/>
                </a:ext>
              </a:extLst>
            </p:cNvPr>
            <p:cNvSpPr>
              <a:spLocks/>
            </p:cNvSpPr>
            <p:nvPr/>
          </p:nvSpPr>
          <p:spPr bwMode="auto">
            <a:xfrm>
              <a:off x="5241926" y="5748338"/>
              <a:ext cx="44450" cy="161925"/>
            </a:xfrm>
            <a:custGeom>
              <a:avLst/>
              <a:gdLst>
                <a:gd name="T0" fmla="*/ 12 w 12"/>
                <a:gd name="T1" fmla="*/ 43 h 43"/>
                <a:gd name="T2" fmla="*/ 0 w 12"/>
                <a:gd name="T3" fmla="*/ 43 h 43"/>
                <a:gd name="T4" fmla="*/ 0 w 12"/>
                <a:gd name="T5" fmla="*/ 0 h 43"/>
                <a:gd name="T6" fmla="*/ 9 w 12"/>
                <a:gd name="T7" fmla="*/ 0 h 43"/>
                <a:gd name="T8" fmla="*/ 12 w 12"/>
                <a:gd name="T9" fmla="*/ 2 h 43"/>
                <a:gd name="T10" fmla="*/ 12 w 12"/>
                <a:gd name="T11" fmla="*/ 43 h 43"/>
              </a:gdLst>
              <a:ahLst/>
              <a:cxnLst>
                <a:cxn ang="0">
                  <a:pos x="T0" y="T1"/>
                </a:cxn>
                <a:cxn ang="0">
                  <a:pos x="T2" y="T3"/>
                </a:cxn>
                <a:cxn ang="0">
                  <a:pos x="T4" y="T5"/>
                </a:cxn>
                <a:cxn ang="0">
                  <a:pos x="T6" y="T7"/>
                </a:cxn>
                <a:cxn ang="0">
                  <a:pos x="T8" y="T9"/>
                </a:cxn>
                <a:cxn ang="0">
                  <a:pos x="T10" y="T11"/>
                </a:cxn>
              </a:cxnLst>
              <a:rect l="0" t="0" r="r" b="b"/>
              <a:pathLst>
                <a:path w="12" h="43">
                  <a:moveTo>
                    <a:pt x="12" y="43"/>
                  </a:moveTo>
                  <a:cubicBezTo>
                    <a:pt x="0" y="43"/>
                    <a:pt x="0" y="43"/>
                    <a:pt x="0" y="43"/>
                  </a:cubicBezTo>
                  <a:cubicBezTo>
                    <a:pt x="0" y="43"/>
                    <a:pt x="0" y="11"/>
                    <a:pt x="0" y="0"/>
                  </a:cubicBezTo>
                  <a:cubicBezTo>
                    <a:pt x="1" y="0"/>
                    <a:pt x="9" y="0"/>
                    <a:pt x="9" y="0"/>
                  </a:cubicBezTo>
                  <a:cubicBezTo>
                    <a:pt x="11" y="0"/>
                    <a:pt x="12" y="1"/>
                    <a:pt x="12" y="2"/>
                  </a:cubicBezTo>
                  <a:lnTo>
                    <a:pt x="12" y="43"/>
                  </a:lnTo>
                  <a:close/>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2" name="Freeform 153">
              <a:extLst>
                <a:ext uri="{FF2B5EF4-FFF2-40B4-BE49-F238E27FC236}">
                  <a16:creationId xmlns:a16="http://schemas.microsoft.com/office/drawing/2014/main" id="{EB346E18-3A4C-E0A2-BB3A-60ADFD386F88}"/>
                </a:ext>
              </a:extLst>
            </p:cNvPr>
            <p:cNvSpPr>
              <a:spLocks/>
            </p:cNvSpPr>
            <p:nvPr/>
          </p:nvSpPr>
          <p:spPr bwMode="auto">
            <a:xfrm>
              <a:off x="5181601" y="5792788"/>
              <a:ext cx="44450" cy="117475"/>
            </a:xfrm>
            <a:custGeom>
              <a:avLst/>
              <a:gdLst>
                <a:gd name="T0" fmla="*/ 12 w 12"/>
                <a:gd name="T1" fmla="*/ 31 h 31"/>
                <a:gd name="T2" fmla="*/ 0 w 12"/>
                <a:gd name="T3" fmla="*/ 31 h 31"/>
                <a:gd name="T4" fmla="*/ 0 w 12"/>
                <a:gd name="T5" fmla="*/ 0 h 31"/>
                <a:gd name="T6" fmla="*/ 9 w 12"/>
                <a:gd name="T7" fmla="*/ 0 h 31"/>
                <a:gd name="T8" fmla="*/ 12 w 12"/>
                <a:gd name="T9" fmla="*/ 2 h 31"/>
                <a:gd name="T10" fmla="*/ 12 w 12"/>
                <a:gd name="T11" fmla="*/ 31 h 31"/>
              </a:gdLst>
              <a:ahLst/>
              <a:cxnLst>
                <a:cxn ang="0">
                  <a:pos x="T0" y="T1"/>
                </a:cxn>
                <a:cxn ang="0">
                  <a:pos x="T2" y="T3"/>
                </a:cxn>
                <a:cxn ang="0">
                  <a:pos x="T4" y="T5"/>
                </a:cxn>
                <a:cxn ang="0">
                  <a:pos x="T6" y="T7"/>
                </a:cxn>
                <a:cxn ang="0">
                  <a:pos x="T8" y="T9"/>
                </a:cxn>
                <a:cxn ang="0">
                  <a:pos x="T10" y="T11"/>
                </a:cxn>
              </a:cxnLst>
              <a:rect l="0" t="0" r="r" b="b"/>
              <a:pathLst>
                <a:path w="12" h="31">
                  <a:moveTo>
                    <a:pt x="12" y="31"/>
                  </a:moveTo>
                  <a:cubicBezTo>
                    <a:pt x="0" y="31"/>
                    <a:pt x="0" y="31"/>
                    <a:pt x="0" y="31"/>
                  </a:cubicBezTo>
                  <a:cubicBezTo>
                    <a:pt x="0" y="31"/>
                    <a:pt x="0" y="12"/>
                    <a:pt x="0" y="0"/>
                  </a:cubicBezTo>
                  <a:cubicBezTo>
                    <a:pt x="1" y="1"/>
                    <a:pt x="9" y="0"/>
                    <a:pt x="9" y="0"/>
                  </a:cubicBezTo>
                  <a:cubicBezTo>
                    <a:pt x="11" y="0"/>
                    <a:pt x="12" y="1"/>
                    <a:pt x="12" y="2"/>
                  </a:cubicBezTo>
                  <a:lnTo>
                    <a:pt x="12" y="31"/>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3" name="Freeform 154">
              <a:extLst>
                <a:ext uri="{FF2B5EF4-FFF2-40B4-BE49-F238E27FC236}">
                  <a16:creationId xmlns:a16="http://schemas.microsoft.com/office/drawing/2014/main" id="{E5290AAF-C480-911E-1252-E1F60DAB4BFC}"/>
                </a:ext>
              </a:extLst>
            </p:cNvPr>
            <p:cNvSpPr>
              <a:spLocks/>
            </p:cNvSpPr>
            <p:nvPr/>
          </p:nvSpPr>
          <p:spPr bwMode="auto">
            <a:xfrm>
              <a:off x="5116513" y="5822951"/>
              <a:ext cx="46038" cy="87313"/>
            </a:xfrm>
            <a:custGeom>
              <a:avLst/>
              <a:gdLst>
                <a:gd name="T0" fmla="*/ 12 w 12"/>
                <a:gd name="T1" fmla="*/ 23 h 23"/>
                <a:gd name="T2" fmla="*/ 0 w 12"/>
                <a:gd name="T3" fmla="*/ 23 h 23"/>
                <a:gd name="T4" fmla="*/ 0 w 12"/>
                <a:gd name="T5" fmla="*/ 0 h 23"/>
                <a:gd name="T6" fmla="*/ 9 w 12"/>
                <a:gd name="T7" fmla="*/ 0 h 23"/>
                <a:gd name="T8" fmla="*/ 12 w 12"/>
                <a:gd name="T9" fmla="*/ 1 h 23"/>
                <a:gd name="T10" fmla="*/ 12 w 12"/>
                <a:gd name="T11" fmla="*/ 23 h 23"/>
              </a:gdLst>
              <a:ahLst/>
              <a:cxnLst>
                <a:cxn ang="0">
                  <a:pos x="T0" y="T1"/>
                </a:cxn>
                <a:cxn ang="0">
                  <a:pos x="T2" y="T3"/>
                </a:cxn>
                <a:cxn ang="0">
                  <a:pos x="T4" y="T5"/>
                </a:cxn>
                <a:cxn ang="0">
                  <a:pos x="T6" y="T7"/>
                </a:cxn>
                <a:cxn ang="0">
                  <a:pos x="T8" y="T9"/>
                </a:cxn>
                <a:cxn ang="0">
                  <a:pos x="T10" y="T11"/>
                </a:cxn>
              </a:cxnLst>
              <a:rect l="0" t="0" r="r" b="b"/>
              <a:pathLst>
                <a:path w="12" h="23">
                  <a:moveTo>
                    <a:pt x="12" y="23"/>
                  </a:moveTo>
                  <a:cubicBezTo>
                    <a:pt x="0" y="23"/>
                    <a:pt x="0" y="23"/>
                    <a:pt x="0" y="23"/>
                  </a:cubicBezTo>
                  <a:cubicBezTo>
                    <a:pt x="0" y="23"/>
                    <a:pt x="0" y="11"/>
                    <a:pt x="0" y="0"/>
                  </a:cubicBezTo>
                  <a:cubicBezTo>
                    <a:pt x="2" y="0"/>
                    <a:pt x="9" y="0"/>
                    <a:pt x="9" y="0"/>
                  </a:cubicBezTo>
                  <a:cubicBezTo>
                    <a:pt x="11" y="0"/>
                    <a:pt x="12" y="0"/>
                    <a:pt x="12" y="1"/>
                  </a:cubicBezTo>
                  <a:lnTo>
                    <a:pt x="12" y="23"/>
                  </a:lnTo>
                  <a:close/>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4" name="Freeform 155">
              <a:extLst>
                <a:ext uri="{FF2B5EF4-FFF2-40B4-BE49-F238E27FC236}">
                  <a16:creationId xmlns:a16="http://schemas.microsoft.com/office/drawing/2014/main" id="{F06BDD9F-7FFB-7DAE-68AB-C178450CC267}"/>
                </a:ext>
              </a:extLst>
            </p:cNvPr>
            <p:cNvSpPr>
              <a:spLocks/>
            </p:cNvSpPr>
            <p:nvPr/>
          </p:nvSpPr>
          <p:spPr bwMode="auto">
            <a:xfrm>
              <a:off x="5053013" y="5853113"/>
              <a:ext cx="46038" cy="57150"/>
            </a:xfrm>
            <a:custGeom>
              <a:avLst/>
              <a:gdLst>
                <a:gd name="T0" fmla="*/ 12 w 12"/>
                <a:gd name="T1" fmla="*/ 15 h 15"/>
                <a:gd name="T2" fmla="*/ 0 w 12"/>
                <a:gd name="T3" fmla="*/ 15 h 15"/>
                <a:gd name="T4" fmla="*/ 0 w 12"/>
                <a:gd name="T5" fmla="*/ 0 h 15"/>
                <a:gd name="T6" fmla="*/ 9 w 12"/>
                <a:gd name="T7" fmla="*/ 0 h 15"/>
                <a:gd name="T8" fmla="*/ 12 w 12"/>
                <a:gd name="T9" fmla="*/ 1 h 15"/>
                <a:gd name="T10" fmla="*/ 12 w 12"/>
                <a:gd name="T11" fmla="*/ 15 h 15"/>
              </a:gdLst>
              <a:ahLst/>
              <a:cxnLst>
                <a:cxn ang="0">
                  <a:pos x="T0" y="T1"/>
                </a:cxn>
                <a:cxn ang="0">
                  <a:pos x="T2" y="T3"/>
                </a:cxn>
                <a:cxn ang="0">
                  <a:pos x="T4" y="T5"/>
                </a:cxn>
                <a:cxn ang="0">
                  <a:pos x="T6" y="T7"/>
                </a:cxn>
                <a:cxn ang="0">
                  <a:pos x="T8" y="T9"/>
                </a:cxn>
                <a:cxn ang="0">
                  <a:pos x="T10" y="T11"/>
                </a:cxn>
              </a:cxnLst>
              <a:rect l="0" t="0" r="r" b="b"/>
              <a:pathLst>
                <a:path w="12" h="15">
                  <a:moveTo>
                    <a:pt x="12" y="15"/>
                  </a:moveTo>
                  <a:cubicBezTo>
                    <a:pt x="0" y="15"/>
                    <a:pt x="0" y="15"/>
                    <a:pt x="0" y="15"/>
                  </a:cubicBezTo>
                  <a:cubicBezTo>
                    <a:pt x="0" y="15"/>
                    <a:pt x="0" y="11"/>
                    <a:pt x="0" y="0"/>
                  </a:cubicBezTo>
                  <a:cubicBezTo>
                    <a:pt x="1" y="0"/>
                    <a:pt x="9" y="0"/>
                    <a:pt x="9" y="0"/>
                  </a:cubicBezTo>
                  <a:cubicBezTo>
                    <a:pt x="11" y="0"/>
                    <a:pt x="12" y="0"/>
                    <a:pt x="12" y="1"/>
                  </a:cubicBezTo>
                  <a:lnTo>
                    <a:pt x="12" y="15"/>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5" name="Freeform 156">
              <a:extLst>
                <a:ext uri="{FF2B5EF4-FFF2-40B4-BE49-F238E27FC236}">
                  <a16:creationId xmlns:a16="http://schemas.microsoft.com/office/drawing/2014/main" id="{43592698-AA1A-D5DC-B0E2-86720D42D3E4}"/>
                </a:ext>
              </a:extLst>
            </p:cNvPr>
            <p:cNvSpPr>
              <a:spLocks/>
            </p:cNvSpPr>
            <p:nvPr/>
          </p:nvSpPr>
          <p:spPr bwMode="auto">
            <a:xfrm>
              <a:off x="5099051" y="5575301"/>
              <a:ext cx="160338" cy="236538"/>
            </a:xfrm>
            <a:custGeom>
              <a:avLst/>
              <a:gdLst>
                <a:gd name="T0" fmla="*/ 6 w 43"/>
                <a:gd name="T1" fmla="*/ 63 h 63"/>
                <a:gd name="T2" fmla="*/ 11 w 43"/>
                <a:gd name="T3" fmla="*/ 63 h 63"/>
                <a:gd name="T4" fmla="*/ 14 w 43"/>
                <a:gd name="T5" fmla="*/ 46 h 63"/>
                <a:gd name="T6" fmla="*/ 12 w 43"/>
                <a:gd name="T7" fmla="*/ 33 h 63"/>
                <a:gd name="T8" fmla="*/ 24 w 43"/>
                <a:gd name="T9" fmla="*/ 36 h 63"/>
                <a:gd name="T10" fmla="*/ 28 w 43"/>
                <a:gd name="T11" fmla="*/ 54 h 63"/>
                <a:gd name="T12" fmla="*/ 34 w 43"/>
                <a:gd name="T13" fmla="*/ 54 h 63"/>
                <a:gd name="T14" fmla="*/ 32 w 43"/>
                <a:gd name="T15" fmla="*/ 35 h 63"/>
                <a:gd name="T16" fmla="*/ 27 w 43"/>
                <a:gd name="T17" fmla="*/ 30 h 63"/>
                <a:gd name="T18" fmla="*/ 15 w 43"/>
                <a:gd name="T19" fmla="*/ 26 h 63"/>
                <a:gd name="T20" fmla="*/ 19 w 43"/>
                <a:gd name="T21" fmla="*/ 17 h 63"/>
                <a:gd name="T22" fmla="*/ 26 w 43"/>
                <a:gd name="T23" fmla="*/ 22 h 63"/>
                <a:gd name="T24" fmla="*/ 43 w 43"/>
                <a:gd name="T25" fmla="*/ 26 h 63"/>
                <a:gd name="T26" fmla="*/ 43 w 43"/>
                <a:gd name="T27" fmla="*/ 22 h 63"/>
                <a:gd name="T28" fmla="*/ 29 w 43"/>
                <a:gd name="T29" fmla="*/ 18 h 63"/>
                <a:gd name="T30" fmla="*/ 22 w 43"/>
                <a:gd name="T31" fmla="*/ 9 h 63"/>
                <a:gd name="T32" fmla="*/ 5 w 43"/>
                <a:gd name="T33" fmla="*/ 7 h 63"/>
                <a:gd name="T34" fmla="*/ 2 w 43"/>
                <a:gd name="T35" fmla="*/ 21 h 63"/>
                <a:gd name="T36" fmla="*/ 1 w 43"/>
                <a:gd name="T37" fmla="*/ 31 h 63"/>
                <a:gd name="T38" fmla="*/ 6 w 43"/>
                <a:gd name="T39" fmla="*/ 45 h 63"/>
                <a:gd name="T40" fmla="*/ 6 w 43"/>
                <a:gd name="T41" fmla="*/ 6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3" h="63">
                  <a:moveTo>
                    <a:pt x="6" y="63"/>
                  </a:moveTo>
                  <a:cubicBezTo>
                    <a:pt x="11" y="63"/>
                    <a:pt x="11" y="63"/>
                    <a:pt x="11" y="63"/>
                  </a:cubicBezTo>
                  <a:cubicBezTo>
                    <a:pt x="14" y="46"/>
                    <a:pt x="14" y="46"/>
                    <a:pt x="14" y="46"/>
                  </a:cubicBezTo>
                  <a:cubicBezTo>
                    <a:pt x="12" y="33"/>
                    <a:pt x="12" y="33"/>
                    <a:pt x="12" y="33"/>
                  </a:cubicBezTo>
                  <a:cubicBezTo>
                    <a:pt x="24" y="36"/>
                    <a:pt x="24" y="36"/>
                    <a:pt x="24" y="36"/>
                  </a:cubicBezTo>
                  <a:cubicBezTo>
                    <a:pt x="28" y="54"/>
                    <a:pt x="28" y="54"/>
                    <a:pt x="28" y="54"/>
                  </a:cubicBezTo>
                  <a:cubicBezTo>
                    <a:pt x="34" y="54"/>
                    <a:pt x="34" y="54"/>
                    <a:pt x="34" y="54"/>
                  </a:cubicBezTo>
                  <a:cubicBezTo>
                    <a:pt x="32" y="35"/>
                    <a:pt x="32" y="35"/>
                    <a:pt x="32" y="35"/>
                  </a:cubicBezTo>
                  <a:cubicBezTo>
                    <a:pt x="32" y="32"/>
                    <a:pt x="28" y="31"/>
                    <a:pt x="27" y="30"/>
                  </a:cubicBezTo>
                  <a:cubicBezTo>
                    <a:pt x="15" y="26"/>
                    <a:pt x="15" y="26"/>
                    <a:pt x="15" y="26"/>
                  </a:cubicBezTo>
                  <a:cubicBezTo>
                    <a:pt x="19" y="17"/>
                    <a:pt x="19" y="17"/>
                    <a:pt x="19" y="17"/>
                  </a:cubicBezTo>
                  <a:cubicBezTo>
                    <a:pt x="26" y="22"/>
                    <a:pt x="26" y="22"/>
                    <a:pt x="26" y="22"/>
                  </a:cubicBezTo>
                  <a:cubicBezTo>
                    <a:pt x="43" y="26"/>
                    <a:pt x="43" y="26"/>
                    <a:pt x="43" y="26"/>
                  </a:cubicBezTo>
                  <a:cubicBezTo>
                    <a:pt x="43" y="22"/>
                    <a:pt x="43" y="22"/>
                    <a:pt x="43" y="22"/>
                  </a:cubicBezTo>
                  <a:cubicBezTo>
                    <a:pt x="29" y="18"/>
                    <a:pt x="29" y="18"/>
                    <a:pt x="29" y="18"/>
                  </a:cubicBezTo>
                  <a:cubicBezTo>
                    <a:pt x="22" y="9"/>
                    <a:pt x="22" y="9"/>
                    <a:pt x="22" y="9"/>
                  </a:cubicBezTo>
                  <a:cubicBezTo>
                    <a:pt x="19" y="6"/>
                    <a:pt x="7" y="0"/>
                    <a:pt x="5" y="7"/>
                  </a:cubicBezTo>
                  <a:cubicBezTo>
                    <a:pt x="2" y="21"/>
                    <a:pt x="2" y="21"/>
                    <a:pt x="2" y="21"/>
                  </a:cubicBezTo>
                  <a:cubicBezTo>
                    <a:pt x="1" y="25"/>
                    <a:pt x="0" y="28"/>
                    <a:pt x="1" y="31"/>
                  </a:cubicBezTo>
                  <a:cubicBezTo>
                    <a:pt x="6" y="45"/>
                    <a:pt x="6" y="45"/>
                    <a:pt x="6" y="45"/>
                  </a:cubicBezTo>
                  <a:cubicBezTo>
                    <a:pt x="6" y="60"/>
                    <a:pt x="6" y="60"/>
                    <a:pt x="6" y="60"/>
                  </a:cubicBezTo>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6" name="Freeform 157">
              <a:extLst>
                <a:ext uri="{FF2B5EF4-FFF2-40B4-BE49-F238E27FC236}">
                  <a16:creationId xmlns:a16="http://schemas.microsoft.com/office/drawing/2014/main" id="{45E0303F-74AA-F323-D9D5-7BD0F3432DA2}"/>
                </a:ext>
              </a:extLst>
            </p:cNvPr>
            <p:cNvSpPr>
              <a:spLocks/>
            </p:cNvSpPr>
            <p:nvPr/>
          </p:nvSpPr>
          <p:spPr bwMode="auto">
            <a:xfrm>
              <a:off x="5124451" y="5545138"/>
              <a:ext cx="52388" cy="49213"/>
            </a:xfrm>
            <a:custGeom>
              <a:avLst/>
              <a:gdLst>
                <a:gd name="T0" fmla="*/ 1 w 14"/>
                <a:gd name="T1" fmla="*/ 5 h 13"/>
                <a:gd name="T2" fmla="*/ 9 w 14"/>
                <a:gd name="T3" fmla="*/ 1 h 13"/>
                <a:gd name="T4" fmla="*/ 9 w 14"/>
                <a:gd name="T5" fmla="*/ 1 h 13"/>
                <a:gd name="T6" fmla="*/ 9 w 14"/>
                <a:gd name="T7" fmla="*/ 1 h 13"/>
                <a:gd name="T8" fmla="*/ 13 w 14"/>
                <a:gd name="T9" fmla="*/ 8 h 13"/>
                <a:gd name="T10" fmla="*/ 13 w 14"/>
                <a:gd name="T11" fmla="*/ 8 h 13"/>
                <a:gd name="T12" fmla="*/ 13 w 14"/>
                <a:gd name="T13" fmla="*/ 8 h 13"/>
                <a:gd name="T14" fmla="*/ 5 w 14"/>
                <a:gd name="T15" fmla="*/ 12 h 13"/>
                <a:gd name="T16" fmla="*/ 5 w 14"/>
                <a:gd name="T17" fmla="*/ 12 h 13"/>
                <a:gd name="T18" fmla="*/ 5 w 14"/>
                <a:gd name="T19" fmla="*/ 12 h 13"/>
                <a:gd name="T20" fmla="*/ 1 w 14"/>
                <a:gd name="T21" fmla="*/ 5 h 13"/>
                <a:gd name="T22" fmla="*/ 1 w 14"/>
                <a:gd name="T23" fmla="*/ 5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 h="13">
                  <a:moveTo>
                    <a:pt x="1" y="5"/>
                  </a:moveTo>
                  <a:cubicBezTo>
                    <a:pt x="2" y="2"/>
                    <a:pt x="5" y="0"/>
                    <a:pt x="9" y="1"/>
                  </a:cubicBezTo>
                  <a:cubicBezTo>
                    <a:pt x="9" y="1"/>
                    <a:pt x="9" y="1"/>
                    <a:pt x="9" y="1"/>
                  </a:cubicBezTo>
                  <a:cubicBezTo>
                    <a:pt x="9" y="1"/>
                    <a:pt x="9" y="1"/>
                    <a:pt x="9" y="1"/>
                  </a:cubicBezTo>
                  <a:cubicBezTo>
                    <a:pt x="12" y="1"/>
                    <a:pt x="14" y="5"/>
                    <a:pt x="13" y="8"/>
                  </a:cubicBezTo>
                  <a:cubicBezTo>
                    <a:pt x="13" y="8"/>
                    <a:pt x="13" y="8"/>
                    <a:pt x="13" y="8"/>
                  </a:cubicBezTo>
                  <a:cubicBezTo>
                    <a:pt x="13" y="8"/>
                    <a:pt x="13" y="8"/>
                    <a:pt x="13" y="8"/>
                  </a:cubicBezTo>
                  <a:cubicBezTo>
                    <a:pt x="12" y="11"/>
                    <a:pt x="9" y="13"/>
                    <a:pt x="5" y="12"/>
                  </a:cubicBezTo>
                  <a:cubicBezTo>
                    <a:pt x="5" y="12"/>
                    <a:pt x="5" y="12"/>
                    <a:pt x="5" y="12"/>
                  </a:cubicBezTo>
                  <a:cubicBezTo>
                    <a:pt x="5" y="12"/>
                    <a:pt x="5" y="12"/>
                    <a:pt x="5" y="12"/>
                  </a:cubicBezTo>
                  <a:cubicBezTo>
                    <a:pt x="2" y="11"/>
                    <a:pt x="0" y="8"/>
                    <a:pt x="1" y="5"/>
                  </a:cubicBezTo>
                  <a:cubicBezTo>
                    <a:pt x="1" y="5"/>
                    <a:pt x="1" y="5"/>
                    <a:pt x="1" y="5"/>
                  </a:cubicBezTo>
                  <a:close/>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grpSp>
      <p:sp>
        <p:nvSpPr>
          <p:cNvPr id="417" name="Gleichschenkliges Dreieck 2">
            <a:extLst>
              <a:ext uri="{FF2B5EF4-FFF2-40B4-BE49-F238E27FC236}">
                <a16:creationId xmlns:a16="http://schemas.microsoft.com/office/drawing/2014/main" id="{4983DF9E-3A76-8C69-EDF0-EB85CC91C525}"/>
              </a:ext>
            </a:extLst>
          </p:cNvPr>
          <p:cNvSpPr/>
          <p:nvPr/>
        </p:nvSpPr>
        <p:spPr bwMode="auto">
          <a:xfrm>
            <a:off x="10863262" y="2597636"/>
            <a:ext cx="1229237" cy="252000"/>
          </a:xfrm>
          <a:prstGeom prst="rect">
            <a:avLst/>
          </a:prstGeom>
          <a:solidFill>
            <a:srgbClr val="00B050"/>
          </a:solidFill>
          <a:ln w="12700">
            <a:noFill/>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panose="020B0504030602030204" pitchFamily="34" charset="0"/>
                <a:ea typeface="+mn-ea"/>
                <a:cs typeface="+mn-cs"/>
              </a:rPr>
              <a:t>Best Practices</a:t>
            </a:r>
          </a:p>
        </p:txBody>
      </p:sp>
      <p:sp>
        <p:nvSpPr>
          <p:cNvPr id="419" name="TextBox 418">
            <a:extLst>
              <a:ext uri="{FF2B5EF4-FFF2-40B4-BE49-F238E27FC236}">
                <a16:creationId xmlns:a16="http://schemas.microsoft.com/office/drawing/2014/main" id="{AD693A82-66F6-B7D4-4838-F4F945283413}"/>
              </a:ext>
            </a:extLst>
          </p:cNvPr>
          <p:cNvSpPr txBox="1"/>
          <p:nvPr/>
        </p:nvSpPr>
        <p:spPr>
          <a:xfrm>
            <a:off x="10464154" y="2880193"/>
            <a:ext cx="1588444" cy="2164695"/>
          </a:xfrm>
          <a:prstGeom prst="rect">
            <a:avLst/>
          </a:prstGeom>
          <a:noFill/>
          <a:ln>
            <a:noFill/>
          </a:ln>
        </p:spPr>
        <p:txBody>
          <a:bodyPr wrap="square" rtlCol="0">
            <a:spAutoFit/>
          </a:bodyPr>
          <a:lstStyle/>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Maximize Product Value</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Demonstrate OOTB capabilities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Use wireframes or mock-ups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Leverage Workshop tools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Storyboarding</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Build incrementally</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Think holistically (‘Big Picture’)</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Bring on board all relevant Workstreams to the sessions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80:20 rule</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One Team approach </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Seamless communication</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Follow Agile Ceremonies</a:t>
            </a:r>
          </a:p>
        </p:txBody>
      </p:sp>
      <p:sp>
        <p:nvSpPr>
          <p:cNvPr id="424" name="Rounded Rectangle 67">
            <a:extLst>
              <a:ext uri="{FF2B5EF4-FFF2-40B4-BE49-F238E27FC236}">
                <a16:creationId xmlns:a16="http://schemas.microsoft.com/office/drawing/2014/main" id="{56E6359D-9E16-71FC-DAAF-6DC4F95B2C6E}"/>
              </a:ext>
            </a:extLst>
          </p:cNvPr>
          <p:cNvSpPr>
            <a:spLocks/>
          </p:cNvSpPr>
          <p:nvPr/>
        </p:nvSpPr>
        <p:spPr>
          <a:xfrm>
            <a:off x="10477580" y="5385273"/>
            <a:ext cx="1614920" cy="1116135"/>
          </a:xfrm>
          <a:prstGeom prst="roundRect">
            <a:avLst>
              <a:gd name="adj" fmla="val 5380"/>
            </a:avLst>
          </a:prstGeom>
          <a:noFill/>
          <a:ln w="19050" cap="flat" cmpd="sng" algn="ctr">
            <a:solidFill>
              <a:schemeClr val="bg1">
                <a:lumMod val="75000"/>
              </a:schemeClr>
            </a:solidFill>
            <a:prstDash val="solid"/>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435" name="Gleichschenkliges Dreieck 2">
            <a:extLst>
              <a:ext uri="{FF2B5EF4-FFF2-40B4-BE49-F238E27FC236}">
                <a16:creationId xmlns:a16="http://schemas.microsoft.com/office/drawing/2014/main" id="{E0797AE8-F805-4867-6293-45B2BB4993B3}"/>
              </a:ext>
            </a:extLst>
          </p:cNvPr>
          <p:cNvSpPr/>
          <p:nvPr/>
        </p:nvSpPr>
        <p:spPr bwMode="auto">
          <a:xfrm>
            <a:off x="10866827" y="5132351"/>
            <a:ext cx="1225672" cy="252000"/>
          </a:xfrm>
          <a:prstGeom prst="rect">
            <a:avLst/>
          </a:prstGeom>
          <a:solidFill>
            <a:srgbClr val="FFC000"/>
          </a:solidFill>
          <a:ln w="12700">
            <a:noFill/>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panose="020B0504030602030204" pitchFamily="34" charset="0"/>
                <a:ea typeface="+mn-ea"/>
                <a:cs typeface="+mn-cs"/>
              </a:rPr>
              <a:t>Challenges</a:t>
            </a:r>
          </a:p>
        </p:txBody>
      </p:sp>
      <p:pic>
        <p:nvPicPr>
          <p:cNvPr id="436" name="Picture 2" descr="Image result for requirement workshop icon">
            <a:extLst>
              <a:ext uri="{FF2B5EF4-FFF2-40B4-BE49-F238E27FC236}">
                <a16:creationId xmlns:a16="http://schemas.microsoft.com/office/drawing/2014/main" id="{58E836BE-ACB2-B48F-BDBF-8B43AEB1EDFA}"/>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795655" y="2568352"/>
            <a:ext cx="1224717" cy="597831"/>
          </a:xfrm>
          <a:prstGeom prst="rect">
            <a:avLst/>
          </a:prstGeom>
          <a:noFill/>
          <a:extLst>
            <a:ext uri="{909E8E84-426E-40DD-AFC4-6F175D3DCCD1}">
              <a14:hiddenFill xmlns:a14="http://schemas.microsoft.com/office/drawing/2010/main">
                <a:solidFill>
                  <a:srgbClr val="FFFFFF"/>
                </a:solidFill>
              </a14:hiddenFill>
            </a:ext>
          </a:extLst>
        </p:spPr>
      </p:pic>
      <p:grpSp>
        <p:nvGrpSpPr>
          <p:cNvPr id="437" name="Group 436">
            <a:extLst>
              <a:ext uri="{FF2B5EF4-FFF2-40B4-BE49-F238E27FC236}">
                <a16:creationId xmlns:a16="http://schemas.microsoft.com/office/drawing/2014/main" id="{FC5E9492-D418-987F-2704-450445C0C317}"/>
              </a:ext>
            </a:extLst>
          </p:cNvPr>
          <p:cNvGrpSpPr>
            <a:grpSpLocks noChangeAspect="1"/>
          </p:cNvGrpSpPr>
          <p:nvPr/>
        </p:nvGrpSpPr>
        <p:grpSpPr>
          <a:xfrm>
            <a:off x="10541512" y="5087781"/>
            <a:ext cx="280916" cy="303133"/>
            <a:chOff x="9910960" y="2281694"/>
            <a:chExt cx="590557" cy="558400"/>
          </a:xfrm>
        </p:grpSpPr>
        <p:sp>
          <p:nvSpPr>
            <p:cNvPr id="438" name="Freeform 39">
              <a:extLst>
                <a:ext uri="{FF2B5EF4-FFF2-40B4-BE49-F238E27FC236}">
                  <a16:creationId xmlns:a16="http://schemas.microsoft.com/office/drawing/2014/main" id="{69732489-D9F2-F6A8-78D2-15E08E060E51}"/>
                </a:ext>
              </a:extLst>
            </p:cNvPr>
            <p:cNvSpPr>
              <a:spLocks noEditPoints="1"/>
            </p:cNvSpPr>
            <p:nvPr/>
          </p:nvSpPr>
          <p:spPr bwMode="auto">
            <a:xfrm>
              <a:off x="9910960" y="2397747"/>
              <a:ext cx="445479" cy="378434"/>
            </a:xfrm>
            <a:custGeom>
              <a:avLst/>
              <a:gdLst>
                <a:gd name="T0" fmla="*/ 102 w 110"/>
                <a:gd name="T1" fmla="*/ 30 h 95"/>
                <a:gd name="T2" fmla="*/ 101 w 110"/>
                <a:gd name="T3" fmla="*/ 29 h 95"/>
                <a:gd name="T4" fmla="*/ 81 w 110"/>
                <a:gd name="T5" fmla="*/ 15 h 95"/>
                <a:gd name="T6" fmla="*/ 32 w 110"/>
                <a:gd name="T7" fmla="*/ 1 h 95"/>
                <a:gd name="T8" fmla="*/ 29 w 110"/>
                <a:gd name="T9" fmla="*/ 0 h 95"/>
                <a:gd name="T10" fmla="*/ 0 w 110"/>
                <a:gd name="T11" fmla="*/ 34 h 95"/>
                <a:gd name="T12" fmla="*/ 16 w 110"/>
                <a:gd name="T13" fmla="*/ 50 h 95"/>
                <a:gd name="T14" fmla="*/ 55 w 110"/>
                <a:gd name="T15" fmla="*/ 95 h 95"/>
                <a:gd name="T16" fmla="*/ 66 w 110"/>
                <a:gd name="T17" fmla="*/ 89 h 95"/>
                <a:gd name="T18" fmla="*/ 87 w 110"/>
                <a:gd name="T19" fmla="*/ 76 h 95"/>
                <a:gd name="T20" fmla="*/ 95 w 110"/>
                <a:gd name="T21" fmla="*/ 66 h 95"/>
                <a:gd name="T22" fmla="*/ 108 w 110"/>
                <a:gd name="T23" fmla="*/ 55 h 95"/>
                <a:gd name="T24" fmla="*/ 109 w 110"/>
                <a:gd name="T25" fmla="*/ 51 h 95"/>
                <a:gd name="T26" fmla="*/ 55 w 110"/>
                <a:gd name="T27" fmla="*/ 87 h 95"/>
                <a:gd name="T28" fmla="*/ 45 w 110"/>
                <a:gd name="T29" fmla="*/ 78 h 95"/>
                <a:gd name="T30" fmla="*/ 51 w 110"/>
                <a:gd name="T31" fmla="*/ 72 h 95"/>
                <a:gd name="T32" fmla="*/ 58 w 110"/>
                <a:gd name="T33" fmla="*/ 86 h 95"/>
                <a:gd name="T34" fmla="*/ 66 w 110"/>
                <a:gd name="T35" fmla="*/ 81 h 95"/>
                <a:gd name="T36" fmla="*/ 54 w 110"/>
                <a:gd name="T37" fmla="*/ 70 h 95"/>
                <a:gd name="T38" fmla="*/ 61 w 110"/>
                <a:gd name="T39" fmla="*/ 64 h 95"/>
                <a:gd name="T40" fmla="*/ 69 w 110"/>
                <a:gd name="T41" fmla="*/ 80 h 95"/>
                <a:gd name="T42" fmla="*/ 77 w 110"/>
                <a:gd name="T43" fmla="*/ 75 h 95"/>
                <a:gd name="T44" fmla="*/ 64 w 110"/>
                <a:gd name="T45" fmla="*/ 62 h 95"/>
                <a:gd name="T46" fmla="*/ 70 w 110"/>
                <a:gd name="T47" fmla="*/ 56 h 95"/>
                <a:gd name="T48" fmla="*/ 80 w 110"/>
                <a:gd name="T49" fmla="*/ 74 h 95"/>
                <a:gd name="T50" fmla="*/ 85 w 110"/>
                <a:gd name="T51" fmla="*/ 64 h 95"/>
                <a:gd name="T52" fmla="*/ 74 w 110"/>
                <a:gd name="T53" fmla="*/ 53 h 95"/>
                <a:gd name="T54" fmla="*/ 80 w 110"/>
                <a:gd name="T55" fmla="*/ 48 h 95"/>
                <a:gd name="T56" fmla="*/ 88 w 110"/>
                <a:gd name="T57" fmla="*/ 63 h 95"/>
                <a:gd name="T58" fmla="*/ 87 w 110"/>
                <a:gd name="T59" fmla="*/ 44 h 95"/>
                <a:gd name="T60" fmla="*/ 52 w 110"/>
                <a:gd name="T61" fmla="*/ 43 h 95"/>
                <a:gd name="T62" fmla="*/ 24 w 110"/>
                <a:gd name="T63" fmla="*/ 48 h 95"/>
                <a:gd name="T64" fmla="*/ 23 w 110"/>
                <a:gd name="T65" fmla="*/ 46 h 95"/>
                <a:gd name="T66" fmla="*/ 29 w 110"/>
                <a:gd name="T67" fmla="*/ 9 h 95"/>
                <a:gd name="T68" fmla="*/ 45 w 110"/>
                <a:gd name="T69" fmla="*/ 22 h 95"/>
                <a:gd name="T70" fmla="*/ 78 w 110"/>
                <a:gd name="T71" fmla="*/ 22 h 95"/>
                <a:gd name="T72" fmla="*/ 101 w 110"/>
                <a:gd name="T73"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10" h="95">
                  <a:moveTo>
                    <a:pt x="109" y="51"/>
                  </a:moveTo>
                  <a:cubicBezTo>
                    <a:pt x="108" y="46"/>
                    <a:pt x="104" y="34"/>
                    <a:pt x="102" y="30"/>
                  </a:cubicBezTo>
                  <a:cubicBezTo>
                    <a:pt x="101" y="29"/>
                    <a:pt x="101" y="29"/>
                    <a:pt x="101" y="29"/>
                  </a:cubicBezTo>
                  <a:cubicBezTo>
                    <a:pt x="101" y="29"/>
                    <a:pt x="101" y="29"/>
                    <a:pt x="101" y="29"/>
                  </a:cubicBezTo>
                  <a:cubicBezTo>
                    <a:pt x="96" y="25"/>
                    <a:pt x="84" y="16"/>
                    <a:pt x="82" y="15"/>
                  </a:cubicBezTo>
                  <a:cubicBezTo>
                    <a:pt x="81" y="15"/>
                    <a:pt x="81" y="15"/>
                    <a:pt x="81" y="15"/>
                  </a:cubicBezTo>
                  <a:cubicBezTo>
                    <a:pt x="70" y="12"/>
                    <a:pt x="59" y="11"/>
                    <a:pt x="47" y="13"/>
                  </a:cubicBezTo>
                  <a:cubicBezTo>
                    <a:pt x="43" y="10"/>
                    <a:pt x="37" y="6"/>
                    <a:pt x="32" y="1"/>
                  </a:cubicBezTo>
                  <a:cubicBezTo>
                    <a:pt x="30" y="0"/>
                    <a:pt x="30" y="0"/>
                    <a:pt x="30" y="0"/>
                  </a:cubicBezTo>
                  <a:cubicBezTo>
                    <a:pt x="29" y="0"/>
                    <a:pt x="29" y="0"/>
                    <a:pt x="29" y="0"/>
                  </a:cubicBezTo>
                  <a:cubicBezTo>
                    <a:pt x="21" y="2"/>
                    <a:pt x="3" y="16"/>
                    <a:pt x="1" y="32"/>
                  </a:cubicBezTo>
                  <a:cubicBezTo>
                    <a:pt x="0" y="34"/>
                    <a:pt x="0" y="34"/>
                    <a:pt x="0" y="34"/>
                  </a:cubicBezTo>
                  <a:cubicBezTo>
                    <a:pt x="2" y="36"/>
                    <a:pt x="2" y="36"/>
                    <a:pt x="2" y="36"/>
                  </a:cubicBezTo>
                  <a:cubicBezTo>
                    <a:pt x="6" y="39"/>
                    <a:pt x="13" y="46"/>
                    <a:pt x="16" y="50"/>
                  </a:cubicBezTo>
                  <a:cubicBezTo>
                    <a:pt x="17" y="56"/>
                    <a:pt x="20" y="66"/>
                    <a:pt x="31" y="77"/>
                  </a:cubicBezTo>
                  <a:cubicBezTo>
                    <a:pt x="43" y="89"/>
                    <a:pt x="49" y="95"/>
                    <a:pt x="55" y="95"/>
                  </a:cubicBezTo>
                  <a:cubicBezTo>
                    <a:pt x="56" y="95"/>
                    <a:pt x="57" y="94"/>
                    <a:pt x="58" y="94"/>
                  </a:cubicBezTo>
                  <a:cubicBezTo>
                    <a:pt x="62" y="93"/>
                    <a:pt x="65" y="91"/>
                    <a:pt x="66" y="89"/>
                  </a:cubicBezTo>
                  <a:cubicBezTo>
                    <a:pt x="70" y="88"/>
                    <a:pt x="74" y="86"/>
                    <a:pt x="76" y="82"/>
                  </a:cubicBezTo>
                  <a:cubicBezTo>
                    <a:pt x="80" y="81"/>
                    <a:pt x="84" y="79"/>
                    <a:pt x="87" y="76"/>
                  </a:cubicBezTo>
                  <a:cubicBezTo>
                    <a:pt x="88" y="75"/>
                    <a:pt x="89" y="73"/>
                    <a:pt x="89" y="72"/>
                  </a:cubicBezTo>
                  <a:cubicBezTo>
                    <a:pt x="92" y="71"/>
                    <a:pt x="94" y="69"/>
                    <a:pt x="95" y="66"/>
                  </a:cubicBezTo>
                  <a:cubicBezTo>
                    <a:pt x="97" y="64"/>
                    <a:pt x="97" y="63"/>
                    <a:pt x="97" y="61"/>
                  </a:cubicBezTo>
                  <a:cubicBezTo>
                    <a:pt x="101" y="60"/>
                    <a:pt x="105" y="59"/>
                    <a:pt x="108" y="55"/>
                  </a:cubicBezTo>
                  <a:cubicBezTo>
                    <a:pt x="110" y="54"/>
                    <a:pt x="110" y="54"/>
                    <a:pt x="110" y="54"/>
                  </a:cubicBezTo>
                  <a:lnTo>
                    <a:pt x="109" y="51"/>
                  </a:lnTo>
                  <a:close/>
                  <a:moveTo>
                    <a:pt x="58" y="86"/>
                  </a:moveTo>
                  <a:cubicBezTo>
                    <a:pt x="57" y="87"/>
                    <a:pt x="56" y="87"/>
                    <a:pt x="55" y="87"/>
                  </a:cubicBezTo>
                  <a:cubicBezTo>
                    <a:pt x="54" y="87"/>
                    <a:pt x="52" y="87"/>
                    <a:pt x="52" y="86"/>
                  </a:cubicBezTo>
                  <a:cubicBezTo>
                    <a:pt x="45" y="78"/>
                    <a:pt x="45" y="78"/>
                    <a:pt x="45" y="78"/>
                  </a:cubicBezTo>
                  <a:cubicBezTo>
                    <a:pt x="44" y="76"/>
                    <a:pt x="44" y="73"/>
                    <a:pt x="46" y="72"/>
                  </a:cubicBezTo>
                  <a:cubicBezTo>
                    <a:pt x="47" y="70"/>
                    <a:pt x="50" y="71"/>
                    <a:pt x="51" y="72"/>
                  </a:cubicBezTo>
                  <a:cubicBezTo>
                    <a:pt x="58" y="80"/>
                    <a:pt x="58" y="80"/>
                    <a:pt x="58" y="80"/>
                  </a:cubicBezTo>
                  <a:cubicBezTo>
                    <a:pt x="60" y="82"/>
                    <a:pt x="59" y="85"/>
                    <a:pt x="58" y="86"/>
                  </a:cubicBezTo>
                  <a:close/>
                  <a:moveTo>
                    <a:pt x="69" y="80"/>
                  </a:moveTo>
                  <a:cubicBezTo>
                    <a:pt x="68" y="81"/>
                    <a:pt x="67" y="81"/>
                    <a:pt x="66" y="81"/>
                  </a:cubicBezTo>
                  <a:cubicBezTo>
                    <a:pt x="65" y="81"/>
                    <a:pt x="64" y="81"/>
                    <a:pt x="63" y="80"/>
                  </a:cubicBezTo>
                  <a:cubicBezTo>
                    <a:pt x="54" y="70"/>
                    <a:pt x="54" y="70"/>
                    <a:pt x="54" y="70"/>
                  </a:cubicBezTo>
                  <a:cubicBezTo>
                    <a:pt x="53" y="68"/>
                    <a:pt x="53" y="65"/>
                    <a:pt x="55" y="63"/>
                  </a:cubicBezTo>
                  <a:cubicBezTo>
                    <a:pt x="57" y="62"/>
                    <a:pt x="60" y="62"/>
                    <a:pt x="61" y="64"/>
                  </a:cubicBezTo>
                  <a:cubicBezTo>
                    <a:pt x="69" y="74"/>
                    <a:pt x="69" y="74"/>
                    <a:pt x="69" y="74"/>
                  </a:cubicBezTo>
                  <a:cubicBezTo>
                    <a:pt x="71" y="76"/>
                    <a:pt x="71" y="79"/>
                    <a:pt x="69" y="80"/>
                  </a:cubicBezTo>
                  <a:close/>
                  <a:moveTo>
                    <a:pt x="80" y="74"/>
                  </a:moveTo>
                  <a:cubicBezTo>
                    <a:pt x="79" y="75"/>
                    <a:pt x="78" y="75"/>
                    <a:pt x="77" y="75"/>
                  </a:cubicBezTo>
                  <a:cubicBezTo>
                    <a:pt x="76" y="75"/>
                    <a:pt x="74" y="75"/>
                    <a:pt x="73" y="74"/>
                  </a:cubicBezTo>
                  <a:cubicBezTo>
                    <a:pt x="64" y="62"/>
                    <a:pt x="64" y="62"/>
                    <a:pt x="64" y="62"/>
                  </a:cubicBezTo>
                  <a:cubicBezTo>
                    <a:pt x="62" y="60"/>
                    <a:pt x="62" y="57"/>
                    <a:pt x="64" y="56"/>
                  </a:cubicBezTo>
                  <a:cubicBezTo>
                    <a:pt x="66" y="54"/>
                    <a:pt x="69" y="55"/>
                    <a:pt x="70" y="56"/>
                  </a:cubicBezTo>
                  <a:cubicBezTo>
                    <a:pt x="80" y="68"/>
                    <a:pt x="80" y="68"/>
                    <a:pt x="80" y="68"/>
                  </a:cubicBezTo>
                  <a:cubicBezTo>
                    <a:pt x="82" y="70"/>
                    <a:pt x="82" y="73"/>
                    <a:pt x="80" y="74"/>
                  </a:cubicBezTo>
                  <a:close/>
                  <a:moveTo>
                    <a:pt x="88" y="63"/>
                  </a:moveTo>
                  <a:cubicBezTo>
                    <a:pt x="87" y="64"/>
                    <a:pt x="86" y="64"/>
                    <a:pt x="85" y="64"/>
                  </a:cubicBezTo>
                  <a:cubicBezTo>
                    <a:pt x="84" y="64"/>
                    <a:pt x="83" y="64"/>
                    <a:pt x="82" y="63"/>
                  </a:cubicBezTo>
                  <a:cubicBezTo>
                    <a:pt x="74" y="53"/>
                    <a:pt x="74" y="53"/>
                    <a:pt x="74" y="53"/>
                  </a:cubicBezTo>
                  <a:cubicBezTo>
                    <a:pt x="72" y="52"/>
                    <a:pt x="72" y="49"/>
                    <a:pt x="74" y="47"/>
                  </a:cubicBezTo>
                  <a:cubicBezTo>
                    <a:pt x="76" y="46"/>
                    <a:pt x="79" y="46"/>
                    <a:pt x="80" y="48"/>
                  </a:cubicBezTo>
                  <a:cubicBezTo>
                    <a:pt x="88" y="57"/>
                    <a:pt x="88" y="57"/>
                    <a:pt x="88" y="57"/>
                  </a:cubicBezTo>
                  <a:cubicBezTo>
                    <a:pt x="90" y="59"/>
                    <a:pt x="90" y="62"/>
                    <a:pt x="88" y="63"/>
                  </a:cubicBezTo>
                  <a:close/>
                  <a:moveTo>
                    <a:pt x="99" y="52"/>
                  </a:moveTo>
                  <a:cubicBezTo>
                    <a:pt x="94" y="53"/>
                    <a:pt x="89" y="50"/>
                    <a:pt x="87" y="44"/>
                  </a:cubicBezTo>
                  <a:cubicBezTo>
                    <a:pt x="84" y="44"/>
                    <a:pt x="79" y="42"/>
                    <a:pt x="76" y="38"/>
                  </a:cubicBezTo>
                  <a:cubicBezTo>
                    <a:pt x="71" y="40"/>
                    <a:pt x="62" y="45"/>
                    <a:pt x="52" y="43"/>
                  </a:cubicBezTo>
                  <a:cubicBezTo>
                    <a:pt x="31" y="65"/>
                    <a:pt x="31" y="65"/>
                    <a:pt x="31" y="65"/>
                  </a:cubicBezTo>
                  <a:cubicBezTo>
                    <a:pt x="25" y="57"/>
                    <a:pt x="24" y="51"/>
                    <a:pt x="24" y="48"/>
                  </a:cubicBezTo>
                  <a:cubicBezTo>
                    <a:pt x="24" y="47"/>
                    <a:pt x="24" y="47"/>
                    <a:pt x="24" y="47"/>
                  </a:cubicBezTo>
                  <a:cubicBezTo>
                    <a:pt x="23" y="46"/>
                    <a:pt x="23" y="46"/>
                    <a:pt x="23" y="46"/>
                  </a:cubicBezTo>
                  <a:cubicBezTo>
                    <a:pt x="21" y="43"/>
                    <a:pt x="14" y="36"/>
                    <a:pt x="9" y="31"/>
                  </a:cubicBezTo>
                  <a:cubicBezTo>
                    <a:pt x="12" y="21"/>
                    <a:pt x="23" y="11"/>
                    <a:pt x="29" y="9"/>
                  </a:cubicBezTo>
                  <a:cubicBezTo>
                    <a:pt x="34" y="13"/>
                    <a:pt x="39" y="17"/>
                    <a:pt x="44" y="21"/>
                  </a:cubicBezTo>
                  <a:cubicBezTo>
                    <a:pt x="45" y="22"/>
                    <a:pt x="45" y="22"/>
                    <a:pt x="45" y="22"/>
                  </a:cubicBezTo>
                  <a:cubicBezTo>
                    <a:pt x="47" y="21"/>
                    <a:pt x="47" y="21"/>
                    <a:pt x="47" y="21"/>
                  </a:cubicBezTo>
                  <a:cubicBezTo>
                    <a:pt x="57" y="19"/>
                    <a:pt x="68" y="19"/>
                    <a:pt x="78" y="22"/>
                  </a:cubicBezTo>
                  <a:cubicBezTo>
                    <a:pt x="81" y="24"/>
                    <a:pt x="91" y="31"/>
                    <a:pt x="95" y="34"/>
                  </a:cubicBezTo>
                  <a:cubicBezTo>
                    <a:pt x="96" y="38"/>
                    <a:pt x="99" y="46"/>
                    <a:pt x="101" y="51"/>
                  </a:cubicBezTo>
                  <a:cubicBezTo>
                    <a:pt x="100" y="52"/>
                    <a:pt x="100" y="52"/>
                    <a:pt x="99" y="52"/>
                  </a:cubicBezTo>
                  <a:close/>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39" name="Freeform 40">
              <a:extLst>
                <a:ext uri="{FF2B5EF4-FFF2-40B4-BE49-F238E27FC236}">
                  <a16:creationId xmlns:a16="http://schemas.microsoft.com/office/drawing/2014/main" id="{25D8CBD0-2361-2AC6-D0D9-D965E8614888}"/>
                </a:ext>
              </a:extLst>
            </p:cNvPr>
            <p:cNvSpPr>
              <a:spLocks noEditPoints="1"/>
            </p:cNvSpPr>
            <p:nvPr/>
          </p:nvSpPr>
          <p:spPr bwMode="auto">
            <a:xfrm>
              <a:off x="9939975" y="2281694"/>
              <a:ext cx="561542" cy="558400"/>
            </a:xfrm>
            <a:custGeom>
              <a:avLst/>
              <a:gdLst>
                <a:gd name="T0" fmla="*/ 134 w 139"/>
                <a:gd name="T1" fmla="*/ 18 h 140"/>
                <a:gd name="T2" fmla="*/ 134 w 139"/>
                <a:gd name="T3" fmla="*/ 18 h 140"/>
                <a:gd name="T4" fmla="*/ 116 w 139"/>
                <a:gd name="T5" fmla="*/ 35 h 140"/>
                <a:gd name="T6" fmla="*/ 116 w 139"/>
                <a:gd name="T7" fmla="*/ 35 h 140"/>
                <a:gd name="T8" fmla="*/ 104 w 139"/>
                <a:gd name="T9" fmla="*/ 23 h 140"/>
                <a:gd name="T10" fmla="*/ 104 w 139"/>
                <a:gd name="T11" fmla="*/ 23 h 140"/>
                <a:gd name="T12" fmla="*/ 122 w 139"/>
                <a:gd name="T13" fmla="*/ 5 h 140"/>
                <a:gd name="T14" fmla="*/ 122 w 139"/>
                <a:gd name="T15" fmla="*/ 5 h 140"/>
                <a:gd name="T16" fmla="*/ 93 w 139"/>
                <a:gd name="T17" fmla="*/ 9 h 140"/>
                <a:gd name="T18" fmla="*/ 88 w 139"/>
                <a:gd name="T19" fmla="*/ 13 h 140"/>
                <a:gd name="T20" fmla="*/ 82 w 139"/>
                <a:gd name="T21" fmla="*/ 37 h 140"/>
                <a:gd name="T22" fmla="*/ 82 w 139"/>
                <a:gd name="T23" fmla="*/ 37 h 140"/>
                <a:gd name="T24" fmla="*/ 71 w 139"/>
                <a:gd name="T25" fmla="*/ 48 h 140"/>
                <a:gd name="T26" fmla="*/ 79 w 139"/>
                <a:gd name="T27" fmla="*/ 53 h 140"/>
                <a:gd name="T28" fmla="*/ 94 w 139"/>
                <a:gd name="T29" fmla="*/ 66 h 140"/>
                <a:gd name="T30" fmla="*/ 102 w 139"/>
                <a:gd name="T31" fmla="*/ 58 h 140"/>
                <a:gd name="T32" fmla="*/ 102 w 139"/>
                <a:gd name="T33" fmla="*/ 58 h 140"/>
                <a:gd name="T34" fmla="*/ 126 w 139"/>
                <a:gd name="T35" fmla="*/ 51 h 140"/>
                <a:gd name="T36" fmla="*/ 130 w 139"/>
                <a:gd name="T37" fmla="*/ 47 h 140"/>
                <a:gd name="T38" fmla="*/ 134 w 139"/>
                <a:gd name="T39" fmla="*/ 18 h 140"/>
                <a:gd name="T40" fmla="*/ 6 w 139"/>
                <a:gd name="T41" fmla="*/ 113 h 140"/>
                <a:gd name="T42" fmla="*/ 6 w 139"/>
                <a:gd name="T43" fmla="*/ 134 h 140"/>
                <a:gd name="T44" fmla="*/ 27 w 139"/>
                <a:gd name="T45" fmla="*/ 133 h 140"/>
                <a:gd name="T46" fmla="*/ 43 w 139"/>
                <a:gd name="T47" fmla="*/ 117 h 140"/>
                <a:gd name="T48" fmla="*/ 22 w 139"/>
                <a:gd name="T49" fmla="*/ 97 h 140"/>
                <a:gd name="T50" fmla="*/ 6 w 139"/>
                <a:gd name="T51" fmla="*/ 113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9" h="140">
                  <a:moveTo>
                    <a:pt x="134" y="18"/>
                  </a:moveTo>
                  <a:cubicBezTo>
                    <a:pt x="134" y="17"/>
                    <a:pt x="134" y="17"/>
                    <a:pt x="134" y="18"/>
                  </a:cubicBezTo>
                  <a:cubicBezTo>
                    <a:pt x="116" y="35"/>
                    <a:pt x="116" y="35"/>
                    <a:pt x="116" y="35"/>
                  </a:cubicBezTo>
                  <a:cubicBezTo>
                    <a:pt x="116" y="35"/>
                    <a:pt x="116" y="35"/>
                    <a:pt x="116" y="35"/>
                  </a:cubicBezTo>
                  <a:cubicBezTo>
                    <a:pt x="104" y="23"/>
                    <a:pt x="104" y="23"/>
                    <a:pt x="104" y="23"/>
                  </a:cubicBezTo>
                  <a:cubicBezTo>
                    <a:pt x="104" y="23"/>
                    <a:pt x="104" y="23"/>
                    <a:pt x="104" y="23"/>
                  </a:cubicBezTo>
                  <a:cubicBezTo>
                    <a:pt x="122" y="5"/>
                    <a:pt x="122" y="5"/>
                    <a:pt x="122" y="5"/>
                  </a:cubicBezTo>
                  <a:cubicBezTo>
                    <a:pt x="122" y="5"/>
                    <a:pt x="122" y="5"/>
                    <a:pt x="122" y="5"/>
                  </a:cubicBezTo>
                  <a:cubicBezTo>
                    <a:pt x="112" y="0"/>
                    <a:pt x="100" y="1"/>
                    <a:pt x="93" y="9"/>
                  </a:cubicBezTo>
                  <a:cubicBezTo>
                    <a:pt x="88" y="13"/>
                    <a:pt x="88" y="13"/>
                    <a:pt x="88" y="13"/>
                  </a:cubicBezTo>
                  <a:cubicBezTo>
                    <a:pt x="81" y="20"/>
                    <a:pt x="77" y="26"/>
                    <a:pt x="82" y="37"/>
                  </a:cubicBezTo>
                  <a:cubicBezTo>
                    <a:pt x="82" y="37"/>
                    <a:pt x="82" y="37"/>
                    <a:pt x="82" y="37"/>
                  </a:cubicBezTo>
                  <a:cubicBezTo>
                    <a:pt x="71" y="48"/>
                    <a:pt x="71" y="48"/>
                    <a:pt x="71" y="48"/>
                  </a:cubicBezTo>
                  <a:cubicBezTo>
                    <a:pt x="79" y="53"/>
                    <a:pt x="79" y="53"/>
                    <a:pt x="79" y="53"/>
                  </a:cubicBezTo>
                  <a:cubicBezTo>
                    <a:pt x="94" y="66"/>
                    <a:pt x="94" y="66"/>
                    <a:pt x="94" y="66"/>
                  </a:cubicBezTo>
                  <a:cubicBezTo>
                    <a:pt x="102" y="58"/>
                    <a:pt x="102" y="58"/>
                    <a:pt x="102" y="58"/>
                  </a:cubicBezTo>
                  <a:cubicBezTo>
                    <a:pt x="102" y="58"/>
                    <a:pt x="102" y="58"/>
                    <a:pt x="102" y="58"/>
                  </a:cubicBezTo>
                  <a:cubicBezTo>
                    <a:pt x="113" y="62"/>
                    <a:pt x="119" y="58"/>
                    <a:pt x="126" y="51"/>
                  </a:cubicBezTo>
                  <a:cubicBezTo>
                    <a:pt x="130" y="47"/>
                    <a:pt x="130" y="47"/>
                    <a:pt x="130" y="47"/>
                  </a:cubicBezTo>
                  <a:cubicBezTo>
                    <a:pt x="138" y="39"/>
                    <a:pt x="139" y="27"/>
                    <a:pt x="134" y="18"/>
                  </a:cubicBezTo>
                  <a:close/>
                  <a:moveTo>
                    <a:pt x="6" y="113"/>
                  </a:moveTo>
                  <a:cubicBezTo>
                    <a:pt x="0" y="119"/>
                    <a:pt x="0" y="129"/>
                    <a:pt x="6" y="134"/>
                  </a:cubicBezTo>
                  <a:cubicBezTo>
                    <a:pt x="12" y="140"/>
                    <a:pt x="21" y="139"/>
                    <a:pt x="27" y="133"/>
                  </a:cubicBezTo>
                  <a:cubicBezTo>
                    <a:pt x="43" y="117"/>
                    <a:pt x="43" y="117"/>
                    <a:pt x="43" y="117"/>
                  </a:cubicBezTo>
                  <a:cubicBezTo>
                    <a:pt x="22" y="97"/>
                    <a:pt x="22" y="97"/>
                    <a:pt x="22" y="97"/>
                  </a:cubicBezTo>
                  <a:lnTo>
                    <a:pt x="6" y="113"/>
                  </a:lnTo>
                  <a:close/>
                </a:path>
              </a:pathLst>
            </a:custGeom>
            <a:solidFill>
              <a:srgbClr val="46106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grpSp>
      <p:sp>
        <p:nvSpPr>
          <p:cNvPr id="441" name="TextBox 440">
            <a:extLst>
              <a:ext uri="{FF2B5EF4-FFF2-40B4-BE49-F238E27FC236}">
                <a16:creationId xmlns:a16="http://schemas.microsoft.com/office/drawing/2014/main" id="{E2324D32-69C2-CF49-6472-731C1E718259}"/>
              </a:ext>
            </a:extLst>
          </p:cNvPr>
          <p:cNvSpPr txBox="1"/>
          <p:nvPr/>
        </p:nvSpPr>
        <p:spPr>
          <a:xfrm>
            <a:off x="10474014" y="5431971"/>
            <a:ext cx="1618485" cy="1051570"/>
          </a:xfrm>
          <a:prstGeom prst="rect">
            <a:avLst/>
          </a:prstGeom>
          <a:noFill/>
          <a:ln>
            <a:noFill/>
          </a:ln>
        </p:spPr>
        <p:txBody>
          <a:bodyPr wrap="square" rtlCol="0">
            <a:spAutoFit/>
          </a:bodyPr>
          <a:lstStyle/>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Scope change on signed-off requirements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Thinking inside of Legacy box</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Trying to create Perfect Solution</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Over customization</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Procrastination &amp; indecisive</a:t>
            </a:r>
          </a:p>
        </p:txBody>
      </p:sp>
      <p:sp>
        <p:nvSpPr>
          <p:cNvPr id="442" name="Rounded Rectangle 67">
            <a:extLst>
              <a:ext uri="{FF2B5EF4-FFF2-40B4-BE49-F238E27FC236}">
                <a16:creationId xmlns:a16="http://schemas.microsoft.com/office/drawing/2014/main" id="{CC701B64-F701-644C-24EE-BCE48AF1DA76}"/>
              </a:ext>
            </a:extLst>
          </p:cNvPr>
          <p:cNvSpPr>
            <a:spLocks/>
          </p:cNvSpPr>
          <p:nvPr/>
        </p:nvSpPr>
        <p:spPr>
          <a:xfrm>
            <a:off x="3527662" y="5383053"/>
            <a:ext cx="2027860" cy="1340217"/>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443" name="TextBox 196">
            <a:extLst>
              <a:ext uri="{FF2B5EF4-FFF2-40B4-BE49-F238E27FC236}">
                <a16:creationId xmlns:a16="http://schemas.microsoft.com/office/drawing/2014/main" id="{E6F33CAC-E7AA-7629-56E6-DD05FA9B9FC2}"/>
              </a:ext>
            </a:extLst>
          </p:cNvPr>
          <p:cNvSpPr txBox="1">
            <a:spLocks/>
          </p:cNvSpPr>
          <p:nvPr/>
        </p:nvSpPr>
        <p:spPr>
          <a:xfrm>
            <a:off x="3609850" y="5189374"/>
            <a:ext cx="1917715" cy="301795"/>
          </a:xfrm>
          <a:prstGeom prst="roundRect">
            <a:avLst>
              <a:gd name="adj" fmla="val 50000"/>
            </a:avLst>
          </a:prstGeom>
          <a:solidFill>
            <a:srgbClr val="12ABDB"/>
          </a:solidFill>
          <a:ln w="25400" cap="flat" cmpd="sng" algn="ctr">
            <a:no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rPr>
              <a:t>            Tasks / Ownership</a:t>
            </a:r>
            <a:endParaRPr kumimoji="0" lang="en-US" sz="10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444" name="Rounded Rectangle 67">
            <a:extLst>
              <a:ext uri="{FF2B5EF4-FFF2-40B4-BE49-F238E27FC236}">
                <a16:creationId xmlns:a16="http://schemas.microsoft.com/office/drawing/2014/main" id="{99901A0F-332E-9DEC-BBB9-E919FCC074EC}"/>
              </a:ext>
            </a:extLst>
          </p:cNvPr>
          <p:cNvSpPr>
            <a:spLocks/>
          </p:cNvSpPr>
          <p:nvPr/>
        </p:nvSpPr>
        <p:spPr>
          <a:xfrm>
            <a:off x="5901758" y="5383053"/>
            <a:ext cx="2027860" cy="1340217"/>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445" name="TextBox 196">
            <a:extLst>
              <a:ext uri="{FF2B5EF4-FFF2-40B4-BE49-F238E27FC236}">
                <a16:creationId xmlns:a16="http://schemas.microsoft.com/office/drawing/2014/main" id="{6795C9E9-1E1E-3C8F-0D79-29A571C2CD9C}"/>
              </a:ext>
            </a:extLst>
          </p:cNvPr>
          <p:cNvSpPr txBox="1">
            <a:spLocks/>
          </p:cNvSpPr>
          <p:nvPr/>
        </p:nvSpPr>
        <p:spPr>
          <a:xfrm>
            <a:off x="5983946" y="5221874"/>
            <a:ext cx="1917715" cy="301795"/>
          </a:xfrm>
          <a:prstGeom prst="roundRect">
            <a:avLst>
              <a:gd name="adj" fmla="val 50000"/>
            </a:avLst>
          </a:prstGeom>
          <a:solidFill>
            <a:srgbClr val="D763C6"/>
          </a:solidFill>
          <a:ln w="25400" cap="flat" cmpd="sng" algn="ctr">
            <a:no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prstClr val="white"/>
                </a:solidFill>
                <a:effectLst/>
                <a:uLnTx/>
                <a:uFillTx/>
                <a:latin typeface="Ubuntu Medium"/>
                <a:ea typeface="Verdana" panose="020B0604030504040204" pitchFamily="34" charset="0"/>
                <a:cs typeface="Verdana" panose="020B0604030504040204" pitchFamily="34" charset="0"/>
              </a:rPr>
              <a:t>       Tasks / Ownership</a:t>
            </a:r>
            <a:endParaRPr kumimoji="0" lang="en-US" sz="1000" b="0" i="0" u="none" strike="noStrike" kern="0" cap="none" spc="0" normalizeH="0" baseline="0" noProof="0">
              <a:ln>
                <a:noFill/>
              </a:ln>
              <a:solidFill>
                <a:prstClr val="white"/>
              </a:solidFill>
              <a:effectLst/>
              <a:uLnTx/>
              <a:uFillTx/>
              <a:latin typeface="Ubuntu Medium"/>
              <a:ea typeface="Verdana" panose="020B0604030504040204" pitchFamily="34" charset="0"/>
              <a:cs typeface="Verdana" panose="020B0604030504040204" pitchFamily="34" charset="0"/>
            </a:endParaRPr>
          </a:p>
        </p:txBody>
      </p:sp>
      <p:sp>
        <p:nvSpPr>
          <p:cNvPr id="446" name="Rounded Rectangle 67">
            <a:extLst>
              <a:ext uri="{FF2B5EF4-FFF2-40B4-BE49-F238E27FC236}">
                <a16:creationId xmlns:a16="http://schemas.microsoft.com/office/drawing/2014/main" id="{8736889A-8B07-E59F-F17A-D4731E51B2FC}"/>
              </a:ext>
            </a:extLst>
          </p:cNvPr>
          <p:cNvSpPr>
            <a:spLocks/>
          </p:cNvSpPr>
          <p:nvPr/>
        </p:nvSpPr>
        <p:spPr>
          <a:xfrm>
            <a:off x="8144234" y="5389889"/>
            <a:ext cx="2027860" cy="1333381"/>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447" name="TextBox 196">
            <a:extLst>
              <a:ext uri="{FF2B5EF4-FFF2-40B4-BE49-F238E27FC236}">
                <a16:creationId xmlns:a16="http://schemas.microsoft.com/office/drawing/2014/main" id="{D6FF5ECE-61E5-9B22-7AA9-38F6B3E8FCBB}"/>
              </a:ext>
            </a:extLst>
          </p:cNvPr>
          <p:cNvSpPr txBox="1">
            <a:spLocks/>
          </p:cNvSpPr>
          <p:nvPr/>
        </p:nvSpPr>
        <p:spPr>
          <a:xfrm>
            <a:off x="8215912" y="5263193"/>
            <a:ext cx="1917715" cy="301795"/>
          </a:xfrm>
          <a:prstGeom prst="roundRect">
            <a:avLst>
              <a:gd name="adj" fmla="val 50000"/>
            </a:avLst>
          </a:prstGeom>
          <a:solidFill>
            <a:srgbClr val="D763C6"/>
          </a:solidFill>
          <a:ln w="25400" cap="flat" cmpd="sng" algn="ctr">
            <a:solidFill>
              <a:schemeClr val="accent6">
                <a:lumMod val="40000"/>
                <a:lumOff val="60000"/>
              </a:schemeClr>
            </a:solid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prstClr val="white"/>
                </a:solidFill>
                <a:effectLst/>
                <a:uLnTx/>
                <a:uFillTx/>
                <a:latin typeface="Ubuntu Medium"/>
                <a:ea typeface="Verdana" panose="020B0604030504040204" pitchFamily="34" charset="0"/>
                <a:cs typeface="Verdana" panose="020B0604030504040204" pitchFamily="34" charset="0"/>
              </a:rPr>
              <a:t>                  Tasks / Ownership</a:t>
            </a:r>
            <a:endParaRPr kumimoji="0" lang="en-US" sz="1000" b="0" i="0" u="none" strike="noStrike" kern="0" cap="none" spc="0" normalizeH="0" baseline="0" noProof="0">
              <a:ln>
                <a:noFill/>
              </a:ln>
              <a:solidFill>
                <a:prstClr val="white"/>
              </a:solidFill>
              <a:effectLst/>
              <a:uLnTx/>
              <a:uFillTx/>
              <a:latin typeface="Ubuntu Medium"/>
              <a:ea typeface="Verdana" panose="020B0604030504040204" pitchFamily="34" charset="0"/>
              <a:cs typeface="Verdana" panose="020B0604030504040204" pitchFamily="34" charset="0"/>
            </a:endParaRPr>
          </a:p>
        </p:txBody>
      </p:sp>
      <p:grpSp>
        <p:nvGrpSpPr>
          <p:cNvPr id="448" name="Woman29" descr="{&quot;Key&quot;:&quot;POWER_USER_SHAPE_ICON&quot;,&quot;Value&quot;:&quot;POWER_USER_SHAPE_ICON_STYLE_1&quot;}">
            <a:extLst>
              <a:ext uri="{FF2B5EF4-FFF2-40B4-BE49-F238E27FC236}">
                <a16:creationId xmlns:a16="http://schemas.microsoft.com/office/drawing/2014/main" id="{790B3B70-2B16-BBBD-BF3B-C6828B9D671D}"/>
              </a:ext>
            </a:extLst>
          </p:cNvPr>
          <p:cNvGrpSpPr>
            <a:grpSpLocks noChangeAspect="1"/>
          </p:cNvGrpSpPr>
          <p:nvPr/>
        </p:nvGrpSpPr>
        <p:grpSpPr>
          <a:xfrm>
            <a:off x="8234678" y="5064585"/>
            <a:ext cx="288000" cy="346700"/>
            <a:chOff x="3049573" y="285562"/>
            <a:chExt cx="588025" cy="755384"/>
          </a:xfrm>
        </p:grpSpPr>
        <p:sp>
          <p:nvSpPr>
            <p:cNvPr id="449" name="Freeform: Shape 448">
              <a:extLst>
                <a:ext uri="{FF2B5EF4-FFF2-40B4-BE49-F238E27FC236}">
                  <a16:creationId xmlns:a16="http://schemas.microsoft.com/office/drawing/2014/main" id="{A5BD09C8-89CD-D9FD-C6D1-50E7D07F8D4C}"/>
                </a:ext>
              </a:extLst>
            </p:cNvPr>
            <p:cNvSpPr/>
            <p:nvPr/>
          </p:nvSpPr>
          <p:spPr>
            <a:xfrm>
              <a:off x="3209793" y="747246"/>
              <a:ext cx="37681" cy="292030"/>
            </a:xfrm>
            <a:custGeom>
              <a:avLst/>
              <a:gdLst>
                <a:gd name="connsiteX0" fmla="*/ 38981 w 37681"/>
                <a:gd name="connsiteY0" fmla="*/ 293902 h 292030"/>
                <a:gd name="connsiteX1" fmla="*/ 0 w 37681"/>
                <a:gd name="connsiteY1" fmla="*/ 0 h 292030"/>
              </a:gdLst>
              <a:ahLst/>
              <a:cxnLst>
                <a:cxn ang="0">
                  <a:pos x="connsiteX0" y="connsiteY0"/>
                </a:cxn>
                <a:cxn ang="0">
                  <a:pos x="connsiteX1" y="connsiteY1"/>
                </a:cxn>
              </a:cxnLst>
              <a:rect l="l" t="t" r="r" b="b"/>
              <a:pathLst>
                <a:path w="37681" h="292030">
                  <a:moveTo>
                    <a:pt x="38981" y="293902"/>
                  </a:moveTo>
                  <a:cubicBezTo>
                    <a:pt x="38981" y="153702"/>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0" name="Freeform: Shape 449">
              <a:extLst>
                <a:ext uri="{FF2B5EF4-FFF2-40B4-BE49-F238E27FC236}">
                  <a16:creationId xmlns:a16="http://schemas.microsoft.com/office/drawing/2014/main" id="{D2522697-345F-75A7-DB24-5F29FCE7E44E}"/>
                </a:ext>
              </a:extLst>
            </p:cNvPr>
            <p:cNvSpPr/>
            <p:nvPr/>
          </p:nvSpPr>
          <p:spPr>
            <a:xfrm>
              <a:off x="3445840" y="747246"/>
              <a:ext cx="37681" cy="292030"/>
            </a:xfrm>
            <a:custGeom>
              <a:avLst/>
              <a:gdLst>
                <a:gd name="connsiteX0" fmla="*/ 0 w 37681"/>
                <a:gd name="connsiteY0" fmla="*/ 293902 h 292030"/>
                <a:gd name="connsiteX1" fmla="*/ 38981 w 37681"/>
                <a:gd name="connsiteY1" fmla="*/ 0 h 292030"/>
              </a:gdLst>
              <a:ahLst/>
              <a:cxnLst>
                <a:cxn ang="0">
                  <a:pos x="connsiteX0" y="connsiteY0"/>
                </a:cxn>
                <a:cxn ang="0">
                  <a:pos x="connsiteX1" y="connsiteY1"/>
                </a:cxn>
              </a:cxnLst>
              <a:rect l="l" t="t" r="r" b="b"/>
              <a:pathLst>
                <a:path w="37681" h="292030">
                  <a:moveTo>
                    <a:pt x="0" y="293902"/>
                  </a:moveTo>
                  <a:cubicBezTo>
                    <a:pt x="0" y="153702"/>
                    <a:pt x="38981" y="0"/>
                    <a:pt x="38981"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1" name="Freeform: Shape 450">
              <a:extLst>
                <a:ext uri="{FF2B5EF4-FFF2-40B4-BE49-F238E27FC236}">
                  <a16:creationId xmlns:a16="http://schemas.microsoft.com/office/drawing/2014/main" id="{A68D4F8D-BF66-FB3E-E90D-AA90F2266310}"/>
                </a:ext>
              </a:extLst>
            </p:cNvPr>
            <p:cNvSpPr/>
            <p:nvPr/>
          </p:nvSpPr>
          <p:spPr>
            <a:xfrm>
              <a:off x="3229595" y="847629"/>
              <a:ext cx="226088" cy="37681"/>
            </a:xfrm>
            <a:custGeom>
              <a:avLst/>
              <a:gdLst>
                <a:gd name="connsiteX0" fmla="*/ 0 w 226087"/>
                <a:gd name="connsiteY0" fmla="*/ 0 h 37681"/>
                <a:gd name="connsiteX1" fmla="*/ 117705 w 226087"/>
                <a:gd name="connsiteY1" fmla="*/ 39629 h 37681"/>
                <a:gd name="connsiteX2" fmla="*/ 235415 w 226087"/>
                <a:gd name="connsiteY2" fmla="*/ 0 h 37681"/>
              </a:gdLst>
              <a:ahLst/>
              <a:cxnLst>
                <a:cxn ang="0">
                  <a:pos x="connsiteX0" y="connsiteY0"/>
                </a:cxn>
                <a:cxn ang="0">
                  <a:pos x="connsiteX1" y="connsiteY1"/>
                </a:cxn>
                <a:cxn ang="0">
                  <a:pos x="connsiteX2" y="connsiteY2"/>
                </a:cxn>
              </a:cxnLst>
              <a:rect l="l" t="t" r="r" b="b"/>
              <a:pathLst>
                <a:path w="226087" h="37681">
                  <a:moveTo>
                    <a:pt x="0" y="0"/>
                  </a:moveTo>
                  <a:cubicBezTo>
                    <a:pt x="23527" y="23677"/>
                    <a:pt x="67370" y="39629"/>
                    <a:pt x="117705" y="39629"/>
                  </a:cubicBezTo>
                  <a:cubicBezTo>
                    <a:pt x="168040" y="39629"/>
                    <a:pt x="211888" y="23677"/>
                    <a:pt x="235415" y="0"/>
                  </a:cubicBezTo>
                </a:path>
              </a:pathLst>
            </a:custGeom>
            <a:noFill/>
            <a:ln w="19050" cap="flat">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2" name="Freeform: Shape 451">
              <a:extLst>
                <a:ext uri="{FF2B5EF4-FFF2-40B4-BE49-F238E27FC236}">
                  <a16:creationId xmlns:a16="http://schemas.microsoft.com/office/drawing/2014/main" id="{92091459-E29A-5791-E553-382F2158AF59}"/>
                </a:ext>
              </a:extLst>
            </p:cNvPr>
            <p:cNvSpPr/>
            <p:nvPr/>
          </p:nvSpPr>
          <p:spPr>
            <a:xfrm>
              <a:off x="3049573" y="466306"/>
              <a:ext cx="405074" cy="574640"/>
            </a:xfrm>
            <a:custGeom>
              <a:avLst/>
              <a:gdLst>
                <a:gd name="connsiteX0" fmla="*/ 7668 w 405074"/>
                <a:gd name="connsiteY0" fmla="*/ 574841 h 574640"/>
                <a:gd name="connsiteX1" fmla="*/ 0 w 405074"/>
                <a:gd name="connsiteY1" fmla="*/ 427884 h 574640"/>
                <a:gd name="connsiteX2" fmla="*/ 160220 w 405074"/>
                <a:gd name="connsiteY2" fmla="*/ 280939 h 574640"/>
                <a:gd name="connsiteX3" fmla="*/ 223296 w 405074"/>
                <a:gd name="connsiteY3" fmla="*/ 264310 h 574640"/>
                <a:gd name="connsiteX4" fmla="*/ 220838 w 405074"/>
                <a:gd name="connsiteY4" fmla="*/ 199937 h 574640"/>
                <a:gd name="connsiteX5" fmla="*/ 189393 w 405074"/>
                <a:gd name="connsiteY5" fmla="*/ 0 h 574640"/>
                <a:gd name="connsiteX6" fmla="*/ 412242 w 405074"/>
                <a:gd name="connsiteY6" fmla="*/ 21667 h 57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5074" h="574640">
                  <a:moveTo>
                    <a:pt x="7668" y="574841"/>
                  </a:moveTo>
                  <a:lnTo>
                    <a:pt x="0" y="427884"/>
                  </a:lnTo>
                  <a:cubicBezTo>
                    <a:pt x="0" y="352283"/>
                    <a:pt x="75579" y="308886"/>
                    <a:pt x="160220" y="280939"/>
                  </a:cubicBezTo>
                  <a:cubicBezTo>
                    <a:pt x="176734" y="275488"/>
                    <a:pt x="223296" y="264310"/>
                    <a:pt x="223296" y="264310"/>
                  </a:cubicBezTo>
                  <a:cubicBezTo>
                    <a:pt x="223983" y="247604"/>
                    <a:pt x="223233" y="219645"/>
                    <a:pt x="220838" y="199937"/>
                  </a:cubicBezTo>
                  <a:cubicBezTo>
                    <a:pt x="170420" y="131972"/>
                    <a:pt x="174300" y="35848"/>
                    <a:pt x="189393" y="0"/>
                  </a:cubicBezTo>
                  <a:cubicBezTo>
                    <a:pt x="225352" y="22006"/>
                    <a:pt x="314663" y="46047"/>
                    <a:pt x="412242" y="21667"/>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3" name="Freeform: Shape 452">
              <a:extLst>
                <a:ext uri="{FF2B5EF4-FFF2-40B4-BE49-F238E27FC236}">
                  <a16:creationId xmlns:a16="http://schemas.microsoft.com/office/drawing/2014/main" id="{1F55CAAF-97D0-13FF-B750-F3596BB82C35}"/>
                </a:ext>
              </a:extLst>
            </p:cNvPr>
            <p:cNvSpPr/>
            <p:nvPr/>
          </p:nvSpPr>
          <p:spPr>
            <a:xfrm>
              <a:off x="3383249" y="443836"/>
              <a:ext cx="254349" cy="593481"/>
            </a:xfrm>
            <a:custGeom>
              <a:avLst/>
              <a:gdLst>
                <a:gd name="connsiteX0" fmla="*/ 254119 w 254348"/>
                <a:gd name="connsiteY0" fmla="*/ 597312 h 593480"/>
                <a:gd name="connsiteX1" fmla="*/ 261792 w 254348"/>
                <a:gd name="connsiteY1" fmla="*/ 450355 h 593480"/>
                <a:gd name="connsiteX2" fmla="*/ 101573 w 254348"/>
                <a:gd name="connsiteY2" fmla="*/ 303410 h 593480"/>
                <a:gd name="connsiteX3" fmla="*/ 38456 w 254348"/>
                <a:gd name="connsiteY3" fmla="*/ 286730 h 593480"/>
                <a:gd name="connsiteX4" fmla="*/ 40806 w 254348"/>
                <a:gd name="connsiteY4" fmla="*/ 223601 h 593480"/>
                <a:gd name="connsiteX5" fmla="*/ 78567 w 254348"/>
                <a:gd name="connsiteY5" fmla="*/ 44138 h 593480"/>
                <a:gd name="connsiteX6" fmla="*/ 0 w 254348"/>
                <a:gd name="connsiteY6" fmla="*/ 0 h 59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348" h="593480">
                  <a:moveTo>
                    <a:pt x="254119" y="597312"/>
                  </a:moveTo>
                  <a:lnTo>
                    <a:pt x="261792" y="450355"/>
                  </a:lnTo>
                  <a:cubicBezTo>
                    <a:pt x="261792" y="374754"/>
                    <a:pt x="192421" y="327174"/>
                    <a:pt x="101573" y="303410"/>
                  </a:cubicBezTo>
                  <a:cubicBezTo>
                    <a:pt x="85779" y="299278"/>
                    <a:pt x="38456" y="286730"/>
                    <a:pt x="38456" y="286730"/>
                  </a:cubicBezTo>
                  <a:cubicBezTo>
                    <a:pt x="37774" y="270363"/>
                    <a:pt x="38466" y="242756"/>
                    <a:pt x="40806" y="223601"/>
                  </a:cubicBezTo>
                  <a:cubicBezTo>
                    <a:pt x="93099" y="152522"/>
                    <a:pt x="96465" y="83929"/>
                    <a:pt x="78567" y="44138"/>
                  </a:cubicBezTo>
                  <a:cubicBezTo>
                    <a:pt x="39315" y="31703"/>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4" name="Freeform: Shape 453">
              <a:extLst>
                <a:ext uri="{FF2B5EF4-FFF2-40B4-BE49-F238E27FC236}">
                  <a16:creationId xmlns:a16="http://schemas.microsoft.com/office/drawing/2014/main" id="{2AFB458A-E8A2-3D6C-5AF0-56D02B233E84}"/>
                </a:ext>
              </a:extLst>
            </p:cNvPr>
            <p:cNvSpPr/>
            <p:nvPr/>
          </p:nvSpPr>
          <p:spPr>
            <a:xfrm>
              <a:off x="3152851" y="285562"/>
              <a:ext cx="386234" cy="480437"/>
            </a:xfrm>
            <a:custGeom>
              <a:avLst/>
              <a:gdLst>
                <a:gd name="connsiteX0" fmla="*/ 383695 w 386233"/>
                <a:gd name="connsiteY0" fmla="*/ 479344 h 480436"/>
                <a:gd name="connsiteX1" fmla="*/ 388714 w 386233"/>
                <a:gd name="connsiteY1" fmla="*/ 209470 h 480436"/>
                <a:gd name="connsiteX2" fmla="*/ 194444 w 386233"/>
                <a:gd name="connsiteY2" fmla="*/ 0 h 480436"/>
                <a:gd name="connsiteX3" fmla="*/ 107 w 386233"/>
                <a:gd name="connsiteY3" fmla="*/ 209646 h 480436"/>
                <a:gd name="connsiteX4" fmla="*/ 792 w 386233"/>
                <a:gd name="connsiteY4" fmla="*/ 483062 h 480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33" h="480436">
                  <a:moveTo>
                    <a:pt x="383695" y="479344"/>
                  </a:moveTo>
                  <a:cubicBezTo>
                    <a:pt x="334827" y="447063"/>
                    <a:pt x="391221" y="320103"/>
                    <a:pt x="388714" y="209470"/>
                  </a:cubicBezTo>
                  <a:cubicBezTo>
                    <a:pt x="388837" y="102141"/>
                    <a:pt x="307022" y="0"/>
                    <a:pt x="194444" y="0"/>
                  </a:cubicBezTo>
                  <a:cubicBezTo>
                    <a:pt x="83073" y="0"/>
                    <a:pt x="107" y="102292"/>
                    <a:pt x="107" y="209646"/>
                  </a:cubicBezTo>
                  <a:cubicBezTo>
                    <a:pt x="-2593" y="321949"/>
                    <a:pt x="47325" y="453168"/>
                    <a:pt x="792" y="483062"/>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55" name="Employee6" descr="{&quot;Key&quot;:&quot;POWER_USER_SHAPE_ICON&quot;,&quot;Value&quot;:&quot;POWER_USER_SHAPE_ICON_STYLE_1&quot;}">
            <a:extLst>
              <a:ext uri="{FF2B5EF4-FFF2-40B4-BE49-F238E27FC236}">
                <a16:creationId xmlns:a16="http://schemas.microsoft.com/office/drawing/2014/main" id="{68DA5E2A-F19B-3161-CAF5-D60DEBD536EE}"/>
              </a:ext>
            </a:extLst>
          </p:cNvPr>
          <p:cNvGrpSpPr>
            <a:grpSpLocks noChangeAspect="1"/>
          </p:cNvGrpSpPr>
          <p:nvPr/>
        </p:nvGrpSpPr>
        <p:grpSpPr>
          <a:xfrm>
            <a:off x="8538982" y="5045163"/>
            <a:ext cx="288000" cy="342474"/>
            <a:chOff x="3584576" y="3348038"/>
            <a:chExt cx="230188" cy="292100"/>
          </a:xfrm>
          <a:solidFill>
            <a:schemeClr val="accent1"/>
          </a:solidFill>
        </p:grpSpPr>
        <p:sp>
          <p:nvSpPr>
            <p:cNvPr id="456" name="Freeform 1099">
              <a:extLst>
                <a:ext uri="{FF2B5EF4-FFF2-40B4-BE49-F238E27FC236}">
                  <a16:creationId xmlns:a16="http://schemas.microsoft.com/office/drawing/2014/main" id="{35661EA0-F875-25B8-7A42-BF50B4B1410D}"/>
                </a:ext>
              </a:extLst>
            </p:cNvPr>
            <p:cNvSpPr>
              <a:spLocks/>
            </p:cNvSpPr>
            <p:nvPr/>
          </p:nvSpPr>
          <p:spPr bwMode="auto">
            <a:xfrm>
              <a:off x="3621088" y="3433763"/>
              <a:ext cx="44450" cy="36513"/>
            </a:xfrm>
            <a:custGeom>
              <a:avLst/>
              <a:gdLst>
                <a:gd name="T0" fmla="*/ 109 w 218"/>
                <a:gd name="T1" fmla="*/ 159 h 176"/>
                <a:gd name="T2" fmla="*/ 109 w 218"/>
                <a:gd name="T3" fmla="*/ 143 h 176"/>
                <a:gd name="T4" fmla="*/ 55 w 218"/>
                <a:gd name="T5" fmla="*/ 120 h 176"/>
                <a:gd name="T6" fmla="*/ 33 w 218"/>
                <a:gd name="T7" fmla="*/ 67 h 176"/>
                <a:gd name="T8" fmla="*/ 33 w 218"/>
                <a:gd name="T9" fmla="*/ 33 h 176"/>
                <a:gd name="T10" fmla="*/ 185 w 218"/>
                <a:gd name="T11" fmla="*/ 33 h 176"/>
                <a:gd name="T12" fmla="*/ 185 w 218"/>
                <a:gd name="T13" fmla="*/ 67 h 176"/>
                <a:gd name="T14" fmla="*/ 163 w 218"/>
                <a:gd name="T15" fmla="*/ 120 h 176"/>
                <a:gd name="T16" fmla="*/ 109 w 218"/>
                <a:gd name="T17" fmla="*/ 143 h 176"/>
                <a:gd name="T18" fmla="*/ 109 w 218"/>
                <a:gd name="T19" fmla="*/ 159 h 176"/>
                <a:gd name="T20" fmla="*/ 109 w 218"/>
                <a:gd name="T21" fmla="*/ 176 h 176"/>
                <a:gd name="T22" fmla="*/ 218 w 218"/>
                <a:gd name="T23" fmla="*/ 67 h 176"/>
                <a:gd name="T24" fmla="*/ 218 w 218"/>
                <a:gd name="T25" fmla="*/ 0 h 176"/>
                <a:gd name="T26" fmla="*/ 0 w 218"/>
                <a:gd name="T27" fmla="*/ 0 h 176"/>
                <a:gd name="T28" fmla="*/ 0 w 218"/>
                <a:gd name="T29" fmla="*/ 67 h 176"/>
                <a:gd name="T30" fmla="*/ 109 w 218"/>
                <a:gd name="T31" fmla="*/ 176 h 176"/>
                <a:gd name="T32" fmla="*/ 109 w 218"/>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8" h="176">
                  <a:moveTo>
                    <a:pt x="109" y="159"/>
                  </a:moveTo>
                  <a:lnTo>
                    <a:pt x="109" y="143"/>
                  </a:lnTo>
                  <a:cubicBezTo>
                    <a:pt x="88" y="143"/>
                    <a:pt x="69" y="134"/>
                    <a:pt x="55" y="120"/>
                  </a:cubicBezTo>
                  <a:cubicBezTo>
                    <a:pt x="41" y="107"/>
                    <a:pt x="33" y="88"/>
                    <a:pt x="33" y="67"/>
                  </a:cubicBezTo>
                  <a:lnTo>
                    <a:pt x="33" y="33"/>
                  </a:lnTo>
                  <a:lnTo>
                    <a:pt x="185" y="33"/>
                  </a:lnTo>
                  <a:lnTo>
                    <a:pt x="185" y="67"/>
                  </a:lnTo>
                  <a:cubicBezTo>
                    <a:pt x="185" y="88"/>
                    <a:pt x="176" y="107"/>
                    <a:pt x="163" y="120"/>
                  </a:cubicBezTo>
                  <a:cubicBezTo>
                    <a:pt x="149" y="134"/>
                    <a:pt x="130" y="143"/>
                    <a:pt x="109" y="143"/>
                  </a:cubicBezTo>
                  <a:lnTo>
                    <a:pt x="109" y="159"/>
                  </a:lnTo>
                  <a:lnTo>
                    <a:pt x="109" y="176"/>
                  </a:lnTo>
                  <a:cubicBezTo>
                    <a:pt x="169" y="176"/>
                    <a:pt x="218" y="127"/>
                    <a:pt x="218" y="67"/>
                  </a:cubicBezTo>
                  <a:lnTo>
                    <a:pt x="218" y="0"/>
                  </a:lnTo>
                  <a:lnTo>
                    <a:pt x="0" y="0"/>
                  </a:lnTo>
                  <a:lnTo>
                    <a:pt x="0" y="67"/>
                  </a:lnTo>
                  <a:cubicBezTo>
                    <a:pt x="0" y="127"/>
                    <a:pt x="48" y="176"/>
                    <a:pt x="109" y="176"/>
                  </a:cubicBezTo>
                  <a:lnTo>
                    <a:pt x="109" y="159"/>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7" name="Freeform 1100">
              <a:extLst>
                <a:ext uri="{FF2B5EF4-FFF2-40B4-BE49-F238E27FC236}">
                  <a16:creationId xmlns:a16="http://schemas.microsoft.com/office/drawing/2014/main" id="{7D7C623C-5CA1-E8BE-F6E9-4996376C74BB}"/>
                </a:ext>
              </a:extLst>
            </p:cNvPr>
            <p:cNvSpPr>
              <a:spLocks/>
            </p:cNvSpPr>
            <p:nvPr/>
          </p:nvSpPr>
          <p:spPr bwMode="auto">
            <a:xfrm>
              <a:off x="3671888" y="3433763"/>
              <a:ext cx="44450" cy="36513"/>
            </a:xfrm>
            <a:custGeom>
              <a:avLst/>
              <a:gdLst>
                <a:gd name="T0" fmla="*/ 109 w 219"/>
                <a:gd name="T1" fmla="*/ 159 h 176"/>
                <a:gd name="T2" fmla="*/ 109 w 219"/>
                <a:gd name="T3" fmla="*/ 143 h 176"/>
                <a:gd name="T4" fmla="*/ 56 w 219"/>
                <a:gd name="T5" fmla="*/ 120 h 176"/>
                <a:gd name="T6" fmla="*/ 33 w 219"/>
                <a:gd name="T7" fmla="*/ 67 h 176"/>
                <a:gd name="T8" fmla="*/ 33 w 219"/>
                <a:gd name="T9" fmla="*/ 33 h 176"/>
                <a:gd name="T10" fmla="*/ 185 w 219"/>
                <a:gd name="T11" fmla="*/ 33 h 176"/>
                <a:gd name="T12" fmla="*/ 185 w 219"/>
                <a:gd name="T13" fmla="*/ 67 h 176"/>
                <a:gd name="T14" fmla="*/ 163 w 219"/>
                <a:gd name="T15" fmla="*/ 120 h 176"/>
                <a:gd name="T16" fmla="*/ 109 w 219"/>
                <a:gd name="T17" fmla="*/ 143 h 176"/>
                <a:gd name="T18" fmla="*/ 109 w 219"/>
                <a:gd name="T19" fmla="*/ 159 h 176"/>
                <a:gd name="T20" fmla="*/ 109 w 219"/>
                <a:gd name="T21" fmla="*/ 176 h 176"/>
                <a:gd name="T22" fmla="*/ 219 w 219"/>
                <a:gd name="T23" fmla="*/ 67 h 176"/>
                <a:gd name="T24" fmla="*/ 219 w 219"/>
                <a:gd name="T25" fmla="*/ 0 h 176"/>
                <a:gd name="T26" fmla="*/ 0 w 219"/>
                <a:gd name="T27" fmla="*/ 0 h 176"/>
                <a:gd name="T28" fmla="*/ 0 w 219"/>
                <a:gd name="T29" fmla="*/ 67 h 176"/>
                <a:gd name="T30" fmla="*/ 109 w 219"/>
                <a:gd name="T31" fmla="*/ 176 h 176"/>
                <a:gd name="T32" fmla="*/ 109 w 219"/>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9" h="176">
                  <a:moveTo>
                    <a:pt x="109" y="159"/>
                  </a:moveTo>
                  <a:lnTo>
                    <a:pt x="109" y="143"/>
                  </a:lnTo>
                  <a:cubicBezTo>
                    <a:pt x="88" y="143"/>
                    <a:pt x="69" y="134"/>
                    <a:pt x="56" y="120"/>
                  </a:cubicBezTo>
                  <a:cubicBezTo>
                    <a:pt x="42" y="107"/>
                    <a:pt x="33" y="88"/>
                    <a:pt x="33" y="67"/>
                  </a:cubicBezTo>
                  <a:lnTo>
                    <a:pt x="33" y="33"/>
                  </a:lnTo>
                  <a:lnTo>
                    <a:pt x="185" y="33"/>
                  </a:lnTo>
                  <a:lnTo>
                    <a:pt x="185" y="67"/>
                  </a:lnTo>
                  <a:cubicBezTo>
                    <a:pt x="185" y="88"/>
                    <a:pt x="177" y="107"/>
                    <a:pt x="163" y="120"/>
                  </a:cubicBezTo>
                  <a:cubicBezTo>
                    <a:pt x="149" y="134"/>
                    <a:pt x="130" y="143"/>
                    <a:pt x="109" y="143"/>
                  </a:cubicBezTo>
                  <a:lnTo>
                    <a:pt x="109" y="159"/>
                  </a:lnTo>
                  <a:lnTo>
                    <a:pt x="109" y="176"/>
                  </a:lnTo>
                  <a:cubicBezTo>
                    <a:pt x="170" y="176"/>
                    <a:pt x="219" y="127"/>
                    <a:pt x="219" y="67"/>
                  </a:cubicBezTo>
                  <a:lnTo>
                    <a:pt x="219" y="0"/>
                  </a:lnTo>
                  <a:lnTo>
                    <a:pt x="0" y="0"/>
                  </a:lnTo>
                  <a:lnTo>
                    <a:pt x="0" y="67"/>
                  </a:lnTo>
                  <a:cubicBezTo>
                    <a:pt x="0" y="127"/>
                    <a:pt x="49" y="176"/>
                    <a:pt x="109" y="176"/>
                  </a:cubicBezTo>
                  <a:lnTo>
                    <a:pt x="109" y="15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8" name="Freeform 1101">
              <a:extLst>
                <a:ext uri="{FF2B5EF4-FFF2-40B4-BE49-F238E27FC236}">
                  <a16:creationId xmlns:a16="http://schemas.microsoft.com/office/drawing/2014/main" id="{15ADDA8A-D64A-5CFC-7D09-E7F267DB0210}"/>
                </a:ext>
              </a:extLst>
            </p:cNvPr>
            <p:cNvSpPr>
              <a:spLocks/>
            </p:cNvSpPr>
            <p:nvPr/>
          </p:nvSpPr>
          <p:spPr bwMode="auto">
            <a:xfrm>
              <a:off x="3584576" y="3570288"/>
              <a:ext cx="60325" cy="69850"/>
            </a:xfrm>
            <a:custGeom>
              <a:avLst/>
              <a:gdLst>
                <a:gd name="T0" fmla="*/ 280 w 290"/>
                <a:gd name="T1" fmla="*/ 0 h 339"/>
                <a:gd name="T2" fmla="*/ 142 w 290"/>
                <a:gd name="T3" fmla="*/ 43 h 339"/>
                <a:gd name="T4" fmla="*/ 142 w 290"/>
                <a:gd name="T5" fmla="*/ 43 h 339"/>
                <a:gd name="T6" fmla="*/ 0 w 290"/>
                <a:gd name="T7" fmla="*/ 248 h 339"/>
                <a:gd name="T8" fmla="*/ 0 w 290"/>
                <a:gd name="T9" fmla="*/ 339 h 339"/>
                <a:gd name="T10" fmla="*/ 33 w 290"/>
                <a:gd name="T11" fmla="*/ 339 h 339"/>
                <a:gd name="T12" fmla="*/ 33 w 290"/>
                <a:gd name="T13" fmla="*/ 248 h 339"/>
                <a:gd name="T14" fmla="*/ 153 w 290"/>
                <a:gd name="T15" fmla="*/ 75 h 339"/>
                <a:gd name="T16" fmla="*/ 148 w 290"/>
                <a:gd name="T17" fmla="*/ 59 h 339"/>
                <a:gd name="T18" fmla="*/ 153 w 290"/>
                <a:gd name="T19" fmla="*/ 75 h 339"/>
                <a:gd name="T20" fmla="*/ 290 w 290"/>
                <a:gd name="T21" fmla="*/ 32 h 339"/>
                <a:gd name="T22" fmla="*/ 280 w 290"/>
                <a:gd name="T23" fmla="*/ 0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280" y="0"/>
                  </a:moveTo>
                  <a:lnTo>
                    <a:pt x="142" y="43"/>
                  </a:lnTo>
                  <a:lnTo>
                    <a:pt x="142" y="43"/>
                  </a:lnTo>
                  <a:cubicBezTo>
                    <a:pt x="56" y="75"/>
                    <a:pt x="0" y="157"/>
                    <a:pt x="0" y="248"/>
                  </a:cubicBezTo>
                  <a:lnTo>
                    <a:pt x="0" y="339"/>
                  </a:lnTo>
                  <a:lnTo>
                    <a:pt x="33" y="339"/>
                  </a:lnTo>
                  <a:lnTo>
                    <a:pt x="33" y="248"/>
                  </a:lnTo>
                  <a:cubicBezTo>
                    <a:pt x="33" y="170"/>
                    <a:pt x="81" y="101"/>
                    <a:pt x="153" y="75"/>
                  </a:cubicBezTo>
                  <a:lnTo>
                    <a:pt x="148" y="59"/>
                  </a:lnTo>
                  <a:lnTo>
                    <a:pt x="153" y="75"/>
                  </a:lnTo>
                  <a:lnTo>
                    <a:pt x="290" y="32"/>
                  </a:lnTo>
                  <a:lnTo>
                    <a:pt x="28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9" name="Freeform 1102">
              <a:extLst>
                <a:ext uri="{FF2B5EF4-FFF2-40B4-BE49-F238E27FC236}">
                  <a16:creationId xmlns:a16="http://schemas.microsoft.com/office/drawing/2014/main" id="{4D47D768-1400-5780-417A-8B307726CCEE}"/>
                </a:ext>
              </a:extLst>
            </p:cNvPr>
            <p:cNvSpPr>
              <a:spLocks/>
            </p:cNvSpPr>
            <p:nvPr/>
          </p:nvSpPr>
          <p:spPr bwMode="auto">
            <a:xfrm>
              <a:off x="3660776" y="3530600"/>
              <a:ext cx="12700" cy="25400"/>
            </a:xfrm>
            <a:custGeom>
              <a:avLst/>
              <a:gdLst>
                <a:gd name="T0" fmla="*/ 27 w 60"/>
                <a:gd name="T1" fmla="*/ 2 h 124"/>
                <a:gd name="T2" fmla="*/ 27 w 60"/>
                <a:gd name="T3" fmla="*/ 2 h 124"/>
                <a:gd name="T4" fmla="*/ 27 w 60"/>
                <a:gd name="T5" fmla="*/ 5 h 124"/>
                <a:gd name="T6" fmla="*/ 0 w 60"/>
                <a:gd name="T7" fmla="*/ 108 h 124"/>
                <a:gd name="T8" fmla="*/ 29 w 60"/>
                <a:gd name="T9" fmla="*/ 124 h 124"/>
                <a:gd name="T10" fmla="*/ 60 w 60"/>
                <a:gd name="T11" fmla="*/ 5 h 124"/>
                <a:gd name="T12" fmla="*/ 60 w 60"/>
                <a:gd name="T13" fmla="*/ 0 h 124"/>
                <a:gd name="T14" fmla="*/ 27 w 60"/>
                <a:gd name="T15" fmla="*/ 2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124">
                  <a:moveTo>
                    <a:pt x="27" y="2"/>
                  </a:moveTo>
                  <a:lnTo>
                    <a:pt x="27" y="2"/>
                  </a:lnTo>
                  <a:cubicBezTo>
                    <a:pt x="27" y="3"/>
                    <a:pt x="27" y="4"/>
                    <a:pt x="27" y="5"/>
                  </a:cubicBezTo>
                  <a:cubicBezTo>
                    <a:pt x="27" y="17"/>
                    <a:pt x="25" y="60"/>
                    <a:pt x="0" y="108"/>
                  </a:cubicBezTo>
                  <a:lnTo>
                    <a:pt x="29" y="124"/>
                  </a:lnTo>
                  <a:cubicBezTo>
                    <a:pt x="58" y="69"/>
                    <a:pt x="60" y="21"/>
                    <a:pt x="60" y="5"/>
                  </a:cubicBezTo>
                  <a:cubicBezTo>
                    <a:pt x="60" y="2"/>
                    <a:pt x="60" y="1"/>
                    <a:pt x="60" y="0"/>
                  </a:cubicBezTo>
                  <a:lnTo>
                    <a:pt x="27" y="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0" name="Freeform 1103">
              <a:extLst>
                <a:ext uri="{FF2B5EF4-FFF2-40B4-BE49-F238E27FC236}">
                  <a16:creationId xmlns:a16="http://schemas.microsoft.com/office/drawing/2014/main" id="{A8CACD4F-3C2F-BC68-F5B1-85EE10A87078}"/>
                </a:ext>
              </a:extLst>
            </p:cNvPr>
            <p:cNvSpPr>
              <a:spLocks/>
            </p:cNvSpPr>
            <p:nvPr/>
          </p:nvSpPr>
          <p:spPr bwMode="auto">
            <a:xfrm>
              <a:off x="3756026" y="3570288"/>
              <a:ext cx="58738" cy="69850"/>
            </a:xfrm>
            <a:custGeom>
              <a:avLst/>
              <a:gdLst>
                <a:gd name="T0" fmla="*/ 0 w 290"/>
                <a:gd name="T1" fmla="*/ 32 h 339"/>
                <a:gd name="T2" fmla="*/ 137 w 290"/>
                <a:gd name="T3" fmla="*/ 75 h 339"/>
                <a:gd name="T4" fmla="*/ 142 w 290"/>
                <a:gd name="T5" fmla="*/ 59 h 339"/>
                <a:gd name="T6" fmla="*/ 136 w 290"/>
                <a:gd name="T7" fmla="*/ 75 h 339"/>
                <a:gd name="T8" fmla="*/ 257 w 290"/>
                <a:gd name="T9" fmla="*/ 248 h 339"/>
                <a:gd name="T10" fmla="*/ 257 w 290"/>
                <a:gd name="T11" fmla="*/ 339 h 339"/>
                <a:gd name="T12" fmla="*/ 290 w 290"/>
                <a:gd name="T13" fmla="*/ 339 h 339"/>
                <a:gd name="T14" fmla="*/ 290 w 290"/>
                <a:gd name="T15" fmla="*/ 248 h 339"/>
                <a:gd name="T16" fmla="*/ 148 w 290"/>
                <a:gd name="T17" fmla="*/ 43 h 339"/>
                <a:gd name="T18" fmla="*/ 148 w 290"/>
                <a:gd name="T19" fmla="*/ 43 h 339"/>
                <a:gd name="T20" fmla="*/ 10 w 290"/>
                <a:gd name="T21" fmla="*/ 0 h 339"/>
                <a:gd name="T22" fmla="*/ 0 w 290"/>
                <a:gd name="T23" fmla="*/ 32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0" y="32"/>
                  </a:moveTo>
                  <a:lnTo>
                    <a:pt x="137" y="75"/>
                  </a:lnTo>
                  <a:lnTo>
                    <a:pt x="142" y="59"/>
                  </a:lnTo>
                  <a:lnTo>
                    <a:pt x="136" y="75"/>
                  </a:lnTo>
                  <a:cubicBezTo>
                    <a:pt x="209" y="101"/>
                    <a:pt x="257" y="170"/>
                    <a:pt x="257" y="248"/>
                  </a:cubicBezTo>
                  <a:lnTo>
                    <a:pt x="257" y="339"/>
                  </a:lnTo>
                  <a:lnTo>
                    <a:pt x="290" y="339"/>
                  </a:lnTo>
                  <a:lnTo>
                    <a:pt x="290" y="248"/>
                  </a:lnTo>
                  <a:cubicBezTo>
                    <a:pt x="290" y="157"/>
                    <a:pt x="233" y="75"/>
                    <a:pt x="148" y="43"/>
                  </a:cubicBezTo>
                  <a:lnTo>
                    <a:pt x="148" y="43"/>
                  </a:lnTo>
                  <a:lnTo>
                    <a:pt x="10" y="0"/>
                  </a:lnTo>
                  <a:lnTo>
                    <a:pt x="0" y="3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1" name="Freeform 1104">
              <a:extLst>
                <a:ext uri="{FF2B5EF4-FFF2-40B4-BE49-F238E27FC236}">
                  <a16:creationId xmlns:a16="http://schemas.microsoft.com/office/drawing/2014/main" id="{434048A0-CD0C-16C2-330A-89E8AB125893}"/>
                </a:ext>
              </a:extLst>
            </p:cNvPr>
            <p:cNvSpPr>
              <a:spLocks/>
            </p:cNvSpPr>
            <p:nvPr/>
          </p:nvSpPr>
          <p:spPr bwMode="auto">
            <a:xfrm>
              <a:off x="3727451" y="3522663"/>
              <a:ext cx="11113" cy="33338"/>
            </a:xfrm>
            <a:custGeom>
              <a:avLst/>
              <a:gdLst>
                <a:gd name="T0" fmla="*/ 0 w 58"/>
                <a:gd name="T1" fmla="*/ 0 h 163"/>
                <a:gd name="T2" fmla="*/ 0 w 58"/>
                <a:gd name="T3" fmla="*/ 19 h 163"/>
                <a:gd name="T4" fmla="*/ 5 w 58"/>
                <a:gd name="T5" fmla="*/ 84 h 163"/>
                <a:gd name="T6" fmla="*/ 28 w 58"/>
                <a:gd name="T7" fmla="*/ 163 h 163"/>
                <a:gd name="T8" fmla="*/ 58 w 58"/>
                <a:gd name="T9" fmla="*/ 147 h 163"/>
                <a:gd name="T10" fmla="*/ 38 w 58"/>
                <a:gd name="T11" fmla="*/ 79 h 163"/>
                <a:gd name="T12" fmla="*/ 33 w 58"/>
                <a:gd name="T13" fmla="*/ 19 h 163"/>
                <a:gd name="T14" fmla="*/ 34 w 58"/>
                <a:gd name="T15" fmla="*/ 7 h 163"/>
                <a:gd name="T16" fmla="*/ 34 w 58"/>
                <a:gd name="T17" fmla="*/ 3 h 163"/>
                <a:gd name="T18" fmla="*/ 34 w 58"/>
                <a:gd name="T19" fmla="*/ 2 h 163"/>
                <a:gd name="T20" fmla="*/ 0 w 58"/>
                <a:gd name="T21"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163">
                  <a:moveTo>
                    <a:pt x="0" y="0"/>
                  </a:moveTo>
                  <a:cubicBezTo>
                    <a:pt x="0" y="0"/>
                    <a:pt x="0" y="7"/>
                    <a:pt x="0" y="19"/>
                  </a:cubicBezTo>
                  <a:cubicBezTo>
                    <a:pt x="0" y="34"/>
                    <a:pt x="1" y="58"/>
                    <a:pt x="5" y="84"/>
                  </a:cubicBezTo>
                  <a:cubicBezTo>
                    <a:pt x="9" y="109"/>
                    <a:pt x="15" y="138"/>
                    <a:pt x="28" y="163"/>
                  </a:cubicBezTo>
                  <a:lnTo>
                    <a:pt x="58" y="147"/>
                  </a:lnTo>
                  <a:cubicBezTo>
                    <a:pt x="48" y="127"/>
                    <a:pt x="41" y="102"/>
                    <a:pt x="38" y="79"/>
                  </a:cubicBezTo>
                  <a:cubicBezTo>
                    <a:pt x="34" y="55"/>
                    <a:pt x="33" y="33"/>
                    <a:pt x="33" y="19"/>
                  </a:cubicBezTo>
                  <a:cubicBezTo>
                    <a:pt x="33" y="14"/>
                    <a:pt x="33" y="9"/>
                    <a:pt x="34" y="7"/>
                  </a:cubicBezTo>
                  <a:lnTo>
                    <a:pt x="34" y="3"/>
                  </a:lnTo>
                  <a:lnTo>
                    <a:pt x="34" y="2"/>
                  </a:lnTo>
                  <a:lnTo>
                    <a:pt x="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2" name="Freeform 1105">
              <a:extLst>
                <a:ext uri="{FF2B5EF4-FFF2-40B4-BE49-F238E27FC236}">
                  <a16:creationId xmlns:a16="http://schemas.microsoft.com/office/drawing/2014/main" id="{994D2B40-5BD0-34CE-8017-C5B574DE108B}"/>
                </a:ext>
              </a:extLst>
            </p:cNvPr>
            <p:cNvSpPr>
              <a:spLocks/>
            </p:cNvSpPr>
            <p:nvPr/>
          </p:nvSpPr>
          <p:spPr bwMode="auto">
            <a:xfrm>
              <a:off x="3611563" y="3348038"/>
              <a:ext cx="117475" cy="80963"/>
            </a:xfrm>
            <a:custGeom>
              <a:avLst/>
              <a:gdLst>
                <a:gd name="T0" fmla="*/ 543 w 573"/>
                <a:gd name="T1" fmla="*/ 8 h 389"/>
                <a:gd name="T2" fmla="*/ 419 w 573"/>
                <a:gd name="T3" fmla="*/ 0 h 389"/>
                <a:gd name="T4" fmla="*/ 162 w 573"/>
                <a:gd name="T5" fmla="*/ 46 h 389"/>
                <a:gd name="T6" fmla="*/ 53 w 573"/>
                <a:gd name="T7" fmla="*/ 128 h 389"/>
                <a:gd name="T8" fmla="*/ 1 w 573"/>
                <a:gd name="T9" fmla="*/ 269 h 389"/>
                <a:gd name="T10" fmla="*/ 0 w 573"/>
                <a:gd name="T11" fmla="*/ 287 h 389"/>
                <a:gd name="T12" fmla="*/ 221 w 573"/>
                <a:gd name="T13" fmla="*/ 287 h 389"/>
                <a:gd name="T14" fmla="*/ 221 w 573"/>
                <a:gd name="T15" fmla="*/ 270 h 389"/>
                <a:gd name="T16" fmla="*/ 206 w 573"/>
                <a:gd name="T17" fmla="*/ 277 h 389"/>
                <a:gd name="T18" fmla="*/ 261 w 573"/>
                <a:gd name="T19" fmla="*/ 335 h 389"/>
                <a:gd name="T20" fmla="*/ 476 w 573"/>
                <a:gd name="T21" fmla="*/ 389 h 389"/>
                <a:gd name="T22" fmla="*/ 573 w 573"/>
                <a:gd name="T23" fmla="*/ 389 h 389"/>
                <a:gd name="T24" fmla="*/ 573 w 573"/>
                <a:gd name="T25" fmla="*/ 356 h 389"/>
                <a:gd name="T26" fmla="*/ 476 w 573"/>
                <a:gd name="T27" fmla="*/ 356 h 389"/>
                <a:gd name="T28" fmla="*/ 280 w 573"/>
                <a:gd name="T29" fmla="*/ 308 h 389"/>
                <a:gd name="T30" fmla="*/ 244 w 573"/>
                <a:gd name="T31" fmla="*/ 276 h 389"/>
                <a:gd name="T32" fmla="*/ 237 w 573"/>
                <a:gd name="T33" fmla="*/ 266 h 389"/>
                <a:gd name="T34" fmla="*/ 236 w 573"/>
                <a:gd name="T35" fmla="*/ 263 h 389"/>
                <a:gd name="T36" fmla="*/ 236 w 573"/>
                <a:gd name="T37" fmla="*/ 263 h 389"/>
                <a:gd name="T38" fmla="*/ 236 w 573"/>
                <a:gd name="T39" fmla="*/ 263 h 389"/>
                <a:gd name="T40" fmla="*/ 226 w 573"/>
                <a:gd name="T41" fmla="*/ 267 h 389"/>
                <a:gd name="T42" fmla="*/ 236 w 573"/>
                <a:gd name="T43" fmla="*/ 263 h 389"/>
                <a:gd name="T44" fmla="*/ 236 w 573"/>
                <a:gd name="T45" fmla="*/ 263 h 389"/>
                <a:gd name="T46" fmla="*/ 226 w 573"/>
                <a:gd name="T47" fmla="*/ 267 h 389"/>
                <a:gd name="T48" fmla="*/ 236 w 573"/>
                <a:gd name="T49" fmla="*/ 263 h 389"/>
                <a:gd name="T50" fmla="*/ 231 w 573"/>
                <a:gd name="T51" fmla="*/ 253 h 389"/>
                <a:gd name="T52" fmla="*/ 18 w 573"/>
                <a:gd name="T53" fmla="*/ 253 h 389"/>
                <a:gd name="T54" fmla="*/ 18 w 573"/>
                <a:gd name="T55" fmla="*/ 270 h 389"/>
                <a:gd name="T56" fmla="*/ 35 w 573"/>
                <a:gd name="T57" fmla="*/ 271 h 389"/>
                <a:gd name="T58" fmla="*/ 80 w 573"/>
                <a:gd name="T59" fmla="*/ 148 h 389"/>
                <a:gd name="T60" fmla="*/ 235 w 573"/>
                <a:gd name="T61" fmla="*/ 55 h 389"/>
                <a:gd name="T62" fmla="*/ 419 w 573"/>
                <a:gd name="T63" fmla="*/ 33 h 389"/>
                <a:gd name="T64" fmla="*/ 505 w 573"/>
                <a:gd name="T65" fmla="*/ 37 h 389"/>
                <a:gd name="T66" fmla="*/ 529 w 573"/>
                <a:gd name="T67" fmla="*/ 39 h 389"/>
                <a:gd name="T68" fmla="*/ 536 w 573"/>
                <a:gd name="T69" fmla="*/ 40 h 389"/>
                <a:gd name="T70" fmla="*/ 538 w 573"/>
                <a:gd name="T71" fmla="*/ 41 h 389"/>
                <a:gd name="T72" fmla="*/ 543 w 573"/>
                <a:gd name="T73" fmla="*/ 8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73" h="389">
                  <a:moveTo>
                    <a:pt x="543" y="8"/>
                  </a:moveTo>
                  <a:cubicBezTo>
                    <a:pt x="542" y="7"/>
                    <a:pt x="491" y="0"/>
                    <a:pt x="419" y="0"/>
                  </a:cubicBezTo>
                  <a:cubicBezTo>
                    <a:pt x="343" y="0"/>
                    <a:pt x="245" y="8"/>
                    <a:pt x="162" y="46"/>
                  </a:cubicBezTo>
                  <a:cubicBezTo>
                    <a:pt x="120" y="65"/>
                    <a:pt x="82" y="91"/>
                    <a:pt x="53" y="128"/>
                  </a:cubicBezTo>
                  <a:cubicBezTo>
                    <a:pt x="25" y="164"/>
                    <a:pt x="6" y="211"/>
                    <a:pt x="1" y="269"/>
                  </a:cubicBezTo>
                  <a:lnTo>
                    <a:pt x="0" y="287"/>
                  </a:lnTo>
                  <a:lnTo>
                    <a:pt x="221" y="287"/>
                  </a:lnTo>
                  <a:lnTo>
                    <a:pt x="221" y="270"/>
                  </a:lnTo>
                  <a:lnTo>
                    <a:pt x="206" y="277"/>
                  </a:lnTo>
                  <a:cubicBezTo>
                    <a:pt x="207" y="279"/>
                    <a:pt x="220" y="307"/>
                    <a:pt x="261" y="335"/>
                  </a:cubicBezTo>
                  <a:cubicBezTo>
                    <a:pt x="302" y="363"/>
                    <a:pt x="370" y="389"/>
                    <a:pt x="476" y="389"/>
                  </a:cubicBezTo>
                  <a:lnTo>
                    <a:pt x="573" y="389"/>
                  </a:lnTo>
                  <a:lnTo>
                    <a:pt x="573" y="356"/>
                  </a:lnTo>
                  <a:lnTo>
                    <a:pt x="476" y="356"/>
                  </a:lnTo>
                  <a:cubicBezTo>
                    <a:pt x="375" y="356"/>
                    <a:pt x="315" y="331"/>
                    <a:pt x="280" y="308"/>
                  </a:cubicBezTo>
                  <a:cubicBezTo>
                    <a:pt x="262" y="296"/>
                    <a:pt x="251" y="284"/>
                    <a:pt x="244" y="276"/>
                  </a:cubicBezTo>
                  <a:cubicBezTo>
                    <a:pt x="241" y="271"/>
                    <a:pt x="239" y="268"/>
                    <a:pt x="237" y="266"/>
                  </a:cubicBezTo>
                  <a:lnTo>
                    <a:pt x="236" y="263"/>
                  </a:lnTo>
                  <a:lnTo>
                    <a:pt x="236" y="263"/>
                  </a:lnTo>
                  <a:lnTo>
                    <a:pt x="236" y="263"/>
                  </a:lnTo>
                  <a:lnTo>
                    <a:pt x="226" y="267"/>
                  </a:lnTo>
                  <a:lnTo>
                    <a:pt x="236" y="263"/>
                  </a:lnTo>
                  <a:lnTo>
                    <a:pt x="236" y="263"/>
                  </a:lnTo>
                  <a:lnTo>
                    <a:pt x="226" y="267"/>
                  </a:lnTo>
                  <a:lnTo>
                    <a:pt x="236" y="263"/>
                  </a:lnTo>
                  <a:lnTo>
                    <a:pt x="231" y="253"/>
                  </a:lnTo>
                  <a:lnTo>
                    <a:pt x="18" y="253"/>
                  </a:lnTo>
                  <a:lnTo>
                    <a:pt x="18" y="270"/>
                  </a:lnTo>
                  <a:lnTo>
                    <a:pt x="35" y="271"/>
                  </a:lnTo>
                  <a:cubicBezTo>
                    <a:pt x="39" y="219"/>
                    <a:pt x="55" y="180"/>
                    <a:pt x="80" y="148"/>
                  </a:cubicBezTo>
                  <a:cubicBezTo>
                    <a:pt x="117" y="101"/>
                    <a:pt x="173" y="72"/>
                    <a:pt x="235" y="55"/>
                  </a:cubicBezTo>
                  <a:cubicBezTo>
                    <a:pt x="297" y="38"/>
                    <a:pt x="364" y="33"/>
                    <a:pt x="419" y="33"/>
                  </a:cubicBezTo>
                  <a:cubicBezTo>
                    <a:pt x="454" y="33"/>
                    <a:pt x="484" y="35"/>
                    <a:pt x="505" y="37"/>
                  </a:cubicBezTo>
                  <a:cubicBezTo>
                    <a:pt x="515" y="38"/>
                    <a:pt x="524" y="39"/>
                    <a:pt x="529" y="39"/>
                  </a:cubicBezTo>
                  <a:cubicBezTo>
                    <a:pt x="532" y="40"/>
                    <a:pt x="534" y="40"/>
                    <a:pt x="536" y="40"/>
                  </a:cubicBezTo>
                  <a:lnTo>
                    <a:pt x="538" y="41"/>
                  </a:lnTo>
                  <a:lnTo>
                    <a:pt x="543" y="8"/>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3" name="Freeform 1106">
              <a:extLst>
                <a:ext uri="{FF2B5EF4-FFF2-40B4-BE49-F238E27FC236}">
                  <a16:creationId xmlns:a16="http://schemas.microsoft.com/office/drawing/2014/main" id="{6390EC1C-1201-A3DA-6239-705EA4976178}"/>
                </a:ext>
              </a:extLst>
            </p:cNvPr>
            <p:cNvSpPr>
              <a:spLocks/>
            </p:cNvSpPr>
            <p:nvPr/>
          </p:nvSpPr>
          <p:spPr bwMode="auto">
            <a:xfrm>
              <a:off x="3716338" y="3362325"/>
              <a:ext cx="61913" cy="98425"/>
            </a:xfrm>
            <a:custGeom>
              <a:avLst/>
              <a:gdLst>
                <a:gd name="T0" fmla="*/ 4 w 297"/>
                <a:gd name="T1" fmla="*/ 34 h 483"/>
                <a:gd name="T2" fmla="*/ 4 w 297"/>
                <a:gd name="T3" fmla="*/ 34 h 483"/>
                <a:gd name="T4" fmla="*/ 19 w 297"/>
                <a:gd name="T5" fmla="*/ 34 h 483"/>
                <a:gd name="T6" fmla="*/ 163 w 297"/>
                <a:gd name="T7" fmla="*/ 79 h 483"/>
                <a:gd name="T8" fmla="*/ 233 w 297"/>
                <a:gd name="T9" fmla="*/ 170 h 483"/>
                <a:gd name="T10" fmla="*/ 264 w 297"/>
                <a:gd name="T11" fmla="*/ 341 h 483"/>
                <a:gd name="T12" fmla="*/ 261 w 297"/>
                <a:gd name="T13" fmla="*/ 398 h 483"/>
                <a:gd name="T14" fmla="*/ 206 w 297"/>
                <a:gd name="T15" fmla="*/ 450 h 483"/>
                <a:gd name="T16" fmla="*/ 206 w 297"/>
                <a:gd name="T17" fmla="*/ 483 h 483"/>
                <a:gd name="T18" fmla="*/ 295 w 297"/>
                <a:gd name="T19" fmla="*/ 401 h 483"/>
                <a:gd name="T20" fmla="*/ 297 w 297"/>
                <a:gd name="T21" fmla="*/ 341 h 483"/>
                <a:gd name="T22" fmla="*/ 263 w 297"/>
                <a:gd name="T23" fmla="*/ 157 h 483"/>
                <a:gd name="T24" fmla="*/ 136 w 297"/>
                <a:gd name="T25" fmla="*/ 25 h 483"/>
                <a:gd name="T26" fmla="*/ 19 w 297"/>
                <a:gd name="T27" fmla="*/ 0 h 483"/>
                <a:gd name="T28" fmla="*/ 0 w 297"/>
                <a:gd name="T29" fmla="*/ 1 h 483"/>
                <a:gd name="T30" fmla="*/ 4 w 297"/>
                <a:gd name="T31" fmla="*/ 34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7" h="483">
                  <a:moveTo>
                    <a:pt x="4" y="34"/>
                  </a:moveTo>
                  <a:lnTo>
                    <a:pt x="4" y="34"/>
                  </a:lnTo>
                  <a:cubicBezTo>
                    <a:pt x="5" y="34"/>
                    <a:pt x="10" y="34"/>
                    <a:pt x="19" y="34"/>
                  </a:cubicBezTo>
                  <a:cubicBezTo>
                    <a:pt x="48" y="34"/>
                    <a:pt x="110" y="39"/>
                    <a:pt x="163" y="79"/>
                  </a:cubicBezTo>
                  <a:cubicBezTo>
                    <a:pt x="189" y="100"/>
                    <a:pt x="214" y="128"/>
                    <a:pt x="233" y="170"/>
                  </a:cubicBezTo>
                  <a:cubicBezTo>
                    <a:pt x="251" y="212"/>
                    <a:pt x="264" y="267"/>
                    <a:pt x="264" y="341"/>
                  </a:cubicBezTo>
                  <a:cubicBezTo>
                    <a:pt x="264" y="359"/>
                    <a:pt x="263" y="378"/>
                    <a:pt x="261" y="398"/>
                  </a:cubicBezTo>
                  <a:cubicBezTo>
                    <a:pt x="259" y="428"/>
                    <a:pt x="235" y="450"/>
                    <a:pt x="206" y="450"/>
                  </a:cubicBezTo>
                  <a:lnTo>
                    <a:pt x="206" y="483"/>
                  </a:lnTo>
                  <a:cubicBezTo>
                    <a:pt x="253" y="483"/>
                    <a:pt x="291" y="447"/>
                    <a:pt x="295" y="401"/>
                  </a:cubicBezTo>
                  <a:cubicBezTo>
                    <a:pt x="296" y="380"/>
                    <a:pt x="297" y="360"/>
                    <a:pt x="297" y="341"/>
                  </a:cubicBezTo>
                  <a:cubicBezTo>
                    <a:pt x="297" y="264"/>
                    <a:pt x="284" y="204"/>
                    <a:pt x="263" y="157"/>
                  </a:cubicBezTo>
                  <a:cubicBezTo>
                    <a:pt x="232" y="86"/>
                    <a:pt x="183" y="46"/>
                    <a:pt x="136" y="25"/>
                  </a:cubicBezTo>
                  <a:cubicBezTo>
                    <a:pt x="89" y="4"/>
                    <a:pt x="44" y="0"/>
                    <a:pt x="19" y="0"/>
                  </a:cubicBezTo>
                  <a:cubicBezTo>
                    <a:pt x="8" y="0"/>
                    <a:pt x="0" y="1"/>
                    <a:pt x="0" y="1"/>
                  </a:cubicBezTo>
                  <a:lnTo>
                    <a:pt x="4" y="34"/>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4" name="Freeform 1107">
              <a:extLst>
                <a:ext uri="{FF2B5EF4-FFF2-40B4-BE49-F238E27FC236}">
                  <a16:creationId xmlns:a16="http://schemas.microsoft.com/office/drawing/2014/main" id="{33B63D74-629C-00CD-FEAF-A5A8B78778D2}"/>
                </a:ext>
              </a:extLst>
            </p:cNvPr>
            <p:cNvSpPr>
              <a:spLocks/>
            </p:cNvSpPr>
            <p:nvPr/>
          </p:nvSpPr>
          <p:spPr bwMode="auto">
            <a:xfrm>
              <a:off x="3625851" y="3400425"/>
              <a:ext cx="139700" cy="136525"/>
            </a:xfrm>
            <a:custGeom>
              <a:avLst/>
              <a:gdLst>
                <a:gd name="T0" fmla="*/ 12 w 677"/>
                <a:gd name="T1" fmla="*/ 191 h 657"/>
                <a:gd name="T2" fmla="*/ 32 w 677"/>
                <a:gd name="T3" fmla="*/ 263 h 657"/>
                <a:gd name="T4" fmla="*/ 0 w 677"/>
                <a:gd name="T5" fmla="*/ 383 h 657"/>
                <a:gd name="T6" fmla="*/ 142 w 677"/>
                <a:gd name="T7" fmla="*/ 631 h 657"/>
                <a:gd name="T8" fmla="*/ 286 w 677"/>
                <a:gd name="T9" fmla="*/ 640 h 657"/>
                <a:gd name="T10" fmla="*/ 307 w 677"/>
                <a:gd name="T11" fmla="*/ 657 h 657"/>
                <a:gd name="T12" fmla="*/ 582 w 677"/>
                <a:gd name="T13" fmla="*/ 553 h 657"/>
                <a:gd name="T14" fmla="*/ 621 w 677"/>
                <a:gd name="T15" fmla="*/ 401 h 657"/>
                <a:gd name="T16" fmla="*/ 621 w 677"/>
                <a:gd name="T17" fmla="*/ 402 h 657"/>
                <a:gd name="T18" fmla="*/ 604 w 677"/>
                <a:gd name="T19" fmla="*/ 328 h 657"/>
                <a:gd name="T20" fmla="*/ 606 w 677"/>
                <a:gd name="T21" fmla="*/ 345 h 657"/>
                <a:gd name="T22" fmla="*/ 606 w 677"/>
                <a:gd name="T23" fmla="*/ 202 h 657"/>
                <a:gd name="T24" fmla="*/ 590 w 677"/>
                <a:gd name="T25" fmla="*/ 219 h 657"/>
                <a:gd name="T26" fmla="*/ 608 w 677"/>
                <a:gd name="T27" fmla="*/ 185 h 657"/>
                <a:gd name="T28" fmla="*/ 561 w 677"/>
                <a:gd name="T29" fmla="*/ 13 h 657"/>
                <a:gd name="T30" fmla="*/ 568 w 677"/>
                <a:gd name="T31" fmla="*/ 106 h 657"/>
                <a:gd name="T32" fmla="*/ 574 w 677"/>
                <a:gd name="T33" fmla="*/ 209 h 657"/>
                <a:gd name="T34" fmla="*/ 574 w 677"/>
                <a:gd name="T35" fmla="*/ 217 h 657"/>
                <a:gd name="T36" fmla="*/ 606 w 677"/>
                <a:gd name="T37" fmla="*/ 235 h 657"/>
                <a:gd name="T38" fmla="*/ 606 w 677"/>
                <a:gd name="T39" fmla="*/ 311 h 657"/>
                <a:gd name="T40" fmla="*/ 588 w 677"/>
                <a:gd name="T41" fmla="*/ 311 h 657"/>
                <a:gd name="T42" fmla="*/ 588 w 677"/>
                <a:gd name="T43" fmla="*/ 404 h 657"/>
                <a:gd name="T44" fmla="*/ 556 w 677"/>
                <a:gd name="T45" fmla="*/ 533 h 657"/>
                <a:gd name="T46" fmla="*/ 307 w 677"/>
                <a:gd name="T47" fmla="*/ 624 h 657"/>
                <a:gd name="T48" fmla="*/ 288 w 677"/>
                <a:gd name="T49" fmla="*/ 623 h 657"/>
                <a:gd name="T50" fmla="*/ 286 w 677"/>
                <a:gd name="T51" fmla="*/ 623 h 657"/>
                <a:gd name="T52" fmla="*/ 155 w 677"/>
                <a:gd name="T53" fmla="*/ 600 h 657"/>
                <a:gd name="T54" fmla="*/ 33 w 677"/>
                <a:gd name="T55" fmla="*/ 383 h 657"/>
                <a:gd name="T56" fmla="*/ 46 w 677"/>
                <a:gd name="T57" fmla="*/ 276 h 657"/>
                <a:gd name="T58" fmla="*/ 48 w 677"/>
                <a:gd name="T59" fmla="*/ 268 h 657"/>
                <a:gd name="T60" fmla="*/ 49 w 677"/>
                <a:gd name="T61" fmla="*/ 264 h 657"/>
                <a:gd name="T62" fmla="*/ 45 w 677"/>
                <a:gd name="T63" fmla="*/ 191 h 657"/>
                <a:gd name="T64" fmla="*/ 50 w 677"/>
                <a:gd name="T65" fmla="*/ 0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77" h="657">
                  <a:moveTo>
                    <a:pt x="50" y="0"/>
                  </a:moveTo>
                  <a:cubicBezTo>
                    <a:pt x="30" y="42"/>
                    <a:pt x="12" y="104"/>
                    <a:pt x="12" y="191"/>
                  </a:cubicBezTo>
                  <a:cubicBezTo>
                    <a:pt x="12" y="214"/>
                    <a:pt x="13" y="238"/>
                    <a:pt x="16" y="264"/>
                  </a:cubicBezTo>
                  <a:lnTo>
                    <a:pt x="32" y="263"/>
                  </a:lnTo>
                  <a:lnTo>
                    <a:pt x="16" y="258"/>
                  </a:lnTo>
                  <a:cubicBezTo>
                    <a:pt x="16" y="259"/>
                    <a:pt x="0" y="314"/>
                    <a:pt x="0" y="383"/>
                  </a:cubicBezTo>
                  <a:cubicBezTo>
                    <a:pt x="0" y="441"/>
                    <a:pt x="11" y="508"/>
                    <a:pt x="53" y="563"/>
                  </a:cubicBezTo>
                  <a:cubicBezTo>
                    <a:pt x="74" y="591"/>
                    <a:pt x="103" y="614"/>
                    <a:pt x="142" y="631"/>
                  </a:cubicBezTo>
                  <a:cubicBezTo>
                    <a:pt x="180" y="647"/>
                    <a:pt x="227" y="657"/>
                    <a:pt x="286" y="657"/>
                  </a:cubicBezTo>
                  <a:lnTo>
                    <a:pt x="286" y="640"/>
                  </a:lnTo>
                  <a:lnTo>
                    <a:pt x="285" y="657"/>
                  </a:lnTo>
                  <a:cubicBezTo>
                    <a:pt x="285" y="657"/>
                    <a:pt x="293" y="657"/>
                    <a:pt x="307" y="657"/>
                  </a:cubicBezTo>
                  <a:cubicBezTo>
                    <a:pt x="345" y="657"/>
                    <a:pt x="421" y="653"/>
                    <a:pt x="490" y="623"/>
                  </a:cubicBezTo>
                  <a:cubicBezTo>
                    <a:pt x="525" y="608"/>
                    <a:pt x="558" y="586"/>
                    <a:pt x="582" y="553"/>
                  </a:cubicBezTo>
                  <a:cubicBezTo>
                    <a:pt x="607" y="521"/>
                    <a:pt x="622" y="479"/>
                    <a:pt x="622" y="426"/>
                  </a:cubicBezTo>
                  <a:cubicBezTo>
                    <a:pt x="622" y="418"/>
                    <a:pt x="622" y="409"/>
                    <a:pt x="621" y="401"/>
                  </a:cubicBezTo>
                  <a:lnTo>
                    <a:pt x="604" y="402"/>
                  </a:lnTo>
                  <a:lnTo>
                    <a:pt x="621" y="402"/>
                  </a:lnTo>
                  <a:lnTo>
                    <a:pt x="621" y="328"/>
                  </a:lnTo>
                  <a:lnTo>
                    <a:pt x="604" y="328"/>
                  </a:lnTo>
                  <a:lnTo>
                    <a:pt x="604" y="345"/>
                  </a:lnTo>
                  <a:lnTo>
                    <a:pt x="606" y="345"/>
                  </a:lnTo>
                  <a:cubicBezTo>
                    <a:pt x="645" y="345"/>
                    <a:pt x="677" y="313"/>
                    <a:pt x="677" y="273"/>
                  </a:cubicBezTo>
                  <a:cubicBezTo>
                    <a:pt x="677" y="234"/>
                    <a:pt x="645" y="202"/>
                    <a:pt x="606" y="202"/>
                  </a:cubicBezTo>
                  <a:lnTo>
                    <a:pt x="590" y="202"/>
                  </a:lnTo>
                  <a:lnTo>
                    <a:pt x="590" y="219"/>
                  </a:lnTo>
                  <a:lnTo>
                    <a:pt x="607" y="220"/>
                  </a:lnTo>
                  <a:cubicBezTo>
                    <a:pt x="607" y="220"/>
                    <a:pt x="608" y="206"/>
                    <a:pt x="608" y="185"/>
                  </a:cubicBezTo>
                  <a:cubicBezTo>
                    <a:pt x="608" y="162"/>
                    <a:pt x="607" y="131"/>
                    <a:pt x="600" y="100"/>
                  </a:cubicBezTo>
                  <a:cubicBezTo>
                    <a:pt x="594" y="68"/>
                    <a:pt x="583" y="37"/>
                    <a:pt x="561" y="13"/>
                  </a:cubicBezTo>
                  <a:lnTo>
                    <a:pt x="537" y="36"/>
                  </a:lnTo>
                  <a:cubicBezTo>
                    <a:pt x="552" y="52"/>
                    <a:pt x="562" y="78"/>
                    <a:pt x="568" y="106"/>
                  </a:cubicBezTo>
                  <a:cubicBezTo>
                    <a:pt x="573" y="135"/>
                    <a:pt x="575" y="164"/>
                    <a:pt x="575" y="185"/>
                  </a:cubicBezTo>
                  <a:cubicBezTo>
                    <a:pt x="575" y="195"/>
                    <a:pt x="574" y="203"/>
                    <a:pt x="574" y="209"/>
                  </a:cubicBezTo>
                  <a:cubicBezTo>
                    <a:pt x="574" y="211"/>
                    <a:pt x="574" y="214"/>
                    <a:pt x="574" y="215"/>
                  </a:cubicBezTo>
                  <a:lnTo>
                    <a:pt x="574" y="217"/>
                  </a:lnTo>
                  <a:lnTo>
                    <a:pt x="572" y="235"/>
                  </a:lnTo>
                  <a:lnTo>
                    <a:pt x="606" y="235"/>
                  </a:lnTo>
                  <a:cubicBezTo>
                    <a:pt x="627" y="235"/>
                    <a:pt x="644" y="252"/>
                    <a:pt x="644" y="273"/>
                  </a:cubicBezTo>
                  <a:cubicBezTo>
                    <a:pt x="644" y="294"/>
                    <a:pt x="627" y="311"/>
                    <a:pt x="606" y="311"/>
                  </a:cubicBezTo>
                  <a:lnTo>
                    <a:pt x="604" y="311"/>
                  </a:lnTo>
                  <a:lnTo>
                    <a:pt x="588" y="311"/>
                  </a:lnTo>
                  <a:lnTo>
                    <a:pt x="588" y="403"/>
                  </a:lnTo>
                  <a:lnTo>
                    <a:pt x="588" y="404"/>
                  </a:lnTo>
                  <a:cubicBezTo>
                    <a:pt x="588" y="411"/>
                    <a:pt x="589" y="419"/>
                    <a:pt x="589" y="426"/>
                  </a:cubicBezTo>
                  <a:cubicBezTo>
                    <a:pt x="588" y="473"/>
                    <a:pt x="576" y="507"/>
                    <a:pt x="556" y="533"/>
                  </a:cubicBezTo>
                  <a:cubicBezTo>
                    <a:pt x="525" y="573"/>
                    <a:pt x="477" y="596"/>
                    <a:pt x="429" y="609"/>
                  </a:cubicBezTo>
                  <a:cubicBezTo>
                    <a:pt x="381" y="622"/>
                    <a:pt x="333" y="624"/>
                    <a:pt x="307" y="624"/>
                  </a:cubicBezTo>
                  <a:cubicBezTo>
                    <a:pt x="301" y="624"/>
                    <a:pt x="296" y="624"/>
                    <a:pt x="292" y="624"/>
                  </a:cubicBezTo>
                  <a:cubicBezTo>
                    <a:pt x="290" y="623"/>
                    <a:pt x="289" y="623"/>
                    <a:pt x="288" y="623"/>
                  </a:cubicBezTo>
                  <a:lnTo>
                    <a:pt x="287" y="623"/>
                  </a:lnTo>
                  <a:lnTo>
                    <a:pt x="286" y="623"/>
                  </a:lnTo>
                  <a:lnTo>
                    <a:pt x="286" y="623"/>
                  </a:lnTo>
                  <a:cubicBezTo>
                    <a:pt x="231" y="623"/>
                    <a:pt x="188" y="614"/>
                    <a:pt x="155" y="600"/>
                  </a:cubicBezTo>
                  <a:cubicBezTo>
                    <a:pt x="105" y="578"/>
                    <a:pt x="75" y="545"/>
                    <a:pt x="57" y="506"/>
                  </a:cubicBezTo>
                  <a:cubicBezTo>
                    <a:pt x="39" y="467"/>
                    <a:pt x="33" y="423"/>
                    <a:pt x="33" y="383"/>
                  </a:cubicBezTo>
                  <a:cubicBezTo>
                    <a:pt x="33" y="351"/>
                    <a:pt x="37" y="322"/>
                    <a:pt x="41" y="301"/>
                  </a:cubicBezTo>
                  <a:cubicBezTo>
                    <a:pt x="43" y="290"/>
                    <a:pt x="45" y="282"/>
                    <a:pt x="46" y="276"/>
                  </a:cubicBezTo>
                  <a:cubicBezTo>
                    <a:pt x="47" y="273"/>
                    <a:pt x="47" y="271"/>
                    <a:pt x="48" y="269"/>
                  </a:cubicBezTo>
                  <a:lnTo>
                    <a:pt x="48" y="268"/>
                  </a:lnTo>
                  <a:lnTo>
                    <a:pt x="48" y="267"/>
                  </a:lnTo>
                  <a:lnTo>
                    <a:pt x="49" y="264"/>
                  </a:lnTo>
                  <a:lnTo>
                    <a:pt x="49" y="261"/>
                  </a:lnTo>
                  <a:cubicBezTo>
                    <a:pt x="47" y="236"/>
                    <a:pt x="45" y="213"/>
                    <a:pt x="45" y="191"/>
                  </a:cubicBezTo>
                  <a:cubicBezTo>
                    <a:pt x="45" y="108"/>
                    <a:pt x="62" y="52"/>
                    <a:pt x="80" y="15"/>
                  </a:cubicBezTo>
                  <a:lnTo>
                    <a:pt x="5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5" name="Freeform 1108">
              <a:extLst>
                <a:ext uri="{FF2B5EF4-FFF2-40B4-BE49-F238E27FC236}">
                  <a16:creationId xmlns:a16="http://schemas.microsoft.com/office/drawing/2014/main" id="{0055B111-D709-099D-A5DB-09D0A13F2E39}"/>
                </a:ext>
              </a:extLst>
            </p:cNvPr>
            <p:cNvSpPr>
              <a:spLocks/>
            </p:cNvSpPr>
            <p:nvPr/>
          </p:nvSpPr>
          <p:spPr bwMode="auto">
            <a:xfrm>
              <a:off x="3656013" y="3462338"/>
              <a:ext cx="11113" cy="23813"/>
            </a:xfrm>
            <a:custGeom>
              <a:avLst/>
              <a:gdLst>
                <a:gd name="T0" fmla="*/ 39 w 57"/>
                <a:gd name="T1" fmla="*/ 0 h 113"/>
                <a:gd name="T2" fmla="*/ 20 w 57"/>
                <a:gd name="T3" fmla="*/ 18 h 113"/>
                <a:gd name="T4" fmla="*/ 0 w 57"/>
                <a:gd name="T5" fmla="*/ 70 h 113"/>
                <a:gd name="T6" fmla="*/ 12 w 57"/>
                <a:gd name="T7" fmla="*/ 113 h 113"/>
                <a:gd name="T8" fmla="*/ 41 w 57"/>
                <a:gd name="T9" fmla="*/ 97 h 113"/>
                <a:gd name="T10" fmla="*/ 34 w 57"/>
                <a:gd name="T11" fmla="*/ 70 h 113"/>
                <a:gd name="T12" fmla="*/ 46 w 57"/>
                <a:gd name="T13" fmla="*/ 39 h 113"/>
                <a:gd name="T14" fmla="*/ 54 w 57"/>
                <a:gd name="T15" fmla="*/ 31 h 113"/>
                <a:gd name="T16" fmla="*/ 57 w 57"/>
                <a:gd name="T17" fmla="*/ 29 h 113"/>
                <a:gd name="T18" fmla="*/ 57 w 57"/>
                <a:gd name="T19" fmla="*/ 28 h 113"/>
                <a:gd name="T20" fmla="*/ 57 w 57"/>
                <a:gd name="T21" fmla="*/ 28 h 113"/>
                <a:gd name="T22" fmla="*/ 57 w 57"/>
                <a:gd name="T23" fmla="*/ 28 h 113"/>
                <a:gd name="T24" fmla="*/ 57 w 57"/>
                <a:gd name="T25" fmla="*/ 28 h 113"/>
                <a:gd name="T26" fmla="*/ 57 w 57"/>
                <a:gd name="T27" fmla="*/ 28 h 113"/>
                <a:gd name="T28" fmla="*/ 57 w 57"/>
                <a:gd name="T29" fmla="*/ 28 h 113"/>
                <a:gd name="T30" fmla="*/ 39 w 57"/>
                <a:gd name="T31" fmla="*/ 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 h="113">
                  <a:moveTo>
                    <a:pt x="39" y="0"/>
                  </a:moveTo>
                  <a:cubicBezTo>
                    <a:pt x="38" y="1"/>
                    <a:pt x="29" y="7"/>
                    <a:pt x="20" y="18"/>
                  </a:cubicBezTo>
                  <a:cubicBezTo>
                    <a:pt x="10" y="29"/>
                    <a:pt x="0" y="47"/>
                    <a:pt x="0" y="70"/>
                  </a:cubicBezTo>
                  <a:cubicBezTo>
                    <a:pt x="0" y="83"/>
                    <a:pt x="4" y="98"/>
                    <a:pt x="12" y="113"/>
                  </a:cubicBezTo>
                  <a:lnTo>
                    <a:pt x="41" y="97"/>
                  </a:lnTo>
                  <a:cubicBezTo>
                    <a:pt x="36" y="86"/>
                    <a:pt x="34" y="78"/>
                    <a:pt x="34" y="70"/>
                  </a:cubicBezTo>
                  <a:cubicBezTo>
                    <a:pt x="34" y="57"/>
                    <a:pt x="39" y="47"/>
                    <a:pt x="46" y="39"/>
                  </a:cubicBezTo>
                  <a:cubicBezTo>
                    <a:pt x="49" y="36"/>
                    <a:pt x="52" y="33"/>
                    <a:pt x="54" y="31"/>
                  </a:cubicBezTo>
                  <a:lnTo>
                    <a:pt x="57" y="29"/>
                  </a:lnTo>
                  <a:lnTo>
                    <a:pt x="57" y="28"/>
                  </a:lnTo>
                  <a:lnTo>
                    <a:pt x="57" y="28"/>
                  </a:lnTo>
                  <a:lnTo>
                    <a:pt x="57" y="28"/>
                  </a:lnTo>
                  <a:lnTo>
                    <a:pt x="57" y="28"/>
                  </a:lnTo>
                  <a:lnTo>
                    <a:pt x="57" y="28"/>
                  </a:lnTo>
                  <a:lnTo>
                    <a:pt x="57" y="28"/>
                  </a:lnTo>
                  <a:lnTo>
                    <a:pt x="39"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6" name="Freeform 1109">
              <a:extLst>
                <a:ext uri="{FF2B5EF4-FFF2-40B4-BE49-F238E27FC236}">
                  <a16:creationId xmlns:a16="http://schemas.microsoft.com/office/drawing/2014/main" id="{77867C94-7AA3-5CF3-A37C-B19DD860A2A7}"/>
                </a:ext>
              </a:extLst>
            </p:cNvPr>
            <p:cNvSpPr>
              <a:spLocks/>
            </p:cNvSpPr>
            <p:nvPr/>
          </p:nvSpPr>
          <p:spPr bwMode="auto">
            <a:xfrm>
              <a:off x="3654426" y="3497263"/>
              <a:ext cx="42863" cy="12700"/>
            </a:xfrm>
            <a:custGeom>
              <a:avLst/>
              <a:gdLst>
                <a:gd name="T0" fmla="*/ 0 w 208"/>
                <a:gd name="T1" fmla="*/ 29 h 56"/>
                <a:gd name="T2" fmla="*/ 108 w 208"/>
                <a:gd name="T3" fmla="*/ 56 h 56"/>
                <a:gd name="T4" fmla="*/ 208 w 208"/>
                <a:gd name="T5" fmla="*/ 29 h 56"/>
                <a:gd name="T6" fmla="*/ 191 w 208"/>
                <a:gd name="T7" fmla="*/ 0 h 56"/>
                <a:gd name="T8" fmla="*/ 108 w 208"/>
                <a:gd name="T9" fmla="*/ 23 h 56"/>
                <a:gd name="T10" fmla="*/ 42 w 208"/>
                <a:gd name="T11" fmla="*/ 12 h 56"/>
                <a:gd name="T12" fmla="*/ 23 w 208"/>
                <a:gd name="T13" fmla="*/ 4 h 56"/>
                <a:gd name="T14" fmla="*/ 18 w 208"/>
                <a:gd name="T15" fmla="*/ 1 h 56"/>
                <a:gd name="T16" fmla="*/ 17 w 208"/>
                <a:gd name="T17" fmla="*/ 1 h 56"/>
                <a:gd name="T18" fmla="*/ 16 w 208"/>
                <a:gd name="T19" fmla="*/ 0 h 56"/>
                <a:gd name="T20" fmla="*/ 15 w 208"/>
                <a:gd name="T21" fmla="*/ 2 h 56"/>
                <a:gd name="T22" fmla="*/ 16 w 208"/>
                <a:gd name="T23" fmla="*/ 0 h 56"/>
                <a:gd name="T24" fmla="*/ 16 w 208"/>
                <a:gd name="T25" fmla="*/ 0 h 56"/>
                <a:gd name="T26" fmla="*/ 15 w 208"/>
                <a:gd name="T27" fmla="*/ 2 h 56"/>
                <a:gd name="T28" fmla="*/ 16 w 208"/>
                <a:gd name="T29" fmla="*/ 0 h 56"/>
                <a:gd name="T30" fmla="*/ 0 w 208"/>
                <a:gd name="T31" fmla="*/ 29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8" h="56">
                  <a:moveTo>
                    <a:pt x="0" y="29"/>
                  </a:moveTo>
                  <a:cubicBezTo>
                    <a:pt x="1" y="30"/>
                    <a:pt x="46" y="56"/>
                    <a:pt x="108" y="56"/>
                  </a:cubicBezTo>
                  <a:cubicBezTo>
                    <a:pt x="138" y="56"/>
                    <a:pt x="173" y="49"/>
                    <a:pt x="208" y="29"/>
                  </a:cubicBezTo>
                  <a:lnTo>
                    <a:pt x="191" y="0"/>
                  </a:lnTo>
                  <a:cubicBezTo>
                    <a:pt x="162" y="17"/>
                    <a:pt x="133" y="23"/>
                    <a:pt x="108" y="23"/>
                  </a:cubicBezTo>
                  <a:cubicBezTo>
                    <a:pt x="82" y="23"/>
                    <a:pt x="58" y="17"/>
                    <a:pt x="42" y="12"/>
                  </a:cubicBezTo>
                  <a:cubicBezTo>
                    <a:pt x="34" y="9"/>
                    <a:pt x="27" y="6"/>
                    <a:pt x="23" y="4"/>
                  </a:cubicBezTo>
                  <a:cubicBezTo>
                    <a:pt x="21" y="3"/>
                    <a:pt x="19" y="2"/>
                    <a:pt x="18" y="1"/>
                  </a:cubicBezTo>
                  <a:lnTo>
                    <a:pt x="17" y="1"/>
                  </a:lnTo>
                  <a:lnTo>
                    <a:pt x="16" y="0"/>
                  </a:lnTo>
                  <a:lnTo>
                    <a:pt x="15" y="2"/>
                  </a:lnTo>
                  <a:lnTo>
                    <a:pt x="16" y="0"/>
                  </a:lnTo>
                  <a:lnTo>
                    <a:pt x="16" y="0"/>
                  </a:lnTo>
                  <a:lnTo>
                    <a:pt x="15" y="2"/>
                  </a:lnTo>
                  <a:lnTo>
                    <a:pt x="16" y="0"/>
                  </a:lnTo>
                  <a:lnTo>
                    <a:pt x="0" y="2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7" name="Rectangle 1110">
              <a:extLst>
                <a:ext uri="{FF2B5EF4-FFF2-40B4-BE49-F238E27FC236}">
                  <a16:creationId xmlns:a16="http://schemas.microsoft.com/office/drawing/2014/main" id="{00E12FAF-88B5-A6E2-32EF-C34D55EF1E4E}"/>
                </a:ext>
              </a:extLst>
            </p:cNvPr>
            <p:cNvSpPr>
              <a:spLocks noChangeArrowheads="1"/>
            </p:cNvSpPr>
            <p:nvPr/>
          </p:nvSpPr>
          <p:spPr bwMode="auto">
            <a:xfrm>
              <a:off x="3684588"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8" name="Rectangle 1111">
              <a:extLst>
                <a:ext uri="{FF2B5EF4-FFF2-40B4-BE49-F238E27FC236}">
                  <a16:creationId xmlns:a16="http://schemas.microsoft.com/office/drawing/2014/main" id="{56AAB07B-C0DC-B262-7A6D-E147DEB69B8E}"/>
                </a:ext>
              </a:extLst>
            </p:cNvPr>
            <p:cNvSpPr>
              <a:spLocks noChangeArrowheads="1"/>
            </p:cNvSpPr>
            <p:nvPr/>
          </p:nvSpPr>
          <p:spPr bwMode="auto">
            <a:xfrm>
              <a:off x="3636963"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9" name="Rectangle 1112">
              <a:extLst>
                <a:ext uri="{FF2B5EF4-FFF2-40B4-BE49-F238E27FC236}">
                  <a16:creationId xmlns:a16="http://schemas.microsoft.com/office/drawing/2014/main" id="{A8349328-1592-E92D-0AE7-7E8536C9C870}"/>
                </a:ext>
              </a:extLst>
            </p:cNvPr>
            <p:cNvSpPr>
              <a:spLocks noChangeArrowheads="1"/>
            </p:cNvSpPr>
            <p:nvPr/>
          </p:nvSpPr>
          <p:spPr bwMode="auto">
            <a:xfrm>
              <a:off x="3713163" y="3433763"/>
              <a:ext cx="34925"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0" name="Rectangle 1113">
              <a:extLst>
                <a:ext uri="{FF2B5EF4-FFF2-40B4-BE49-F238E27FC236}">
                  <a16:creationId xmlns:a16="http://schemas.microsoft.com/office/drawing/2014/main" id="{7BDAE77A-EB7E-21C7-A020-607DF5A412AF}"/>
                </a:ext>
              </a:extLst>
            </p:cNvPr>
            <p:cNvSpPr>
              <a:spLocks noChangeArrowheads="1"/>
            </p:cNvSpPr>
            <p:nvPr/>
          </p:nvSpPr>
          <p:spPr bwMode="auto">
            <a:xfrm>
              <a:off x="3662363" y="3433763"/>
              <a:ext cx="1270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1" name="Rectangle 1114">
              <a:extLst>
                <a:ext uri="{FF2B5EF4-FFF2-40B4-BE49-F238E27FC236}">
                  <a16:creationId xmlns:a16="http://schemas.microsoft.com/office/drawing/2014/main" id="{11930CF2-AB85-D9AD-B5F0-CF86ECAE8FF6}"/>
                </a:ext>
              </a:extLst>
            </p:cNvPr>
            <p:cNvSpPr>
              <a:spLocks noChangeArrowheads="1"/>
            </p:cNvSpPr>
            <p:nvPr/>
          </p:nvSpPr>
          <p:spPr bwMode="auto">
            <a:xfrm>
              <a:off x="3657601" y="3400425"/>
              <a:ext cx="36513"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2" name="Freeform 1115">
              <a:extLst>
                <a:ext uri="{FF2B5EF4-FFF2-40B4-BE49-F238E27FC236}">
                  <a16:creationId xmlns:a16="http://schemas.microsoft.com/office/drawing/2014/main" id="{50434A05-9692-0FE4-D024-CB903C5E4352}"/>
                </a:ext>
              </a:extLst>
            </p:cNvPr>
            <p:cNvSpPr>
              <a:spLocks/>
            </p:cNvSpPr>
            <p:nvPr/>
          </p:nvSpPr>
          <p:spPr bwMode="auto">
            <a:xfrm>
              <a:off x="3638551" y="3548063"/>
              <a:ext cx="66675" cy="53975"/>
            </a:xfrm>
            <a:custGeom>
              <a:avLst/>
              <a:gdLst>
                <a:gd name="T0" fmla="*/ 3 w 42"/>
                <a:gd name="T1" fmla="*/ 16 h 34"/>
                <a:gd name="T2" fmla="*/ 2 w 42"/>
                <a:gd name="T3" fmla="*/ 18 h 34"/>
                <a:gd name="T4" fmla="*/ 26 w 42"/>
                <a:gd name="T5" fmla="*/ 34 h 34"/>
                <a:gd name="T6" fmla="*/ 42 w 42"/>
                <a:gd name="T7" fmla="*/ 12 h 34"/>
                <a:gd name="T8" fmla="*/ 13 w 42"/>
                <a:gd name="T9" fmla="*/ 0 h 34"/>
                <a:gd name="T10" fmla="*/ 0 w 42"/>
                <a:gd name="T11" fmla="*/ 17 h 34"/>
                <a:gd name="T12" fmla="*/ 2 w 42"/>
                <a:gd name="T13" fmla="*/ 18 h 34"/>
                <a:gd name="T14" fmla="*/ 3 w 42"/>
                <a:gd name="T15" fmla="*/ 16 h 34"/>
                <a:gd name="T16" fmla="*/ 5 w 42"/>
                <a:gd name="T17" fmla="*/ 17 h 34"/>
                <a:gd name="T18" fmla="*/ 14 w 42"/>
                <a:gd name="T19" fmla="*/ 5 h 34"/>
                <a:gd name="T20" fmla="*/ 35 w 42"/>
                <a:gd name="T21" fmla="*/ 14 h 34"/>
                <a:gd name="T22" fmla="*/ 25 w 42"/>
                <a:gd name="T23" fmla="*/ 28 h 34"/>
                <a:gd name="T24" fmla="*/ 4 w 42"/>
                <a:gd name="T25" fmla="*/ 14 h 34"/>
                <a:gd name="T26" fmla="*/ 3 w 42"/>
                <a:gd name="T27" fmla="*/ 16 h 34"/>
                <a:gd name="T28" fmla="*/ 5 w 42"/>
                <a:gd name="T29" fmla="*/ 17 h 34"/>
                <a:gd name="T30" fmla="*/ 3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 y="16"/>
                  </a:moveTo>
                  <a:lnTo>
                    <a:pt x="2" y="18"/>
                  </a:lnTo>
                  <a:lnTo>
                    <a:pt x="26" y="34"/>
                  </a:lnTo>
                  <a:lnTo>
                    <a:pt x="42" y="12"/>
                  </a:lnTo>
                  <a:lnTo>
                    <a:pt x="13" y="0"/>
                  </a:lnTo>
                  <a:lnTo>
                    <a:pt x="0" y="17"/>
                  </a:lnTo>
                  <a:lnTo>
                    <a:pt x="2" y="18"/>
                  </a:lnTo>
                  <a:lnTo>
                    <a:pt x="3" y="16"/>
                  </a:lnTo>
                  <a:lnTo>
                    <a:pt x="5" y="17"/>
                  </a:lnTo>
                  <a:lnTo>
                    <a:pt x="14" y="5"/>
                  </a:lnTo>
                  <a:lnTo>
                    <a:pt x="35" y="14"/>
                  </a:lnTo>
                  <a:lnTo>
                    <a:pt x="25" y="28"/>
                  </a:lnTo>
                  <a:lnTo>
                    <a:pt x="4" y="14"/>
                  </a:lnTo>
                  <a:lnTo>
                    <a:pt x="3" y="16"/>
                  </a:lnTo>
                  <a:lnTo>
                    <a:pt x="5" y="17"/>
                  </a:lnTo>
                  <a:lnTo>
                    <a:pt x="3"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3" name="Freeform 1116">
              <a:extLst>
                <a:ext uri="{FF2B5EF4-FFF2-40B4-BE49-F238E27FC236}">
                  <a16:creationId xmlns:a16="http://schemas.microsoft.com/office/drawing/2014/main" id="{11B800D1-4513-851B-70BD-9C29B6BA7345}"/>
                </a:ext>
              </a:extLst>
            </p:cNvPr>
            <p:cNvSpPr>
              <a:spLocks/>
            </p:cNvSpPr>
            <p:nvPr/>
          </p:nvSpPr>
          <p:spPr bwMode="auto">
            <a:xfrm>
              <a:off x="3694113" y="3548063"/>
              <a:ext cx="66675" cy="53975"/>
            </a:xfrm>
            <a:custGeom>
              <a:avLst/>
              <a:gdLst>
                <a:gd name="T0" fmla="*/ 39 w 42"/>
                <a:gd name="T1" fmla="*/ 16 h 34"/>
                <a:gd name="T2" fmla="*/ 38 w 42"/>
                <a:gd name="T3" fmla="*/ 14 h 34"/>
                <a:gd name="T4" fmla="*/ 17 w 42"/>
                <a:gd name="T5" fmla="*/ 28 h 34"/>
                <a:gd name="T6" fmla="*/ 7 w 42"/>
                <a:gd name="T7" fmla="*/ 14 h 34"/>
                <a:gd name="T8" fmla="*/ 28 w 42"/>
                <a:gd name="T9" fmla="*/ 5 h 34"/>
                <a:gd name="T10" fmla="*/ 38 w 42"/>
                <a:gd name="T11" fmla="*/ 17 h 34"/>
                <a:gd name="T12" fmla="*/ 39 w 42"/>
                <a:gd name="T13" fmla="*/ 16 h 34"/>
                <a:gd name="T14" fmla="*/ 38 w 42"/>
                <a:gd name="T15" fmla="*/ 14 h 34"/>
                <a:gd name="T16" fmla="*/ 39 w 42"/>
                <a:gd name="T17" fmla="*/ 16 h 34"/>
                <a:gd name="T18" fmla="*/ 41 w 42"/>
                <a:gd name="T19" fmla="*/ 15 h 34"/>
                <a:gd name="T20" fmla="*/ 30 w 42"/>
                <a:gd name="T21" fmla="*/ 0 h 34"/>
                <a:gd name="T22" fmla="*/ 0 w 42"/>
                <a:gd name="T23" fmla="*/ 12 h 34"/>
                <a:gd name="T24" fmla="*/ 16 w 42"/>
                <a:gd name="T25" fmla="*/ 34 h 34"/>
                <a:gd name="T26" fmla="*/ 42 w 42"/>
                <a:gd name="T27" fmla="*/ 17 h 34"/>
                <a:gd name="T28" fmla="*/ 41 w 42"/>
                <a:gd name="T29" fmla="*/ 15 h 34"/>
                <a:gd name="T30" fmla="*/ 39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9" y="16"/>
                  </a:moveTo>
                  <a:lnTo>
                    <a:pt x="38" y="14"/>
                  </a:lnTo>
                  <a:lnTo>
                    <a:pt x="17" y="28"/>
                  </a:lnTo>
                  <a:lnTo>
                    <a:pt x="7" y="14"/>
                  </a:lnTo>
                  <a:lnTo>
                    <a:pt x="28" y="5"/>
                  </a:lnTo>
                  <a:lnTo>
                    <a:pt x="38" y="17"/>
                  </a:lnTo>
                  <a:lnTo>
                    <a:pt x="39" y="16"/>
                  </a:lnTo>
                  <a:lnTo>
                    <a:pt x="38" y="14"/>
                  </a:lnTo>
                  <a:lnTo>
                    <a:pt x="39" y="16"/>
                  </a:lnTo>
                  <a:lnTo>
                    <a:pt x="41" y="15"/>
                  </a:lnTo>
                  <a:lnTo>
                    <a:pt x="30" y="0"/>
                  </a:lnTo>
                  <a:lnTo>
                    <a:pt x="0" y="12"/>
                  </a:lnTo>
                  <a:lnTo>
                    <a:pt x="16" y="34"/>
                  </a:lnTo>
                  <a:lnTo>
                    <a:pt x="42" y="17"/>
                  </a:lnTo>
                  <a:lnTo>
                    <a:pt x="41" y="15"/>
                  </a:lnTo>
                  <a:lnTo>
                    <a:pt x="39"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4" name="Freeform 1117">
              <a:extLst>
                <a:ext uri="{FF2B5EF4-FFF2-40B4-BE49-F238E27FC236}">
                  <a16:creationId xmlns:a16="http://schemas.microsoft.com/office/drawing/2014/main" id="{0EDBD26E-1FD0-15A5-6406-9AC95F922B4D}"/>
                </a:ext>
              </a:extLst>
            </p:cNvPr>
            <p:cNvSpPr>
              <a:spLocks/>
            </p:cNvSpPr>
            <p:nvPr/>
          </p:nvSpPr>
          <p:spPr bwMode="auto">
            <a:xfrm>
              <a:off x="3683001" y="3587750"/>
              <a:ext cx="31750" cy="15875"/>
            </a:xfrm>
            <a:custGeom>
              <a:avLst/>
              <a:gdLst>
                <a:gd name="T0" fmla="*/ 0 w 20"/>
                <a:gd name="T1" fmla="*/ 3 h 10"/>
                <a:gd name="T2" fmla="*/ 11 w 20"/>
                <a:gd name="T3" fmla="*/ 10 h 10"/>
                <a:gd name="T4" fmla="*/ 20 w 20"/>
                <a:gd name="T5" fmla="*/ 3 h 10"/>
                <a:gd name="T6" fmla="*/ 18 w 20"/>
                <a:gd name="T7" fmla="*/ 0 h 10"/>
                <a:gd name="T8" fmla="*/ 11 w 20"/>
                <a:gd name="T9" fmla="*/ 5 h 10"/>
                <a:gd name="T10" fmla="*/ 2 w 20"/>
                <a:gd name="T11" fmla="*/ 0 h 10"/>
                <a:gd name="T12" fmla="*/ 0 w 20"/>
                <a:gd name="T13" fmla="*/ 3 h 10"/>
              </a:gdLst>
              <a:ahLst/>
              <a:cxnLst>
                <a:cxn ang="0">
                  <a:pos x="T0" y="T1"/>
                </a:cxn>
                <a:cxn ang="0">
                  <a:pos x="T2" y="T3"/>
                </a:cxn>
                <a:cxn ang="0">
                  <a:pos x="T4" y="T5"/>
                </a:cxn>
                <a:cxn ang="0">
                  <a:pos x="T6" y="T7"/>
                </a:cxn>
                <a:cxn ang="0">
                  <a:pos x="T8" y="T9"/>
                </a:cxn>
                <a:cxn ang="0">
                  <a:pos x="T10" y="T11"/>
                </a:cxn>
                <a:cxn ang="0">
                  <a:pos x="T12" y="T13"/>
                </a:cxn>
              </a:cxnLst>
              <a:rect l="0" t="0" r="r" b="b"/>
              <a:pathLst>
                <a:path w="20" h="10">
                  <a:moveTo>
                    <a:pt x="0" y="3"/>
                  </a:moveTo>
                  <a:lnTo>
                    <a:pt x="11" y="10"/>
                  </a:lnTo>
                  <a:lnTo>
                    <a:pt x="20" y="3"/>
                  </a:lnTo>
                  <a:lnTo>
                    <a:pt x="18" y="0"/>
                  </a:lnTo>
                  <a:lnTo>
                    <a:pt x="11" y="5"/>
                  </a:lnTo>
                  <a:lnTo>
                    <a:pt x="2" y="0"/>
                  </a:lnTo>
                  <a:lnTo>
                    <a:pt x="0" y="3"/>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5" name="Freeform 1118">
              <a:extLst>
                <a:ext uri="{FF2B5EF4-FFF2-40B4-BE49-F238E27FC236}">
                  <a16:creationId xmlns:a16="http://schemas.microsoft.com/office/drawing/2014/main" id="{F9EC5514-CA4B-4EF1-A0E7-3A969D1FD142}"/>
                </a:ext>
              </a:extLst>
            </p:cNvPr>
            <p:cNvSpPr>
              <a:spLocks/>
            </p:cNvSpPr>
            <p:nvPr/>
          </p:nvSpPr>
          <p:spPr bwMode="auto">
            <a:xfrm>
              <a:off x="3675063" y="3590925"/>
              <a:ext cx="17463" cy="46038"/>
            </a:xfrm>
            <a:custGeom>
              <a:avLst/>
              <a:gdLst>
                <a:gd name="T0" fmla="*/ 51 w 84"/>
                <a:gd name="T1" fmla="*/ 0 h 227"/>
                <a:gd name="T2" fmla="*/ 0 w 84"/>
                <a:gd name="T3" fmla="*/ 219 h 227"/>
                <a:gd name="T4" fmla="*/ 33 w 84"/>
                <a:gd name="T5" fmla="*/ 227 h 227"/>
                <a:gd name="T6" fmla="*/ 84 w 84"/>
                <a:gd name="T7" fmla="*/ 7 h 227"/>
              </a:gdLst>
              <a:ahLst/>
              <a:cxnLst>
                <a:cxn ang="0">
                  <a:pos x="T0" y="T1"/>
                </a:cxn>
                <a:cxn ang="0">
                  <a:pos x="T2" y="T3"/>
                </a:cxn>
                <a:cxn ang="0">
                  <a:pos x="T4" y="T5"/>
                </a:cxn>
                <a:cxn ang="0">
                  <a:pos x="T6" y="T7"/>
                </a:cxn>
              </a:cxnLst>
              <a:rect l="0" t="0" r="r" b="b"/>
              <a:pathLst>
                <a:path w="84" h="227">
                  <a:moveTo>
                    <a:pt x="51" y="0"/>
                  </a:moveTo>
                  <a:lnTo>
                    <a:pt x="0" y="219"/>
                  </a:lnTo>
                  <a:lnTo>
                    <a:pt x="33" y="227"/>
                  </a:lnTo>
                  <a:lnTo>
                    <a:pt x="84" y="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6" name="Freeform 1119">
              <a:extLst>
                <a:ext uri="{FF2B5EF4-FFF2-40B4-BE49-F238E27FC236}">
                  <a16:creationId xmlns:a16="http://schemas.microsoft.com/office/drawing/2014/main" id="{162D89FE-BFC3-D541-8BB6-32DC04DE601A}"/>
                </a:ext>
              </a:extLst>
            </p:cNvPr>
            <p:cNvSpPr>
              <a:spLocks/>
            </p:cNvSpPr>
            <p:nvPr/>
          </p:nvSpPr>
          <p:spPr bwMode="auto">
            <a:xfrm>
              <a:off x="3708401" y="3590925"/>
              <a:ext cx="17463" cy="46038"/>
            </a:xfrm>
            <a:custGeom>
              <a:avLst/>
              <a:gdLst>
                <a:gd name="T0" fmla="*/ 0 w 83"/>
                <a:gd name="T1" fmla="*/ 7 h 227"/>
                <a:gd name="T2" fmla="*/ 51 w 83"/>
                <a:gd name="T3" fmla="*/ 227 h 227"/>
                <a:gd name="T4" fmla="*/ 83 w 83"/>
                <a:gd name="T5" fmla="*/ 219 h 227"/>
                <a:gd name="T6" fmla="*/ 33 w 83"/>
                <a:gd name="T7" fmla="*/ 0 h 227"/>
              </a:gdLst>
              <a:ahLst/>
              <a:cxnLst>
                <a:cxn ang="0">
                  <a:pos x="T0" y="T1"/>
                </a:cxn>
                <a:cxn ang="0">
                  <a:pos x="T2" y="T3"/>
                </a:cxn>
                <a:cxn ang="0">
                  <a:pos x="T4" y="T5"/>
                </a:cxn>
                <a:cxn ang="0">
                  <a:pos x="T6" y="T7"/>
                </a:cxn>
              </a:cxnLst>
              <a:rect l="0" t="0" r="r" b="b"/>
              <a:pathLst>
                <a:path w="83" h="227">
                  <a:moveTo>
                    <a:pt x="0" y="7"/>
                  </a:moveTo>
                  <a:lnTo>
                    <a:pt x="51" y="227"/>
                  </a:lnTo>
                  <a:lnTo>
                    <a:pt x="83" y="219"/>
                  </a:lnTo>
                  <a:lnTo>
                    <a:pt x="33"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77" name="Teacher7" descr="{&quot;Key&quot;:&quot;POWER_USER_SHAPE_ICON&quot;,&quot;Value&quot;:&quot;POWER_USER_SHAPE_ICON_STYLE_1&quot;}">
            <a:extLst>
              <a:ext uri="{FF2B5EF4-FFF2-40B4-BE49-F238E27FC236}">
                <a16:creationId xmlns:a16="http://schemas.microsoft.com/office/drawing/2014/main" id="{D83A145F-3460-D19C-BE68-F5152BCB8C85}"/>
              </a:ext>
            </a:extLst>
          </p:cNvPr>
          <p:cNvGrpSpPr>
            <a:grpSpLocks noChangeAspect="1"/>
          </p:cNvGrpSpPr>
          <p:nvPr/>
        </p:nvGrpSpPr>
        <p:grpSpPr>
          <a:xfrm>
            <a:off x="7472657" y="5022167"/>
            <a:ext cx="332705" cy="311779"/>
            <a:chOff x="6302376" y="1846263"/>
            <a:chExt cx="479425" cy="479425"/>
          </a:xfrm>
          <a:solidFill>
            <a:schemeClr val="accent1"/>
          </a:solidFill>
        </p:grpSpPr>
        <p:sp>
          <p:nvSpPr>
            <p:cNvPr id="478" name="Rectangle 495">
              <a:extLst>
                <a:ext uri="{FF2B5EF4-FFF2-40B4-BE49-F238E27FC236}">
                  <a16:creationId xmlns:a16="http://schemas.microsoft.com/office/drawing/2014/main" id="{22012B9E-7BAD-60A9-6AA2-DF08D7A41E7E}"/>
                </a:ext>
              </a:extLst>
            </p:cNvPr>
            <p:cNvSpPr>
              <a:spLocks noChangeArrowheads="1"/>
            </p:cNvSpPr>
            <p:nvPr/>
          </p:nvSpPr>
          <p:spPr bwMode="auto">
            <a:xfrm>
              <a:off x="6586539" y="2144713"/>
              <a:ext cx="12700" cy="34925"/>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9" name="Freeform 496">
              <a:extLst>
                <a:ext uri="{FF2B5EF4-FFF2-40B4-BE49-F238E27FC236}">
                  <a16:creationId xmlns:a16="http://schemas.microsoft.com/office/drawing/2014/main" id="{A0B378B5-2E15-D657-7877-C8FD761E79A4}"/>
                </a:ext>
              </a:extLst>
            </p:cNvPr>
            <p:cNvSpPr>
              <a:spLocks/>
            </p:cNvSpPr>
            <p:nvPr/>
          </p:nvSpPr>
          <p:spPr bwMode="auto">
            <a:xfrm>
              <a:off x="6623051" y="2206626"/>
              <a:ext cx="158750" cy="117475"/>
            </a:xfrm>
            <a:custGeom>
              <a:avLst/>
              <a:gdLst>
                <a:gd name="T0" fmla="*/ 196 w 196"/>
                <a:gd name="T1" fmla="*/ 146 h 146"/>
                <a:gd name="T2" fmla="*/ 180 w 196"/>
                <a:gd name="T3" fmla="*/ 146 h 146"/>
                <a:gd name="T4" fmla="*/ 106 w 196"/>
                <a:gd name="T5" fmla="*/ 48 h 146"/>
                <a:gd name="T6" fmla="*/ 0 w 196"/>
                <a:gd name="T7" fmla="*/ 15 h 146"/>
                <a:gd name="T8" fmla="*/ 5 w 196"/>
                <a:gd name="T9" fmla="*/ 0 h 146"/>
                <a:gd name="T10" fmla="*/ 111 w 196"/>
                <a:gd name="T11" fmla="*/ 32 h 146"/>
                <a:gd name="T12" fmla="*/ 19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96" y="146"/>
                  </a:moveTo>
                  <a:lnTo>
                    <a:pt x="180" y="146"/>
                  </a:lnTo>
                  <a:cubicBezTo>
                    <a:pt x="180" y="101"/>
                    <a:pt x="150" y="61"/>
                    <a:pt x="106" y="48"/>
                  </a:cubicBezTo>
                  <a:lnTo>
                    <a:pt x="0" y="15"/>
                  </a:lnTo>
                  <a:lnTo>
                    <a:pt x="5" y="0"/>
                  </a:lnTo>
                  <a:lnTo>
                    <a:pt x="111" y="32"/>
                  </a:lnTo>
                  <a:cubicBezTo>
                    <a:pt x="162" y="47"/>
                    <a:pt x="196" y="93"/>
                    <a:pt x="19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0" name="Rectangle 497">
              <a:extLst>
                <a:ext uri="{FF2B5EF4-FFF2-40B4-BE49-F238E27FC236}">
                  <a16:creationId xmlns:a16="http://schemas.microsoft.com/office/drawing/2014/main" id="{994A182E-EE08-C9EB-28A0-9FF1E8C94B7F}"/>
                </a:ext>
              </a:extLst>
            </p:cNvPr>
            <p:cNvSpPr>
              <a:spLocks noChangeArrowheads="1"/>
            </p:cNvSpPr>
            <p:nvPr/>
          </p:nvSpPr>
          <p:spPr bwMode="auto">
            <a:xfrm>
              <a:off x="6483351" y="2144713"/>
              <a:ext cx="12700" cy="39688"/>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1" name="Freeform 498">
              <a:extLst>
                <a:ext uri="{FF2B5EF4-FFF2-40B4-BE49-F238E27FC236}">
                  <a16:creationId xmlns:a16="http://schemas.microsoft.com/office/drawing/2014/main" id="{4CCA37A6-E1E9-C4ED-0A05-85B66CB623BE}"/>
                </a:ext>
              </a:extLst>
            </p:cNvPr>
            <p:cNvSpPr>
              <a:spLocks/>
            </p:cNvSpPr>
            <p:nvPr/>
          </p:nvSpPr>
          <p:spPr bwMode="auto">
            <a:xfrm>
              <a:off x="6302376" y="2206626"/>
              <a:ext cx="157163" cy="117475"/>
            </a:xfrm>
            <a:custGeom>
              <a:avLst/>
              <a:gdLst>
                <a:gd name="T0" fmla="*/ 16 w 196"/>
                <a:gd name="T1" fmla="*/ 146 h 146"/>
                <a:gd name="T2" fmla="*/ 0 w 196"/>
                <a:gd name="T3" fmla="*/ 146 h 146"/>
                <a:gd name="T4" fmla="*/ 85 w 196"/>
                <a:gd name="T5" fmla="*/ 32 h 146"/>
                <a:gd name="T6" fmla="*/ 191 w 196"/>
                <a:gd name="T7" fmla="*/ 0 h 146"/>
                <a:gd name="T8" fmla="*/ 196 w 196"/>
                <a:gd name="T9" fmla="*/ 15 h 146"/>
                <a:gd name="T10" fmla="*/ 90 w 196"/>
                <a:gd name="T11" fmla="*/ 48 h 146"/>
                <a:gd name="T12" fmla="*/ 1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6" y="146"/>
                  </a:moveTo>
                  <a:lnTo>
                    <a:pt x="0" y="146"/>
                  </a:lnTo>
                  <a:cubicBezTo>
                    <a:pt x="0" y="93"/>
                    <a:pt x="34" y="47"/>
                    <a:pt x="85" y="32"/>
                  </a:cubicBezTo>
                  <a:lnTo>
                    <a:pt x="191" y="0"/>
                  </a:lnTo>
                  <a:lnTo>
                    <a:pt x="196" y="15"/>
                  </a:lnTo>
                  <a:lnTo>
                    <a:pt x="90" y="48"/>
                  </a:lnTo>
                  <a:cubicBezTo>
                    <a:pt x="46" y="61"/>
                    <a:pt x="16" y="101"/>
                    <a:pt x="1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2" name="Freeform 499">
              <a:extLst>
                <a:ext uri="{FF2B5EF4-FFF2-40B4-BE49-F238E27FC236}">
                  <a16:creationId xmlns:a16="http://schemas.microsoft.com/office/drawing/2014/main" id="{E1BB327C-1504-CC5C-F0FF-5019A710D16D}"/>
                </a:ext>
              </a:extLst>
            </p:cNvPr>
            <p:cNvSpPr>
              <a:spLocks noEditPoints="1"/>
            </p:cNvSpPr>
            <p:nvPr/>
          </p:nvSpPr>
          <p:spPr bwMode="auto">
            <a:xfrm>
              <a:off x="6443664" y="1927226"/>
              <a:ext cx="195263" cy="250825"/>
            </a:xfrm>
            <a:custGeom>
              <a:avLst/>
              <a:gdLst>
                <a:gd name="T0" fmla="*/ 48 w 243"/>
                <a:gd name="T1" fmla="*/ 44 h 311"/>
                <a:gd name="T2" fmla="*/ 17 w 243"/>
                <a:gd name="T3" fmla="*/ 108 h 311"/>
                <a:gd name="T4" fmla="*/ 17 w 243"/>
                <a:gd name="T5" fmla="*/ 200 h 311"/>
                <a:gd name="T6" fmla="*/ 88 w 243"/>
                <a:gd name="T7" fmla="*/ 285 h 311"/>
                <a:gd name="T8" fmla="*/ 155 w 243"/>
                <a:gd name="T9" fmla="*/ 285 h 311"/>
                <a:gd name="T10" fmla="*/ 226 w 243"/>
                <a:gd name="T11" fmla="*/ 200 h 311"/>
                <a:gd name="T12" fmla="*/ 226 w 243"/>
                <a:gd name="T13" fmla="*/ 81 h 311"/>
                <a:gd name="T14" fmla="*/ 197 w 243"/>
                <a:gd name="T15" fmla="*/ 32 h 311"/>
                <a:gd name="T16" fmla="*/ 175 w 243"/>
                <a:gd name="T17" fmla="*/ 18 h 311"/>
                <a:gd name="T18" fmla="*/ 175 w 243"/>
                <a:gd name="T19" fmla="*/ 19 h 311"/>
                <a:gd name="T20" fmla="*/ 160 w 243"/>
                <a:gd name="T21" fmla="*/ 59 h 311"/>
                <a:gd name="T22" fmla="*/ 84 w 243"/>
                <a:gd name="T23" fmla="*/ 52 h 311"/>
                <a:gd name="T24" fmla="*/ 48 w 243"/>
                <a:gd name="T25" fmla="*/ 44 h 311"/>
                <a:gd name="T26" fmla="*/ 121 w 243"/>
                <a:gd name="T27" fmla="*/ 311 h 311"/>
                <a:gd name="T28" fmla="*/ 79 w 243"/>
                <a:gd name="T29" fmla="*/ 299 h 311"/>
                <a:gd name="T30" fmla="*/ 0 w 243"/>
                <a:gd name="T31" fmla="*/ 200 h 311"/>
                <a:gd name="T32" fmla="*/ 0 w 243"/>
                <a:gd name="T33" fmla="*/ 108 h 311"/>
                <a:gd name="T34" fmla="*/ 48 w 243"/>
                <a:gd name="T35" fmla="*/ 27 h 311"/>
                <a:gd name="T36" fmla="*/ 88 w 243"/>
                <a:gd name="T37" fmla="*/ 36 h 311"/>
                <a:gd name="T38" fmla="*/ 152 w 243"/>
                <a:gd name="T39" fmla="*/ 44 h 311"/>
                <a:gd name="T40" fmla="*/ 159 w 243"/>
                <a:gd name="T41" fmla="*/ 23 h 311"/>
                <a:gd name="T42" fmla="*/ 160 w 243"/>
                <a:gd name="T43" fmla="*/ 6 h 311"/>
                <a:gd name="T44" fmla="*/ 171 w 243"/>
                <a:gd name="T45" fmla="*/ 1 h 311"/>
                <a:gd name="T46" fmla="*/ 171 w 243"/>
                <a:gd name="T47" fmla="*/ 1 h 311"/>
                <a:gd name="T48" fmla="*/ 209 w 243"/>
                <a:gd name="T49" fmla="*/ 20 h 311"/>
                <a:gd name="T50" fmla="*/ 243 w 243"/>
                <a:gd name="T51" fmla="*/ 81 h 311"/>
                <a:gd name="T52" fmla="*/ 243 w 243"/>
                <a:gd name="T53" fmla="*/ 200 h 311"/>
                <a:gd name="T54" fmla="*/ 164 w 243"/>
                <a:gd name="T55" fmla="*/ 299 h 311"/>
                <a:gd name="T56" fmla="*/ 121 w 243"/>
                <a:gd name="T57" fmla="*/ 311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3" h="311">
                  <a:moveTo>
                    <a:pt x="48" y="44"/>
                  </a:moveTo>
                  <a:cubicBezTo>
                    <a:pt x="22" y="44"/>
                    <a:pt x="17" y="69"/>
                    <a:pt x="17" y="108"/>
                  </a:cubicBezTo>
                  <a:lnTo>
                    <a:pt x="17" y="200"/>
                  </a:lnTo>
                  <a:cubicBezTo>
                    <a:pt x="17" y="235"/>
                    <a:pt x="62" y="268"/>
                    <a:pt x="88" y="285"/>
                  </a:cubicBezTo>
                  <a:cubicBezTo>
                    <a:pt x="109" y="298"/>
                    <a:pt x="134" y="298"/>
                    <a:pt x="155" y="285"/>
                  </a:cubicBezTo>
                  <a:cubicBezTo>
                    <a:pt x="181" y="268"/>
                    <a:pt x="226" y="235"/>
                    <a:pt x="226" y="200"/>
                  </a:cubicBezTo>
                  <a:lnTo>
                    <a:pt x="226" y="81"/>
                  </a:lnTo>
                  <a:cubicBezTo>
                    <a:pt x="226" y="70"/>
                    <a:pt x="213" y="47"/>
                    <a:pt x="197" y="32"/>
                  </a:cubicBezTo>
                  <a:cubicBezTo>
                    <a:pt x="188" y="23"/>
                    <a:pt x="180" y="19"/>
                    <a:pt x="175" y="18"/>
                  </a:cubicBezTo>
                  <a:cubicBezTo>
                    <a:pt x="175" y="18"/>
                    <a:pt x="175" y="18"/>
                    <a:pt x="175" y="19"/>
                  </a:cubicBezTo>
                  <a:cubicBezTo>
                    <a:pt x="178" y="28"/>
                    <a:pt x="184" y="47"/>
                    <a:pt x="160" y="59"/>
                  </a:cubicBezTo>
                  <a:cubicBezTo>
                    <a:pt x="142" y="68"/>
                    <a:pt x="112" y="60"/>
                    <a:pt x="84" y="52"/>
                  </a:cubicBezTo>
                  <a:cubicBezTo>
                    <a:pt x="69" y="48"/>
                    <a:pt x="56" y="44"/>
                    <a:pt x="48" y="44"/>
                  </a:cubicBezTo>
                  <a:close/>
                  <a:moveTo>
                    <a:pt x="121" y="311"/>
                  </a:moveTo>
                  <a:cubicBezTo>
                    <a:pt x="107" y="311"/>
                    <a:pt x="92" y="307"/>
                    <a:pt x="79" y="299"/>
                  </a:cubicBezTo>
                  <a:cubicBezTo>
                    <a:pt x="43" y="276"/>
                    <a:pt x="0" y="241"/>
                    <a:pt x="0" y="200"/>
                  </a:cubicBezTo>
                  <a:lnTo>
                    <a:pt x="0" y="108"/>
                  </a:lnTo>
                  <a:cubicBezTo>
                    <a:pt x="0" y="84"/>
                    <a:pt x="0" y="27"/>
                    <a:pt x="48" y="27"/>
                  </a:cubicBezTo>
                  <a:cubicBezTo>
                    <a:pt x="58" y="27"/>
                    <a:pt x="72" y="31"/>
                    <a:pt x="88" y="36"/>
                  </a:cubicBezTo>
                  <a:cubicBezTo>
                    <a:pt x="111" y="42"/>
                    <a:pt x="140" y="50"/>
                    <a:pt x="152" y="44"/>
                  </a:cubicBezTo>
                  <a:cubicBezTo>
                    <a:pt x="164" y="39"/>
                    <a:pt x="162" y="33"/>
                    <a:pt x="159" y="23"/>
                  </a:cubicBezTo>
                  <a:cubicBezTo>
                    <a:pt x="158" y="18"/>
                    <a:pt x="156" y="12"/>
                    <a:pt x="160" y="6"/>
                  </a:cubicBezTo>
                  <a:cubicBezTo>
                    <a:pt x="162" y="3"/>
                    <a:pt x="166" y="1"/>
                    <a:pt x="171" y="1"/>
                  </a:cubicBezTo>
                  <a:lnTo>
                    <a:pt x="171" y="1"/>
                  </a:lnTo>
                  <a:cubicBezTo>
                    <a:pt x="185" y="0"/>
                    <a:pt x="199" y="11"/>
                    <a:pt x="209" y="20"/>
                  </a:cubicBezTo>
                  <a:cubicBezTo>
                    <a:pt x="225" y="36"/>
                    <a:pt x="243" y="63"/>
                    <a:pt x="243" y="81"/>
                  </a:cubicBezTo>
                  <a:lnTo>
                    <a:pt x="243" y="200"/>
                  </a:lnTo>
                  <a:cubicBezTo>
                    <a:pt x="243" y="241"/>
                    <a:pt x="200" y="276"/>
                    <a:pt x="164" y="299"/>
                  </a:cubicBezTo>
                  <a:cubicBezTo>
                    <a:pt x="151" y="307"/>
                    <a:pt x="136" y="311"/>
                    <a:pt x="121" y="311"/>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3" name="Freeform 500">
              <a:extLst>
                <a:ext uri="{FF2B5EF4-FFF2-40B4-BE49-F238E27FC236}">
                  <a16:creationId xmlns:a16="http://schemas.microsoft.com/office/drawing/2014/main" id="{7621125E-6568-DD31-B396-97C688496F5A}"/>
                </a:ext>
              </a:extLst>
            </p:cNvPr>
            <p:cNvSpPr>
              <a:spLocks noEditPoints="1"/>
            </p:cNvSpPr>
            <p:nvPr/>
          </p:nvSpPr>
          <p:spPr bwMode="auto">
            <a:xfrm>
              <a:off x="6413501" y="2011363"/>
              <a:ext cx="44450" cy="85725"/>
            </a:xfrm>
            <a:custGeom>
              <a:avLst/>
              <a:gdLst>
                <a:gd name="T0" fmla="*/ 27 w 55"/>
                <a:gd name="T1" fmla="*/ 17 h 107"/>
                <a:gd name="T2" fmla="*/ 16 w 55"/>
                <a:gd name="T3" fmla="*/ 27 h 107"/>
                <a:gd name="T4" fmla="*/ 16 w 55"/>
                <a:gd name="T5" fmla="*/ 30 h 107"/>
                <a:gd name="T6" fmla="*/ 26 w 55"/>
                <a:gd name="T7" fmla="*/ 75 h 107"/>
                <a:gd name="T8" fmla="*/ 39 w 55"/>
                <a:gd name="T9" fmla="*/ 89 h 107"/>
                <a:gd name="T10" fmla="*/ 38 w 55"/>
                <a:gd name="T11" fmla="*/ 17 h 107"/>
                <a:gd name="T12" fmla="*/ 27 w 55"/>
                <a:gd name="T13" fmla="*/ 17 h 107"/>
                <a:gd name="T14" fmla="*/ 55 w 55"/>
                <a:gd name="T15" fmla="*/ 107 h 107"/>
                <a:gd name="T16" fmla="*/ 47 w 55"/>
                <a:gd name="T17" fmla="*/ 107 h 107"/>
                <a:gd name="T18" fmla="*/ 12 w 55"/>
                <a:gd name="T19" fmla="*/ 82 h 107"/>
                <a:gd name="T20" fmla="*/ 0 w 55"/>
                <a:gd name="T21" fmla="*/ 30 h 107"/>
                <a:gd name="T22" fmla="*/ 0 w 55"/>
                <a:gd name="T23" fmla="*/ 27 h 107"/>
                <a:gd name="T24" fmla="*/ 27 w 55"/>
                <a:gd name="T25" fmla="*/ 0 h 107"/>
                <a:gd name="T26" fmla="*/ 55 w 55"/>
                <a:gd name="T27" fmla="*/ 0 h 107"/>
                <a:gd name="T28" fmla="*/ 55 w 55"/>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5" h="107">
                  <a:moveTo>
                    <a:pt x="27" y="17"/>
                  </a:moveTo>
                  <a:cubicBezTo>
                    <a:pt x="21" y="17"/>
                    <a:pt x="16" y="21"/>
                    <a:pt x="16" y="27"/>
                  </a:cubicBezTo>
                  <a:lnTo>
                    <a:pt x="16" y="30"/>
                  </a:lnTo>
                  <a:cubicBezTo>
                    <a:pt x="16" y="46"/>
                    <a:pt x="20" y="62"/>
                    <a:pt x="26" y="75"/>
                  </a:cubicBezTo>
                  <a:cubicBezTo>
                    <a:pt x="31" y="83"/>
                    <a:pt x="34" y="87"/>
                    <a:pt x="39" y="89"/>
                  </a:cubicBezTo>
                  <a:lnTo>
                    <a:pt x="38" y="17"/>
                  </a:lnTo>
                  <a:lnTo>
                    <a:pt x="27" y="17"/>
                  </a:lnTo>
                  <a:close/>
                  <a:moveTo>
                    <a:pt x="55" y="107"/>
                  </a:moveTo>
                  <a:lnTo>
                    <a:pt x="47" y="107"/>
                  </a:lnTo>
                  <a:cubicBezTo>
                    <a:pt x="28" y="107"/>
                    <a:pt x="19" y="98"/>
                    <a:pt x="12" y="82"/>
                  </a:cubicBezTo>
                  <a:cubicBezTo>
                    <a:pt x="4" y="67"/>
                    <a:pt x="0" y="49"/>
                    <a:pt x="0" y="30"/>
                  </a:cubicBezTo>
                  <a:lnTo>
                    <a:pt x="0" y="27"/>
                  </a:lnTo>
                  <a:cubicBezTo>
                    <a:pt x="0" y="12"/>
                    <a:pt x="12" y="0"/>
                    <a:pt x="27" y="0"/>
                  </a:cubicBezTo>
                  <a:lnTo>
                    <a:pt x="55" y="0"/>
                  </a:lnTo>
                  <a:lnTo>
                    <a:pt x="55" y="10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4" name="Freeform 501">
              <a:extLst>
                <a:ext uri="{FF2B5EF4-FFF2-40B4-BE49-F238E27FC236}">
                  <a16:creationId xmlns:a16="http://schemas.microsoft.com/office/drawing/2014/main" id="{7C12DF20-288A-2C8D-9696-F3430EEAB727}"/>
                </a:ext>
              </a:extLst>
            </p:cNvPr>
            <p:cNvSpPr>
              <a:spLocks/>
            </p:cNvSpPr>
            <p:nvPr/>
          </p:nvSpPr>
          <p:spPr bwMode="auto">
            <a:xfrm>
              <a:off x="6411914" y="1846263"/>
              <a:ext cx="260350" cy="174625"/>
            </a:xfrm>
            <a:custGeom>
              <a:avLst/>
              <a:gdLst>
                <a:gd name="T0" fmla="*/ 9 w 323"/>
                <a:gd name="T1" fmla="*/ 217 h 217"/>
                <a:gd name="T2" fmla="*/ 4 w 323"/>
                <a:gd name="T3" fmla="*/ 186 h 217"/>
                <a:gd name="T4" fmla="*/ 11 w 323"/>
                <a:gd name="T5" fmla="*/ 105 h 217"/>
                <a:gd name="T6" fmla="*/ 161 w 323"/>
                <a:gd name="T7" fmla="*/ 2 h 217"/>
                <a:gd name="T8" fmla="*/ 312 w 323"/>
                <a:gd name="T9" fmla="*/ 105 h 217"/>
                <a:gd name="T10" fmla="*/ 318 w 323"/>
                <a:gd name="T11" fmla="*/ 186 h 217"/>
                <a:gd name="T12" fmla="*/ 313 w 323"/>
                <a:gd name="T13" fmla="*/ 217 h 217"/>
                <a:gd name="T14" fmla="*/ 297 w 323"/>
                <a:gd name="T15" fmla="*/ 214 h 217"/>
                <a:gd name="T16" fmla="*/ 302 w 323"/>
                <a:gd name="T17" fmla="*/ 184 h 217"/>
                <a:gd name="T18" fmla="*/ 296 w 323"/>
                <a:gd name="T19" fmla="*/ 111 h 217"/>
                <a:gd name="T20" fmla="*/ 161 w 323"/>
                <a:gd name="T21" fmla="*/ 18 h 217"/>
                <a:gd name="T22" fmla="*/ 26 w 323"/>
                <a:gd name="T23" fmla="*/ 111 h 217"/>
                <a:gd name="T24" fmla="*/ 21 w 323"/>
                <a:gd name="T25" fmla="*/ 184 h 217"/>
                <a:gd name="T26" fmla="*/ 26 w 323"/>
                <a:gd name="T27" fmla="*/ 214 h 217"/>
                <a:gd name="T28" fmla="*/ 9 w 323"/>
                <a:gd name="T29" fmla="*/ 21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3" h="217">
                  <a:moveTo>
                    <a:pt x="9" y="217"/>
                  </a:moveTo>
                  <a:lnTo>
                    <a:pt x="4" y="186"/>
                  </a:lnTo>
                  <a:cubicBezTo>
                    <a:pt x="0" y="157"/>
                    <a:pt x="2" y="129"/>
                    <a:pt x="11" y="105"/>
                  </a:cubicBezTo>
                  <a:cubicBezTo>
                    <a:pt x="34" y="41"/>
                    <a:pt x="95" y="0"/>
                    <a:pt x="161" y="2"/>
                  </a:cubicBezTo>
                  <a:cubicBezTo>
                    <a:pt x="228" y="0"/>
                    <a:pt x="288" y="41"/>
                    <a:pt x="312" y="105"/>
                  </a:cubicBezTo>
                  <a:cubicBezTo>
                    <a:pt x="321" y="129"/>
                    <a:pt x="323" y="157"/>
                    <a:pt x="318" y="186"/>
                  </a:cubicBezTo>
                  <a:lnTo>
                    <a:pt x="313" y="217"/>
                  </a:lnTo>
                  <a:lnTo>
                    <a:pt x="297" y="214"/>
                  </a:lnTo>
                  <a:lnTo>
                    <a:pt x="302" y="184"/>
                  </a:lnTo>
                  <a:cubicBezTo>
                    <a:pt x="306" y="157"/>
                    <a:pt x="304" y="132"/>
                    <a:pt x="296" y="111"/>
                  </a:cubicBezTo>
                  <a:cubicBezTo>
                    <a:pt x="275" y="54"/>
                    <a:pt x="222" y="17"/>
                    <a:pt x="161" y="18"/>
                  </a:cubicBezTo>
                  <a:cubicBezTo>
                    <a:pt x="102" y="17"/>
                    <a:pt x="47" y="54"/>
                    <a:pt x="26" y="111"/>
                  </a:cubicBezTo>
                  <a:cubicBezTo>
                    <a:pt x="18" y="132"/>
                    <a:pt x="16" y="157"/>
                    <a:pt x="21" y="184"/>
                  </a:cubicBezTo>
                  <a:lnTo>
                    <a:pt x="26" y="214"/>
                  </a:lnTo>
                  <a:lnTo>
                    <a:pt x="9" y="21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5" name="Freeform 502">
              <a:extLst>
                <a:ext uri="{FF2B5EF4-FFF2-40B4-BE49-F238E27FC236}">
                  <a16:creationId xmlns:a16="http://schemas.microsoft.com/office/drawing/2014/main" id="{3205EF30-CAF3-79C2-9F43-180594114F79}"/>
                </a:ext>
              </a:extLst>
            </p:cNvPr>
            <p:cNvSpPr>
              <a:spLocks noEditPoints="1"/>
            </p:cNvSpPr>
            <p:nvPr/>
          </p:nvSpPr>
          <p:spPr bwMode="auto">
            <a:xfrm>
              <a:off x="6626226" y="2011363"/>
              <a:ext cx="44450" cy="85725"/>
            </a:xfrm>
            <a:custGeom>
              <a:avLst/>
              <a:gdLst>
                <a:gd name="T0" fmla="*/ 17 w 56"/>
                <a:gd name="T1" fmla="*/ 17 h 107"/>
                <a:gd name="T2" fmla="*/ 17 w 56"/>
                <a:gd name="T3" fmla="*/ 89 h 107"/>
                <a:gd name="T4" fmla="*/ 29 w 56"/>
                <a:gd name="T5" fmla="*/ 75 h 107"/>
                <a:gd name="T6" fmla="*/ 40 w 56"/>
                <a:gd name="T7" fmla="*/ 30 h 107"/>
                <a:gd name="T8" fmla="*/ 40 w 56"/>
                <a:gd name="T9" fmla="*/ 27 h 107"/>
                <a:gd name="T10" fmla="*/ 29 w 56"/>
                <a:gd name="T11" fmla="*/ 17 h 107"/>
                <a:gd name="T12" fmla="*/ 17 w 56"/>
                <a:gd name="T13" fmla="*/ 17 h 107"/>
                <a:gd name="T14" fmla="*/ 9 w 56"/>
                <a:gd name="T15" fmla="*/ 107 h 107"/>
                <a:gd name="T16" fmla="*/ 0 w 56"/>
                <a:gd name="T17" fmla="*/ 107 h 107"/>
                <a:gd name="T18" fmla="*/ 1 w 56"/>
                <a:gd name="T19" fmla="*/ 0 h 107"/>
                <a:gd name="T20" fmla="*/ 29 w 56"/>
                <a:gd name="T21" fmla="*/ 0 h 107"/>
                <a:gd name="T22" fmla="*/ 56 w 56"/>
                <a:gd name="T23" fmla="*/ 27 h 107"/>
                <a:gd name="T24" fmla="*/ 56 w 56"/>
                <a:gd name="T25" fmla="*/ 30 h 107"/>
                <a:gd name="T26" fmla="*/ 44 w 56"/>
                <a:gd name="T27" fmla="*/ 82 h 107"/>
                <a:gd name="T28" fmla="*/ 9 w 56"/>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 h="107">
                  <a:moveTo>
                    <a:pt x="17" y="17"/>
                  </a:moveTo>
                  <a:lnTo>
                    <a:pt x="17" y="89"/>
                  </a:lnTo>
                  <a:cubicBezTo>
                    <a:pt x="22" y="87"/>
                    <a:pt x="25" y="83"/>
                    <a:pt x="29" y="75"/>
                  </a:cubicBezTo>
                  <a:cubicBezTo>
                    <a:pt x="36" y="62"/>
                    <a:pt x="40" y="46"/>
                    <a:pt x="40" y="30"/>
                  </a:cubicBezTo>
                  <a:lnTo>
                    <a:pt x="40" y="27"/>
                  </a:lnTo>
                  <a:cubicBezTo>
                    <a:pt x="40" y="21"/>
                    <a:pt x="35" y="17"/>
                    <a:pt x="29" y="17"/>
                  </a:cubicBezTo>
                  <a:lnTo>
                    <a:pt x="17" y="17"/>
                  </a:lnTo>
                  <a:close/>
                  <a:moveTo>
                    <a:pt x="9" y="107"/>
                  </a:moveTo>
                  <a:lnTo>
                    <a:pt x="0" y="107"/>
                  </a:lnTo>
                  <a:lnTo>
                    <a:pt x="1" y="0"/>
                  </a:lnTo>
                  <a:lnTo>
                    <a:pt x="29" y="0"/>
                  </a:lnTo>
                  <a:cubicBezTo>
                    <a:pt x="44" y="0"/>
                    <a:pt x="56" y="12"/>
                    <a:pt x="56" y="27"/>
                  </a:cubicBezTo>
                  <a:lnTo>
                    <a:pt x="56" y="30"/>
                  </a:lnTo>
                  <a:cubicBezTo>
                    <a:pt x="56" y="49"/>
                    <a:pt x="52" y="67"/>
                    <a:pt x="44" y="82"/>
                  </a:cubicBezTo>
                  <a:cubicBezTo>
                    <a:pt x="36" y="98"/>
                    <a:pt x="28" y="107"/>
                    <a:pt x="9" y="107"/>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6" name="Freeform 503">
              <a:extLst>
                <a:ext uri="{FF2B5EF4-FFF2-40B4-BE49-F238E27FC236}">
                  <a16:creationId xmlns:a16="http://schemas.microsoft.com/office/drawing/2014/main" id="{81EC7BA6-E17E-2821-8FFE-DA48FB7D25C3}"/>
                </a:ext>
              </a:extLst>
            </p:cNvPr>
            <p:cNvSpPr>
              <a:spLocks noEditPoints="1"/>
            </p:cNvSpPr>
            <p:nvPr/>
          </p:nvSpPr>
          <p:spPr bwMode="auto">
            <a:xfrm>
              <a:off x="6530976" y="2166938"/>
              <a:ext cx="103188" cy="103188"/>
            </a:xfrm>
            <a:custGeom>
              <a:avLst/>
              <a:gdLst>
                <a:gd name="T0" fmla="*/ 25 w 128"/>
                <a:gd name="T1" fmla="*/ 72 h 127"/>
                <a:gd name="T2" fmla="*/ 56 w 128"/>
                <a:gd name="T3" fmla="*/ 104 h 127"/>
                <a:gd name="T4" fmla="*/ 106 w 128"/>
                <a:gd name="T5" fmla="*/ 56 h 127"/>
                <a:gd name="T6" fmla="*/ 81 w 128"/>
                <a:gd name="T7" fmla="*/ 24 h 127"/>
                <a:gd name="T8" fmla="*/ 25 w 128"/>
                <a:gd name="T9" fmla="*/ 72 h 127"/>
                <a:gd name="T10" fmla="*/ 55 w 128"/>
                <a:gd name="T11" fmla="*/ 127 h 127"/>
                <a:gd name="T12" fmla="*/ 0 w 128"/>
                <a:gd name="T13" fmla="*/ 71 h 127"/>
                <a:gd name="T14" fmla="*/ 84 w 128"/>
                <a:gd name="T15" fmla="*/ 0 h 127"/>
                <a:gd name="T16" fmla="*/ 128 w 128"/>
                <a:gd name="T17" fmla="*/ 57 h 127"/>
                <a:gd name="T18" fmla="*/ 55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5" y="72"/>
                  </a:moveTo>
                  <a:lnTo>
                    <a:pt x="56" y="104"/>
                  </a:lnTo>
                  <a:lnTo>
                    <a:pt x="106" y="56"/>
                  </a:lnTo>
                  <a:lnTo>
                    <a:pt x="81" y="24"/>
                  </a:lnTo>
                  <a:lnTo>
                    <a:pt x="25" y="72"/>
                  </a:lnTo>
                  <a:close/>
                  <a:moveTo>
                    <a:pt x="55" y="127"/>
                  </a:moveTo>
                  <a:lnTo>
                    <a:pt x="0" y="71"/>
                  </a:lnTo>
                  <a:lnTo>
                    <a:pt x="84" y="0"/>
                  </a:lnTo>
                  <a:lnTo>
                    <a:pt x="128" y="57"/>
                  </a:lnTo>
                  <a:lnTo>
                    <a:pt x="55"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7" name="Freeform 504">
              <a:extLst>
                <a:ext uri="{FF2B5EF4-FFF2-40B4-BE49-F238E27FC236}">
                  <a16:creationId xmlns:a16="http://schemas.microsoft.com/office/drawing/2014/main" id="{27C38C3A-B40F-ACD8-9689-AE31DC077A00}"/>
                </a:ext>
              </a:extLst>
            </p:cNvPr>
            <p:cNvSpPr>
              <a:spLocks noEditPoints="1"/>
            </p:cNvSpPr>
            <p:nvPr/>
          </p:nvSpPr>
          <p:spPr bwMode="auto">
            <a:xfrm>
              <a:off x="6448426" y="2166938"/>
              <a:ext cx="103188" cy="103188"/>
            </a:xfrm>
            <a:custGeom>
              <a:avLst/>
              <a:gdLst>
                <a:gd name="T0" fmla="*/ 22 w 128"/>
                <a:gd name="T1" fmla="*/ 56 h 127"/>
                <a:gd name="T2" fmla="*/ 72 w 128"/>
                <a:gd name="T3" fmla="*/ 104 h 127"/>
                <a:gd name="T4" fmla="*/ 103 w 128"/>
                <a:gd name="T5" fmla="*/ 72 h 127"/>
                <a:gd name="T6" fmla="*/ 47 w 128"/>
                <a:gd name="T7" fmla="*/ 24 h 127"/>
                <a:gd name="T8" fmla="*/ 22 w 128"/>
                <a:gd name="T9" fmla="*/ 56 h 127"/>
                <a:gd name="T10" fmla="*/ 73 w 128"/>
                <a:gd name="T11" fmla="*/ 127 h 127"/>
                <a:gd name="T12" fmla="*/ 0 w 128"/>
                <a:gd name="T13" fmla="*/ 57 h 127"/>
                <a:gd name="T14" fmla="*/ 44 w 128"/>
                <a:gd name="T15" fmla="*/ 0 h 127"/>
                <a:gd name="T16" fmla="*/ 128 w 128"/>
                <a:gd name="T17" fmla="*/ 71 h 127"/>
                <a:gd name="T18" fmla="*/ 73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2" y="56"/>
                  </a:moveTo>
                  <a:lnTo>
                    <a:pt x="72" y="104"/>
                  </a:lnTo>
                  <a:lnTo>
                    <a:pt x="103" y="72"/>
                  </a:lnTo>
                  <a:lnTo>
                    <a:pt x="47" y="24"/>
                  </a:lnTo>
                  <a:lnTo>
                    <a:pt x="22" y="56"/>
                  </a:lnTo>
                  <a:close/>
                  <a:moveTo>
                    <a:pt x="73" y="127"/>
                  </a:moveTo>
                  <a:lnTo>
                    <a:pt x="0" y="57"/>
                  </a:lnTo>
                  <a:lnTo>
                    <a:pt x="44" y="0"/>
                  </a:lnTo>
                  <a:lnTo>
                    <a:pt x="128" y="71"/>
                  </a:lnTo>
                  <a:lnTo>
                    <a:pt x="73"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8" name="Freeform 505">
              <a:extLst>
                <a:ext uri="{FF2B5EF4-FFF2-40B4-BE49-F238E27FC236}">
                  <a16:creationId xmlns:a16="http://schemas.microsoft.com/office/drawing/2014/main" id="{2CC1E00A-2DC1-96A7-5671-362E6D9EB736}"/>
                </a:ext>
              </a:extLst>
            </p:cNvPr>
            <p:cNvSpPr>
              <a:spLocks/>
            </p:cNvSpPr>
            <p:nvPr/>
          </p:nvSpPr>
          <p:spPr bwMode="auto">
            <a:xfrm>
              <a:off x="6508751" y="2249488"/>
              <a:ext cx="66675" cy="31750"/>
            </a:xfrm>
            <a:custGeom>
              <a:avLst/>
              <a:gdLst>
                <a:gd name="T0" fmla="*/ 41 w 83"/>
                <a:gd name="T1" fmla="*/ 40 h 40"/>
                <a:gd name="T2" fmla="*/ 20 w 83"/>
                <a:gd name="T3" fmla="*/ 31 h 40"/>
                <a:gd name="T4" fmla="*/ 0 w 83"/>
                <a:gd name="T5" fmla="*/ 12 h 40"/>
                <a:gd name="T6" fmla="*/ 12 w 83"/>
                <a:gd name="T7" fmla="*/ 0 h 40"/>
                <a:gd name="T8" fmla="*/ 32 w 83"/>
                <a:gd name="T9" fmla="*/ 19 h 40"/>
                <a:gd name="T10" fmla="*/ 51 w 83"/>
                <a:gd name="T11" fmla="*/ 19 h 40"/>
                <a:gd name="T12" fmla="*/ 71 w 83"/>
                <a:gd name="T13" fmla="*/ 0 h 40"/>
                <a:gd name="T14" fmla="*/ 83 w 83"/>
                <a:gd name="T15" fmla="*/ 12 h 40"/>
                <a:gd name="T16" fmla="*/ 63 w 83"/>
                <a:gd name="T17" fmla="*/ 31 h 40"/>
                <a:gd name="T18" fmla="*/ 41 w 83"/>
                <a:gd name="T1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 h="40">
                  <a:moveTo>
                    <a:pt x="41" y="40"/>
                  </a:moveTo>
                  <a:cubicBezTo>
                    <a:pt x="34" y="40"/>
                    <a:pt x="26" y="37"/>
                    <a:pt x="20" y="31"/>
                  </a:cubicBezTo>
                  <a:lnTo>
                    <a:pt x="0" y="12"/>
                  </a:lnTo>
                  <a:lnTo>
                    <a:pt x="12" y="0"/>
                  </a:lnTo>
                  <a:lnTo>
                    <a:pt x="32" y="19"/>
                  </a:lnTo>
                  <a:cubicBezTo>
                    <a:pt x="37" y="24"/>
                    <a:pt x="46" y="24"/>
                    <a:pt x="51" y="19"/>
                  </a:cubicBezTo>
                  <a:lnTo>
                    <a:pt x="71" y="0"/>
                  </a:lnTo>
                  <a:lnTo>
                    <a:pt x="83" y="12"/>
                  </a:lnTo>
                  <a:lnTo>
                    <a:pt x="63" y="31"/>
                  </a:lnTo>
                  <a:cubicBezTo>
                    <a:pt x="57" y="37"/>
                    <a:pt x="49" y="40"/>
                    <a:pt x="41" y="40"/>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9" name="Freeform 506">
              <a:extLst>
                <a:ext uri="{FF2B5EF4-FFF2-40B4-BE49-F238E27FC236}">
                  <a16:creationId xmlns:a16="http://schemas.microsoft.com/office/drawing/2014/main" id="{5E481F2F-1486-D22B-B2B9-26BFB56E3CD9}"/>
                </a:ext>
              </a:extLst>
            </p:cNvPr>
            <p:cNvSpPr>
              <a:spLocks/>
            </p:cNvSpPr>
            <p:nvPr/>
          </p:nvSpPr>
          <p:spPr bwMode="auto">
            <a:xfrm>
              <a:off x="6508751" y="2268538"/>
              <a:ext cx="25400" cy="57150"/>
            </a:xfrm>
            <a:custGeom>
              <a:avLst/>
              <a:gdLst>
                <a:gd name="T0" fmla="*/ 8 w 16"/>
                <a:gd name="T1" fmla="*/ 36 h 36"/>
                <a:gd name="T2" fmla="*/ 0 w 16"/>
                <a:gd name="T3" fmla="*/ 34 h 36"/>
                <a:gd name="T4" fmla="*/ 8 w 16"/>
                <a:gd name="T5" fmla="*/ 0 h 36"/>
                <a:gd name="T6" fmla="*/ 16 w 16"/>
                <a:gd name="T7" fmla="*/ 2 h 36"/>
                <a:gd name="T8" fmla="*/ 8 w 16"/>
                <a:gd name="T9" fmla="*/ 36 h 36"/>
              </a:gdLst>
              <a:ahLst/>
              <a:cxnLst>
                <a:cxn ang="0">
                  <a:pos x="T0" y="T1"/>
                </a:cxn>
                <a:cxn ang="0">
                  <a:pos x="T2" y="T3"/>
                </a:cxn>
                <a:cxn ang="0">
                  <a:pos x="T4" y="T5"/>
                </a:cxn>
                <a:cxn ang="0">
                  <a:pos x="T6" y="T7"/>
                </a:cxn>
                <a:cxn ang="0">
                  <a:pos x="T8" y="T9"/>
                </a:cxn>
              </a:cxnLst>
              <a:rect l="0" t="0" r="r" b="b"/>
              <a:pathLst>
                <a:path w="16" h="36">
                  <a:moveTo>
                    <a:pt x="8" y="36"/>
                  </a:moveTo>
                  <a:lnTo>
                    <a:pt x="0" y="34"/>
                  </a:lnTo>
                  <a:lnTo>
                    <a:pt x="8" y="0"/>
                  </a:lnTo>
                  <a:lnTo>
                    <a:pt x="16" y="2"/>
                  </a:lnTo>
                  <a:lnTo>
                    <a:pt x="8"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0" name="Freeform 507">
              <a:extLst>
                <a:ext uri="{FF2B5EF4-FFF2-40B4-BE49-F238E27FC236}">
                  <a16:creationId xmlns:a16="http://schemas.microsoft.com/office/drawing/2014/main" id="{EED53AA6-85FC-588F-7E68-4DB15A26834B}"/>
                </a:ext>
              </a:extLst>
            </p:cNvPr>
            <p:cNvSpPr>
              <a:spLocks/>
            </p:cNvSpPr>
            <p:nvPr/>
          </p:nvSpPr>
          <p:spPr bwMode="auto">
            <a:xfrm>
              <a:off x="6548439" y="2268538"/>
              <a:ext cx="26988" cy="57150"/>
            </a:xfrm>
            <a:custGeom>
              <a:avLst/>
              <a:gdLst>
                <a:gd name="T0" fmla="*/ 9 w 17"/>
                <a:gd name="T1" fmla="*/ 36 h 36"/>
                <a:gd name="T2" fmla="*/ 0 w 17"/>
                <a:gd name="T3" fmla="*/ 2 h 36"/>
                <a:gd name="T4" fmla="*/ 9 w 17"/>
                <a:gd name="T5" fmla="*/ 0 h 36"/>
                <a:gd name="T6" fmla="*/ 17 w 17"/>
                <a:gd name="T7" fmla="*/ 34 h 36"/>
                <a:gd name="T8" fmla="*/ 9 w 17"/>
                <a:gd name="T9" fmla="*/ 36 h 36"/>
              </a:gdLst>
              <a:ahLst/>
              <a:cxnLst>
                <a:cxn ang="0">
                  <a:pos x="T0" y="T1"/>
                </a:cxn>
                <a:cxn ang="0">
                  <a:pos x="T2" y="T3"/>
                </a:cxn>
                <a:cxn ang="0">
                  <a:pos x="T4" y="T5"/>
                </a:cxn>
                <a:cxn ang="0">
                  <a:pos x="T6" y="T7"/>
                </a:cxn>
                <a:cxn ang="0">
                  <a:pos x="T8" y="T9"/>
                </a:cxn>
              </a:cxnLst>
              <a:rect l="0" t="0" r="r" b="b"/>
              <a:pathLst>
                <a:path w="17" h="36">
                  <a:moveTo>
                    <a:pt x="9" y="36"/>
                  </a:moveTo>
                  <a:lnTo>
                    <a:pt x="0" y="2"/>
                  </a:lnTo>
                  <a:lnTo>
                    <a:pt x="9" y="0"/>
                  </a:lnTo>
                  <a:lnTo>
                    <a:pt x="17" y="34"/>
                  </a:lnTo>
                  <a:lnTo>
                    <a:pt x="9"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91" name="Presentation9" descr="{&quot;Key&quot;:&quot;POWER_USER_SHAPE_ICON&quot;,&quot;Value&quot;:&quot;POWER_USER_SHAPE_ICON_STYLE_1&quot;}">
            <a:extLst>
              <a:ext uri="{FF2B5EF4-FFF2-40B4-BE49-F238E27FC236}">
                <a16:creationId xmlns:a16="http://schemas.microsoft.com/office/drawing/2014/main" id="{C2CD6E59-0CF9-15D5-2AB1-69A61188D20C}"/>
              </a:ext>
            </a:extLst>
          </p:cNvPr>
          <p:cNvGrpSpPr>
            <a:grpSpLocks noChangeAspect="1"/>
          </p:cNvGrpSpPr>
          <p:nvPr>
            <p:custDataLst>
              <p:tags r:id="rId4"/>
            </p:custDataLst>
          </p:nvPr>
        </p:nvGrpSpPr>
        <p:grpSpPr>
          <a:xfrm>
            <a:off x="3660972" y="5109274"/>
            <a:ext cx="433996" cy="311779"/>
            <a:chOff x="6796088" y="1851026"/>
            <a:chExt cx="884238" cy="677862"/>
          </a:xfrm>
          <a:noFill/>
        </p:grpSpPr>
        <p:sp>
          <p:nvSpPr>
            <p:cNvPr id="492" name="Freeform 157">
              <a:extLst>
                <a:ext uri="{FF2B5EF4-FFF2-40B4-BE49-F238E27FC236}">
                  <a16:creationId xmlns:a16="http://schemas.microsoft.com/office/drawing/2014/main" id="{42647B48-86A1-3539-023D-A03ED6B4E914}"/>
                </a:ext>
              </a:extLst>
            </p:cNvPr>
            <p:cNvSpPr>
              <a:spLocks/>
            </p:cNvSpPr>
            <p:nvPr/>
          </p:nvSpPr>
          <p:spPr bwMode="auto">
            <a:xfrm>
              <a:off x="7018338" y="1851026"/>
              <a:ext cx="661988" cy="512763"/>
            </a:xfrm>
            <a:custGeom>
              <a:avLst/>
              <a:gdLst>
                <a:gd name="T0" fmla="*/ 54 w 870"/>
                <a:gd name="T1" fmla="*/ 54 h 673"/>
                <a:gd name="T2" fmla="*/ 816 w 870"/>
                <a:gd name="T3" fmla="*/ 54 h 673"/>
                <a:gd name="T4" fmla="*/ 816 w 870"/>
                <a:gd name="T5" fmla="*/ 619 h 673"/>
                <a:gd name="T6" fmla="*/ 394 w 870"/>
                <a:gd name="T7" fmla="*/ 619 h 673"/>
                <a:gd name="T8" fmla="*/ 295 w 870"/>
                <a:gd name="T9" fmla="*/ 673 h 673"/>
                <a:gd name="T10" fmla="*/ 817 w 870"/>
                <a:gd name="T11" fmla="*/ 673 h 673"/>
                <a:gd name="T12" fmla="*/ 870 w 870"/>
                <a:gd name="T13" fmla="*/ 620 h 673"/>
                <a:gd name="T14" fmla="*/ 870 w 870"/>
                <a:gd name="T15" fmla="*/ 53 h 673"/>
                <a:gd name="T16" fmla="*/ 817 w 870"/>
                <a:gd name="T17" fmla="*/ 0 h 673"/>
                <a:gd name="T18" fmla="*/ 53 w 870"/>
                <a:gd name="T19" fmla="*/ 0 h 673"/>
                <a:gd name="T20" fmla="*/ 0 w 870"/>
                <a:gd name="T21" fmla="*/ 53 h 673"/>
                <a:gd name="T22" fmla="*/ 0 w 870"/>
                <a:gd name="T23" fmla="*/ 185 h 673"/>
                <a:gd name="T24" fmla="*/ 54 w 870"/>
                <a:gd name="T25" fmla="*/ 215 h 673"/>
                <a:gd name="T26" fmla="*/ 54 w 870"/>
                <a:gd name="T27" fmla="*/ 54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0" h="673">
                  <a:moveTo>
                    <a:pt x="54" y="54"/>
                  </a:moveTo>
                  <a:lnTo>
                    <a:pt x="816" y="54"/>
                  </a:lnTo>
                  <a:lnTo>
                    <a:pt x="816" y="619"/>
                  </a:lnTo>
                  <a:lnTo>
                    <a:pt x="394" y="619"/>
                  </a:lnTo>
                  <a:cubicBezTo>
                    <a:pt x="363" y="638"/>
                    <a:pt x="330" y="656"/>
                    <a:pt x="295" y="673"/>
                  </a:cubicBezTo>
                  <a:lnTo>
                    <a:pt x="817" y="673"/>
                  </a:lnTo>
                  <a:cubicBezTo>
                    <a:pt x="846" y="673"/>
                    <a:pt x="870" y="650"/>
                    <a:pt x="870" y="620"/>
                  </a:cubicBezTo>
                  <a:lnTo>
                    <a:pt x="870" y="53"/>
                  </a:lnTo>
                  <a:cubicBezTo>
                    <a:pt x="870" y="23"/>
                    <a:pt x="846" y="0"/>
                    <a:pt x="817" y="0"/>
                  </a:cubicBezTo>
                  <a:lnTo>
                    <a:pt x="53" y="0"/>
                  </a:lnTo>
                  <a:cubicBezTo>
                    <a:pt x="24" y="0"/>
                    <a:pt x="0" y="23"/>
                    <a:pt x="0" y="53"/>
                  </a:cubicBezTo>
                  <a:lnTo>
                    <a:pt x="0" y="185"/>
                  </a:lnTo>
                  <a:cubicBezTo>
                    <a:pt x="20" y="192"/>
                    <a:pt x="38" y="202"/>
                    <a:pt x="54" y="215"/>
                  </a:cubicBezTo>
                  <a:lnTo>
                    <a:pt x="54" y="54"/>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3" name="Freeform 158">
              <a:extLst>
                <a:ext uri="{FF2B5EF4-FFF2-40B4-BE49-F238E27FC236}">
                  <a16:creationId xmlns:a16="http://schemas.microsoft.com/office/drawing/2014/main" id="{D2EBB919-8A7D-36AE-856A-E0E7C7DF6F09}"/>
                </a:ext>
              </a:extLst>
            </p:cNvPr>
            <p:cNvSpPr>
              <a:spLocks/>
            </p:cNvSpPr>
            <p:nvPr/>
          </p:nvSpPr>
          <p:spPr bwMode="auto">
            <a:xfrm>
              <a:off x="6796088" y="2162175"/>
              <a:ext cx="573088" cy="366713"/>
            </a:xfrm>
            <a:custGeom>
              <a:avLst/>
              <a:gdLst>
                <a:gd name="T0" fmla="*/ 122 w 753"/>
                <a:gd name="T1" fmla="*/ 359 h 482"/>
                <a:gd name="T2" fmla="*/ 154 w 753"/>
                <a:gd name="T3" fmla="*/ 359 h 482"/>
                <a:gd name="T4" fmla="*/ 164 w 753"/>
                <a:gd name="T5" fmla="*/ 482 h 482"/>
                <a:gd name="T6" fmla="*/ 399 w 753"/>
                <a:gd name="T7" fmla="*/ 482 h 482"/>
                <a:gd name="T8" fmla="*/ 399 w 753"/>
                <a:gd name="T9" fmla="*/ 279 h 482"/>
                <a:gd name="T10" fmla="*/ 716 w 753"/>
                <a:gd name="T11" fmla="*/ 121 h 482"/>
                <a:gd name="T12" fmla="*/ 727 w 753"/>
                <a:gd name="T13" fmla="*/ 23 h 482"/>
                <a:gd name="T14" fmla="*/ 679 w 753"/>
                <a:gd name="T15" fmla="*/ 0 h 482"/>
                <a:gd name="T16" fmla="*/ 653 w 753"/>
                <a:gd name="T17" fmla="*/ 7 h 482"/>
                <a:gd name="T18" fmla="*/ 317 w 753"/>
                <a:gd name="T19" fmla="*/ 123 h 482"/>
                <a:gd name="T20" fmla="*/ 230 w 753"/>
                <a:gd name="T21" fmla="*/ 190 h 482"/>
                <a:gd name="T22" fmla="*/ 149 w 753"/>
                <a:gd name="T23" fmla="*/ 129 h 482"/>
                <a:gd name="T24" fmla="*/ 0 w 753"/>
                <a:gd name="T25" fmla="*/ 309 h 482"/>
                <a:gd name="T26" fmla="*/ 0 w 753"/>
                <a:gd name="T27" fmla="*/ 482 h 482"/>
                <a:gd name="T28" fmla="*/ 122 w 753"/>
                <a:gd name="T29" fmla="*/ 482 h 482"/>
                <a:gd name="T30" fmla="*/ 122 w 753"/>
                <a:gd name="T31" fmla="*/ 359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3" h="482">
                  <a:moveTo>
                    <a:pt x="122" y="359"/>
                  </a:moveTo>
                  <a:lnTo>
                    <a:pt x="154" y="359"/>
                  </a:lnTo>
                  <a:lnTo>
                    <a:pt x="164" y="482"/>
                  </a:lnTo>
                  <a:lnTo>
                    <a:pt x="399" y="482"/>
                  </a:lnTo>
                  <a:lnTo>
                    <a:pt x="399" y="279"/>
                  </a:lnTo>
                  <a:cubicBezTo>
                    <a:pt x="529" y="237"/>
                    <a:pt x="643" y="176"/>
                    <a:pt x="716" y="121"/>
                  </a:cubicBezTo>
                  <a:cubicBezTo>
                    <a:pt x="747" y="98"/>
                    <a:pt x="753" y="55"/>
                    <a:pt x="727" y="23"/>
                  </a:cubicBezTo>
                  <a:cubicBezTo>
                    <a:pt x="715" y="9"/>
                    <a:pt x="697" y="0"/>
                    <a:pt x="679" y="0"/>
                  </a:cubicBezTo>
                  <a:cubicBezTo>
                    <a:pt x="670" y="0"/>
                    <a:pt x="661" y="3"/>
                    <a:pt x="653" y="7"/>
                  </a:cubicBezTo>
                  <a:cubicBezTo>
                    <a:pt x="488" y="100"/>
                    <a:pt x="404" y="119"/>
                    <a:pt x="317" y="123"/>
                  </a:cubicBezTo>
                  <a:lnTo>
                    <a:pt x="230" y="190"/>
                  </a:lnTo>
                  <a:lnTo>
                    <a:pt x="149" y="129"/>
                  </a:lnTo>
                  <a:cubicBezTo>
                    <a:pt x="60" y="145"/>
                    <a:pt x="0" y="199"/>
                    <a:pt x="0" y="309"/>
                  </a:cubicBezTo>
                  <a:lnTo>
                    <a:pt x="0" y="482"/>
                  </a:lnTo>
                  <a:lnTo>
                    <a:pt x="122" y="482"/>
                  </a:lnTo>
                  <a:lnTo>
                    <a:pt x="122" y="359"/>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4" name="Oval 159">
              <a:extLst>
                <a:ext uri="{FF2B5EF4-FFF2-40B4-BE49-F238E27FC236}">
                  <a16:creationId xmlns:a16="http://schemas.microsoft.com/office/drawing/2014/main" id="{E3878BA2-F33F-1225-2288-508B5E4559FE}"/>
                </a:ext>
              </a:extLst>
            </p:cNvPr>
            <p:cNvSpPr>
              <a:spLocks noChangeArrowheads="1"/>
            </p:cNvSpPr>
            <p:nvPr/>
          </p:nvSpPr>
          <p:spPr bwMode="auto">
            <a:xfrm>
              <a:off x="6867526" y="2022475"/>
              <a:ext cx="206375" cy="204788"/>
            </a:xfrm>
            <a:prstGeom prst="ellipse">
              <a:avLst/>
            </a:pr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5" name="Freeform 160">
              <a:extLst>
                <a:ext uri="{FF2B5EF4-FFF2-40B4-BE49-F238E27FC236}">
                  <a16:creationId xmlns:a16="http://schemas.microsoft.com/office/drawing/2014/main" id="{23615C53-31F8-9B53-6483-E66A79546B71}"/>
                </a:ext>
              </a:extLst>
            </p:cNvPr>
            <p:cNvSpPr>
              <a:spLocks/>
            </p:cNvSpPr>
            <p:nvPr/>
          </p:nvSpPr>
          <p:spPr bwMode="auto">
            <a:xfrm>
              <a:off x="7173913" y="1997075"/>
              <a:ext cx="382588" cy="165100"/>
            </a:xfrm>
            <a:custGeom>
              <a:avLst/>
              <a:gdLst>
                <a:gd name="T0" fmla="*/ 489 w 503"/>
                <a:gd name="T1" fmla="*/ 117 h 216"/>
                <a:gd name="T2" fmla="*/ 494 w 503"/>
                <a:gd name="T3" fmla="*/ 111 h 216"/>
                <a:gd name="T4" fmla="*/ 502 w 503"/>
                <a:gd name="T5" fmla="*/ 8 h 216"/>
                <a:gd name="T6" fmla="*/ 500 w 503"/>
                <a:gd name="T7" fmla="*/ 2 h 216"/>
                <a:gd name="T8" fmla="*/ 494 w 503"/>
                <a:gd name="T9" fmla="*/ 0 h 216"/>
                <a:gd name="T10" fmla="*/ 391 w 503"/>
                <a:gd name="T11" fmla="*/ 9 h 216"/>
                <a:gd name="T12" fmla="*/ 385 w 503"/>
                <a:gd name="T13" fmla="*/ 14 h 216"/>
                <a:gd name="T14" fmla="*/ 387 w 503"/>
                <a:gd name="T15" fmla="*/ 21 h 216"/>
                <a:gd name="T16" fmla="*/ 416 w 503"/>
                <a:gd name="T17" fmla="*/ 50 h 216"/>
                <a:gd name="T18" fmla="*/ 292 w 503"/>
                <a:gd name="T19" fmla="*/ 152 h 216"/>
                <a:gd name="T20" fmla="*/ 190 w 503"/>
                <a:gd name="T21" fmla="*/ 73 h 216"/>
                <a:gd name="T22" fmla="*/ 161 w 503"/>
                <a:gd name="T23" fmla="*/ 72 h 216"/>
                <a:gd name="T24" fmla="*/ 0 w 503"/>
                <a:gd name="T25" fmla="*/ 174 h 216"/>
                <a:gd name="T26" fmla="*/ 27 w 503"/>
                <a:gd name="T27" fmla="*/ 216 h 216"/>
                <a:gd name="T28" fmla="*/ 173 w 503"/>
                <a:gd name="T29" fmla="*/ 124 h 216"/>
                <a:gd name="T30" fmla="*/ 278 w 503"/>
                <a:gd name="T31" fmla="*/ 205 h 216"/>
                <a:gd name="T32" fmla="*/ 309 w 503"/>
                <a:gd name="T33" fmla="*/ 204 h 216"/>
                <a:gd name="T34" fmla="*/ 452 w 503"/>
                <a:gd name="T35" fmla="*/ 86 h 216"/>
                <a:gd name="T36" fmla="*/ 482 w 503"/>
                <a:gd name="T37" fmla="*/ 116 h 216"/>
                <a:gd name="T38" fmla="*/ 489 w 503"/>
                <a:gd name="T39" fmla="*/ 117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3" h="216">
                  <a:moveTo>
                    <a:pt x="489" y="117"/>
                  </a:moveTo>
                  <a:cubicBezTo>
                    <a:pt x="492" y="116"/>
                    <a:pt x="494" y="114"/>
                    <a:pt x="494" y="111"/>
                  </a:cubicBezTo>
                  <a:lnTo>
                    <a:pt x="502" y="8"/>
                  </a:lnTo>
                  <a:cubicBezTo>
                    <a:pt x="503" y="6"/>
                    <a:pt x="502" y="4"/>
                    <a:pt x="500" y="2"/>
                  </a:cubicBezTo>
                  <a:cubicBezTo>
                    <a:pt x="499" y="0"/>
                    <a:pt x="497" y="0"/>
                    <a:pt x="494" y="0"/>
                  </a:cubicBezTo>
                  <a:lnTo>
                    <a:pt x="391" y="9"/>
                  </a:lnTo>
                  <a:cubicBezTo>
                    <a:pt x="388" y="9"/>
                    <a:pt x="386" y="11"/>
                    <a:pt x="385" y="14"/>
                  </a:cubicBezTo>
                  <a:cubicBezTo>
                    <a:pt x="384" y="16"/>
                    <a:pt x="385" y="19"/>
                    <a:pt x="387" y="21"/>
                  </a:cubicBezTo>
                  <a:lnTo>
                    <a:pt x="416" y="50"/>
                  </a:lnTo>
                  <a:lnTo>
                    <a:pt x="292" y="152"/>
                  </a:lnTo>
                  <a:lnTo>
                    <a:pt x="190" y="73"/>
                  </a:lnTo>
                  <a:cubicBezTo>
                    <a:pt x="182" y="67"/>
                    <a:pt x="170" y="66"/>
                    <a:pt x="161" y="72"/>
                  </a:cubicBezTo>
                  <a:lnTo>
                    <a:pt x="0" y="174"/>
                  </a:lnTo>
                  <a:lnTo>
                    <a:pt x="27" y="216"/>
                  </a:lnTo>
                  <a:lnTo>
                    <a:pt x="173" y="124"/>
                  </a:lnTo>
                  <a:lnTo>
                    <a:pt x="278" y="205"/>
                  </a:lnTo>
                  <a:cubicBezTo>
                    <a:pt x="287" y="212"/>
                    <a:pt x="300" y="212"/>
                    <a:pt x="309" y="204"/>
                  </a:cubicBezTo>
                  <a:lnTo>
                    <a:pt x="452" y="86"/>
                  </a:lnTo>
                  <a:lnTo>
                    <a:pt x="482" y="116"/>
                  </a:lnTo>
                  <a:cubicBezTo>
                    <a:pt x="485" y="119"/>
                    <a:pt x="488" y="118"/>
                    <a:pt x="489" y="117"/>
                  </a:cubicBez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96" name="Rounded Rectangle 67">
            <a:extLst>
              <a:ext uri="{FF2B5EF4-FFF2-40B4-BE49-F238E27FC236}">
                <a16:creationId xmlns:a16="http://schemas.microsoft.com/office/drawing/2014/main" id="{D2CBF254-21B2-0BEA-B5D4-433AE427D352}"/>
              </a:ext>
            </a:extLst>
          </p:cNvPr>
          <p:cNvSpPr>
            <a:spLocks/>
          </p:cNvSpPr>
          <p:nvPr/>
        </p:nvSpPr>
        <p:spPr>
          <a:xfrm>
            <a:off x="5585624" y="1137552"/>
            <a:ext cx="4564512" cy="1071421"/>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497" name="TextBox 196">
            <a:extLst>
              <a:ext uri="{FF2B5EF4-FFF2-40B4-BE49-F238E27FC236}">
                <a16:creationId xmlns:a16="http://schemas.microsoft.com/office/drawing/2014/main" id="{BE19419A-2893-AF2E-052E-D69A0B722C0F}"/>
              </a:ext>
            </a:extLst>
          </p:cNvPr>
          <p:cNvSpPr txBox="1">
            <a:spLocks/>
          </p:cNvSpPr>
          <p:nvPr/>
        </p:nvSpPr>
        <p:spPr>
          <a:xfrm>
            <a:off x="5667813" y="1017324"/>
            <a:ext cx="1917715" cy="313624"/>
          </a:xfrm>
          <a:prstGeom prst="roundRect">
            <a:avLst>
              <a:gd name="adj" fmla="val 50000"/>
            </a:avLst>
          </a:prstGeom>
          <a:solidFill>
            <a:srgbClr val="12ABDB"/>
          </a:solidFill>
          <a:ln w="25400" cap="flat" cmpd="sng" algn="ctr">
            <a:no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rPr>
              <a:t>Output</a:t>
            </a:r>
            <a:endParaRPr kumimoji="0" lang="en-US" sz="10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grpSp>
        <p:nvGrpSpPr>
          <p:cNvPr id="516" name="Presentation9" descr="{&quot;Key&quot;:&quot;POWER_USER_SHAPE_ICON&quot;,&quot;Value&quot;:&quot;POWER_USER_SHAPE_ICON_STYLE_1&quot;}">
            <a:extLst>
              <a:ext uri="{FF2B5EF4-FFF2-40B4-BE49-F238E27FC236}">
                <a16:creationId xmlns:a16="http://schemas.microsoft.com/office/drawing/2014/main" id="{FE2F3296-7EF6-C4B1-A288-B50990DAA629}"/>
              </a:ext>
            </a:extLst>
          </p:cNvPr>
          <p:cNvGrpSpPr>
            <a:grpSpLocks noChangeAspect="1"/>
          </p:cNvGrpSpPr>
          <p:nvPr>
            <p:custDataLst>
              <p:tags r:id="rId5"/>
            </p:custDataLst>
          </p:nvPr>
        </p:nvGrpSpPr>
        <p:grpSpPr>
          <a:xfrm>
            <a:off x="5702791" y="859765"/>
            <a:ext cx="433996" cy="324000"/>
            <a:chOff x="6796088" y="1851026"/>
            <a:chExt cx="884238" cy="677862"/>
          </a:xfrm>
          <a:noFill/>
        </p:grpSpPr>
        <p:sp>
          <p:nvSpPr>
            <p:cNvPr id="517" name="Freeform 157">
              <a:extLst>
                <a:ext uri="{FF2B5EF4-FFF2-40B4-BE49-F238E27FC236}">
                  <a16:creationId xmlns:a16="http://schemas.microsoft.com/office/drawing/2014/main" id="{52E64A46-48DB-11EA-7D63-79D69FE4F51E}"/>
                </a:ext>
              </a:extLst>
            </p:cNvPr>
            <p:cNvSpPr>
              <a:spLocks/>
            </p:cNvSpPr>
            <p:nvPr/>
          </p:nvSpPr>
          <p:spPr bwMode="auto">
            <a:xfrm>
              <a:off x="7018338" y="1851026"/>
              <a:ext cx="661988" cy="512763"/>
            </a:xfrm>
            <a:custGeom>
              <a:avLst/>
              <a:gdLst>
                <a:gd name="T0" fmla="*/ 54 w 870"/>
                <a:gd name="T1" fmla="*/ 54 h 673"/>
                <a:gd name="T2" fmla="*/ 816 w 870"/>
                <a:gd name="T3" fmla="*/ 54 h 673"/>
                <a:gd name="T4" fmla="*/ 816 w 870"/>
                <a:gd name="T5" fmla="*/ 619 h 673"/>
                <a:gd name="T6" fmla="*/ 394 w 870"/>
                <a:gd name="T7" fmla="*/ 619 h 673"/>
                <a:gd name="T8" fmla="*/ 295 w 870"/>
                <a:gd name="T9" fmla="*/ 673 h 673"/>
                <a:gd name="T10" fmla="*/ 817 w 870"/>
                <a:gd name="T11" fmla="*/ 673 h 673"/>
                <a:gd name="T12" fmla="*/ 870 w 870"/>
                <a:gd name="T13" fmla="*/ 620 h 673"/>
                <a:gd name="T14" fmla="*/ 870 w 870"/>
                <a:gd name="T15" fmla="*/ 53 h 673"/>
                <a:gd name="T16" fmla="*/ 817 w 870"/>
                <a:gd name="T17" fmla="*/ 0 h 673"/>
                <a:gd name="T18" fmla="*/ 53 w 870"/>
                <a:gd name="T19" fmla="*/ 0 h 673"/>
                <a:gd name="T20" fmla="*/ 0 w 870"/>
                <a:gd name="T21" fmla="*/ 53 h 673"/>
                <a:gd name="T22" fmla="*/ 0 w 870"/>
                <a:gd name="T23" fmla="*/ 185 h 673"/>
                <a:gd name="T24" fmla="*/ 54 w 870"/>
                <a:gd name="T25" fmla="*/ 215 h 673"/>
                <a:gd name="T26" fmla="*/ 54 w 870"/>
                <a:gd name="T27" fmla="*/ 54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0" h="673">
                  <a:moveTo>
                    <a:pt x="54" y="54"/>
                  </a:moveTo>
                  <a:lnTo>
                    <a:pt x="816" y="54"/>
                  </a:lnTo>
                  <a:lnTo>
                    <a:pt x="816" y="619"/>
                  </a:lnTo>
                  <a:lnTo>
                    <a:pt x="394" y="619"/>
                  </a:lnTo>
                  <a:cubicBezTo>
                    <a:pt x="363" y="638"/>
                    <a:pt x="330" y="656"/>
                    <a:pt x="295" y="673"/>
                  </a:cubicBezTo>
                  <a:lnTo>
                    <a:pt x="817" y="673"/>
                  </a:lnTo>
                  <a:cubicBezTo>
                    <a:pt x="846" y="673"/>
                    <a:pt x="870" y="650"/>
                    <a:pt x="870" y="620"/>
                  </a:cubicBezTo>
                  <a:lnTo>
                    <a:pt x="870" y="53"/>
                  </a:lnTo>
                  <a:cubicBezTo>
                    <a:pt x="870" y="23"/>
                    <a:pt x="846" y="0"/>
                    <a:pt x="817" y="0"/>
                  </a:cubicBezTo>
                  <a:lnTo>
                    <a:pt x="53" y="0"/>
                  </a:lnTo>
                  <a:cubicBezTo>
                    <a:pt x="24" y="0"/>
                    <a:pt x="0" y="23"/>
                    <a:pt x="0" y="53"/>
                  </a:cubicBezTo>
                  <a:lnTo>
                    <a:pt x="0" y="185"/>
                  </a:lnTo>
                  <a:cubicBezTo>
                    <a:pt x="20" y="192"/>
                    <a:pt x="38" y="202"/>
                    <a:pt x="54" y="215"/>
                  </a:cubicBezTo>
                  <a:lnTo>
                    <a:pt x="54" y="54"/>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8" name="Freeform 158">
              <a:extLst>
                <a:ext uri="{FF2B5EF4-FFF2-40B4-BE49-F238E27FC236}">
                  <a16:creationId xmlns:a16="http://schemas.microsoft.com/office/drawing/2014/main" id="{BC693EDF-9E2A-3A09-87D3-AF8F9B3F987B}"/>
                </a:ext>
              </a:extLst>
            </p:cNvPr>
            <p:cNvSpPr>
              <a:spLocks/>
            </p:cNvSpPr>
            <p:nvPr/>
          </p:nvSpPr>
          <p:spPr bwMode="auto">
            <a:xfrm>
              <a:off x="6796088" y="2162175"/>
              <a:ext cx="573088" cy="366713"/>
            </a:xfrm>
            <a:custGeom>
              <a:avLst/>
              <a:gdLst>
                <a:gd name="T0" fmla="*/ 122 w 753"/>
                <a:gd name="T1" fmla="*/ 359 h 482"/>
                <a:gd name="T2" fmla="*/ 154 w 753"/>
                <a:gd name="T3" fmla="*/ 359 h 482"/>
                <a:gd name="T4" fmla="*/ 164 w 753"/>
                <a:gd name="T5" fmla="*/ 482 h 482"/>
                <a:gd name="T6" fmla="*/ 399 w 753"/>
                <a:gd name="T7" fmla="*/ 482 h 482"/>
                <a:gd name="T8" fmla="*/ 399 w 753"/>
                <a:gd name="T9" fmla="*/ 279 h 482"/>
                <a:gd name="T10" fmla="*/ 716 w 753"/>
                <a:gd name="T11" fmla="*/ 121 h 482"/>
                <a:gd name="T12" fmla="*/ 727 w 753"/>
                <a:gd name="T13" fmla="*/ 23 h 482"/>
                <a:gd name="T14" fmla="*/ 679 w 753"/>
                <a:gd name="T15" fmla="*/ 0 h 482"/>
                <a:gd name="T16" fmla="*/ 653 w 753"/>
                <a:gd name="T17" fmla="*/ 7 h 482"/>
                <a:gd name="T18" fmla="*/ 317 w 753"/>
                <a:gd name="T19" fmla="*/ 123 h 482"/>
                <a:gd name="T20" fmla="*/ 230 w 753"/>
                <a:gd name="T21" fmla="*/ 190 h 482"/>
                <a:gd name="T22" fmla="*/ 149 w 753"/>
                <a:gd name="T23" fmla="*/ 129 h 482"/>
                <a:gd name="T24" fmla="*/ 0 w 753"/>
                <a:gd name="T25" fmla="*/ 309 h 482"/>
                <a:gd name="T26" fmla="*/ 0 w 753"/>
                <a:gd name="T27" fmla="*/ 482 h 482"/>
                <a:gd name="T28" fmla="*/ 122 w 753"/>
                <a:gd name="T29" fmla="*/ 482 h 482"/>
                <a:gd name="T30" fmla="*/ 122 w 753"/>
                <a:gd name="T31" fmla="*/ 359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3" h="482">
                  <a:moveTo>
                    <a:pt x="122" y="359"/>
                  </a:moveTo>
                  <a:lnTo>
                    <a:pt x="154" y="359"/>
                  </a:lnTo>
                  <a:lnTo>
                    <a:pt x="164" y="482"/>
                  </a:lnTo>
                  <a:lnTo>
                    <a:pt x="399" y="482"/>
                  </a:lnTo>
                  <a:lnTo>
                    <a:pt x="399" y="279"/>
                  </a:lnTo>
                  <a:cubicBezTo>
                    <a:pt x="529" y="237"/>
                    <a:pt x="643" y="176"/>
                    <a:pt x="716" y="121"/>
                  </a:cubicBezTo>
                  <a:cubicBezTo>
                    <a:pt x="747" y="98"/>
                    <a:pt x="753" y="55"/>
                    <a:pt x="727" y="23"/>
                  </a:cubicBezTo>
                  <a:cubicBezTo>
                    <a:pt x="715" y="9"/>
                    <a:pt x="697" y="0"/>
                    <a:pt x="679" y="0"/>
                  </a:cubicBezTo>
                  <a:cubicBezTo>
                    <a:pt x="670" y="0"/>
                    <a:pt x="661" y="3"/>
                    <a:pt x="653" y="7"/>
                  </a:cubicBezTo>
                  <a:cubicBezTo>
                    <a:pt x="488" y="100"/>
                    <a:pt x="404" y="119"/>
                    <a:pt x="317" y="123"/>
                  </a:cubicBezTo>
                  <a:lnTo>
                    <a:pt x="230" y="190"/>
                  </a:lnTo>
                  <a:lnTo>
                    <a:pt x="149" y="129"/>
                  </a:lnTo>
                  <a:cubicBezTo>
                    <a:pt x="60" y="145"/>
                    <a:pt x="0" y="199"/>
                    <a:pt x="0" y="309"/>
                  </a:cubicBezTo>
                  <a:lnTo>
                    <a:pt x="0" y="482"/>
                  </a:lnTo>
                  <a:lnTo>
                    <a:pt x="122" y="482"/>
                  </a:lnTo>
                  <a:lnTo>
                    <a:pt x="122" y="359"/>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9" name="Oval 159">
              <a:extLst>
                <a:ext uri="{FF2B5EF4-FFF2-40B4-BE49-F238E27FC236}">
                  <a16:creationId xmlns:a16="http://schemas.microsoft.com/office/drawing/2014/main" id="{AB8561EE-E389-2441-8BB1-6C6C5BD2089D}"/>
                </a:ext>
              </a:extLst>
            </p:cNvPr>
            <p:cNvSpPr>
              <a:spLocks noChangeArrowheads="1"/>
            </p:cNvSpPr>
            <p:nvPr/>
          </p:nvSpPr>
          <p:spPr bwMode="auto">
            <a:xfrm>
              <a:off x="6867526" y="2022475"/>
              <a:ext cx="206375" cy="204788"/>
            </a:xfrm>
            <a:prstGeom prst="ellipse">
              <a:avLst/>
            </a:pr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0" name="Freeform 160">
              <a:extLst>
                <a:ext uri="{FF2B5EF4-FFF2-40B4-BE49-F238E27FC236}">
                  <a16:creationId xmlns:a16="http://schemas.microsoft.com/office/drawing/2014/main" id="{46BA6FF2-6B81-C10C-CD28-FE91255690D0}"/>
                </a:ext>
              </a:extLst>
            </p:cNvPr>
            <p:cNvSpPr>
              <a:spLocks/>
            </p:cNvSpPr>
            <p:nvPr/>
          </p:nvSpPr>
          <p:spPr bwMode="auto">
            <a:xfrm>
              <a:off x="7173913" y="1997075"/>
              <a:ext cx="382588" cy="165100"/>
            </a:xfrm>
            <a:custGeom>
              <a:avLst/>
              <a:gdLst>
                <a:gd name="T0" fmla="*/ 489 w 503"/>
                <a:gd name="T1" fmla="*/ 117 h 216"/>
                <a:gd name="T2" fmla="*/ 494 w 503"/>
                <a:gd name="T3" fmla="*/ 111 h 216"/>
                <a:gd name="T4" fmla="*/ 502 w 503"/>
                <a:gd name="T5" fmla="*/ 8 h 216"/>
                <a:gd name="T6" fmla="*/ 500 w 503"/>
                <a:gd name="T7" fmla="*/ 2 h 216"/>
                <a:gd name="T8" fmla="*/ 494 w 503"/>
                <a:gd name="T9" fmla="*/ 0 h 216"/>
                <a:gd name="T10" fmla="*/ 391 w 503"/>
                <a:gd name="T11" fmla="*/ 9 h 216"/>
                <a:gd name="T12" fmla="*/ 385 w 503"/>
                <a:gd name="T13" fmla="*/ 14 h 216"/>
                <a:gd name="T14" fmla="*/ 387 w 503"/>
                <a:gd name="T15" fmla="*/ 21 h 216"/>
                <a:gd name="T16" fmla="*/ 416 w 503"/>
                <a:gd name="T17" fmla="*/ 50 h 216"/>
                <a:gd name="T18" fmla="*/ 292 w 503"/>
                <a:gd name="T19" fmla="*/ 152 h 216"/>
                <a:gd name="T20" fmla="*/ 190 w 503"/>
                <a:gd name="T21" fmla="*/ 73 h 216"/>
                <a:gd name="T22" fmla="*/ 161 w 503"/>
                <a:gd name="T23" fmla="*/ 72 h 216"/>
                <a:gd name="T24" fmla="*/ 0 w 503"/>
                <a:gd name="T25" fmla="*/ 174 h 216"/>
                <a:gd name="T26" fmla="*/ 27 w 503"/>
                <a:gd name="T27" fmla="*/ 216 h 216"/>
                <a:gd name="T28" fmla="*/ 173 w 503"/>
                <a:gd name="T29" fmla="*/ 124 h 216"/>
                <a:gd name="T30" fmla="*/ 278 w 503"/>
                <a:gd name="T31" fmla="*/ 205 h 216"/>
                <a:gd name="T32" fmla="*/ 309 w 503"/>
                <a:gd name="T33" fmla="*/ 204 h 216"/>
                <a:gd name="T34" fmla="*/ 452 w 503"/>
                <a:gd name="T35" fmla="*/ 86 h 216"/>
                <a:gd name="T36" fmla="*/ 482 w 503"/>
                <a:gd name="T37" fmla="*/ 116 h 216"/>
                <a:gd name="T38" fmla="*/ 489 w 503"/>
                <a:gd name="T39" fmla="*/ 117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3" h="216">
                  <a:moveTo>
                    <a:pt x="489" y="117"/>
                  </a:moveTo>
                  <a:cubicBezTo>
                    <a:pt x="492" y="116"/>
                    <a:pt x="494" y="114"/>
                    <a:pt x="494" y="111"/>
                  </a:cubicBezTo>
                  <a:lnTo>
                    <a:pt x="502" y="8"/>
                  </a:lnTo>
                  <a:cubicBezTo>
                    <a:pt x="503" y="6"/>
                    <a:pt x="502" y="4"/>
                    <a:pt x="500" y="2"/>
                  </a:cubicBezTo>
                  <a:cubicBezTo>
                    <a:pt x="499" y="0"/>
                    <a:pt x="497" y="0"/>
                    <a:pt x="494" y="0"/>
                  </a:cubicBezTo>
                  <a:lnTo>
                    <a:pt x="391" y="9"/>
                  </a:lnTo>
                  <a:cubicBezTo>
                    <a:pt x="388" y="9"/>
                    <a:pt x="386" y="11"/>
                    <a:pt x="385" y="14"/>
                  </a:cubicBezTo>
                  <a:cubicBezTo>
                    <a:pt x="384" y="16"/>
                    <a:pt x="385" y="19"/>
                    <a:pt x="387" y="21"/>
                  </a:cubicBezTo>
                  <a:lnTo>
                    <a:pt x="416" y="50"/>
                  </a:lnTo>
                  <a:lnTo>
                    <a:pt x="292" y="152"/>
                  </a:lnTo>
                  <a:lnTo>
                    <a:pt x="190" y="73"/>
                  </a:lnTo>
                  <a:cubicBezTo>
                    <a:pt x="182" y="67"/>
                    <a:pt x="170" y="66"/>
                    <a:pt x="161" y="72"/>
                  </a:cubicBezTo>
                  <a:lnTo>
                    <a:pt x="0" y="174"/>
                  </a:lnTo>
                  <a:lnTo>
                    <a:pt x="27" y="216"/>
                  </a:lnTo>
                  <a:lnTo>
                    <a:pt x="173" y="124"/>
                  </a:lnTo>
                  <a:lnTo>
                    <a:pt x="278" y="205"/>
                  </a:lnTo>
                  <a:cubicBezTo>
                    <a:pt x="287" y="212"/>
                    <a:pt x="300" y="212"/>
                    <a:pt x="309" y="204"/>
                  </a:cubicBezTo>
                  <a:lnTo>
                    <a:pt x="452" y="86"/>
                  </a:lnTo>
                  <a:lnTo>
                    <a:pt x="482" y="116"/>
                  </a:lnTo>
                  <a:cubicBezTo>
                    <a:pt x="485" y="119"/>
                    <a:pt x="488" y="118"/>
                    <a:pt x="489" y="117"/>
                  </a:cubicBez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23" name="TextBox 522">
            <a:extLst>
              <a:ext uri="{FF2B5EF4-FFF2-40B4-BE49-F238E27FC236}">
                <a16:creationId xmlns:a16="http://schemas.microsoft.com/office/drawing/2014/main" id="{4CA824D3-7B47-CE0F-4C3C-913D6B15A89A}"/>
              </a:ext>
            </a:extLst>
          </p:cNvPr>
          <p:cNvSpPr txBox="1"/>
          <p:nvPr/>
        </p:nvSpPr>
        <p:spPr>
          <a:xfrm>
            <a:off x="3526011" y="5506495"/>
            <a:ext cx="2082610" cy="1277273"/>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Facilitate &amp; Deep-dive into Business Requirements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Understand detailed business process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Demonstrate OOTB functionality </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Identify areas of system change</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Identify dependencies &amp; impacted systems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Capture requirements;, Key decision, Actions &amp; Parking lot items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Own and close assigned actions in time</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Capture workshop notes, detailed requirements &amp; failover conditions</a:t>
            </a:r>
          </a:p>
        </p:txBody>
      </p:sp>
      <p:sp>
        <p:nvSpPr>
          <p:cNvPr id="531" name="TextBox 530">
            <a:extLst>
              <a:ext uri="{FF2B5EF4-FFF2-40B4-BE49-F238E27FC236}">
                <a16:creationId xmlns:a16="http://schemas.microsoft.com/office/drawing/2014/main" id="{7F4BC8BA-D2CD-1DF3-6078-FD0753F4BFEE}"/>
              </a:ext>
            </a:extLst>
          </p:cNvPr>
          <p:cNvSpPr txBox="1"/>
          <p:nvPr/>
        </p:nvSpPr>
        <p:spPr>
          <a:xfrm>
            <a:off x="8128632" y="5606438"/>
            <a:ext cx="2200174" cy="1061829"/>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Preparedness to Workshop</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Active Participation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Provide detailed Business Requirements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Elaborate Current State Process / rationale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Make decisions quickly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Own actions end to end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Close actions in time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80:20 rule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Adapt vs Adopt</a:t>
            </a:r>
          </a:p>
        </p:txBody>
      </p:sp>
      <p:sp>
        <p:nvSpPr>
          <p:cNvPr id="535" name="TextBox 534">
            <a:extLst>
              <a:ext uri="{FF2B5EF4-FFF2-40B4-BE49-F238E27FC236}">
                <a16:creationId xmlns:a16="http://schemas.microsoft.com/office/drawing/2014/main" id="{1C54E378-68EB-ED9B-E833-6A8354A23E3D}"/>
              </a:ext>
            </a:extLst>
          </p:cNvPr>
          <p:cNvSpPr txBox="1"/>
          <p:nvPr/>
        </p:nvSpPr>
        <p:spPr>
          <a:xfrm>
            <a:off x="5894428" y="5570707"/>
            <a:ext cx="2082610" cy="1169551"/>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Moderate workshops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Bring in Right participants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Make decisions </a:t>
            </a:r>
            <a:r>
              <a:rPr kumimoji="0" lang="en-US" sz="700" b="0" i="0" u="none" strike="noStrike" kern="1200" cap="none" spc="0" normalizeH="0" baseline="0" noProof="0" err="1">
                <a:ln>
                  <a:noFill/>
                </a:ln>
                <a:solidFill>
                  <a:prstClr val="black"/>
                </a:solidFill>
                <a:effectLst/>
                <a:uLnTx/>
                <a:uFillTx/>
                <a:latin typeface="Ubuntu"/>
                <a:ea typeface="+mn-ea"/>
                <a:cs typeface="+mn-cs"/>
              </a:rPr>
              <a:t>quikcly</a:t>
            </a:r>
            <a:endParaRPr kumimoji="0" lang="en-US"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Encourage SMEs to make decisions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Identify action Owners &amp; resolve dependencies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Own &amp;/or Assign actions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Drive actions to closure</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Ensure workshop alignment with ‘Big Picture’</a:t>
            </a:r>
          </a:p>
        </p:txBody>
      </p:sp>
      <p:cxnSp>
        <p:nvCxnSpPr>
          <p:cNvPr id="537" name="Connector: Curved 536">
            <a:extLst>
              <a:ext uri="{FF2B5EF4-FFF2-40B4-BE49-F238E27FC236}">
                <a16:creationId xmlns:a16="http://schemas.microsoft.com/office/drawing/2014/main" id="{7350C6CF-0944-F831-FAF5-19B222F16971}"/>
              </a:ext>
            </a:extLst>
          </p:cNvPr>
          <p:cNvCxnSpPr>
            <a:stCxn id="336" idx="1"/>
            <a:endCxn id="443" idx="0"/>
          </p:cNvCxnSpPr>
          <p:nvPr/>
        </p:nvCxnSpPr>
        <p:spPr>
          <a:xfrm rot="10800000" flipV="1">
            <a:off x="4568709" y="4638770"/>
            <a:ext cx="1184283" cy="550604"/>
          </a:xfrm>
          <a:prstGeom prst="curvedConnector2">
            <a:avLst/>
          </a:prstGeom>
        </p:spPr>
        <p:style>
          <a:lnRef idx="1">
            <a:schemeClr val="accent1"/>
          </a:lnRef>
          <a:fillRef idx="0">
            <a:schemeClr val="accent1"/>
          </a:fillRef>
          <a:effectRef idx="0">
            <a:schemeClr val="accent1"/>
          </a:effectRef>
          <a:fontRef idx="minor">
            <a:schemeClr val="tx1"/>
          </a:fontRef>
        </p:style>
      </p:cxnSp>
      <p:cxnSp>
        <p:nvCxnSpPr>
          <p:cNvPr id="539" name="Connector: Curved 538">
            <a:extLst>
              <a:ext uri="{FF2B5EF4-FFF2-40B4-BE49-F238E27FC236}">
                <a16:creationId xmlns:a16="http://schemas.microsoft.com/office/drawing/2014/main" id="{377D292E-37A7-BAFA-F519-7CCC816832B3}"/>
              </a:ext>
            </a:extLst>
          </p:cNvPr>
          <p:cNvCxnSpPr>
            <a:cxnSpLocks/>
            <a:stCxn id="336" idx="3"/>
            <a:endCxn id="447" idx="0"/>
          </p:cNvCxnSpPr>
          <p:nvPr/>
        </p:nvCxnSpPr>
        <p:spPr>
          <a:xfrm>
            <a:off x="7081600" y="4638770"/>
            <a:ext cx="2093170" cy="624423"/>
          </a:xfrm>
          <a:prstGeom prst="curvedConnector2">
            <a:avLst/>
          </a:prstGeom>
        </p:spPr>
        <p:style>
          <a:lnRef idx="1">
            <a:schemeClr val="accent1"/>
          </a:lnRef>
          <a:fillRef idx="0">
            <a:schemeClr val="accent1"/>
          </a:fillRef>
          <a:effectRef idx="0">
            <a:schemeClr val="accent1"/>
          </a:effectRef>
          <a:fontRef idx="minor">
            <a:schemeClr val="tx1"/>
          </a:fontRef>
        </p:style>
      </p:cxnSp>
      <p:cxnSp>
        <p:nvCxnSpPr>
          <p:cNvPr id="543" name="Connector: Curved 542">
            <a:extLst>
              <a:ext uri="{FF2B5EF4-FFF2-40B4-BE49-F238E27FC236}">
                <a16:creationId xmlns:a16="http://schemas.microsoft.com/office/drawing/2014/main" id="{EDBC27EE-FAA4-304D-FEC5-C55130970246}"/>
              </a:ext>
            </a:extLst>
          </p:cNvPr>
          <p:cNvCxnSpPr>
            <a:stCxn id="336" idx="3"/>
            <a:endCxn id="445" idx="0"/>
          </p:cNvCxnSpPr>
          <p:nvPr/>
        </p:nvCxnSpPr>
        <p:spPr>
          <a:xfrm flipH="1">
            <a:off x="6942804" y="4638770"/>
            <a:ext cx="138796" cy="583104"/>
          </a:xfrm>
          <a:prstGeom prst="curvedConnector4">
            <a:avLst>
              <a:gd name="adj1" fmla="val -164702"/>
              <a:gd name="adj2" fmla="val 65245"/>
            </a:avLst>
          </a:prstGeom>
        </p:spPr>
        <p:style>
          <a:lnRef idx="1">
            <a:schemeClr val="accent1"/>
          </a:lnRef>
          <a:fillRef idx="0">
            <a:schemeClr val="accent1"/>
          </a:fillRef>
          <a:effectRef idx="0">
            <a:schemeClr val="accent1"/>
          </a:effectRef>
          <a:fontRef idx="minor">
            <a:schemeClr val="tx1"/>
          </a:fontRef>
        </p:style>
      </p:cxnSp>
      <p:sp>
        <p:nvSpPr>
          <p:cNvPr id="547" name="TextBox 546">
            <a:extLst>
              <a:ext uri="{FF2B5EF4-FFF2-40B4-BE49-F238E27FC236}">
                <a16:creationId xmlns:a16="http://schemas.microsoft.com/office/drawing/2014/main" id="{51214C08-475B-7D48-90C6-AA991A3508E8}"/>
              </a:ext>
            </a:extLst>
          </p:cNvPr>
          <p:cNvSpPr txBox="1"/>
          <p:nvPr/>
        </p:nvSpPr>
        <p:spPr>
          <a:xfrm>
            <a:off x="5652446" y="1365363"/>
            <a:ext cx="4570610" cy="1600438"/>
          </a:xfrm>
          <a:prstGeom prst="rect">
            <a:avLst/>
          </a:prstGeom>
          <a:noFill/>
        </p:spPr>
        <p:txBody>
          <a:bodyPr wrap="square" numCol="2"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1" i="0" u="none" strike="noStrike" kern="1200" cap="none" spc="0" normalizeH="0" baseline="0" noProof="0">
                <a:ln>
                  <a:noFill/>
                </a:ln>
                <a:solidFill>
                  <a:prstClr val="black"/>
                </a:solidFill>
                <a:effectLst/>
                <a:uLnTx/>
                <a:uFillTx/>
                <a:latin typeface="Ubuntu"/>
                <a:ea typeface="+mn-ea"/>
                <a:cs typeface="+mn-cs"/>
              </a:rPr>
              <a:t>Playback sessions*</a:t>
            </a:r>
            <a:r>
              <a:rPr kumimoji="0" lang="en-GB" sz="700" b="0" i="0" u="none" strike="noStrike" kern="1200" cap="none" spc="0" normalizeH="0" baseline="0" noProof="0">
                <a:ln>
                  <a:noFill/>
                </a:ln>
                <a:solidFill>
                  <a:prstClr val="black"/>
                </a:solidFill>
                <a:effectLst/>
                <a:uLnTx/>
                <a:uFillTx/>
                <a:latin typeface="Ubuntu"/>
                <a:ea typeface="+mn-ea"/>
                <a:cs typeface="+mn-cs"/>
              </a:rPr>
              <a:t> to demonstrate Requirements captured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Signed-off User Stories including Business Rules, FLS and Acceptance criteria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Integration Inventory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Key Decisions, Pending Actions, Parked items Log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Updated Future State process flows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Low level Designs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Architectural Decision log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Updated Dependencies Tracker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Updated RAID log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User Stories handed over to Dev &amp; Test teams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p:txBody>
      </p:sp>
      <p:sp>
        <p:nvSpPr>
          <p:cNvPr id="549" name="Freeform 402">
            <a:extLst>
              <a:ext uri="{FF2B5EF4-FFF2-40B4-BE49-F238E27FC236}">
                <a16:creationId xmlns:a16="http://schemas.microsoft.com/office/drawing/2014/main" id="{17D5E50A-5B7B-F5AA-C5B7-CF0B784B256C}"/>
              </a:ext>
            </a:extLst>
          </p:cNvPr>
          <p:cNvSpPr>
            <a:spLocks noEditPoints="1"/>
          </p:cNvSpPr>
          <p:nvPr/>
        </p:nvSpPr>
        <p:spPr bwMode="auto">
          <a:xfrm>
            <a:off x="10398288" y="831317"/>
            <a:ext cx="408938" cy="328738"/>
          </a:xfrm>
          <a:custGeom>
            <a:avLst/>
            <a:gdLst/>
            <a:ahLst/>
            <a:cxnLst>
              <a:cxn ang="0">
                <a:pos x="149" y="45"/>
              </a:cxn>
              <a:cxn ang="0">
                <a:pos x="169" y="94"/>
              </a:cxn>
              <a:cxn ang="0">
                <a:pos x="151" y="96"/>
              </a:cxn>
              <a:cxn ang="0">
                <a:pos x="176" y="48"/>
              </a:cxn>
              <a:cxn ang="0">
                <a:pos x="191" y="44"/>
              </a:cxn>
              <a:cxn ang="0">
                <a:pos x="179" y="29"/>
              </a:cxn>
              <a:cxn ang="0">
                <a:pos x="172" y="19"/>
              </a:cxn>
              <a:cxn ang="0">
                <a:pos x="164" y="0"/>
              </a:cxn>
              <a:cxn ang="0">
                <a:pos x="146" y="1"/>
              </a:cxn>
              <a:cxn ang="0">
                <a:pos x="139" y="20"/>
              </a:cxn>
              <a:cxn ang="0">
                <a:pos x="134" y="30"/>
              </a:cxn>
              <a:cxn ang="0">
                <a:pos x="122" y="46"/>
              </a:cxn>
              <a:cxn ang="0">
                <a:pos x="132" y="61"/>
              </a:cxn>
              <a:cxn ang="0">
                <a:pos x="151" y="58"/>
              </a:cxn>
              <a:cxn ang="0">
                <a:pos x="165" y="60"/>
              </a:cxn>
              <a:cxn ang="0">
                <a:pos x="177" y="76"/>
              </a:cxn>
              <a:cxn ang="0">
                <a:pos x="186" y="83"/>
              </a:cxn>
              <a:cxn ang="0">
                <a:pos x="204" y="92"/>
              </a:cxn>
              <a:cxn ang="0">
                <a:pos x="205" y="108"/>
              </a:cxn>
              <a:cxn ang="0">
                <a:pos x="189" y="120"/>
              </a:cxn>
              <a:cxn ang="0">
                <a:pos x="181" y="128"/>
              </a:cxn>
              <a:cxn ang="0">
                <a:pos x="173" y="146"/>
              </a:cxn>
              <a:cxn ang="0">
                <a:pos x="157" y="148"/>
              </a:cxn>
              <a:cxn ang="0">
                <a:pos x="145" y="132"/>
              </a:cxn>
              <a:cxn ang="0">
                <a:pos x="136" y="124"/>
              </a:cxn>
              <a:cxn ang="0">
                <a:pos x="118" y="115"/>
              </a:cxn>
              <a:cxn ang="0">
                <a:pos x="117" y="99"/>
              </a:cxn>
              <a:cxn ang="0">
                <a:pos x="132" y="86"/>
              </a:cxn>
              <a:cxn ang="0">
                <a:pos x="128" y="64"/>
              </a:cxn>
              <a:cxn ang="0">
                <a:pos x="105" y="47"/>
              </a:cxn>
              <a:cxn ang="0">
                <a:pos x="95" y="33"/>
              </a:cxn>
              <a:cxn ang="0">
                <a:pos x="82" y="7"/>
              </a:cxn>
              <a:cxn ang="0">
                <a:pos x="59" y="5"/>
              </a:cxn>
              <a:cxn ang="0">
                <a:pos x="42" y="28"/>
              </a:cxn>
              <a:cxn ang="0">
                <a:pos x="29" y="39"/>
              </a:cxn>
              <a:cxn ang="0">
                <a:pos x="2" y="51"/>
              </a:cxn>
              <a:cxn ang="0">
                <a:pos x="0" y="74"/>
              </a:cxn>
              <a:cxn ang="0">
                <a:pos x="23" y="91"/>
              </a:cxn>
              <a:cxn ang="0">
                <a:pos x="34" y="104"/>
              </a:cxn>
              <a:cxn ang="0">
                <a:pos x="46" y="131"/>
              </a:cxn>
              <a:cxn ang="0">
                <a:pos x="69" y="133"/>
              </a:cxn>
              <a:cxn ang="0">
                <a:pos x="87" y="110"/>
              </a:cxn>
              <a:cxn ang="0">
                <a:pos x="100" y="99"/>
              </a:cxn>
              <a:cxn ang="0">
                <a:pos x="61" y="51"/>
              </a:cxn>
            </a:cxnLst>
            <a:rect l="0" t="0" r="r" b="b"/>
            <a:pathLst>
              <a:path w="205" h="148">
                <a:moveTo>
                  <a:pt x="164" y="27"/>
                </a:moveTo>
                <a:cubicBezTo>
                  <a:pt x="169" y="31"/>
                  <a:pt x="169" y="38"/>
                  <a:pt x="165" y="43"/>
                </a:cubicBezTo>
                <a:cubicBezTo>
                  <a:pt x="161" y="48"/>
                  <a:pt x="154" y="49"/>
                  <a:pt x="149" y="45"/>
                </a:cubicBezTo>
                <a:cubicBezTo>
                  <a:pt x="144" y="41"/>
                  <a:pt x="143" y="33"/>
                  <a:pt x="147" y="28"/>
                </a:cubicBezTo>
                <a:cubicBezTo>
                  <a:pt x="152" y="23"/>
                  <a:pt x="159" y="23"/>
                  <a:pt x="164" y="27"/>
                </a:cubicBezTo>
                <a:close/>
                <a:moveTo>
                  <a:pt x="169" y="94"/>
                </a:moveTo>
                <a:cubicBezTo>
                  <a:pt x="174" y="98"/>
                  <a:pt x="175" y="106"/>
                  <a:pt x="171" y="112"/>
                </a:cubicBezTo>
                <a:cubicBezTo>
                  <a:pt x="166" y="117"/>
                  <a:pt x="158" y="118"/>
                  <a:pt x="153" y="113"/>
                </a:cubicBezTo>
                <a:cubicBezTo>
                  <a:pt x="147" y="109"/>
                  <a:pt x="147" y="101"/>
                  <a:pt x="151" y="96"/>
                </a:cubicBezTo>
                <a:cubicBezTo>
                  <a:pt x="156" y="90"/>
                  <a:pt x="164" y="89"/>
                  <a:pt x="169" y="94"/>
                </a:cubicBezTo>
                <a:close/>
                <a:moveTo>
                  <a:pt x="183" y="60"/>
                </a:moveTo>
                <a:cubicBezTo>
                  <a:pt x="176" y="48"/>
                  <a:pt x="176" y="48"/>
                  <a:pt x="176" y="48"/>
                </a:cubicBezTo>
                <a:cubicBezTo>
                  <a:pt x="176" y="48"/>
                  <a:pt x="177" y="47"/>
                  <a:pt x="177" y="46"/>
                </a:cubicBezTo>
                <a:cubicBezTo>
                  <a:pt x="178" y="46"/>
                  <a:pt x="178" y="45"/>
                  <a:pt x="178" y="44"/>
                </a:cubicBezTo>
                <a:cubicBezTo>
                  <a:pt x="191" y="44"/>
                  <a:pt x="191" y="44"/>
                  <a:pt x="191" y="44"/>
                </a:cubicBezTo>
                <a:cubicBezTo>
                  <a:pt x="192" y="37"/>
                  <a:pt x="192" y="37"/>
                  <a:pt x="192" y="37"/>
                </a:cubicBezTo>
                <a:cubicBezTo>
                  <a:pt x="180" y="33"/>
                  <a:pt x="180" y="33"/>
                  <a:pt x="180" y="33"/>
                </a:cubicBezTo>
                <a:cubicBezTo>
                  <a:pt x="180" y="31"/>
                  <a:pt x="179" y="30"/>
                  <a:pt x="179" y="29"/>
                </a:cubicBezTo>
                <a:cubicBezTo>
                  <a:pt x="189" y="20"/>
                  <a:pt x="189" y="20"/>
                  <a:pt x="189" y="20"/>
                </a:cubicBezTo>
                <a:cubicBezTo>
                  <a:pt x="185" y="14"/>
                  <a:pt x="185" y="14"/>
                  <a:pt x="185" y="14"/>
                </a:cubicBezTo>
                <a:cubicBezTo>
                  <a:pt x="172" y="19"/>
                  <a:pt x="172" y="19"/>
                  <a:pt x="172" y="19"/>
                </a:cubicBezTo>
                <a:cubicBezTo>
                  <a:pt x="171" y="18"/>
                  <a:pt x="170" y="17"/>
                  <a:pt x="169" y="16"/>
                </a:cubicBezTo>
                <a:cubicBezTo>
                  <a:pt x="171" y="3"/>
                  <a:pt x="171" y="3"/>
                  <a:pt x="171" y="3"/>
                </a:cubicBezTo>
                <a:cubicBezTo>
                  <a:pt x="164" y="0"/>
                  <a:pt x="164" y="0"/>
                  <a:pt x="164" y="0"/>
                </a:cubicBezTo>
                <a:cubicBezTo>
                  <a:pt x="158" y="12"/>
                  <a:pt x="158" y="12"/>
                  <a:pt x="158" y="12"/>
                </a:cubicBezTo>
                <a:cubicBezTo>
                  <a:pt x="156" y="12"/>
                  <a:pt x="155" y="12"/>
                  <a:pt x="153" y="12"/>
                </a:cubicBezTo>
                <a:cubicBezTo>
                  <a:pt x="146" y="1"/>
                  <a:pt x="146" y="1"/>
                  <a:pt x="146" y="1"/>
                </a:cubicBezTo>
                <a:cubicBezTo>
                  <a:pt x="140" y="4"/>
                  <a:pt x="140" y="4"/>
                  <a:pt x="140" y="4"/>
                </a:cubicBezTo>
                <a:cubicBezTo>
                  <a:pt x="142" y="17"/>
                  <a:pt x="142" y="17"/>
                  <a:pt x="142" y="17"/>
                </a:cubicBezTo>
                <a:cubicBezTo>
                  <a:pt x="141" y="18"/>
                  <a:pt x="140" y="19"/>
                  <a:pt x="139" y="20"/>
                </a:cubicBezTo>
                <a:cubicBezTo>
                  <a:pt x="127" y="16"/>
                  <a:pt x="127" y="16"/>
                  <a:pt x="127" y="16"/>
                </a:cubicBezTo>
                <a:cubicBezTo>
                  <a:pt x="123" y="22"/>
                  <a:pt x="123" y="22"/>
                  <a:pt x="123" y="22"/>
                </a:cubicBezTo>
                <a:cubicBezTo>
                  <a:pt x="134" y="30"/>
                  <a:pt x="134" y="30"/>
                  <a:pt x="134" y="30"/>
                </a:cubicBezTo>
                <a:cubicBezTo>
                  <a:pt x="133" y="32"/>
                  <a:pt x="133" y="33"/>
                  <a:pt x="133" y="34"/>
                </a:cubicBezTo>
                <a:cubicBezTo>
                  <a:pt x="121" y="39"/>
                  <a:pt x="121" y="39"/>
                  <a:pt x="121" y="39"/>
                </a:cubicBezTo>
                <a:cubicBezTo>
                  <a:pt x="122" y="46"/>
                  <a:pt x="122" y="46"/>
                  <a:pt x="122" y="46"/>
                </a:cubicBezTo>
                <a:cubicBezTo>
                  <a:pt x="136" y="46"/>
                  <a:pt x="136" y="46"/>
                  <a:pt x="136" y="46"/>
                </a:cubicBezTo>
                <a:cubicBezTo>
                  <a:pt x="136" y="47"/>
                  <a:pt x="137" y="49"/>
                  <a:pt x="138" y="50"/>
                </a:cubicBezTo>
                <a:cubicBezTo>
                  <a:pt x="132" y="61"/>
                  <a:pt x="132" y="61"/>
                  <a:pt x="132" y="61"/>
                </a:cubicBezTo>
                <a:cubicBezTo>
                  <a:pt x="137" y="66"/>
                  <a:pt x="137" y="66"/>
                  <a:pt x="137" y="66"/>
                </a:cubicBezTo>
                <a:cubicBezTo>
                  <a:pt x="147" y="57"/>
                  <a:pt x="147" y="57"/>
                  <a:pt x="147" y="57"/>
                </a:cubicBezTo>
                <a:cubicBezTo>
                  <a:pt x="149" y="58"/>
                  <a:pt x="150" y="58"/>
                  <a:pt x="151" y="58"/>
                </a:cubicBezTo>
                <a:cubicBezTo>
                  <a:pt x="155" y="71"/>
                  <a:pt x="155" y="71"/>
                  <a:pt x="155" y="71"/>
                </a:cubicBezTo>
                <a:cubicBezTo>
                  <a:pt x="161" y="72"/>
                  <a:pt x="161" y="72"/>
                  <a:pt x="161" y="72"/>
                </a:cubicBezTo>
                <a:cubicBezTo>
                  <a:pt x="165" y="60"/>
                  <a:pt x="165" y="60"/>
                  <a:pt x="165" y="60"/>
                </a:cubicBezTo>
                <a:cubicBezTo>
                  <a:pt x="172" y="61"/>
                  <a:pt x="172" y="61"/>
                  <a:pt x="172" y="61"/>
                </a:cubicBezTo>
                <a:cubicBezTo>
                  <a:pt x="172" y="74"/>
                  <a:pt x="172" y="74"/>
                  <a:pt x="172" y="74"/>
                </a:cubicBezTo>
                <a:cubicBezTo>
                  <a:pt x="174" y="74"/>
                  <a:pt x="175" y="75"/>
                  <a:pt x="177" y="76"/>
                </a:cubicBezTo>
                <a:cubicBezTo>
                  <a:pt x="187" y="68"/>
                  <a:pt x="187" y="68"/>
                  <a:pt x="187" y="68"/>
                </a:cubicBezTo>
                <a:cubicBezTo>
                  <a:pt x="192" y="72"/>
                  <a:pt x="192" y="72"/>
                  <a:pt x="192" y="72"/>
                </a:cubicBezTo>
                <a:cubicBezTo>
                  <a:pt x="186" y="83"/>
                  <a:pt x="186" y="83"/>
                  <a:pt x="186" y="83"/>
                </a:cubicBezTo>
                <a:cubicBezTo>
                  <a:pt x="187" y="85"/>
                  <a:pt x="188" y="86"/>
                  <a:pt x="189" y="87"/>
                </a:cubicBezTo>
                <a:cubicBezTo>
                  <a:pt x="201" y="85"/>
                  <a:pt x="201" y="85"/>
                  <a:pt x="201" y="85"/>
                </a:cubicBezTo>
                <a:cubicBezTo>
                  <a:pt x="204" y="92"/>
                  <a:pt x="204" y="92"/>
                  <a:pt x="204" y="92"/>
                </a:cubicBezTo>
                <a:cubicBezTo>
                  <a:pt x="193" y="98"/>
                  <a:pt x="193" y="98"/>
                  <a:pt x="193" y="98"/>
                </a:cubicBezTo>
                <a:cubicBezTo>
                  <a:pt x="193" y="100"/>
                  <a:pt x="193" y="102"/>
                  <a:pt x="193" y="103"/>
                </a:cubicBezTo>
                <a:cubicBezTo>
                  <a:pt x="205" y="108"/>
                  <a:pt x="205" y="108"/>
                  <a:pt x="205" y="108"/>
                </a:cubicBezTo>
                <a:cubicBezTo>
                  <a:pt x="204" y="115"/>
                  <a:pt x="204" y="115"/>
                  <a:pt x="204" y="115"/>
                </a:cubicBezTo>
                <a:cubicBezTo>
                  <a:pt x="191" y="115"/>
                  <a:pt x="191" y="115"/>
                  <a:pt x="191" y="115"/>
                </a:cubicBezTo>
                <a:cubicBezTo>
                  <a:pt x="190" y="117"/>
                  <a:pt x="190" y="118"/>
                  <a:pt x="189" y="120"/>
                </a:cubicBezTo>
                <a:cubicBezTo>
                  <a:pt x="197" y="129"/>
                  <a:pt x="197" y="129"/>
                  <a:pt x="197" y="129"/>
                </a:cubicBezTo>
                <a:cubicBezTo>
                  <a:pt x="192" y="135"/>
                  <a:pt x="192" y="135"/>
                  <a:pt x="192" y="135"/>
                </a:cubicBezTo>
                <a:cubicBezTo>
                  <a:pt x="181" y="128"/>
                  <a:pt x="181" y="128"/>
                  <a:pt x="181" y="128"/>
                </a:cubicBezTo>
                <a:cubicBezTo>
                  <a:pt x="180" y="130"/>
                  <a:pt x="179" y="131"/>
                  <a:pt x="177" y="131"/>
                </a:cubicBezTo>
                <a:cubicBezTo>
                  <a:pt x="179" y="144"/>
                  <a:pt x="179" y="144"/>
                  <a:pt x="179" y="144"/>
                </a:cubicBezTo>
                <a:cubicBezTo>
                  <a:pt x="173" y="146"/>
                  <a:pt x="173" y="146"/>
                  <a:pt x="173" y="146"/>
                </a:cubicBezTo>
                <a:cubicBezTo>
                  <a:pt x="166" y="135"/>
                  <a:pt x="166" y="135"/>
                  <a:pt x="166" y="135"/>
                </a:cubicBezTo>
                <a:cubicBezTo>
                  <a:pt x="165" y="136"/>
                  <a:pt x="163" y="136"/>
                  <a:pt x="161" y="136"/>
                </a:cubicBezTo>
                <a:cubicBezTo>
                  <a:pt x="157" y="148"/>
                  <a:pt x="157" y="148"/>
                  <a:pt x="157" y="148"/>
                </a:cubicBezTo>
                <a:cubicBezTo>
                  <a:pt x="150" y="147"/>
                  <a:pt x="150" y="147"/>
                  <a:pt x="150" y="147"/>
                </a:cubicBezTo>
                <a:cubicBezTo>
                  <a:pt x="150" y="134"/>
                  <a:pt x="150" y="134"/>
                  <a:pt x="150" y="134"/>
                </a:cubicBezTo>
                <a:cubicBezTo>
                  <a:pt x="148" y="133"/>
                  <a:pt x="147" y="132"/>
                  <a:pt x="145" y="132"/>
                </a:cubicBezTo>
                <a:cubicBezTo>
                  <a:pt x="135" y="140"/>
                  <a:pt x="135" y="140"/>
                  <a:pt x="135" y="140"/>
                </a:cubicBezTo>
                <a:cubicBezTo>
                  <a:pt x="130" y="135"/>
                  <a:pt x="130" y="135"/>
                  <a:pt x="130" y="135"/>
                </a:cubicBezTo>
                <a:cubicBezTo>
                  <a:pt x="136" y="124"/>
                  <a:pt x="136" y="124"/>
                  <a:pt x="136" y="124"/>
                </a:cubicBezTo>
                <a:cubicBezTo>
                  <a:pt x="135" y="123"/>
                  <a:pt x="134" y="121"/>
                  <a:pt x="133" y="120"/>
                </a:cubicBezTo>
                <a:cubicBezTo>
                  <a:pt x="121" y="122"/>
                  <a:pt x="121" y="122"/>
                  <a:pt x="121" y="122"/>
                </a:cubicBezTo>
                <a:cubicBezTo>
                  <a:pt x="118" y="115"/>
                  <a:pt x="118" y="115"/>
                  <a:pt x="118" y="115"/>
                </a:cubicBezTo>
                <a:cubicBezTo>
                  <a:pt x="129" y="109"/>
                  <a:pt x="129" y="109"/>
                  <a:pt x="129" y="109"/>
                </a:cubicBezTo>
                <a:cubicBezTo>
                  <a:pt x="129" y="107"/>
                  <a:pt x="129" y="106"/>
                  <a:pt x="129" y="104"/>
                </a:cubicBezTo>
                <a:cubicBezTo>
                  <a:pt x="117" y="99"/>
                  <a:pt x="117" y="99"/>
                  <a:pt x="117" y="99"/>
                </a:cubicBezTo>
                <a:cubicBezTo>
                  <a:pt x="118" y="92"/>
                  <a:pt x="118" y="92"/>
                  <a:pt x="118" y="92"/>
                </a:cubicBezTo>
                <a:cubicBezTo>
                  <a:pt x="131" y="92"/>
                  <a:pt x="131" y="92"/>
                  <a:pt x="131" y="92"/>
                </a:cubicBezTo>
                <a:cubicBezTo>
                  <a:pt x="131" y="91"/>
                  <a:pt x="131" y="88"/>
                  <a:pt x="132" y="86"/>
                </a:cubicBezTo>
                <a:cubicBezTo>
                  <a:pt x="111" y="81"/>
                  <a:pt x="111" y="81"/>
                  <a:pt x="111" y="81"/>
                </a:cubicBezTo>
                <a:cubicBezTo>
                  <a:pt x="111" y="81"/>
                  <a:pt x="111" y="73"/>
                  <a:pt x="111" y="70"/>
                </a:cubicBezTo>
                <a:cubicBezTo>
                  <a:pt x="128" y="64"/>
                  <a:pt x="128" y="64"/>
                  <a:pt x="128" y="64"/>
                </a:cubicBezTo>
                <a:cubicBezTo>
                  <a:pt x="127" y="54"/>
                  <a:pt x="127" y="54"/>
                  <a:pt x="127" y="54"/>
                </a:cubicBezTo>
                <a:cubicBezTo>
                  <a:pt x="108" y="53"/>
                  <a:pt x="108" y="53"/>
                  <a:pt x="108" y="53"/>
                </a:cubicBezTo>
                <a:cubicBezTo>
                  <a:pt x="107" y="51"/>
                  <a:pt x="106" y="49"/>
                  <a:pt x="105" y="47"/>
                </a:cubicBezTo>
                <a:cubicBezTo>
                  <a:pt x="117" y="33"/>
                  <a:pt x="117" y="33"/>
                  <a:pt x="117" y="33"/>
                </a:cubicBezTo>
                <a:cubicBezTo>
                  <a:pt x="111" y="25"/>
                  <a:pt x="111" y="25"/>
                  <a:pt x="111" y="25"/>
                </a:cubicBezTo>
                <a:cubicBezTo>
                  <a:pt x="95" y="33"/>
                  <a:pt x="95" y="33"/>
                  <a:pt x="95" y="33"/>
                </a:cubicBezTo>
                <a:cubicBezTo>
                  <a:pt x="93" y="32"/>
                  <a:pt x="91" y="30"/>
                  <a:pt x="89" y="29"/>
                </a:cubicBezTo>
                <a:cubicBezTo>
                  <a:pt x="92" y="11"/>
                  <a:pt x="92" y="11"/>
                  <a:pt x="92" y="11"/>
                </a:cubicBezTo>
                <a:cubicBezTo>
                  <a:pt x="82" y="7"/>
                  <a:pt x="82" y="7"/>
                  <a:pt x="82" y="7"/>
                </a:cubicBezTo>
                <a:cubicBezTo>
                  <a:pt x="73" y="23"/>
                  <a:pt x="73" y="23"/>
                  <a:pt x="73" y="23"/>
                </a:cubicBezTo>
                <a:cubicBezTo>
                  <a:pt x="70" y="23"/>
                  <a:pt x="68" y="22"/>
                  <a:pt x="65" y="22"/>
                </a:cubicBezTo>
                <a:cubicBezTo>
                  <a:pt x="59" y="5"/>
                  <a:pt x="59" y="5"/>
                  <a:pt x="59" y="5"/>
                </a:cubicBezTo>
                <a:cubicBezTo>
                  <a:pt x="49" y="6"/>
                  <a:pt x="49" y="6"/>
                  <a:pt x="49" y="6"/>
                </a:cubicBezTo>
                <a:cubicBezTo>
                  <a:pt x="49" y="25"/>
                  <a:pt x="49" y="25"/>
                  <a:pt x="49" y="25"/>
                </a:cubicBezTo>
                <a:cubicBezTo>
                  <a:pt x="46" y="26"/>
                  <a:pt x="44" y="27"/>
                  <a:pt x="42" y="28"/>
                </a:cubicBezTo>
                <a:cubicBezTo>
                  <a:pt x="28" y="16"/>
                  <a:pt x="28" y="16"/>
                  <a:pt x="28" y="16"/>
                </a:cubicBezTo>
                <a:cubicBezTo>
                  <a:pt x="20" y="22"/>
                  <a:pt x="20" y="22"/>
                  <a:pt x="20" y="22"/>
                </a:cubicBezTo>
                <a:cubicBezTo>
                  <a:pt x="29" y="39"/>
                  <a:pt x="29" y="39"/>
                  <a:pt x="29" y="39"/>
                </a:cubicBezTo>
                <a:cubicBezTo>
                  <a:pt x="27" y="40"/>
                  <a:pt x="26" y="42"/>
                  <a:pt x="24" y="44"/>
                </a:cubicBezTo>
                <a:cubicBezTo>
                  <a:pt x="6" y="41"/>
                  <a:pt x="6" y="41"/>
                  <a:pt x="6" y="41"/>
                </a:cubicBezTo>
                <a:cubicBezTo>
                  <a:pt x="2" y="51"/>
                  <a:pt x="2" y="51"/>
                  <a:pt x="2" y="51"/>
                </a:cubicBezTo>
                <a:cubicBezTo>
                  <a:pt x="18" y="60"/>
                  <a:pt x="18" y="60"/>
                  <a:pt x="18" y="60"/>
                </a:cubicBezTo>
                <a:cubicBezTo>
                  <a:pt x="18" y="63"/>
                  <a:pt x="18" y="65"/>
                  <a:pt x="18" y="68"/>
                </a:cubicBezTo>
                <a:cubicBezTo>
                  <a:pt x="0" y="74"/>
                  <a:pt x="0" y="74"/>
                  <a:pt x="0" y="74"/>
                </a:cubicBezTo>
                <a:cubicBezTo>
                  <a:pt x="2" y="84"/>
                  <a:pt x="2" y="84"/>
                  <a:pt x="2" y="84"/>
                </a:cubicBezTo>
                <a:cubicBezTo>
                  <a:pt x="20" y="84"/>
                  <a:pt x="20" y="84"/>
                  <a:pt x="20" y="84"/>
                </a:cubicBezTo>
                <a:cubicBezTo>
                  <a:pt x="21" y="87"/>
                  <a:pt x="22" y="89"/>
                  <a:pt x="23" y="91"/>
                </a:cubicBezTo>
                <a:cubicBezTo>
                  <a:pt x="11" y="105"/>
                  <a:pt x="11" y="105"/>
                  <a:pt x="11" y="105"/>
                </a:cubicBezTo>
                <a:cubicBezTo>
                  <a:pt x="18" y="113"/>
                  <a:pt x="18" y="113"/>
                  <a:pt x="18" y="113"/>
                </a:cubicBezTo>
                <a:cubicBezTo>
                  <a:pt x="34" y="104"/>
                  <a:pt x="34" y="104"/>
                  <a:pt x="34" y="104"/>
                </a:cubicBezTo>
                <a:cubicBezTo>
                  <a:pt x="36" y="106"/>
                  <a:pt x="38" y="107"/>
                  <a:pt x="40" y="109"/>
                </a:cubicBezTo>
                <a:cubicBezTo>
                  <a:pt x="36" y="127"/>
                  <a:pt x="36" y="127"/>
                  <a:pt x="36" y="127"/>
                </a:cubicBezTo>
                <a:cubicBezTo>
                  <a:pt x="46" y="131"/>
                  <a:pt x="46" y="131"/>
                  <a:pt x="46" y="131"/>
                </a:cubicBezTo>
                <a:cubicBezTo>
                  <a:pt x="56" y="115"/>
                  <a:pt x="56" y="115"/>
                  <a:pt x="56" y="115"/>
                </a:cubicBezTo>
                <a:cubicBezTo>
                  <a:pt x="58" y="115"/>
                  <a:pt x="61" y="115"/>
                  <a:pt x="63" y="115"/>
                </a:cubicBezTo>
                <a:cubicBezTo>
                  <a:pt x="69" y="133"/>
                  <a:pt x="69" y="133"/>
                  <a:pt x="69" y="133"/>
                </a:cubicBezTo>
                <a:cubicBezTo>
                  <a:pt x="79" y="131"/>
                  <a:pt x="79" y="131"/>
                  <a:pt x="79" y="131"/>
                </a:cubicBezTo>
                <a:cubicBezTo>
                  <a:pt x="80" y="113"/>
                  <a:pt x="80" y="113"/>
                  <a:pt x="80" y="113"/>
                </a:cubicBezTo>
                <a:cubicBezTo>
                  <a:pt x="82" y="112"/>
                  <a:pt x="84" y="111"/>
                  <a:pt x="87" y="110"/>
                </a:cubicBezTo>
                <a:cubicBezTo>
                  <a:pt x="101" y="122"/>
                  <a:pt x="101" y="122"/>
                  <a:pt x="101" y="122"/>
                </a:cubicBezTo>
                <a:cubicBezTo>
                  <a:pt x="109" y="116"/>
                  <a:pt x="109" y="116"/>
                  <a:pt x="109" y="116"/>
                </a:cubicBezTo>
                <a:cubicBezTo>
                  <a:pt x="100" y="99"/>
                  <a:pt x="100" y="99"/>
                  <a:pt x="100" y="99"/>
                </a:cubicBezTo>
                <a:moveTo>
                  <a:pt x="67" y="87"/>
                </a:moveTo>
                <a:cubicBezTo>
                  <a:pt x="57" y="89"/>
                  <a:pt x="48" y="82"/>
                  <a:pt x="46" y="72"/>
                </a:cubicBezTo>
                <a:cubicBezTo>
                  <a:pt x="44" y="62"/>
                  <a:pt x="51" y="52"/>
                  <a:pt x="61" y="51"/>
                </a:cubicBezTo>
                <a:cubicBezTo>
                  <a:pt x="71" y="49"/>
                  <a:pt x="81" y="56"/>
                  <a:pt x="82" y="66"/>
                </a:cubicBezTo>
                <a:cubicBezTo>
                  <a:pt x="84" y="76"/>
                  <a:pt x="77" y="85"/>
                  <a:pt x="67" y="87"/>
                </a:cubicBezTo>
                <a:close/>
              </a:path>
            </a:pathLst>
          </a:custGeom>
          <a:noFill/>
          <a:ln w="19050" cap="rnd">
            <a:solidFill>
              <a:schemeClr val="accent3">
                <a:lumMod val="75000"/>
              </a:scheme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a:ln>
                <a:noFill/>
              </a:ln>
              <a:solidFill>
                <a:prstClr val="black"/>
              </a:solidFill>
              <a:effectLst/>
              <a:uLnTx/>
              <a:uFillTx/>
              <a:latin typeface="Ubuntu Medium"/>
              <a:ea typeface="+mn-ea"/>
              <a:cs typeface="Arial" pitchFamily="34" charset="0"/>
            </a:endParaRPr>
          </a:p>
        </p:txBody>
      </p:sp>
      <p:sp>
        <p:nvSpPr>
          <p:cNvPr id="550" name="Rounded Rectangle 67">
            <a:extLst>
              <a:ext uri="{FF2B5EF4-FFF2-40B4-BE49-F238E27FC236}">
                <a16:creationId xmlns:a16="http://schemas.microsoft.com/office/drawing/2014/main" id="{7329D366-6BF8-1AF1-B394-54A75C6D8556}"/>
              </a:ext>
            </a:extLst>
          </p:cNvPr>
          <p:cNvSpPr>
            <a:spLocks/>
          </p:cNvSpPr>
          <p:nvPr/>
        </p:nvSpPr>
        <p:spPr>
          <a:xfrm>
            <a:off x="10448981" y="1147301"/>
            <a:ext cx="1618485" cy="1332594"/>
          </a:xfrm>
          <a:prstGeom prst="roundRect">
            <a:avLst>
              <a:gd name="adj" fmla="val 5380"/>
            </a:avLst>
          </a:prstGeom>
          <a:noFill/>
          <a:ln w="19050" cap="flat" cmpd="sng" algn="ctr">
            <a:solidFill>
              <a:schemeClr val="bg1">
                <a:lumMod val="75000"/>
              </a:schemeClr>
            </a:solidFill>
            <a:prstDash val="solid"/>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561" name="Gleichschenkliges Dreieck 2">
            <a:extLst>
              <a:ext uri="{FF2B5EF4-FFF2-40B4-BE49-F238E27FC236}">
                <a16:creationId xmlns:a16="http://schemas.microsoft.com/office/drawing/2014/main" id="{15A99339-EFE8-1129-A78E-BBC4B7B4B087}"/>
              </a:ext>
            </a:extLst>
          </p:cNvPr>
          <p:cNvSpPr/>
          <p:nvPr/>
        </p:nvSpPr>
        <p:spPr bwMode="auto">
          <a:xfrm>
            <a:off x="10823361" y="852548"/>
            <a:ext cx="1229237" cy="288000"/>
          </a:xfrm>
          <a:prstGeom prst="rect">
            <a:avLst/>
          </a:prstGeom>
          <a:solidFill>
            <a:srgbClr val="0041C0"/>
          </a:solidFill>
          <a:ln w="12700">
            <a:noFill/>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panose="020B0504030602030204" pitchFamily="34" charset="0"/>
                <a:ea typeface="+mn-ea"/>
                <a:cs typeface="+mn-cs"/>
              </a:rPr>
              <a:t>Accelerators / Tools</a:t>
            </a:r>
          </a:p>
        </p:txBody>
      </p:sp>
      <p:sp>
        <p:nvSpPr>
          <p:cNvPr id="562" name="TextBox 561">
            <a:extLst>
              <a:ext uri="{FF2B5EF4-FFF2-40B4-BE49-F238E27FC236}">
                <a16:creationId xmlns:a16="http://schemas.microsoft.com/office/drawing/2014/main" id="{0435C89F-1152-EA9D-CFFE-155AB3CA8520}"/>
              </a:ext>
            </a:extLst>
          </p:cNvPr>
          <p:cNvSpPr txBox="1"/>
          <p:nvPr/>
        </p:nvSpPr>
        <p:spPr>
          <a:xfrm>
            <a:off x="10439121" y="1187146"/>
            <a:ext cx="1588444" cy="1318310"/>
          </a:xfrm>
          <a:prstGeom prst="rect">
            <a:avLst/>
          </a:prstGeom>
          <a:noFill/>
          <a:ln>
            <a:noFill/>
          </a:ln>
        </p:spPr>
        <p:txBody>
          <a:bodyPr wrap="square" rtlCol="0">
            <a:spAutoFit/>
          </a:bodyPr>
          <a:lstStyle/>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Advanced Product Designer</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Mind map</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Feature matrix </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Business rules, FLS &amp; other templates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Decision Log, Action Item tracker, Query log</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Guidewire Accelerators (e.g. Co-insurance)</a:t>
            </a:r>
          </a:p>
        </p:txBody>
      </p:sp>
      <p:cxnSp>
        <p:nvCxnSpPr>
          <p:cNvPr id="567" name="Connector: Curved 566">
            <a:extLst>
              <a:ext uri="{FF2B5EF4-FFF2-40B4-BE49-F238E27FC236}">
                <a16:creationId xmlns:a16="http://schemas.microsoft.com/office/drawing/2014/main" id="{DF2CCA85-2990-239E-9A33-0DB69ECF1386}"/>
              </a:ext>
            </a:extLst>
          </p:cNvPr>
          <p:cNvCxnSpPr>
            <a:stCxn id="328" idx="3"/>
          </p:cNvCxnSpPr>
          <p:nvPr/>
        </p:nvCxnSpPr>
        <p:spPr>
          <a:xfrm flipH="1" flipV="1">
            <a:off x="7896060" y="2198476"/>
            <a:ext cx="995802" cy="1452282"/>
          </a:xfrm>
          <a:prstGeom prst="curvedConnector4">
            <a:avLst>
              <a:gd name="adj1" fmla="val -22956"/>
              <a:gd name="adj2" fmla="val 56121"/>
            </a:avLst>
          </a:prstGeom>
        </p:spPr>
        <p:style>
          <a:lnRef idx="1">
            <a:schemeClr val="accent1"/>
          </a:lnRef>
          <a:fillRef idx="0">
            <a:schemeClr val="accent1"/>
          </a:fillRef>
          <a:effectRef idx="0">
            <a:schemeClr val="accent1"/>
          </a:effectRef>
          <a:fontRef idx="minor">
            <a:schemeClr val="tx1"/>
          </a:fontRef>
        </p:style>
      </p:cxnSp>
      <p:sp>
        <p:nvSpPr>
          <p:cNvPr id="570" name="Rounded Rectangle 67">
            <a:extLst>
              <a:ext uri="{FF2B5EF4-FFF2-40B4-BE49-F238E27FC236}">
                <a16:creationId xmlns:a16="http://schemas.microsoft.com/office/drawing/2014/main" id="{0B089B8A-AAF6-D033-423E-C9FCA88A0A65}"/>
              </a:ext>
            </a:extLst>
          </p:cNvPr>
          <p:cNvSpPr>
            <a:spLocks/>
          </p:cNvSpPr>
          <p:nvPr/>
        </p:nvSpPr>
        <p:spPr>
          <a:xfrm>
            <a:off x="1262705" y="5383053"/>
            <a:ext cx="2027860" cy="1340217"/>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571" name="TextBox 196">
            <a:extLst>
              <a:ext uri="{FF2B5EF4-FFF2-40B4-BE49-F238E27FC236}">
                <a16:creationId xmlns:a16="http://schemas.microsoft.com/office/drawing/2014/main" id="{000416FC-451A-3A40-9BCD-47A384C31766}"/>
              </a:ext>
            </a:extLst>
          </p:cNvPr>
          <p:cNvSpPr txBox="1">
            <a:spLocks/>
          </p:cNvSpPr>
          <p:nvPr/>
        </p:nvSpPr>
        <p:spPr>
          <a:xfrm>
            <a:off x="1344893" y="5194219"/>
            <a:ext cx="1917715" cy="301795"/>
          </a:xfrm>
          <a:prstGeom prst="roundRect">
            <a:avLst>
              <a:gd name="adj" fmla="val 50000"/>
            </a:avLst>
          </a:prstGeom>
          <a:solidFill>
            <a:srgbClr val="12ABDB"/>
          </a:solidFill>
          <a:ln w="25400" cap="flat" cmpd="sng" algn="ctr">
            <a:no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rPr>
              <a:t>        Tasks / Ownership</a:t>
            </a:r>
            <a:endParaRPr kumimoji="0" lang="en-US" sz="10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577" name="TextBox 576">
            <a:extLst>
              <a:ext uri="{FF2B5EF4-FFF2-40B4-BE49-F238E27FC236}">
                <a16:creationId xmlns:a16="http://schemas.microsoft.com/office/drawing/2014/main" id="{AD1EFDB4-6B3E-9390-441D-0A8BCA7EAB02}"/>
              </a:ext>
            </a:extLst>
          </p:cNvPr>
          <p:cNvSpPr txBox="1"/>
          <p:nvPr/>
        </p:nvSpPr>
        <p:spPr>
          <a:xfrm>
            <a:off x="1261054" y="5537464"/>
            <a:ext cx="1978663" cy="846386"/>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Architectural design and decisions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Low level Designs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Integration approach</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Migration Strategy</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Data mart or Data lake designs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Third Party Dependencies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Other Tooling required</a:t>
            </a:r>
          </a:p>
        </p:txBody>
      </p:sp>
      <p:grpSp>
        <p:nvGrpSpPr>
          <p:cNvPr id="578" name="Plan5" descr="{&quot;Key&quot;:&quot;POWER_USER_SHAPE_ICON&quot;,&quot;Value&quot;:&quot;POWER_USER_SHAPE_ICON_STYLE_1&quot;}">
            <a:extLst>
              <a:ext uri="{FF2B5EF4-FFF2-40B4-BE49-F238E27FC236}">
                <a16:creationId xmlns:a16="http://schemas.microsoft.com/office/drawing/2014/main" id="{134B0E47-23B7-E6F1-1F90-B286E655C217}"/>
              </a:ext>
            </a:extLst>
          </p:cNvPr>
          <p:cNvGrpSpPr>
            <a:grpSpLocks noChangeAspect="1"/>
          </p:cNvGrpSpPr>
          <p:nvPr/>
        </p:nvGrpSpPr>
        <p:grpSpPr>
          <a:xfrm>
            <a:off x="1482090" y="5067764"/>
            <a:ext cx="324000" cy="340341"/>
            <a:chOff x="8462963" y="1682750"/>
            <a:chExt cx="706430" cy="762001"/>
          </a:xfrm>
        </p:grpSpPr>
        <p:sp>
          <p:nvSpPr>
            <p:cNvPr id="579" name="Freeform 55">
              <a:extLst>
                <a:ext uri="{FF2B5EF4-FFF2-40B4-BE49-F238E27FC236}">
                  <a16:creationId xmlns:a16="http://schemas.microsoft.com/office/drawing/2014/main" id="{D2C1A6DD-C47C-0AA0-AB7C-BE8E6B11DC60}"/>
                </a:ext>
              </a:extLst>
            </p:cNvPr>
            <p:cNvSpPr>
              <a:spLocks/>
            </p:cNvSpPr>
            <p:nvPr/>
          </p:nvSpPr>
          <p:spPr bwMode="auto">
            <a:xfrm>
              <a:off x="8462963" y="2109788"/>
              <a:ext cx="317500" cy="244475"/>
            </a:xfrm>
            <a:custGeom>
              <a:avLst/>
              <a:gdLst>
                <a:gd name="T0" fmla="*/ 124 w 424"/>
                <a:gd name="T1" fmla="*/ 325 h 325"/>
                <a:gd name="T2" fmla="*/ 7 w 424"/>
                <a:gd name="T3" fmla="*/ 141 h 325"/>
                <a:gd name="T4" fmla="*/ 14 w 424"/>
                <a:gd name="T5" fmla="*/ 115 h 325"/>
                <a:gd name="T6" fmla="*/ 259 w 424"/>
                <a:gd name="T7" fmla="*/ 5 h 325"/>
                <a:gd name="T8" fmla="*/ 291 w 424"/>
                <a:gd name="T9" fmla="*/ 16 h 325"/>
                <a:gd name="T10" fmla="*/ 424 w 424"/>
                <a:gd name="T11" fmla="*/ 228 h 325"/>
              </a:gdLst>
              <a:ahLst/>
              <a:cxnLst>
                <a:cxn ang="0">
                  <a:pos x="T0" y="T1"/>
                </a:cxn>
                <a:cxn ang="0">
                  <a:pos x="T2" y="T3"/>
                </a:cxn>
                <a:cxn ang="0">
                  <a:pos x="T4" y="T5"/>
                </a:cxn>
                <a:cxn ang="0">
                  <a:pos x="T6" y="T7"/>
                </a:cxn>
                <a:cxn ang="0">
                  <a:pos x="T8" y="T9"/>
                </a:cxn>
                <a:cxn ang="0">
                  <a:pos x="T10" y="T11"/>
                </a:cxn>
              </a:cxnLst>
              <a:rect l="0" t="0" r="r" b="b"/>
              <a:pathLst>
                <a:path w="424" h="325">
                  <a:moveTo>
                    <a:pt x="124" y="325"/>
                  </a:moveTo>
                  <a:lnTo>
                    <a:pt x="7" y="141"/>
                  </a:lnTo>
                  <a:cubicBezTo>
                    <a:pt x="0" y="130"/>
                    <a:pt x="3" y="119"/>
                    <a:pt x="14" y="115"/>
                  </a:cubicBezTo>
                  <a:lnTo>
                    <a:pt x="259" y="5"/>
                  </a:lnTo>
                  <a:cubicBezTo>
                    <a:pt x="273" y="0"/>
                    <a:pt x="282" y="3"/>
                    <a:pt x="291" y="16"/>
                  </a:cubicBezTo>
                  <a:lnTo>
                    <a:pt x="424" y="228"/>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0" name="Freeform 56">
              <a:extLst>
                <a:ext uri="{FF2B5EF4-FFF2-40B4-BE49-F238E27FC236}">
                  <a16:creationId xmlns:a16="http://schemas.microsoft.com/office/drawing/2014/main" id="{D5A52C1E-3E83-B7C6-54AD-E748533C0F8C}"/>
                </a:ext>
              </a:extLst>
            </p:cNvPr>
            <p:cNvSpPr>
              <a:spLocks/>
            </p:cNvSpPr>
            <p:nvPr/>
          </p:nvSpPr>
          <p:spPr bwMode="auto">
            <a:xfrm>
              <a:off x="8547093" y="2035175"/>
              <a:ext cx="622300" cy="409576"/>
            </a:xfrm>
            <a:custGeom>
              <a:avLst/>
              <a:gdLst>
                <a:gd name="T0" fmla="*/ 516 w 828"/>
                <a:gd name="T1" fmla="*/ 518 h 544"/>
                <a:gd name="T2" fmla="*/ 828 w 828"/>
                <a:gd name="T3" fmla="*/ 518 h 544"/>
                <a:gd name="T4" fmla="*/ 784 w 828"/>
                <a:gd name="T5" fmla="*/ 202 h 544"/>
                <a:gd name="T6" fmla="*/ 577 w 828"/>
                <a:gd name="T7" fmla="*/ 0 h 544"/>
                <a:gd name="T8" fmla="*/ 390 w 828"/>
                <a:gd name="T9" fmla="*/ 142 h 544"/>
                <a:gd name="T10" fmla="*/ 292 w 828"/>
                <a:gd name="T11" fmla="*/ 372 h 544"/>
                <a:gd name="T12" fmla="*/ 49 w 828"/>
                <a:gd name="T13" fmla="*/ 397 h 544"/>
                <a:gd name="T14" fmla="*/ 0 w 828"/>
                <a:gd name="T15" fmla="*/ 469 h 544"/>
                <a:gd name="T16" fmla="*/ 86 w 828"/>
                <a:gd name="T17" fmla="*/ 544 h 544"/>
                <a:gd name="T18" fmla="*/ 365 w 828"/>
                <a:gd name="T19" fmla="*/ 544 h 544"/>
                <a:gd name="T20" fmla="*/ 456 w 828"/>
                <a:gd name="T21" fmla="*/ 481 h 544"/>
                <a:gd name="T22" fmla="*/ 559 w 828"/>
                <a:gd name="T23" fmla="*/ 270 h 544"/>
                <a:gd name="T24" fmla="*/ 559 w 828"/>
                <a:gd name="T25" fmla="*/ 27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28" h="544">
                  <a:moveTo>
                    <a:pt x="516" y="518"/>
                  </a:moveTo>
                  <a:lnTo>
                    <a:pt x="828" y="518"/>
                  </a:lnTo>
                  <a:lnTo>
                    <a:pt x="784" y="202"/>
                  </a:lnTo>
                  <a:cubicBezTo>
                    <a:pt x="762" y="62"/>
                    <a:pt x="683" y="0"/>
                    <a:pt x="577" y="0"/>
                  </a:cubicBezTo>
                  <a:cubicBezTo>
                    <a:pt x="501" y="0"/>
                    <a:pt x="430" y="43"/>
                    <a:pt x="390" y="142"/>
                  </a:cubicBezTo>
                  <a:lnTo>
                    <a:pt x="292" y="372"/>
                  </a:lnTo>
                  <a:lnTo>
                    <a:pt x="49" y="397"/>
                  </a:lnTo>
                  <a:cubicBezTo>
                    <a:pt x="20" y="406"/>
                    <a:pt x="0" y="428"/>
                    <a:pt x="0" y="469"/>
                  </a:cubicBezTo>
                  <a:cubicBezTo>
                    <a:pt x="0" y="518"/>
                    <a:pt x="32" y="544"/>
                    <a:pt x="86" y="544"/>
                  </a:cubicBezTo>
                  <a:lnTo>
                    <a:pt x="365" y="544"/>
                  </a:lnTo>
                  <a:cubicBezTo>
                    <a:pt x="405" y="544"/>
                    <a:pt x="436" y="521"/>
                    <a:pt x="456" y="481"/>
                  </a:cubicBezTo>
                  <a:cubicBezTo>
                    <a:pt x="483" y="426"/>
                    <a:pt x="530" y="330"/>
                    <a:pt x="559" y="270"/>
                  </a:cubicBezTo>
                  <a:lnTo>
                    <a:pt x="559" y="270"/>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1" name="Line 57">
              <a:extLst>
                <a:ext uri="{FF2B5EF4-FFF2-40B4-BE49-F238E27FC236}">
                  <a16:creationId xmlns:a16="http://schemas.microsoft.com/office/drawing/2014/main" id="{D482EFE6-0B01-5EB8-E1A6-140F947E32B8}"/>
                </a:ext>
              </a:extLst>
            </p:cNvPr>
            <p:cNvSpPr>
              <a:spLocks noChangeShapeType="1"/>
            </p:cNvSpPr>
            <p:nvPr/>
          </p:nvSpPr>
          <p:spPr bwMode="auto">
            <a:xfrm flipH="1">
              <a:off x="8593138" y="2265363"/>
              <a:ext cx="17463" cy="6667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2" name="Freeform 58">
              <a:extLst>
                <a:ext uri="{FF2B5EF4-FFF2-40B4-BE49-F238E27FC236}">
                  <a16:creationId xmlns:a16="http://schemas.microsoft.com/office/drawing/2014/main" id="{1CD76B00-07CD-EC07-DC64-D80A7E963B51}"/>
                </a:ext>
              </a:extLst>
            </p:cNvPr>
            <p:cNvSpPr>
              <a:spLocks/>
            </p:cNvSpPr>
            <p:nvPr/>
          </p:nvSpPr>
          <p:spPr bwMode="auto">
            <a:xfrm>
              <a:off x="8709025" y="1806575"/>
              <a:ext cx="279400" cy="204788"/>
            </a:xfrm>
            <a:custGeom>
              <a:avLst/>
              <a:gdLst>
                <a:gd name="T0" fmla="*/ 351 w 372"/>
                <a:gd name="T1" fmla="*/ 0 h 273"/>
                <a:gd name="T2" fmla="*/ 372 w 372"/>
                <a:gd name="T3" fmla="*/ 85 h 273"/>
                <a:gd name="T4" fmla="*/ 186 w 372"/>
                <a:gd name="T5" fmla="*/ 273 h 273"/>
                <a:gd name="T6" fmla="*/ 0 w 372"/>
                <a:gd name="T7" fmla="*/ 113 h 273"/>
              </a:gdLst>
              <a:ahLst/>
              <a:cxnLst>
                <a:cxn ang="0">
                  <a:pos x="T0" y="T1"/>
                </a:cxn>
                <a:cxn ang="0">
                  <a:pos x="T2" y="T3"/>
                </a:cxn>
                <a:cxn ang="0">
                  <a:pos x="T4" y="T5"/>
                </a:cxn>
                <a:cxn ang="0">
                  <a:pos x="T6" y="T7"/>
                </a:cxn>
              </a:cxnLst>
              <a:rect l="0" t="0" r="r" b="b"/>
              <a:pathLst>
                <a:path w="372" h="273">
                  <a:moveTo>
                    <a:pt x="351" y="0"/>
                  </a:moveTo>
                  <a:cubicBezTo>
                    <a:pt x="364" y="26"/>
                    <a:pt x="372" y="55"/>
                    <a:pt x="372" y="85"/>
                  </a:cubicBezTo>
                  <a:cubicBezTo>
                    <a:pt x="372" y="188"/>
                    <a:pt x="289" y="272"/>
                    <a:pt x="186" y="273"/>
                  </a:cubicBezTo>
                  <a:cubicBezTo>
                    <a:pt x="91" y="273"/>
                    <a:pt x="14" y="203"/>
                    <a:pt x="0" y="113"/>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3" name="Freeform 59">
              <a:extLst>
                <a:ext uri="{FF2B5EF4-FFF2-40B4-BE49-F238E27FC236}">
                  <a16:creationId xmlns:a16="http://schemas.microsoft.com/office/drawing/2014/main" id="{C4F53FBF-82E0-01B4-FF6B-C126472CFE7E}"/>
                </a:ext>
              </a:extLst>
            </p:cNvPr>
            <p:cNvSpPr>
              <a:spLocks/>
            </p:cNvSpPr>
            <p:nvPr/>
          </p:nvSpPr>
          <p:spPr bwMode="auto">
            <a:xfrm>
              <a:off x="8667750" y="1682750"/>
              <a:ext cx="312738" cy="206375"/>
            </a:xfrm>
            <a:custGeom>
              <a:avLst/>
              <a:gdLst>
                <a:gd name="T0" fmla="*/ 418 w 418"/>
                <a:gd name="T1" fmla="*/ 145 h 274"/>
                <a:gd name="T2" fmla="*/ 222 w 418"/>
                <a:gd name="T3" fmla="*/ 0 h 274"/>
                <a:gd name="T4" fmla="*/ 165 w 418"/>
                <a:gd name="T5" fmla="*/ 9 h 274"/>
                <a:gd name="T6" fmla="*/ 37 w 418"/>
                <a:gd name="T7" fmla="*/ 274 h 274"/>
              </a:gdLst>
              <a:ahLst/>
              <a:cxnLst>
                <a:cxn ang="0">
                  <a:pos x="T0" y="T1"/>
                </a:cxn>
                <a:cxn ang="0">
                  <a:pos x="T2" y="T3"/>
                </a:cxn>
                <a:cxn ang="0">
                  <a:pos x="T4" y="T5"/>
                </a:cxn>
                <a:cxn ang="0">
                  <a:pos x="T6" y="T7"/>
                </a:cxn>
              </a:cxnLst>
              <a:rect l="0" t="0" r="r" b="b"/>
              <a:pathLst>
                <a:path w="418" h="274">
                  <a:moveTo>
                    <a:pt x="418" y="145"/>
                  </a:moveTo>
                  <a:cubicBezTo>
                    <a:pt x="396" y="67"/>
                    <a:pt x="314" y="0"/>
                    <a:pt x="222" y="0"/>
                  </a:cubicBezTo>
                  <a:cubicBezTo>
                    <a:pt x="203" y="0"/>
                    <a:pt x="184" y="3"/>
                    <a:pt x="165" y="9"/>
                  </a:cubicBezTo>
                  <a:cubicBezTo>
                    <a:pt x="61" y="43"/>
                    <a:pt x="0" y="154"/>
                    <a:pt x="37" y="274"/>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4" name="Line 60">
              <a:extLst>
                <a:ext uri="{FF2B5EF4-FFF2-40B4-BE49-F238E27FC236}">
                  <a16:creationId xmlns:a16="http://schemas.microsoft.com/office/drawing/2014/main" id="{F30BA62D-08E1-6F44-6990-47D098546B81}"/>
                </a:ext>
              </a:extLst>
            </p:cNvPr>
            <p:cNvSpPr>
              <a:spLocks noChangeShapeType="1"/>
            </p:cNvSpPr>
            <p:nvPr/>
          </p:nvSpPr>
          <p:spPr bwMode="auto">
            <a:xfrm flipH="1">
              <a:off x="8645525" y="1792288"/>
              <a:ext cx="347663" cy="11112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cxnSp>
        <p:nvCxnSpPr>
          <p:cNvPr id="587" name="Connector: Curved 586">
            <a:extLst>
              <a:ext uri="{FF2B5EF4-FFF2-40B4-BE49-F238E27FC236}">
                <a16:creationId xmlns:a16="http://schemas.microsoft.com/office/drawing/2014/main" id="{BDF969E9-7948-3E63-1750-7EEBE825A567}"/>
              </a:ext>
            </a:extLst>
          </p:cNvPr>
          <p:cNvCxnSpPr>
            <a:stCxn id="336" idx="1"/>
            <a:endCxn id="571" idx="0"/>
          </p:cNvCxnSpPr>
          <p:nvPr/>
        </p:nvCxnSpPr>
        <p:spPr>
          <a:xfrm rot="10800000" flipV="1">
            <a:off x="2303751" y="4638769"/>
            <a:ext cx="3449240" cy="555449"/>
          </a:xfrm>
          <a:prstGeom prst="curvedConnector2">
            <a:avLst/>
          </a:prstGeom>
        </p:spPr>
        <p:style>
          <a:lnRef idx="1">
            <a:schemeClr val="accent1"/>
          </a:lnRef>
          <a:fillRef idx="0">
            <a:schemeClr val="accent1"/>
          </a:fillRef>
          <a:effectRef idx="0">
            <a:schemeClr val="accent1"/>
          </a:effectRef>
          <a:fontRef idx="minor">
            <a:schemeClr val="tx1"/>
          </a:fontRef>
        </p:style>
      </p:cxnSp>
      <p:sp>
        <p:nvSpPr>
          <p:cNvPr id="589" name="TextBox 588">
            <a:extLst>
              <a:ext uri="{FF2B5EF4-FFF2-40B4-BE49-F238E27FC236}">
                <a16:creationId xmlns:a16="http://schemas.microsoft.com/office/drawing/2014/main" id="{BB71CF6D-AF8F-4F48-CC29-82A7C3C71941}"/>
              </a:ext>
            </a:extLst>
          </p:cNvPr>
          <p:cNvSpPr txBox="1"/>
          <p:nvPr/>
        </p:nvSpPr>
        <p:spPr>
          <a:xfrm>
            <a:off x="1226720" y="1466390"/>
            <a:ext cx="2082610" cy="1277273"/>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Updated Sprint Plan</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Elaboration session Guardrails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Right Tools  –  Signed-off Release Backlog from Inception, Functional accelerators </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Preparedness to Workshop topics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Guidewire OOTB Cloud Instance for demo</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Process during Implementation phase, Program Management Tools etc.</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As-is Business Process flows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HL Future State Business Process flows from Inception</a:t>
            </a:r>
          </a:p>
        </p:txBody>
      </p:sp>
      <p:grpSp>
        <p:nvGrpSpPr>
          <p:cNvPr id="591" name="Woman29" descr="{&quot;Key&quot;:&quot;POWER_USER_SHAPE_ICON&quot;,&quot;Value&quot;:&quot;POWER_USER_SHAPE_ICON_STYLE_1&quot;}">
            <a:extLst>
              <a:ext uri="{FF2B5EF4-FFF2-40B4-BE49-F238E27FC236}">
                <a16:creationId xmlns:a16="http://schemas.microsoft.com/office/drawing/2014/main" id="{D05122A3-CC1B-1DCF-345A-D0719D93D058}"/>
              </a:ext>
            </a:extLst>
          </p:cNvPr>
          <p:cNvGrpSpPr>
            <a:grpSpLocks noChangeAspect="1"/>
          </p:cNvGrpSpPr>
          <p:nvPr/>
        </p:nvGrpSpPr>
        <p:grpSpPr>
          <a:xfrm>
            <a:off x="2678212" y="2919141"/>
            <a:ext cx="288000" cy="346700"/>
            <a:chOff x="3049573" y="285562"/>
            <a:chExt cx="588025" cy="755384"/>
          </a:xfrm>
        </p:grpSpPr>
        <p:sp>
          <p:nvSpPr>
            <p:cNvPr id="592" name="Freeform: Shape 591">
              <a:extLst>
                <a:ext uri="{FF2B5EF4-FFF2-40B4-BE49-F238E27FC236}">
                  <a16:creationId xmlns:a16="http://schemas.microsoft.com/office/drawing/2014/main" id="{B0CA100C-E26B-288F-6238-D56402329088}"/>
                </a:ext>
              </a:extLst>
            </p:cNvPr>
            <p:cNvSpPr/>
            <p:nvPr/>
          </p:nvSpPr>
          <p:spPr>
            <a:xfrm>
              <a:off x="3209793" y="747246"/>
              <a:ext cx="37681" cy="292030"/>
            </a:xfrm>
            <a:custGeom>
              <a:avLst/>
              <a:gdLst>
                <a:gd name="connsiteX0" fmla="*/ 38981 w 37681"/>
                <a:gd name="connsiteY0" fmla="*/ 293902 h 292030"/>
                <a:gd name="connsiteX1" fmla="*/ 0 w 37681"/>
                <a:gd name="connsiteY1" fmla="*/ 0 h 292030"/>
              </a:gdLst>
              <a:ahLst/>
              <a:cxnLst>
                <a:cxn ang="0">
                  <a:pos x="connsiteX0" y="connsiteY0"/>
                </a:cxn>
                <a:cxn ang="0">
                  <a:pos x="connsiteX1" y="connsiteY1"/>
                </a:cxn>
              </a:cxnLst>
              <a:rect l="l" t="t" r="r" b="b"/>
              <a:pathLst>
                <a:path w="37681" h="292030">
                  <a:moveTo>
                    <a:pt x="38981" y="293902"/>
                  </a:moveTo>
                  <a:cubicBezTo>
                    <a:pt x="38981" y="153702"/>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3" name="Freeform: Shape 592">
              <a:extLst>
                <a:ext uri="{FF2B5EF4-FFF2-40B4-BE49-F238E27FC236}">
                  <a16:creationId xmlns:a16="http://schemas.microsoft.com/office/drawing/2014/main" id="{E66AB2DA-22DA-C8EE-7591-8E812208F7F4}"/>
                </a:ext>
              </a:extLst>
            </p:cNvPr>
            <p:cNvSpPr/>
            <p:nvPr/>
          </p:nvSpPr>
          <p:spPr>
            <a:xfrm>
              <a:off x="3445840" y="747246"/>
              <a:ext cx="37681" cy="292030"/>
            </a:xfrm>
            <a:custGeom>
              <a:avLst/>
              <a:gdLst>
                <a:gd name="connsiteX0" fmla="*/ 0 w 37681"/>
                <a:gd name="connsiteY0" fmla="*/ 293902 h 292030"/>
                <a:gd name="connsiteX1" fmla="*/ 38981 w 37681"/>
                <a:gd name="connsiteY1" fmla="*/ 0 h 292030"/>
              </a:gdLst>
              <a:ahLst/>
              <a:cxnLst>
                <a:cxn ang="0">
                  <a:pos x="connsiteX0" y="connsiteY0"/>
                </a:cxn>
                <a:cxn ang="0">
                  <a:pos x="connsiteX1" y="connsiteY1"/>
                </a:cxn>
              </a:cxnLst>
              <a:rect l="l" t="t" r="r" b="b"/>
              <a:pathLst>
                <a:path w="37681" h="292030">
                  <a:moveTo>
                    <a:pt x="0" y="293902"/>
                  </a:moveTo>
                  <a:cubicBezTo>
                    <a:pt x="0" y="153702"/>
                    <a:pt x="38981" y="0"/>
                    <a:pt x="38981"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4" name="Freeform: Shape 593">
              <a:extLst>
                <a:ext uri="{FF2B5EF4-FFF2-40B4-BE49-F238E27FC236}">
                  <a16:creationId xmlns:a16="http://schemas.microsoft.com/office/drawing/2014/main" id="{2FB95299-3E2B-61BF-8BE1-8028B7B6E924}"/>
                </a:ext>
              </a:extLst>
            </p:cNvPr>
            <p:cNvSpPr/>
            <p:nvPr/>
          </p:nvSpPr>
          <p:spPr>
            <a:xfrm>
              <a:off x="3229595" y="847629"/>
              <a:ext cx="226088" cy="37681"/>
            </a:xfrm>
            <a:custGeom>
              <a:avLst/>
              <a:gdLst>
                <a:gd name="connsiteX0" fmla="*/ 0 w 226087"/>
                <a:gd name="connsiteY0" fmla="*/ 0 h 37681"/>
                <a:gd name="connsiteX1" fmla="*/ 117705 w 226087"/>
                <a:gd name="connsiteY1" fmla="*/ 39629 h 37681"/>
                <a:gd name="connsiteX2" fmla="*/ 235415 w 226087"/>
                <a:gd name="connsiteY2" fmla="*/ 0 h 37681"/>
              </a:gdLst>
              <a:ahLst/>
              <a:cxnLst>
                <a:cxn ang="0">
                  <a:pos x="connsiteX0" y="connsiteY0"/>
                </a:cxn>
                <a:cxn ang="0">
                  <a:pos x="connsiteX1" y="connsiteY1"/>
                </a:cxn>
                <a:cxn ang="0">
                  <a:pos x="connsiteX2" y="connsiteY2"/>
                </a:cxn>
              </a:cxnLst>
              <a:rect l="l" t="t" r="r" b="b"/>
              <a:pathLst>
                <a:path w="226087" h="37681">
                  <a:moveTo>
                    <a:pt x="0" y="0"/>
                  </a:moveTo>
                  <a:cubicBezTo>
                    <a:pt x="23527" y="23677"/>
                    <a:pt x="67370" y="39629"/>
                    <a:pt x="117705" y="39629"/>
                  </a:cubicBezTo>
                  <a:cubicBezTo>
                    <a:pt x="168040" y="39629"/>
                    <a:pt x="211888" y="23677"/>
                    <a:pt x="235415" y="0"/>
                  </a:cubicBezTo>
                </a:path>
              </a:pathLst>
            </a:custGeom>
            <a:noFill/>
            <a:ln w="19050" cap="flat">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5" name="Freeform: Shape 594">
              <a:extLst>
                <a:ext uri="{FF2B5EF4-FFF2-40B4-BE49-F238E27FC236}">
                  <a16:creationId xmlns:a16="http://schemas.microsoft.com/office/drawing/2014/main" id="{809E3699-73F8-0554-F17E-965BCD1EB598}"/>
                </a:ext>
              </a:extLst>
            </p:cNvPr>
            <p:cNvSpPr/>
            <p:nvPr/>
          </p:nvSpPr>
          <p:spPr>
            <a:xfrm>
              <a:off x="3049573" y="466306"/>
              <a:ext cx="405074" cy="574640"/>
            </a:xfrm>
            <a:custGeom>
              <a:avLst/>
              <a:gdLst>
                <a:gd name="connsiteX0" fmla="*/ 7668 w 405074"/>
                <a:gd name="connsiteY0" fmla="*/ 574841 h 574640"/>
                <a:gd name="connsiteX1" fmla="*/ 0 w 405074"/>
                <a:gd name="connsiteY1" fmla="*/ 427884 h 574640"/>
                <a:gd name="connsiteX2" fmla="*/ 160220 w 405074"/>
                <a:gd name="connsiteY2" fmla="*/ 280939 h 574640"/>
                <a:gd name="connsiteX3" fmla="*/ 223296 w 405074"/>
                <a:gd name="connsiteY3" fmla="*/ 264310 h 574640"/>
                <a:gd name="connsiteX4" fmla="*/ 220838 w 405074"/>
                <a:gd name="connsiteY4" fmla="*/ 199937 h 574640"/>
                <a:gd name="connsiteX5" fmla="*/ 189393 w 405074"/>
                <a:gd name="connsiteY5" fmla="*/ 0 h 574640"/>
                <a:gd name="connsiteX6" fmla="*/ 412242 w 405074"/>
                <a:gd name="connsiteY6" fmla="*/ 21667 h 57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5074" h="574640">
                  <a:moveTo>
                    <a:pt x="7668" y="574841"/>
                  </a:moveTo>
                  <a:lnTo>
                    <a:pt x="0" y="427884"/>
                  </a:lnTo>
                  <a:cubicBezTo>
                    <a:pt x="0" y="352283"/>
                    <a:pt x="75579" y="308886"/>
                    <a:pt x="160220" y="280939"/>
                  </a:cubicBezTo>
                  <a:cubicBezTo>
                    <a:pt x="176734" y="275488"/>
                    <a:pt x="223296" y="264310"/>
                    <a:pt x="223296" y="264310"/>
                  </a:cubicBezTo>
                  <a:cubicBezTo>
                    <a:pt x="223983" y="247604"/>
                    <a:pt x="223233" y="219645"/>
                    <a:pt x="220838" y="199937"/>
                  </a:cubicBezTo>
                  <a:cubicBezTo>
                    <a:pt x="170420" y="131972"/>
                    <a:pt x="174300" y="35848"/>
                    <a:pt x="189393" y="0"/>
                  </a:cubicBezTo>
                  <a:cubicBezTo>
                    <a:pt x="225352" y="22006"/>
                    <a:pt x="314663" y="46047"/>
                    <a:pt x="412242" y="21667"/>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6" name="Freeform: Shape 595">
              <a:extLst>
                <a:ext uri="{FF2B5EF4-FFF2-40B4-BE49-F238E27FC236}">
                  <a16:creationId xmlns:a16="http://schemas.microsoft.com/office/drawing/2014/main" id="{2EB1A45B-4984-7C56-134C-9989C0B9FD58}"/>
                </a:ext>
              </a:extLst>
            </p:cNvPr>
            <p:cNvSpPr/>
            <p:nvPr/>
          </p:nvSpPr>
          <p:spPr>
            <a:xfrm>
              <a:off x="3383249" y="443836"/>
              <a:ext cx="254349" cy="593481"/>
            </a:xfrm>
            <a:custGeom>
              <a:avLst/>
              <a:gdLst>
                <a:gd name="connsiteX0" fmla="*/ 254119 w 254348"/>
                <a:gd name="connsiteY0" fmla="*/ 597312 h 593480"/>
                <a:gd name="connsiteX1" fmla="*/ 261792 w 254348"/>
                <a:gd name="connsiteY1" fmla="*/ 450355 h 593480"/>
                <a:gd name="connsiteX2" fmla="*/ 101573 w 254348"/>
                <a:gd name="connsiteY2" fmla="*/ 303410 h 593480"/>
                <a:gd name="connsiteX3" fmla="*/ 38456 w 254348"/>
                <a:gd name="connsiteY3" fmla="*/ 286730 h 593480"/>
                <a:gd name="connsiteX4" fmla="*/ 40806 w 254348"/>
                <a:gd name="connsiteY4" fmla="*/ 223601 h 593480"/>
                <a:gd name="connsiteX5" fmla="*/ 78567 w 254348"/>
                <a:gd name="connsiteY5" fmla="*/ 44138 h 593480"/>
                <a:gd name="connsiteX6" fmla="*/ 0 w 254348"/>
                <a:gd name="connsiteY6" fmla="*/ 0 h 59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348" h="593480">
                  <a:moveTo>
                    <a:pt x="254119" y="597312"/>
                  </a:moveTo>
                  <a:lnTo>
                    <a:pt x="261792" y="450355"/>
                  </a:lnTo>
                  <a:cubicBezTo>
                    <a:pt x="261792" y="374754"/>
                    <a:pt x="192421" y="327174"/>
                    <a:pt x="101573" y="303410"/>
                  </a:cubicBezTo>
                  <a:cubicBezTo>
                    <a:pt x="85779" y="299278"/>
                    <a:pt x="38456" y="286730"/>
                    <a:pt x="38456" y="286730"/>
                  </a:cubicBezTo>
                  <a:cubicBezTo>
                    <a:pt x="37774" y="270363"/>
                    <a:pt x="38466" y="242756"/>
                    <a:pt x="40806" y="223601"/>
                  </a:cubicBezTo>
                  <a:cubicBezTo>
                    <a:pt x="93099" y="152522"/>
                    <a:pt x="96465" y="83929"/>
                    <a:pt x="78567" y="44138"/>
                  </a:cubicBezTo>
                  <a:cubicBezTo>
                    <a:pt x="39315" y="31703"/>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7" name="Freeform: Shape 596">
              <a:extLst>
                <a:ext uri="{FF2B5EF4-FFF2-40B4-BE49-F238E27FC236}">
                  <a16:creationId xmlns:a16="http://schemas.microsoft.com/office/drawing/2014/main" id="{CEB8D5D9-825F-2791-CCB2-B099E3078AEB}"/>
                </a:ext>
              </a:extLst>
            </p:cNvPr>
            <p:cNvSpPr/>
            <p:nvPr/>
          </p:nvSpPr>
          <p:spPr>
            <a:xfrm>
              <a:off x="3152851" y="285562"/>
              <a:ext cx="386234" cy="480437"/>
            </a:xfrm>
            <a:custGeom>
              <a:avLst/>
              <a:gdLst>
                <a:gd name="connsiteX0" fmla="*/ 383695 w 386233"/>
                <a:gd name="connsiteY0" fmla="*/ 479344 h 480436"/>
                <a:gd name="connsiteX1" fmla="*/ 388714 w 386233"/>
                <a:gd name="connsiteY1" fmla="*/ 209470 h 480436"/>
                <a:gd name="connsiteX2" fmla="*/ 194444 w 386233"/>
                <a:gd name="connsiteY2" fmla="*/ 0 h 480436"/>
                <a:gd name="connsiteX3" fmla="*/ 107 w 386233"/>
                <a:gd name="connsiteY3" fmla="*/ 209646 h 480436"/>
                <a:gd name="connsiteX4" fmla="*/ 792 w 386233"/>
                <a:gd name="connsiteY4" fmla="*/ 483062 h 480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33" h="480436">
                  <a:moveTo>
                    <a:pt x="383695" y="479344"/>
                  </a:moveTo>
                  <a:cubicBezTo>
                    <a:pt x="334827" y="447063"/>
                    <a:pt x="391221" y="320103"/>
                    <a:pt x="388714" y="209470"/>
                  </a:cubicBezTo>
                  <a:cubicBezTo>
                    <a:pt x="388837" y="102141"/>
                    <a:pt x="307022" y="0"/>
                    <a:pt x="194444" y="0"/>
                  </a:cubicBezTo>
                  <a:cubicBezTo>
                    <a:pt x="83073" y="0"/>
                    <a:pt x="107" y="102292"/>
                    <a:pt x="107" y="209646"/>
                  </a:cubicBezTo>
                  <a:cubicBezTo>
                    <a:pt x="-2593" y="321949"/>
                    <a:pt x="47325" y="453168"/>
                    <a:pt x="792" y="483062"/>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598" name="Employee6" descr="{&quot;Key&quot;:&quot;POWER_USER_SHAPE_ICON&quot;,&quot;Value&quot;:&quot;POWER_USER_SHAPE_ICON_STYLE_1&quot;}">
            <a:extLst>
              <a:ext uri="{FF2B5EF4-FFF2-40B4-BE49-F238E27FC236}">
                <a16:creationId xmlns:a16="http://schemas.microsoft.com/office/drawing/2014/main" id="{F7E2A569-5D94-4CD7-DA77-6A5A31593425}"/>
              </a:ext>
            </a:extLst>
          </p:cNvPr>
          <p:cNvGrpSpPr>
            <a:grpSpLocks noChangeAspect="1"/>
          </p:cNvGrpSpPr>
          <p:nvPr/>
        </p:nvGrpSpPr>
        <p:grpSpPr>
          <a:xfrm>
            <a:off x="2982516" y="2919312"/>
            <a:ext cx="288000" cy="342474"/>
            <a:chOff x="3584576" y="3348038"/>
            <a:chExt cx="230188" cy="292100"/>
          </a:xfrm>
          <a:solidFill>
            <a:schemeClr val="accent1"/>
          </a:solidFill>
        </p:grpSpPr>
        <p:sp>
          <p:nvSpPr>
            <p:cNvPr id="599" name="Freeform 1099">
              <a:extLst>
                <a:ext uri="{FF2B5EF4-FFF2-40B4-BE49-F238E27FC236}">
                  <a16:creationId xmlns:a16="http://schemas.microsoft.com/office/drawing/2014/main" id="{B137182B-B12F-E76B-7B3C-D5E24033B6D4}"/>
                </a:ext>
              </a:extLst>
            </p:cNvPr>
            <p:cNvSpPr>
              <a:spLocks/>
            </p:cNvSpPr>
            <p:nvPr/>
          </p:nvSpPr>
          <p:spPr bwMode="auto">
            <a:xfrm>
              <a:off x="3621088" y="3433763"/>
              <a:ext cx="44450" cy="36513"/>
            </a:xfrm>
            <a:custGeom>
              <a:avLst/>
              <a:gdLst>
                <a:gd name="T0" fmla="*/ 109 w 218"/>
                <a:gd name="T1" fmla="*/ 159 h 176"/>
                <a:gd name="T2" fmla="*/ 109 w 218"/>
                <a:gd name="T3" fmla="*/ 143 h 176"/>
                <a:gd name="T4" fmla="*/ 55 w 218"/>
                <a:gd name="T5" fmla="*/ 120 h 176"/>
                <a:gd name="T6" fmla="*/ 33 w 218"/>
                <a:gd name="T7" fmla="*/ 67 h 176"/>
                <a:gd name="T8" fmla="*/ 33 w 218"/>
                <a:gd name="T9" fmla="*/ 33 h 176"/>
                <a:gd name="T10" fmla="*/ 185 w 218"/>
                <a:gd name="T11" fmla="*/ 33 h 176"/>
                <a:gd name="T12" fmla="*/ 185 w 218"/>
                <a:gd name="T13" fmla="*/ 67 h 176"/>
                <a:gd name="T14" fmla="*/ 163 w 218"/>
                <a:gd name="T15" fmla="*/ 120 h 176"/>
                <a:gd name="T16" fmla="*/ 109 w 218"/>
                <a:gd name="T17" fmla="*/ 143 h 176"/>
                <a:gd name="T18" fmla="*/ 109 w 218"/>
                <a:gd name="T19" fmla="*/ 159 h 176"/>
                <a:gd name="T20" fmla="*/ 109 w 218"/>
                <a:gd name="T21" fmla="*/ 176 h 176"/>
                <a:gd name="T22" fmla="*/ 218 w 218"/>
                <a:gd name="T23" fmla="*/ 67 h 176"/>
                <a:gd name="T24" fmla="*/ 218 w 218"/>
                <a:gd name="T25" fmla="*/ 0 h 176"/>
                <a:gd name="T26" fmla="*/ 0 w 218"/>
                <a:gd name="T27" fmla="*/ 0 h 176"/>
                <a:gd name="T28" fmla="*/ 0 w 218"/>
                <a:gd name="T29" fmla="*/ 67 h 176"/>
                <a:gd name="T30" fmla="*/ 109 w 218"/>
                <a:gd name="T31" fmla="*/ 176 h 176"/>
                <a:gd name="T32" fmla="*/ 109 w 218"/>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8" h="176">
                  <a:moveTo>
                    <a:pt x="109" y="159"/>
                  </a:moveTo>
                  <a:lnTo>
                    <a:pt x="109" y="143"/>
                  </a:lnTo>
                  <a:cubicBezTo>
                    <a:pt x="88" y="143"/>
                    <a:pt x="69" y="134"/>
                    <a:pt x="55" y="120"/>
                  </a:cubicBezTo>
                  <a:cubicBezTo>
                    <a:pt x="41" y="107"/>
                    <a:pt x="33" y="88"/>
                    <a:pt x="33" y="67"/>
                  </a:cubicBezTo>
                  <a:lnTo>
                    <a:pt x="33" y="33"/>
                  </a:lnTo>
                  <a:lnTo>
                    <a:pt x="185" y="33"/>
                  </a:lnTo>
                  <a:lnTo>
                    <a:pt x="185" y="67"/>
                  </a:lnTo>
                  <a:cubicBezTo>
                    <a:pt x="185" y="88"/>
                    <a:pt x="176" y="107"/>
                    <a:pt x="163" y="120"/>
                  </a:cubicBezTo>
                  <a:cubicBezTo>
                    <a:pt x="149" y="134"/>
                    <a:pt x="130" y="143"/>
                    <a:pt x="109" y="143"/>
                  </a:cubicBezTo>
                  <a:lnTo>
                    <a:pt x="109" y="159"/>
                  </a:lnTo>
                  <a:lnTo>
                    <a:pt x="109" y="176"/>
                  </a:lnTo>
                  <a:cubicBezTo>
                    <a:pt x="169" y="176"/>
                    <a:pt x="218" y="127"/>
                    <a:pt x="218" y="67"/>
                  </a:cubicBezTo>
                  <a:lnTo>
                    <a:pt x="218" y="0"/>
                  </a:lnTo>
                  <a:lnTo>
                    <a:pt x="0" y="0"/>
                  </a:lnTo>
                  <a:lnTo>
                    <a:pt x="0" y="67"/>
                  </a:lnTo>
                  <a:cubicBezTo>
                    <a:pt x="0" y="127"/>
                    <a:pt x="48" y="176"/>
                    <a:pt x="109" y="176"/>
                  </a:cubicBezTo>
                  <a:lnTo>
                    <a:pt x="109" y="159"/>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0" name="Freeform 1100">
              <a:extLst>
                <a:ext uri="{FF2B5EF4-FFF2-40B4-BE49-F238E27FC236}">
                  <a16:creationId xmlns:a16="http://schemas.microsoft.com/office/drawing/2014/main" id="{4FE45E9B-3FD5-29F3-F9F9-682F66A4795C}"/>
                </a:ext>
              </a:extLst>
            </p:cNvPr>
            <p:cNvSpPr>
              <a:spLocks/>
            </p:cNvSpPr>
            <p:nvPr/>
          </p:nvSpPr>
          <p:spPr bwMode="auto">
            <a:xfrm>
              <a:off x="3671888" y="3433763"/>
              <a:ext cx="44450" cy="36513"/>
            </a:xfrm>
            <a:custGeom>
              <a:avLst/>
              <a:gdLst>
                <a:gd name="T0" fmla="*/ 109 w 219"/>
                <a:gd name="T1" fmla="*/ 159 h 176"/>
                <a:gd name="T2" fmla="*/ 109 w 219"/>
                <a:gd name="T3" fmla="*/ 143 h 176"/>
                <a:gd name="T4" fmla="*/ 56 w 219"/>
                <a:gd name="T5" fmla="*/ 120 h 176"/>
                <a:gd name="T6" fmla="*/ 33 w 219"/>
                <a:gd name="T7" fmla="*/ 67 h 176"/>
                <a:gd name="T8" fmla="*/ 33 w 219"/>
                <a:gd name="T9" fmla="*/ 33 h 176"/>
                <a:gd name="T10" fmla="*/ 185 w 219"/>
                <a:gd name="T11" fmla="*/ 33 h 176"/>
                <a:gd name="T12" fmla="*/ 185 w 219"/>
                <a:gd name="T13" fmla="*/ 67 h 176"/>
                <a:gd name="T14" fmla="*/ 163 w 219"/>
                <a:gd name="T15" fmla="*/ 120 h 176"/>
                <a:gd name="T16" fmla="*/ 109 w 219"/>
                <a:gd name="T17" fmla="*/ 143 h 176"/>
                <a:gd name="T18" fmla="*/ 109 w 219"/>
                <a:gd name="T19" fmla="*/ 159 h 176"/>
                <a:gd name="T20" fmla="*/ 109 w 219"/>
                <a:gd name="T21" fmla="*/ 176 h 176"/>
                <a:gd name="T22" fmla="*/ 219 w 219"/>
                <a:gd name="T23" fmla="*/ 67 h 176"/>
                <a:gd name="T24" fmla="*/ 219 w 219"/>
                <a:gd name="T25" fmla="*/ 0 h 176"/>
                <a:gd name="T26" fmla="*/ 0 w 219"/>
                <a:gd name="T27" fmla="*/ 0 h 176"/>
                <a:gd name="T28" fmla="*/ 0 w 219"/>
                <a:gd name="T29" fmla="*/ 67 h 176"/>
                <a:gd name="T30" fmla="*/ 109 w 219"/>
                <a:gd name="T31" fmla="*/ 176 h 176"/>
                <a:gd name="T32" fmla="*/ 109 w 219"/>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9" h="176">
                  <a:moveTo>
                    <a:pt x="109" y="159"/>
                  </a:moveTo>
                  <a:lnTo>
                    <a:pt x="109" y="143"/>
                  </a:lnTo>
                  <a:cubicBezTo>
                    <a:pt x="88" y="143"/>
                    <a:pt x="69" y="134"/>
                    <a:pt x="56" y="120"/>
                  </a:cubicBezTo>
                  <a:cubicBezTo>
                    <a:pt x="42" y="107"/>
                    <a:pt x="33" y="88"/>
                    <a:pt x="33" y="67"/>
                  </a:cubicBezTo>
                  <a:lnTo>
                    <a:pt x="33" y="33"/>
                  </a:lnTo>
                  <a:lnTo>
                    <a:pt x="185" y="33"/>
                  </a:lnTo>
                  <a:lnTo>
                    <a:pt x="185" y="67"/>
                  </a:lnTo>
                  <a:cubicBezTo>
                    <a:pt x="185" y="88"/>
                    <a:pt x="177" y="107"/>
                    <a:pt x="163" y="120"/>
                  </a:cubicBezTo>
                  <a:cubicBezTo>
                    <a:pt x="149" y="134"/>
                    <a:pt x="130" y="143"/>
                    <a:pt x="109" y="143"/>
                  </a:cubicBezTo>
                  <a:lnTo>
                    <a:pt x="109" y="159"/>
                  </a:lnTo>
                  <a:lnTo>
                    <a:pt x="109" y="176"/>
                  </a:lnTo>
                  <a:cubicBezTo>
                    <a:pt x="170" y="176"/>
                    <a:pt x="219" y="127"/>
                    <a:pt x="219" y="67"/>
                  </a:cubicBezTo>
                  <a:lnTo>
                    <a:pt x="219" y="0"/>
                  </a:lnTo>
                  <a:lnTo>
                    <a:pt x="0" y="0"/>
                  </a:lnTo>
                  <a:lnTo>
                    <a:pt x="0" y="67"/>
                  </a:lnTo>
                  <a:cubicBezTo>
                    <a:pt x="0" y="127"/>
                    <a:pt x="49" y="176"/>
                    <a:pt x="109" y="176"/>
                  </a:cubicBezTo>
                  <a:lnTo>
                    <a:pt x="109" y="15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1" name="Freeform 1101">
              <a:extLst>
                <a:ext uri="{FF2B5EF4-FFF2-40B4-BE49-F238E27FC236}">
                  <a16:creationId xmlns:a16="http://schemas.microsoft.com/office/drawing/2014/main" id="{63615EB1-B6BF-480F-C62C-BA9140035AFA}"/>
                </a:ext>
              </a:extLst>
            </p:cNvPr>
            <p:cNvSpPr>
              <a:spLocks/>
            </p:cNvSpPr>
            <p:nvPr/>
          </p:nvSpPr>
          <p:spPr bwMode="auto">
            <a:xfrm>
              <a:off x="3584576" y="3570288"/>
              <a:ext cx="60325" cy="69850"/>
            </a:xfrm>
            <a:custGeom>
              <a:avLst/>
              <a:gdLst>
                <a:gd name="T0" fmla="*/ 280 w 290"/>
                <a:gd name="T1" fmla="*/ 0 h 339"/>
                <a:gd name="T2" fmla="*/ 142 w 290"/>
                <a:gd name="T3" fmla="*/ 43 h 339"/>
                <a:gd name="T4" fmla="*/ 142 w 290"/>
                <a:gd name="T5" fmla="*/ 43 h 339"/>
                <a:gd name="T6" fmla="*/ 0 w 290"/>
                <a:gd name="T7" fmla="*/ 248 h 339"/>
                <a:gd name="T8" fmla="*/ 0 w 290"/>
                <a:gd name="T9" fmla="*/ 339 h 339"/>
                <a:gd name="T10" fmla="*/ 33 w 290"/>
                <a:gd name="T11" fmla="*/ 339 h 339"/>
                <a:gd name="T12" fmla="*/ 33 w 290"/>
                <a:gd name="T13" fmla="*/ 248 h 339"/>
                <a:gd name="T14" fmla="*/ 153 w 290"/>
                <a:gd name="T15" fmla="*/ 75 h 339"/>
                <a:gd name="T16" fmla="*/ 148 w 290"/>
                <a:gd name="T17" fmla="*/ 59 h 339"/>
                <a:gd name="T18" fmla="*/ 153 w 290"/>
                <a:gd name="T19" fmla="*/ 75 h 339"/>
                <a:gd name="T20" fmla="*/ 290 w 290"/>
                <a:gd name="T21" fmla="*/ 32 h 339"/>
                <a:gd name="T22" fmla="*/ 280 w 290"/>
                <a:gd name="T23" fmla="*/ 0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280" y="0"/>
                  </a:moveTo>
                  <a:lnTo>
                    <a:pt x="142" y="43"/>
                  </a:lnTo>
                  <a:lnTo>
                    <a:pt x="142" y="43"/>
                  </a:lnTo>
                  <a:cubicBezTo>
                    <a:pt x="56" y="75"/>
                    <a:pt x="0" y="157"/>
                    <a:pt x="0" y="248"/>
                  </a:cubicBezTo>
                  <a:lnTo>
                    <a:pt x="0" y="339"/>
                  </a:lnTo>
                  <a:lnTo>
                    <a:pt x="33" y="339"/>
                  </a:lnTo>
                  <a:lnTo>
                    <a:pt x="33" y="248"/>
                  </a:lnTo>
                  <a:cubicBezTo>
                    <a:pt x="33" y="170"/>
                    <a:pt x="81" y="101"/>
                    <a:pt x="153" y="75"/>
                  </a:cubicBezTo>
                  <a:lnTo>
                    <a:pt x="148" y="59"/>
                  </a:lnTo>
                  <a:lnTo>
                    <a:pt x="153" y="75"/>
                  </a:lnTo>
                  <a:lnTo>
                    <a:pt x="290" y="32"/>
                  </a:lnTo>
                  <a:lnTo>
                    <a:pt x="28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2" name="Freeform 1102">
              <a:extLst>
                <a:ext uri="{FF2B5EF4-FFF2-40B4-BE49-F238E27FC236}">
                  <a16:creationId xmlns:a16="http://schemas.microsoft.com/office/drawing/2014/main" id="{62DF398A-1AB4-FCDE-FEF7-FBDDDD4A1982}"/>
                </a:ext>
              </a:extLst>
            </p:cNvPr>
            <p:cNvSpPr>
              <a:spLocks/>
            </p:cNvSpPr>
            <p:nvPr/>
          </p:nvSpPr>
          <p:spPr bwMode="auto">
            <a:xfrm>
              <a:off x="3660776" y="3530600"/>
              <a:ext cx="12700" cy="25400"/>
            </a:xfrm>
            <a:custGeom>
              <a:avLst/>
              <a:gdLst>
                <a:gd name="T0" fmla="*/ 27 w 60"/>
                <a:gd name="T1" fmla="*/ 2 h 124"/>
                <a:gd name="T2" fmla="*/ 27 w 60"/>
                <a:gd name="T3" fmla="*/ 2 h 124"/>
                <a:gd name="T4" fmla="*/ 27 w 60"/>
                <a:gd name="T5" fmla="*/ 5 h 124"/>
                <a:gd name="T6" fmla="*/ 0 w 60"/>
                <a:gd name="T7" fmla="*/ 108 h 124"/>
                <a:gd name="T8" fmla="*/ 29 w 60"/>
                <a:gd name="T9" fmla="*/ 124 h 124"/>
                <a:gd name="T10" fmla="*/ 60 w 60"/>
                <a:gd name="T11" fmla="*/ 5 h 124"/>
                <a:gd name="T12" fmla="*/ 60 w 60"/>
                <a:gd name="T13" fmla="*/ 0 h 124"/>
                <a:gd name="T14" fmla="*/ 27 w 60"/>
                <a:gd name="T15" fmla="*/ 2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124">
                  <a:moveTo>
                    <a:pt x="27" y="2"/>
                  </a:moveTo>
                  <a:lnTo>
                    <a:pt x="27" y="2"/>
                  </a:lnTo>
                  <a:cubicBezTo>
                    <a:pt x="27" y="3"/>
                    <a:pt x="27" y="4"/>
                    <a:pt x="27" y="5"/>
                  </a:cubicBezTo>
                  <a:cubicBezTo>
                    <a:pt x="27" y="17"/>
                    <a:pt x="25" y="60"/>
                    <a:pt x="0" y="108"/>
                  </a:cubicBezTo>
                  <a:lnTo>
                    <a:pt x="29" y="124"/>
                  </a:lnTo>
                  <a:cubicBezTo>
                    <a:pt x="58" y="69"/>
                    <a:pt x="60" y="21"/>
                    <a:pt x="60" y="5"/>
                  </a:cubicBezTo>
                  <a:cubicBezTo>
                    <a:pt x="60" y="2"/>
                    <a:pt x="60" y="1"/>
                    <a:pt x="60" y="0"/>
                  </a:cubicBezTo>
                  <a:lnTo>
                    <a:pt x="27" y="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3" name="Freeform 1103">
              <a:extLst>
                <a:ext uri="{FF2B5EF4-FFF2-40B4-BE49-F238E27FC236}">
                  <a16:creationId xmlns:a16="http://schemas.microsoft.com/office/drawing/2014/main" id="{6D52203E-78DF-1FBB-8996-6BDF997FE5BF}"/>
                </a:ext>
              </a:extLst>
            </p:cNvPr>
            <p:cNvSpPr>
              <a:spLocks/>
            </p:cNvSpPr>
            <p:nvPr/>
          </p:nvSpPr>
          <p:spPr bwMode="auto">
            <a:xfrm>
              <a:off x="3756026" y="3570288"/>
              <a:ext cx="58738" cy="69850"/>
            </a:xfrm>
            <a:custGeom>
              <a:avLst/>
              <a:gdLst>
                <a:gd name="T0" fmla="*/ 0 w 290"/>
                <a:gd name="T1" fmla="*/ 32 h 339"/>
                <a:gd name="T2" fmla="*/ 137 w 290"/>
                <a:gd name="T3" fmla="*/ 75 h 339"/>
                <a:gd name="T4" fmla="*/ 142 w 290"/>
                <a:gd name="T5" fmla="*/ 59 h 339"/>
                <a:gd name="T6" fmla="*/ 136 w 290"/>
                <a:gd name="T7" fmla="*/ 75 h 339"/>
                <a:gd name="T8" fmla="*/ 257 w 290"/>
                <a:gd name="T9" fmla="*/ 248 h 339"/>
                <a:gd name="T10" fmla="*/ 257 w 290"/>
                <a:gd name="T11" fmla="*/ 339 h 339"/>
                <a:gd name="T12" fmla="*/ 290 w 290"/>
                <a:gd name="T13" fmla="*/ 339 h 339"/>
                <a:gd name="T14" fmla="*/ 290 w 290"/>
                <a:gd name="T15" fmla="*/ 248 h 339"/>
                <a:gd name="T16" fmla="*/ 148 w 290"/>
                <a:gd name="T17" fmla="*/ 43 h 339"/>
                <a:gd name="T18" fmla="*/ 148 w 290"/>
                <a:gd name="T19" fmla="*/ 43 h 339"/>
                <a:gd name="T20" fmla="*/ 10 w 290"/>
                <a:gd name="T21" fmla="*/ 0 h 339"/>
                <a:gd name="T22" fmla="*/ 0 w 290"/>
                <a:gd name="T23" fmla="*/ 32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0" y="32"/>
                  </a:moveTo>
                  <a:lnTo>
                    <a:pt x="137" y="75"/>
                  </a:lnTo>
                  <a:lnTo>
                    <a:pt x="142" y="59"/>
                  </a:lnTo>
                  <a:lnTo>
                    <a:pt x="136" y="75"/>
                  </a:lnTo>
                  <a:cubicBezTo>
                    <a:pt x="209" y="101"/>
                    <a:pt x="257" y="170"/>
                    <a:pt x="257" y="248"/>
                  </a:cubicBezTo>
                  <a:lnTo>
                    <a:pt x="257" y="339"/>
                  </a:lnTo>
                  <a:lnTo>
                    <a:pt x="290" y="339"/>
                  </a:lnTo>
                  <a:lnTo>
                    <a:pt x="290" y="248"/>
                  </a:lnTo>
                  <a:cubicBezTo>
                    <a:pt x="290" y="157"/>
                    <a:pt x="233" y="75"/>
                    <a:pt x="148" y="43"/>
                  </a:cubicBezTo>
                  <a:lnTo>
                    <a:pt x="148" y="43"/>
                  </a:lnTo>
                  <a:lnTo>
                    <a:pt x="10" y="0"/>
                  </a:lnTo>
                  <a:lnTo>
                    <a:pt x="0" y="3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4" name="Freeform 1104">
              <a:extLst>
                <a:ext uri="{FF2B5EF4-FFF2-40B4-BE49-F238E27FC236}">
                  <a16:creationId xmlns:a16="http://schemas.microsoft.com/office/drawing/2014/main" id="{C190ABAB-0905-A884-79D2-D7F8636AAB95}"/>
                </a:ext>
              </a:extLst>
            </p:cNvPr>
            <p:cNvSpPr>
              <a:spLocks/>
            </p:cNvSpPr>
            <p:nvPr/>
          </p:nvSpPr>
          <p:spPr bwMode="auto">
            <a:xfrm>
              <a:off x="3727451" y="3522663"/>
              <a:ext cx="11113" cy="33338"/>
            </a:xfrm>
            <a:custGeom>
              <a:avLst/>
              <a:gdLst>
                <a:gd name="T0" fmla="*/ 0 w 58"/>
                <a:gd name="T1" fmla="*/ 0 h 163"/>
                <a:gd name="T2" fmla="*/ 0 w 58"/>
                <a:gd name="T3" fmla="*/ 19 h 163"/>
                <a:gd name="T4" fmla="*/ 5 w 58"/>
                <a:gd name="T5" fmla="*/ 84 h 163"/>
                <a:gd name="T6" fmla="*/ 28 w 58"/>
                <a:gd name="T7" fmla="*/ 163 h 163"/>
                <a:gd name="T8" fmla="*/ 58 w 58"/>
                <a:gd name="T9" fmla="*/ 147 h 163"/>
                <a:gd name="T10" fmla="*/ 38 w 58"/>
                <a:gd name="T11" fmla="*/ 79 h 163"/>
                <a:gd name="T12" fmla="*/ 33 w 58"/>
                <a:gd name="T13" fmla="*/ 19 h 163"/>
                <a:gd name="T14" fmla="*/ 34 w 58"/>
                <a:gd name="T15" fmla="*/ 7 h 163"/>
                <a:gd name="T16" fmla="*/ 34 w 58"/>
                <a:gd name="T17" fmla="*/ 3 h 163"/>
                <a:gd name="T18" fmla="*/ 34 w 58"/>
                <a:gd name="T19" fmla="*/ 2 h 163"/>
                <a:gd name="T20" fmla="*/ 0 w 58"/>
                <a:gd name="T21"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163">
                  <a:moveTo>
                    <a:pt x="0" y="0"/>
                  </a:moveTo>
                  <a:cubicBezTo>
                    <a:pt x="0" y="0"/>
                    <a:pt x="0" y="7"/>
                    <a:pt x="0" y="19"/>
                  </a:cubicBezTo>
                  <a:cubicBezTo>
                    <a:pt x="0" y="34"/>
                    <a:pt x="1" y="58"/>
                    <a:pt x="5" y="84"/>
                  </a:cubicBezTo>
                  <a:cubicBezTo>
                    <a:pt x="9" y="109"/>
                    <a:pt x="15" y="138"/>
                    <a:pt x="28" y="163"/>
                  </a:cubicBezTo>
                  <a:lnTo>
                    <a:pt x="58" y="147"/>
                  </a:lnTo>
                  <a:cubicBezTo>
                    <a:pt x="48" y="127"/>
                    <a:pt x="41" y="102"/>
                    <a:pt x="38" y="79"/>
                  </a:cubicBezTo>
                  <a:cubicBezTo>
                    <a:pt x="34" y="55"/>
                    <a:pt x="33" y="33"/>
                    <a:pt x="33" y="19"/>
                  </a:cubicBezTo>
                  <a:cubicBezTo>
                    <a:pt x="33" y="14"/>
                    <a:pt x="33" y="9"/>
                    <a:pt x="34" y="7"/>
                  </a:cubicBezTo>
                  <a:lnTo>
                    <a:pt x="34" y="3"/>
                  </a:lnTo>
                  <a:lnTo>
                    <a:pt x="34" y="2"/>
                  </a:lnTo>
                  <a:lnTo>
                    <a:pt x="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5" name="Freeform 1105">
              <a:extLst>
                <a:ext uri="{FF2B5EF4-FFF2-40B4-BE49-F238E27FC236}">
                  <a16:creationId xmlns:a16="http://schemas.microsoft.com/office/drawing/2014/main" id="{7BF4FAC3-05A7-D81B-D01C-32AA6368571E}"/>
                </a:ext>
              </a:extLst>
            </p:cNvPr>
            <p:cNvSpPr>
              <a:spLocks/>
            </p:cNvSpPr>
            <p:nvPr/>
          </p:nvSpPr>
          <p:spPr bwMode="auto">
            <a:xfrm>
              <a:off x="3611563" y="3348038"/>
              <a:ext cx="117475" cy="80963"/>
            </a:xfrm>
            <a:custGeom>
              <a:avLst/>
              <a:gdLst>
                <a:gd name="T0" fmla="*/ 543 w 573"/>
                <a:gd name="T1" fmla="*/ 8 h 389"/>
                <a:gd name="T2" fmla="*/ 419 w 573"/>
                <a:gd name="T3" fmla="*/ 0 h 389"/>
                <a:gd name="T4" fmla="*/ 162 w 573"/>
                <a:gd name="T5" fmla="*/ 46 h 389"/>
                <a:gd name="T6" fmla="*/ 53 w 573"/>
                <a:gd name="T7" fmla="*/ 128 h 389"/>
                <a:gd name="T8" fmla="*/ 1 w 573"/>
                <a:gd name="T9" fmla="*/ 269 h 389"/>
                <a:gd name="T10" fmla="*/ 0 w 573"/>
                <a:gd name="T11" fmla="*/ 287 h 389"/>
                <a:gd name="T12" fmla="*/ 221 w 573"/>
                <a:gd name="T13" fmla="*/ 287 h 389"/>
                <a:gd name="T14" fmla="*/ 221 w 573"/>
                <a:gd name="T15" fmla="*/ 270 h 389"/>
                <a:gd name="T16" fmla="*/ 206 w 573"/>
                <a:gd name="T17" fmla="*/ 277 h 389"/>
                <a:gd name="T18" fmla="*/ 261 w 573"/>
                <a:gd name="T19" fmla="*/ 335 h 389"/>
                <a:gd name="T20" fmla="*/ 476 w 573"/>
                <a:gd name="T21" fmla="*/ 389 h 389"/>
                <a:gd name="T22" fmla="*/ 573 w 573"/>
                <a:gd name="T23" fmla="*/ 389 h 389"/>
                <a:gd name="T24" fmla="*/ 573 w 573"/>
                <a:gd name="T25" fmla="*/ 356 h 389"/>
                <a:gd name="T26" fmla="*/ 476 w 573"/>
                <a:gd name="T27" fmla="*/ 356 h 389"/>
                <a:gd name="T28" fmla="*/ 280 w 573"/>
                <a:gd name="T29" fmla="*/ 308 h 389"/>
                <a:gd name="T30" fmla="*/ 244 w 573"/>
                <a:gd name="T31" fmla="*/ 276 h 389"/>
                <a:gd name="T32" fmla="*/ 237 w 573"/>
                <a:gd name="T33" fmla="*/ 266 h 389"/>
                <a:gd name="T34" fmla="*/ 236 w 573"/>
                <a:gd name="T35" fmla="*/ 263 h 389"/>
                <a:gd name="T36" fmla="*/ 236 w 573"/>
                <a:gd name="T37" fmla="*/ 263 h 389"/>
                <a:gd name="T38" fmla="*/ 236 w 573"/>
                <a:gd name="T39" fmla="*/ 263 h 389"/>
                <a:gd name="T40" fmla="*/ 226 w 573"/>
                <a:gd name="T41" fmla="*/ 267 h 389"/>
                <a:gd name="T42" fmla="*/ 236 w 573"/>
                <a:gd name="T43" fmla="*/ 263 h 389"/>
                <a:gd name="T44" fmla="*/ 236 w 573"/>
                <a:gd name="T45" fmla="*/ 263 h 389"/>
                <a:gd name="T46" fmla="*/ 226 w 573"/>
                <a:gd name="T47" fmla="*/ 267 h 389"/>
                <a:gd name="T48" fmla="*/ 236 w 573"/>
                <a:gd name="T49" fmla="*/ 263 h 389"/>
                <a:gd name="T50" fmla="*/ 231 w 573"/>
                <a:gd name="T51" fmla="*/ 253 h 389"/>
                <a:gd name="T52" fmla="*/ 18 w 573"/>
                <a:gd name="T53" fmla="*/ 253 h 389"/>
                <a:gd name="T54" fmla="*/ 18 w 573"/>
                <a:gd name="T55" fmla="*/ 270 h 389"/>
                <a:gd name="T56" fmla="*/ 35 w 573"/>
                <a:gd name="T57" fmla="*/ 271 h 389"/>
                <a:gd name="T58" fmla="*/ 80 w 573"/>
                <a:gd name="T59" fmla="*/ 148 h 389"/>
                <a:gd name="T60" fmla="*/ 235 w 573"/>
                <a:gd name="T61" fmla="*/ 55 h 389"/>
                <a:gd name="T62" fmla="*/ 419 w 573"/>
                <a:gd name="T63" fmla="*/ 33 h 389"/>
                <a:gd name="T64" fmla="*/ 505 w 573"/>
                <a:gd name="T65" fmla="*/ 37 h 389"/>
                <a:gd name="T66" fmla="*/ 529 w 573"/>
                <a:gd name="T67" fmla="*/ 39 h 389"/>
                <a:gd name="T68" fmla="*/ 536 w 573"/>
                <a:gd name="T69" fmla="*/ 40 h 389"/>
                <a:gd name="T70" fmla="*/ 538 w 573"/>
                <a:gd name="T71" fmla="*/ 41 h 389"/>
                <a:gd name="T72" fmla="*/ 543 w 573"/>
                <a:gd name="T73" fmla="*/ 8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73" h="389">
                  <a:moveTo>
                    <a:pt x="543" y="8"/>
                  </a:moveTo>
                  <a:cubicBezTo>
                    <a:pt x="542" y="7"/>
                    <a:pt x="491" y="0"/>
                    <a:pt x="419" y="0"/>
                  </a:cubicBezTo>
                  <a:cubicBezTo>
                    <a:pt x="343" y="0"/>
                    <a:pt x="245" y="8"/>
                    <a:pt x="162" y="46"/>
                  </a:cubicBezTo>
                  <a:cubicBezTo>
                    <a:pt x="120" y="65"/>
                    <a:pt x="82" y="91"/>
                    <a:pt x="53" y="128"/>
                  </a:cubicBezTo>
                  <a:cubicBezTo>
                    <a:pt x="25" y="164"/>
                    <a:pt x="6" y="211"/>
                    <a:pt x="1" y="269"/>
                  </a:cubicBezTo>
                  <a:lnTo>
                    <a:pt x="0" y="287"/>
                  </a:lnTo>
                  <a:lnTo>
                    <a:pt x="221" y="287"/>
                  </a:lnTo>
                  <a:lnTo>
                    <a:pt x="221" y="270"/>
                  </a:lnTo>
                  <a:lnTo>
                    <a:pt x="206" y="277"/>
                  </a:lnTo>
                  <a:cubicBezTo>
                    <a:pt x="207" y="279"/>
                    <a:pt x="220" y="307"/>
                    <a:pt x="261" y="335"/>
                  </a:cubicBezTo>
                  <a:cubicBezTo>
                    <a:pt x="302" y="363"/>
                    <a:pt x="370" y="389"/>
                    <a:pt x="476" y="389"/>
                  </a:cubicBezTo>
                  <a:lnTo>
                    <a:pt x="573" y="389"/>
                  </a:lnTo>
                  <a:lnTo>
                    <a:pt x="573" y="356"/>
                  </a:lnTo>
                  <a:lnTo>
                    <a:pt x="476" y="356"/>
                  </a:lnTo>
                  <a:cubicBezTo>
                    <a:pt x="375" y="356"/>
                    <a:pt x="315" y="331"/>
                    <a:pt x="280" y="308"/>
                  </a:cubicBezTo>
                  <a:cubicBezTo>
                    <a:pt x="262" y="296"/>
                    <a:pt x="251" y="284"/>
                    <a:pt x="244" y="276"/>
                  </a:cubicBezTo>
                  <a:cubicBezTo>
                    <a:pt x="241" y="271"/>
                    <a:pt x="239" y="268"/>
                    <a:pt x="237" y="266"/>
                  </a:cubicBezTo>
                  <a:lnTo>
                    <a:pt x="236" y="263"/>
                  </a:lnTo>
                  <a:lnTo>
                    <a:pt x="236" y="263"/>
                  </a:lnTo>
                  <a:lnTo>
                    <a:pt x="236" y="263"/>
                  </a:lnTo>
                  <a:lnTo>
                    <a:pt x="226" y="267"/>
                  </a:lnTo>
                  <a:lnTo>
                    <a:pt x="236" y="263"/>
                  </a:lnTo>
                  <a:lnTo>
                    <a:pt x="236" y="263"/>
                  </a:lnTo>
                  <a:lnTo>
                    <a:pt x="226" y="267"/>
                  </a:lnTo>
                  <a:lnTo>
                    <a:pt x="236" y="263"/>
                  </a:lnTo>
                  <a:lnTo>
                    <a:pt x="231" y="253"/>
                  </a:lnTo>
                  <a:lnTo>
                    <a:pt x="18" y="253"/>
                  </a:lnTo>
                  <a:lnTo>
                    <a:pt x="18" y="270"/>
                  </a:lnTo>
                  <a:lnTo>
                    <a:pt x="35" y="271"/>
                  </a:lnTo>
                  <a:cubicBezTo>
                    <a:pt x="39" y="219"/>
                    <a:pt x="55" y="180"/>
                    <a:pt x="80" y="148"/>
                  </a:cubicBezTo>
                  <a:cubicBezTo>
                    <a:pt x="117" y="101"/>
                    <a:pt x="173" y="72"/>
                    <a:pt x="235" y="55"/>
                  </a:cubicBezTo>
                  <a:cubicBezTo>
                    <a:pt x="297" y="38"/>
                    <a:pt x="364" y="33"/>
                    <a:pt x="419" y="33"/>
                  </a:cubicBezTo>
                  <a:cubicBezTo>
                    <a:pt x="454" y="33"/>
                    <a:pt x="484" y="35"/>
                    <a:pt x="505" y="37"/>
                  </a:cubicBezTo>
                  <a:cubicBezTo>
                    <a:pt x="515" y="38"/>
                    <a:pt x="524" y="39"/>
                    <a:pt x="529" y="39"/>
                  </a:cubicBezTo>
                  <a:cubicBezTo>
                    <a:pt x="532" y="40"/>
                    <a:pt x="534" y="40"/>
                    <a:pt x="536" y="40"/>
                  </a:cubicBezTo>
                  <a:lnTo>
                    <a:pt x="538" y="41"/>
                  </a:lnTo>
                  <a:lnTo>
                    <a:pt x="543" y="8"/>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6" name="Freeform 1106">
              <a:extLst>
                <a:ext uri="{FF2B5EF4-FFF2-40B4-BE49-F238E27FC236}">
                  <a16:creationId xmlns:a16="http://schemas.microsoft.com/office/drawing/2014/main" id="{ACD8C4E7-19E5-A866-1ED2-714FF015A277}"/>
                </a:ext>
              </a:extLst>
            </p:cNvPr>
            <p:cNvSpPr>
              <a:spLocks/>
            </p:cNvSpPr>
            <p:nvPr/>
          </p:nvSpPr>
          <p:spPr bwMode="auto">
            <a:xfrm>
              <a:off x="3716338" y="3362325"/>
              <a:ext cx="61913" cy="98425"/>
            </a:xfrm>
            <a:custGeom>
              <a:avLst/>
              <a:gdLst>
                <a:gd name="T0" fmla="*/ 4 w 297"/>
                <a:gd name="T1" fmla="*/ 34 h 483"/>
                <a:gd name="T2" fmla="*/ 4 w 297"/>
                <a:gd name="T3" fmla="*/ 34 h 483"/>
                <a:gd name="T4" fmla="*/ 19 w 297"/>
                <a:gd name="T5" fmla="*/ 34 h 483"/>
                <a:gd name="T6" fmla="*/ 163 w 297"/>
                <a:gd name="T7" fmla="*/ 79 h 483"/>
                <a:gd name="T8" fmla="*/ 233 w 297"/>
                <a:gd name="T9" fmla="*/ 170 h 483"/>
                <a:gd name="T10" fmla="*/ 264 w 297"/>
                <a:gd name="T11" fmla="*/ 341 h 483"/>
                <a:gd name="T12" fmla="*/ 261 w 297"/>
                <a:gd name="T13" fmla="*/ 398 h 483"/>
                <a:gd name="T14" fmla="*/ 206 w 297"/>
                <a:gd name="T15" fmla="*/ 450 h 483"/>
                <a:gd name="T16" fmla="*/ 206 w 297"/>
                <a:gd name="T17" fmla="*/ 483 h 483"/>
                <a:gd name="T18" fmla="*/ 295 w 297"/>
                <a:gd name="T19" fmla="*/ 401 h 483"/>
                <a:gd name="T20" fmla="*/ 297 w 297"/>
                <a:gd name="T21" fmla="*/ 341 h 483"/>
                <a:gd name="T22" fmla="*/ 263 w 297"/>
                <a:gd name="T23" fmla="*/ 157 h 483"/>
                <a:gd name="T24" fmla="*/ 136 w 297"/>
                <a:gd name="T25" fmla="*/ 25 h 483"/>
                <a:gd name="T26" fmla="*/ 19 w 297"/>
                <a:gd name="T27" fmla="*/ 0 h 483"/>
                <a:gd name="T28" fmla="*/ 0 w 297"/>
                <a:gd name="T29" fmla="*/ 1 h 483"/>
                <a:gd name="T30" fmla="*/ 4 w 297"/>
                <a:gd name="T31" fmla="*/ 34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7" h="483">
                  <a:moveTo>
                    <a:pt x="4" y="34"/>
                  </a:moveTo>
                  <a:lnTo>
                    <a:pt x="4" y="34"/>
                  </a:lnTo>
                  <a:cubicBezTo>
                    <a:pt x="5" y="34"/>
                    <a:pt x="10" y="34"/>
                    <a:pt x="19" y="34"/>
                  </a:cubicBezTo>
                  <a:cubicBezTo>
                    <a:pt x="48" y="34"/>
                    <a:pt x="110" y="39"/>
                    <a:pt x="163" y="79"/>
                  </a:cubicBezTo>
                  <a:cubicBezTo>
                    <a:pt x="189" y="100"/>
                    <a:pt x="214" y="128"/>
                    <a:pt x="233" y="170"/>
                  </a:cubicBezTo>
                  <a:cubicBezTo>
                    <a:pt x="251" y="212"/>
                    <a:pt x="264" y="267"/>
                    <a:pt x="264" y="341"/>
                  </a:cubicBezTo>
                  <a:cubicBezTo>
                    <a:pt x="264" y="359"/>
                    <a:pt x="263" y="378"/>
                    <a:pt x="261" y="398"/>
                  </a:cubicBezTo>
                  <a:cubicBezTo>
                    <a:pt x="259" y="428"/>
                    <a:pt x="235" y="450"/>
                    <a:pt x="206" y="450"/>
                  </a:cubicBezTo>
                  <a:lnTo>
                    <a:pt x="206" y="483"/>
                  </a:lnTo>
                  <a:cubicBezTo>
                    <a:pt x="253" y="483"/>
                    <a:pt x="291" y="447"/>
                    <a:pt x="295" y="401"/>
                  </a:cubicBezTo>
                  <a:cubicBezTo>
                    <a:pt x="296" y="380"/>
                    <a:pt x="297" y="360"/>
                    <a:pt x="297" y="341"/>
                  </a:cubicBezTo>
                  <a:cubicBezTo>
                    <a:pt x="297" y="264"/>
                    <a:pt x="284" y="204"/>
                    <a:pt x="263" y="157"/>
                  </a:cubicBezTo>
                  <a:cubicBezTo>
                    <a:pt x="232" y="86"/>
                    <a:pt x="183" y="46"/>
                    <a:pt x="136" y="25"/>
                  </a:cubicBezTo>
                  <a:cubicBezTo>
                    <a:pt x="89" y="4"/>
                    <a:pt x="44" y="0"/>
                    <a:pt x="19" y="0"/>
                  </a:cubicBezTo>
                  <a:cubicBezTo>
                    <a:pt x="8" y="0"/>
                    <a:pt x="0" y="1"/>
                    <a:pt x="0" y="1"/>
                  </a:cubicBezTo>
                  <a:lnTo>
                    <a:pt x="4" y="34"/>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7" name="Freeform 1107">
              <a:extLst>
                <a:ext uri="{FF2B5EF4-FFF2-40B4-BE49-F238E27FC236}">
                  <a16:creationId xmlns:a16="http://schemas.microsoft.com/office/drawing/2014/main" id="{19ACBDF4-3269-2802-BDCB-536BDF954B51}"/>
                </a:ext>
              </a:extLst>
            </p:cNvPr>
            <p:cNvSpPr>
              <a:spLocks/>
            </p:cNvSpPr>
            <p:nvPr/>
          </p:nvSpPr>
          <p:spPr bwMode="auto">
            <a:xfrm>
              <a:off x="3625851" y="3400425"/>
              <a:ext cx="139700" cy="136525"/>
            </a:xfrm>
            <a:custGeom>
              <a:avLst/>
              <a:gdLst>
                <a:gd name="T0" fmla="*/ 12 w 677"/>
                <a:gd name="T1" fmla="*/ 191 h 657"/>
                <a:gd name="T2" fmla="*/ 32 w 677"/>
                <a:gd name="T3" fmla="*/ 263 h 657"/>
                <a:gd name="T4" fmla="*/ 0 w 677"/>
                <a:gd name="T5" fmla="*/ 383 h 657"/>
                <a:gd name="T6" fmla="*/ 142 w 677"/>
                <a:gd name="T7" fmla="*/ 631 h 657"/>
                <a:gd name="T8" fmla="*/ 286 w 677"/>
                <a:gd name="T9" fmla="*/ 640 h 657"/>
                <a:gd name="T10" fmla="*/ 307 w 677"/>
                <a:gd name="T11" fmla="*/ 657 h 657"/>
                <a:gd name="T12" fmla="*/ 582 w 677"/>
                <a:gd name="T13" fmla="*/ 553 h 657"/>
                <a:gd name="T14" fmla="*/ 621 w 677"/>
                <a:gd name="T15" fmla="*/ 401 h 657"/>
                <a:gd name="T16" fmla="*/ 621 w 677"/>
                <a:gd name="T17" fmla="*/ 402 h 657"/>
                <a:gd name="T18" fmla="*/ 604 w 677"/>
                <a:gd name="T19" fmla="*/ 328 h 657"/>
                <a:gd name="T20" fmla="*/ 606 w 677"/>
                <a:gd name="T21" fmla="*/ 345 h 657"/>
                <a:gd name="T22" fmla="*/ 606 w 677"/>
                <a:gd name="T23" fmla="*/ 202 h 657"/>
                <a:gd name="T24" fmla="*/ 590 w 677"/>
                <a:gd name="T25" fmla="*/ 219 h 657"/>
                <a:gd name="T26" fmla="*/ 608 w 677"/>
                <a:gd name="T27" fmla="*/ 185 h 657"/>
                <a:gd name="T28" fmla="*/ 561 w 677"/>
                <a:gd name="T29" fmla="*/ 13 h 657"/>
                <a:gd name="T30" fmla="*/ 568 w 677"/>
                <a:gd name="T31" fmla="*/ 106 h 657"/>
                <a:gd name="T32" fmla="*/ 574 w 677"/>
                <a:gd name="T33" fmla="*/ 209 h 657"/>
                <a:gd name="T34" fmla="*/ 574 w 677"/>
                <a:gd name="T35" fmla="*/ 217 h 657"/>
                <a:gd name="T36" fmla="*/ 606 w 677"/>
                <a:gd name="T37" fmla="*/ 235 h 657"/>
                <a:gd name="T38" fmla="*/ 606 w 677"/>
                <a:gd name="T39" fmla="*/ 311 h 657"/>
                <a:gd name="T40" fmla="*/ 588 w 677"/>
                <a:gd name="T41" fmla="*/ 311 h 657"/>
                <a:gd name="T42" fmla="*/ 588 w 677"/>
                <a:gd name="T43" fmla="*/ 404 h 657"/>
                <a:gd name="T44" fmla="*/ 556 w 677"/>
                <a:gd name="T45" fmla="*/ 533 h 657"/>
                <a:gd name="T46" fmla="*/ 307 w 677"/>
                <a:gd name="T47" fmla="*/ 624 h 657"/>
                <a:gd name="T48" fmla="*/ 288 w 677"/>
                <a:gd name="T49" fmla="*/ 623 h 657"/>
                <a:gd name="T50" fmla="*/ 286 w 677"/>
                <a:gd name="T51" fmla="*/ 623 h 657"/>
                <a:gd name="T52" fmla="*/ 155 w 677"/>
                <a:gd name="T53" fmla="*/ 600 h 657"/>
                <a:gd name="T54" fmla="*/ 33 w 677"/>
                <a:gd name="T55" fmla="*/ 383 h 657"/>
                <a:gd name="T56" fmla="*/ 46 w 677"/>
                <a:gd name="T57" fmla="*/ 276 h 657"/>
                <a:gd name="T58" fmla="*/ 48 w 677"/>
                <a:gd name="T59" fmla="*/ 268 h 657"/>
                <a:gd name="T60" fmla="*/ 49 w 677"/>
                <a:gd name="T61" fmla="*/ 264 h 657"/>
                <a:gd name="T62" fmla="*/ 45 w 677"/>
                <a:gd name="T63" fmla="*/ 191 h 657"/>
                <a:gd name="T64" fmla="*/ 50 w 677"/>
                <a:gd name="T65" fmla="*/ 0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77" h="657">
                  <a:moveTo>
                    <a:pt x="50" y="0"/>
                  </a:moveTo>
                  <a:cubicBezTo>
                    <a:pt x="30" y="42"/>
                    <a:pt x="12" y="104"/>
                    <a:pt x="12" y="191"/>
                  </a:cubicBezTo>
                  <a:cubicBezTo>
                    <a:pt x="12" y="214"/>
                    <a:pt x="13" y="238"/>
                    <a:pt x="16" y="264"/>
                  </a:cubicBezTo>
                  <a:lnTo>
                    <a:pt x="32" y="263"/>
                  </a:lnTo>
                  <a:lnTo>
                    <a:pt x="16" y="258"/>
                  </a:lnTo>
                  <a:cubicBezTo>
                    <a:pt x="16" y="259"/>
                    <a:pt x="0" y="314"/>
                    <a:pt x="0" y="383"/>
                  </a:cubicBezTo>
                  <a:cubicBezTo>
                    <a:pt x="0" y="441"/>
                    <a:pt x="11" y="508"/>
                    <a:pt x="53" y="563"/>
                  </a:cubicBezTo>
                  <a:cubicBezTo>
                    <a:pt x="74" y="591"/>
                    <a:pt x="103" y="614"/>
                    <a:pt x="142" y="631"/>
                  </a:cubicBezTo>
                  <a:cubicBezTo>
                    <a:pt x="180" y="647"/>
                    <a:pt x="227" y="657"/>
                    <a:pt x="286" y="657"/>
                  </a:cubicBezTo>
                  <a:lnTo>
                    <a:pt x="286" y="640"/>
                  </a:lnTo>
                  <a:lnTo>
                    <a:pt x="285" y="657"/>
                  </a:lnTo>
                  <a:cubicBezTo>
                    <a:pt x="285" y="657"/>
                    <a:pt x="293" y="657"/>
                    <a:pt x="307" y="657"/>
                  </a:cubicBezTo>
                  <a:cubicBezTo>
                    <a:pt x="345" y="657"/>
                    <a:pt x="421" y="653"/>
                    <a:pt x="490" y="623"/>
                  </a:cubicBezTo>
                  <a:cubicBezTo>
                    <a:pt x="525" y="608"/>
                    <a:pt x="558" y="586"/>
                    <a:pt x="582" y="553"/>
                  </a:cubicBezTo>
                  <a:cubicBezTo>
                    <a:pt x="607" y="521"/>
                    <a:pt x="622" y="479"/>
                    <a:pt x="622" y="426"/>
                  </a:cubicBezTo>
                  <a:cubicBezTo>
                    <a:pt x="622" y="418"/>
                    <a:pt x="622" y="409"/>
                    <a:pt x="621" y="401"/>
                  </a:cubicBezTo>
                  <a:lnTo>
                    <a:pt x="604" y="402"/>
                  </a:lnTo>
                  <a:lnTo>
                    <a:pt x="621" y="402"/>
                  </a:lnTo>
                  <a:lnTo>
                    <a:pt x="621" y="328"/>
                  </a:lnTo>
                  <a:lnTo>
                    <a:pt x="604" y="328"/>
                  </a:lnTo>
                  <a:lnTo>
                    <a:pt x="604" y="345"/>
                  </a:lnTo>
                  <a:lnTo>
                    <a:pt x="606" y="345"/>
                  </a:lnTo>
                  <a:cubicBezTo>
                    <a:pt x="645" y="345"/>
                    <a:pt x="677" y="313"/>
                    <a:pt x="677" y="273"/>
                  </a:cubicBezTo>
                  <a:cubicBezTo>
                    <a:pt x="677" y="234"/>
                    <a:pt x="645" y="202"/>
                    <a:pt x="606" y="202"/>
                  </a:cubicBezTo>
                  <a:lnTo>
                    <a:pt x="590" y="202"/>
                  </a:lnTo>
                  <a:lnTo>
                    <a:pt x="590" y="219"/>
                  </a:lnTo>
                  <a:lnTo>
                    <a:pt x="607" y="220"/>
                  </a:lnTo>
                  <a:cubicBezTo>
                    <a:pt x="607" y="220"/>
                    <a:pt x="608" y="206"/>
                    <a:pt x="608" y="185"/>
                  </a:cubicBezTo>
                  <a:cubicBezTo>
                    <a:pt x="608" y="162"/>
                    <a:pt x="607" y="131"/>
                    <a:pt x="600" y="100"/>
                  </a:cubicBezTo>
                  <a:cubicBezTo>
                    <a:pt x="594" y="68"/>
                    <a:pt x="583" y="37"/>
                    <a:pt x="561" y="13"/>
                  </a:cubicBezTo>
                  <a:lnTo>
                    <a:pt x="537" y="36"/>
                  </a:lnTo>
                  <a:cubicBezTo>
                    <a:pt x="552" y="52"/>
                    <a:pt x="562" y="78"/>
                    <a:pt x="568" y="106"/>
                  </a:cubicBezTo>
                  <a:cubicBezTo>
                    <a:pt x="573" y="135"/>
                    <a:pt x="575" y="164"/>
                    <a:pt x="575" y="185"/>
                  </a:cubicBezTo>
                  <a:cubicBezTo>
                    <a:pt x="575" y="195"/>
                    <a:pt x="574" y="203"/>
                    <a:pt x="574" y="209"/>
                  </a:cubicBezTo>
                  <a:cubicBezTo>
                    <a:pt x="574" y="211"/>
                    <a:pt x="574" y="214"/>
                    <a:pt x="574" y="215"/>
                  </a:cubicBezTo>
                  <a:lnTo>
                    <a:pt x="574" y="217"/>
                  </a:lnTo>
                  <a:lnTo>
                    <a:pt x="572" y="235"/>
                  </a:lnTo>
                  <a:lnTo>
                    <a:pt x="606" y="235"/>
                  </a:lnTo>
                  <a:cubicBezTo>
                    <a:pt x="627" y="235"/>
                    <a:pt x="644" y="252"/>
                    <a:pt x="644" y="273"/>
                  </a:cubicBezTo>
                  <a:cubicBezTo>
                    <a:pt x="644" y="294"/>
                    <a:pt x="627" y="311"/>
                    <a:pt x="606" y="311"/>
                  </a:cubicBezTo>
                  <a:lnTo>
                    <a:pt x="604" y="311"/>
                  </a:lnTo>
                  <a:lnTo>
                    <a:pt x="588" y="311"/>
                  </a:lnTo>
                  <a:lnTo>
                    <a:pt x="588" y="403"/>
                  </a:lnTo>
                  <a:lnTo>
                    <a:pt x="588" y="404"/>
                  </a:lnTo>
                  <a:cubicBezTo>
                    <a:pt x="588" y="411"/>
                    <a:pt x="589" y="419"/>
                    <a:pt x="589" y="426"/>
                  </a:cubicBezTo>
                  <a:cubicBezTo>
                    <a:pt x="588" y="473"/>
                    <a:pt x="576" y="507"/>
                    <a:pt x="556" y="533"/>
                  </a:cubicBezTo>
                  <a:cubicBezTo>
                    <a:pt x="525" y="573"/>
                    <a:pt x="477" y="596"/>
                    <a:pt x="429" y="609"/>
                  </a:cubicBezTo>
                  <a:cubicBezTo>
                    <a:pt x="381" y="622"/>
                    <a:pt x="333" y="624"/>
                    <a:pt x="307" y="624"/>
                  </a:cubicBezTo>
                  <a:cubicBezTo>
                    <a:pt x="301" y="624"/>
                    <a:pt x="296" y="624"/>
                    <a:pt x="292" y="624"/>
                  </a:cubicBezTo>
                  <a:cubicBezTo>
                    <a:pt x="290" y="623"/>
                    <a:pt x="289" y="623"/>
                    <a:pt x="288" y="623"/>
                  </a:cubicBezTo>
                  <a:lnTo>
                    <a:pt x="287" y="623"/>
                  </a:lnTo>
                  <a:lnTo>
                    <a:pt x="286" y="623"/>
                  </a:lnTo>
                  <a:lnTo>
                    <a:pt x="286" y="623"/>
                  </a:lnTo>
                  <a:cubicBezTo>
                    <a:pt x="231" y="623"/>
                    <a:pt x="188" y="614"/>
                    <a:pt x="155" y="600"/>
                  </a:cubicBezTo>
                  <a:cubicBezTo>
                    <a:pt x="105" y="578"/>
                    <a:pt x="75" y="545"/>
                    <a:pt x="57" y="506"/>
                  </a:cubicBezTo>
                  <a:cubicBezTo>
                    <a:pt x="39" y="467"/>
                    <a:pt x="33" y="423"/>
                    <a:pt x="33" y="383"/>
                  </a:cubicBezTo>
                  <a:cubicBezTo>
                    <a:pt x="33" y="351"/>
                    <a:pt x="37" y="322"/>
                    <a:pt x="41" y="301"/>
                  </a:cubicBezTo>
                  <a:cubicBezTo>
                    <a:pt x="43" y="290"/>
                    <a:pt x="45" y="282"/>
                    <a:pt x="46" y="276"/>
                  </a:cubicBezTo>
                  <a:cubicBezTo>
                    <a:pt x="47" y="273"/>
                    <a:pt x="47" y="271"/>
                    <a:pt x="48" y="269"/>
                  </a:cubicBezTo>
                  <a:lnTo>
                    <a:pt x="48" y="268"/>
                  </a:lnTo>
                  <a:lnTo>
                    <a:pt x="48" y="267"/>
                  </a:lnTo>
                  <a:lnTo>
                    <a:pt x="49" y="264"/>
                  </a:lnTo>
                  <a:lnTo>
                    <a:pt x="49" y="261"/>
                  </a:lnTo>
                  <a:cubicBezTo>
                    <a:pt x="47" y="236"/>
                    <a:pt x="45" y="213"/>
                    <a:pt x="45" y="191"/>
                  </a:cubicBezTo>
                  <a:cubicBezTo>
                    <a:pt x="45" y="108"/>
                    <a:pt x="62" y="52"/>
                    <a:pt x="80" y="15"/>
                  </a:cubicBezTo>
                  <a:lnTo>
                    <a:pt x="5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8" name="Freeform 1108">
              <a:extLst>
                <a:ext uri="{FF2B5EF4-FFF2-40B4-BE49-F238E27FC236}">
                  <a16:creationId xmlns:a16="http://schemas.microsoft.com/office/drawing/2014/main" id="{5F87B64F-454F-9A5D-9D82-D95501B8CD09}"/>
                </a:ext>
              </a:extLst>
            </p:cNvPr>
            <p:cNvSpPr>
              <a:spLocks/>
            </p:cNvSpPr>
            <p:nvPr/>
          </p:nvSpPr>
          <p:spPr bwMode="auto">
            <a:xfrm>
              <a:off x="3656013" y="3462338"/>
              <a:ext cx="11113" cy="23813"/>
            </a:xfrm>
            <a:custGeom>
              <a:avLst/>
              <a:gdLst>
                <a:gd name="T0" fmla="*/ 39 w 57"/>
                <a:gd name="T1" fmla="*/ 0 h 113"/>
                <a:gd name="T2" fmla="*/ 20 w 57"/>
                <a:gd name="T3" fmla="*/ 18 h 113"/>
                <a:gd name="T4" fmla="*/ 0 w 57"/>
                <a:gd name="T5" fmla="*/ 70 h 113"/>
                <a:gd name="T6" fmla="*/ 12 w 57"/>
                <a:gd name="T7" fmla="*/ 113 h 113"/>
                <a:gd name="T8" fmla="*/ 41 w 57"/>
                <a:gd name="T9" fmla="*/ 97 h 113"/>
                <a:gd name="T10" fmla="*/ 34 w 57"/>
                <a:gd name="T11" fmla="*/ 70 h 113"/>
                <a:gd name="T12" fmla="*/ 46 w 57"/>
                <a:gd name="T13" fmla="*/ 39 h 113"/>
                <a:gd name="T14" fmla="*/ 54 w 57"/>
                <a:gd name="T15" fmla="*/ 31 h 113"/>
                <a:gd name="T16" fmla="*/ 57 w 57"/>
                <a:gd name="T17" fmla="*/ 29 h 113"/>
                <a:gd name="T18" fmla="*/ 57 w 57"/>
                <a:gd name="T19" fmla="*/ 28 h 113"/>
                <a:gd name="T20" fmla="*/ 57 w 57"/>
                <a:gd name="T21" fmla="*/ 28 h 113"/>
                <a:gd name="T22" fmla="*/ 57 w 57"/>
                <a:gd name="T23" fmla="*/ 28 h 113"/>
                <a:gd name="T24" fmla="*/ 57 w 57"/>
                <a:gd name="T25" fmla="*/ 28 h 113"/>
                <a:gd name="T26" fmla="*/ 57 w 57"/>
                <a:gd name="T27" fmla="*/ 28 h 113"/>
                <a:gd name="T28" fmla="*/ 57 w 57"/>
                <a:gd name="T29" fmla="*/ 28 h 113"/>
                <a:gd name="T30" fmla="*/ 39 w 57"/>
                <a:gd name="T31" fmla="*/ 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 h="113">
                  <a:moveTo>
                    <a:pt x="39" y="0"/>
                  </a:moveTo>
                  <a:cubicBezTo>
                    <a:pt x="38" y="1"/>
                    <a:pt x="29" y="7"/>
                    <a:pt x="20" y="18"/>
                  </a:cubicBezTo>
                  <a:cubicBezTo>
                    <a:pt x="10" y="29"/>
                    <a:pt x="0" y="47"/>
                    <a:pt x="0" y="70"/>
                  </a:cubicBezTo>
                  <a:cubicBezTo>
                    <a:pt x="0" y="83"/>
                    <a:pt x="4" y="98"/>
                    <a:pt x="12" y="113"/>
                  </a:cubicBezTo>
                  <a:lnTo>
                    <a:pt x="41" y="97"/>
                  </a:lnTo>
                  <a:cubicBezTo>
                    <a:pt x="36" y="86"/>
                    <a:pt x="34" y="78"/>
                    <a:pt x="34" y="70"/>
                  </a:cubicBezTo>
                  <a:cubicBezTo>
                    <a:pt x="34" y="57"/>
                    <a:pt x="39" y="47"/>
                    <a:pt x="46" y="39"/>
                  </a:cubicBezTo>
                  <a:cubicBezTo>
                    <a:pt x="49" y="36"/>
                    <a:pt x="52" y="33"/>
                    <a:pt x="54" y="31"/>
                  </a:cubicBezTo>
                  <a:lnTo>
                    <a:pt x="57" y="29"/>
                  </a:lnTo>
                  <a:lnTo>
                    <a:pt x="57" y="28"/>
                  </a:lnTo>
                  <a:lnTo>
                    <a:pt x="57" y="28"/>
                  </a:lnTo>
                  <a:lnTo>
                    <a:pt x="57" y="28"/>
                  </a:lnTo>
                  <a:lnTo>
                    <a:pt x="57" y="28"/>
                  </a:lnTo>
                  <a:lnTo>
                    <a:pt x="57" y="28"/>
                  </a:lnTo>
                  <a:lnTo>
                    <a:pt x="57" y="28"/>
                  </a:lnTo>
                  <a:lnTo>
                    <a:pt x="39"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9" name="Freeform 1109">
              <a:extLst>
                <a:ext uri="{FF2B5EF4-FFF2-40B4-BE49-F238E27FC236}">
                  <a16:creationId xmlns:a16="http://schemas.microsoft.com/office/drawing/2014/main" id="{6A924FB4-0F6D-1B14-316D-C8B2687C233F}"/>
                </a:ext>
              </a:extLst>
            </p:cNvPr>
            <p:cNvSpPr>
              <a:spLocks/>
            </p:cNvSpPr>
            <p:nvPr/>
          </p:nvSpPr>
          <p:spPr bwMode="auto">
            <a:xfrm>
              <a:off x="3654426" y="3497263"/>
              <a:ext cx="42863" cy="12700"/>
            </a:xfrm>
            <a:custGeom>
              <a:avLst/>
              <a:gdLst>
                <a:gd name="T0" fmla="*/ 0 w 208"/>
                <a:gd name="T1" fmla="*/ 29 h 56"/>
                <a:gd name="T2" fmla="*/ 108 w 208"/>
                <a:gd name="T3" fmla="*/ 56 h 56"/>
                <a:gd name="T4" fmla="*/ 208 w 208"/>
                <a:gd name="T5" fmla="*/ 29 h 56"/>
                <a:gd name="T6" fmla="*/ 191 w 208"/>
                <a:gd name="T7" fmla="*/ 0 h 56"/>
                <a:gd name="T8" fmla="*/ 108 w 208"/>
                <a:gd name="T9" fmla="*/ 23 h 56"/>
                <a:gd name="T10" fmla="*/ 42 w 208"/>
                <a:gd name="T11" fmla="*/ 12 h 56"/>
                <a:gd name="T12" fmla="*/ 23 w 208"/>
                <a:gd name="T13" fmla="*/ 4 h 56"/>
                <a:gd name="T14" fmla="*/ 18 w 208"/>
                <a:gd name="T15" fmla="*/ 1 h 56"/>
                <a:gd name="T16" fmla="*/ 17 w 208"/>
                <a:gd name="T17" fmla="*/ 1 h 56"/>
                <a:gd name="T18" fmla="*/ 16 w 208"/>
                <a:gd name="T19" fmla="*/ 0 h 56"/>
                <a:gd name="T20" fmla="*/ 15 w 208"/>
                <a:gd name="T21" fmla="*/ 2 h 56"/>
                <a:gd name="T22" fmla="*/ 16 w 208"/>
                <a:gd name="T23" fmla="*/ 0 h 56"/>
                <a:gd name="T24" fmla="*/ 16 w 208"/>
                <a:gd name="T25" fmla="*/ 0 h 56"/>
                <a:gd name="T26" fmla="*/ 15 w 208"/>
                <a:gd name="T27" fmla="*/ 2 h 56"/>
                <a:gd name="T28" fmla="*/ 16 w 208"/>
                <a:gd name="T29" fmla="*/ 0 h 56"/>
                <a:gd name="T30" fmla="*/ 0 w 208"/>
                <a:gd name="T31" fmla="*/ 29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8" h="56">
                  <a:moveTo>
                    <a:pt x="0" y="29"/>
                  </a:moveTo>
                  <a:cubicBezTo>
                    <a:pt x="1" y="30"/>
                    <a:pt x="46" y="56"/>
                    <a:pt x="108" y="56"/>
                  </a:cubicBezTo>
                  <a:cubicBezTo>
                    <a:pt x="138" y="56"/>
                    <a:pt x="173" y="49"/>
                    <a:pt x="208" y="29"/>
                  </a:cubicBezTo>
                  <a:lnTo>
                    <a:pt x="191" y="0"/>
                  </a:lnTo>
                  <a:cubicBezTo>
                    <a:pt x="162" y="17"/>
                    <a:pt x="133" y="23"/>
                    <a:pt x="108" y="23"/>
                  </a:cubicBezTo>
                  <a:cubicBezTo>
                    <a:pt x="82" y="23"/>
                    <a:pt x="58" y="17"/>
                    <a:pt x="42" y="12"/>
                  </a:cubicBezTo>
                  <a:cubicBezTo>
                    <a:pt x="34" y="9"/>
                    <a:pt x="27" y="6"/>
                    <a:pt x="23" y="4"/>
                  </a:cubicBezTo>
                  <a:cubicBezTo>
                    <a:pt x="21" y="3"/>
                    <a:pt x="19" y="2"/>
                    <a:pt x="18" y="1"/>
                  </a:cubicBezTo>
                  <a:lnTo>
                    <a:pt x="17" y="1"/>
                  </a:lnTo>
                  <a:lnTo>
                    <a:pt x="16" y="0"/>
                  </a:lnTo>
                  <a:lnTo>
                    <a:pt x="15" y="2"/>
                  </a:lnTo>
                  <a:lnTo>
                    <a:pt x="16" y="0"/>
                  </a:lnTo>
                  <a:lnTo>
                    <a:pt x="16" y="0"/>
                  </a:lnTo>
                  <a:lnTo>
                    <a:pt x="15" y="2"/>
                  </a:lnTo>
                  <a:lnTo>
                    <a:pt x="16" y="0"/>
                  </a:lnTo>
                  <a:lnTo>
                    <a:pt x="0" y="2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0" name="Rectangle 1110">
              <a:extLst>
                <a:ext uri="{FF2B5EF4-FFF2-40B4-BE49-F238E27FC236}">
                  <a16:creationId xmlns:a16="http://schemas.microsoft.com/office/drawing/2014/main" id="{BB9B56F6-6A0A-228A-0EDA-11E23677EC52}"/>
                </a:ext>
              </a:extLst>
            </p:cNvPr>
            <p:cNvSpPr>
              <a:spLocks noChangeArrowheads="1"/>
            </p:cNvSpPr>
            <p:nvPr/>
          </p:nvSpPr>
          <p:spPr bwMode="auto">
            <a:xfrm>
              <a:off x="3684588"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1" name="Rectangle 1111">
              <a:extLst>
                <a:ext uri="{FF2B5EF4-FFF2-40B4-BE49-F238E27FC236}">
                  <a16:creationId xmlns:a16="http://schemas.microsoft.com/office/drawing/2014/main" id="{70DE412A-51E2-CF46-AED8-10F2A34DCB86}"/>
                </a:ext>
              </a:extLst>
            </p:cNvPr>
            <p:cNvSpPr>
              <a:spLocks noChangeArrowheads="1"/>
            </p:cNvSpPr>
            <p:nvPr/>
          </p:nvSpPr>
          <p:spPr bwMode="auto">
            <a:xfrm>
              <a:off x="3636963"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2" name="Rectangle 1112">
              <a:extLst>
                <a:ext uri="{FF2B5EF4-FFF2-40B4-BE49-F238E27FC236}">
                  <a16:creationId xmlns:a16="http://schemas.microsoft.com/office/drawing/2014/main" id="{4DB37F5D-A0C7-6D4F-01B1-5E60BE611CA8}"/>
                </a:ext>
              </a:extLst>
            </p:cNvPr>
            <p:cNvSpPr>
              <a:spLocks noChangeArrowheads="1"/>
            </p:cNvSpPr>
            <p:nvPr/>
          </p:nvSpPr>
          <p:spPr bwMode="auto">
            <a:xfrm>
              <a:off x="3713163" y="3433763"/>
              <a:ext cx="34925"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3" name="Rectangle 1113">
              <a:extLst>
                <a:ext uri="{FF2B5EF4-FFF2-40B4-BE49-F238E27FC236}">
                  <a16:creationId xmlns:a16="http://schemas.microsoft.com/office/drawing/2014/main" id="{9AD3CFE6-8183-0910-A6CE-AAE31C7E3063}"/>
                </a:ext>
              </a:extLst>
            </p:cNvPr>
            <p:cNvSpPr>
              <a:spLocks noChangeArrowheads="1"/>
            </p:cNvSpPr>
            <p:nvPr/>
          </p:nvSpPr>
          <p:spPr bwMode="auto">
            <a:xfrm>
              <a:off x="3662363" y="3433763"/>
              <a:ext cx="1270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4" name="Rectangle 1114">
              <a:extLst>
                <a:ext uri="{FF2B5EF4-FFF2-40B4-BE49-F238E27FC236}">
                  <a16:creationId xmlns:a16="http://schemas.microsoft.com/office/drawing/2014/main" id="{27C4A39A-FAA6-982B-7142-8096F99E9495}"/>
                </a:ext>
              </a:extLst>
            </p:cNvPr>
            <p:cNvSpPr>
              <a:spLocks noChangeArrowheads="1"/>
            </p:cNvSpPr>
            <p:nvPr/>
          </p:nvSpPr>
          <p:spPr bwMode="auto">
            <a:xfrm>
              <a:off x="3657601" y="3400425"/>
              <a:ext cx="36513"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5" name="Freeform 1115">
              <a:extLst>
                <a:ext uri="{FF2B5EF4-FFF2-40B4-BE49-F238E27FC236}">
                  <a16:creationId xmlns:a16="http://schemas.microsoft.com/office/drawing/2014/main" id="{B53C679C-5FA0-3980-317A-7CDE470A8290}"/>
                </a:ext>
              </a:extLst>
            </p:cNvPr>
            <p:cNvSpPr>
              <a:spLocks/>
            </p:cNvSpPr>
            <p:nvPr/>
          </p:nvSpPr>
          <p:spPr bwMode="auto">
            <a:xfrm>
              <a:off x="3638551" y="3548063"/>
              <a:ext cx="66675" cy="53975"/>
            </a:xfrm>
            <a:custGeom>
              <a:avLst/>
              <a:gdLst>
                <a:gd name="T0" fmla="*/ 3 w 42"/>
                <a:gd name="T1" fmla="*/ 16 h 34"/>
                <a:gd name="T2" fmla="*/ 2 w 42"/>
                <a:gd name="T3" fmla="*/ 18 h 34"/>
                <a:gd name="T4" fmla="*/ 26 w 42"/>
                <a:gd name="T5" fmla="*/ 34 h 34"/>
                <a:gd name="T6" fmla="*/ 42 w 42"/>
                <a:gd name="T7" fmla="*/ 12 h 34"/>
                <a:gd name="T8" fmla="*/ 13 w 42"/>
                <a:gd name="T9" fmla="*/ 0 h 34"/>
                <a:gd name="T10" fmla="*/ 0 w 42"/>
                <a:gd name="T11" fmla="*/ 17 h 34"/>
                <a:gd name="T12" fmla="*/ 2 w 42"/>
                <a:gd name="T13" fmla="*/ 18 h 34"/>
                <a:gd name="T14" fmla="*/ 3 w 42"/>
                <a:gd name="T15" fmla="*/ 16 h 34"/>
                <a:gd name="T16" fmla="*/ 5 w 42"/>
                <a:gd name="T17" fmla="*/ 17 h 34"/>
                <a:gd name="T18" fmla="*/ 14 w 42"/>
                <a:gd name="T19" fmla="*/ 5 h 34"/>
                <a:gd name="T20" fmla="*/ 35 w 42"/>
                <a:gd name="T21" fmla="*/ 14 h 34"/>
                <a:gd name="T22" fmla="*/ 25 w 42"/>
                <a:gd name="T23" fmla="*/ 28 h 34"/>
                <a:gd name="T24" fmla="*/ 4 w 42"/>
                <a:gd name="T25" fmla="*/ 14 h 34"/>
                <a:gd name="T26" fmla="*/ 3 w 42"/>
                <a:gd name="T27" fmla="*/ 16 h 34"/>
                <a:gd name="T28" fmla="*/ 5 w 42"/>
                <a:gd name="T29" fmla="*/ 17 h 34"/>
                <a:gd name="T30" fmla="*/ 3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 y="16"/>
                  </a:moveTo>
                  <a:lnTo>
                    <a:pt x="2" y="18"/>
                  </a:lnTo>
                  <a:lnTo>
                    <a:pt x="26" y="34"/>
                  </a:lnTo>
                  <a:lnTo>
                    <a:pt x="42" y="12"/>
                  </a:lnTo>
                  <a:lnTo>
                    <a:pt x="13" y="0"/>
                  </a:lnTo>
                  <a:lnTo>
                    <a:pt x="0" y="17"/>
                  </a:lnTo>
                  <a:lnTo>
                    <a:pt x="2" y="18"/>
                  </a:lnTo>
                  <a:lnTo>
                    <a:pt x="3" y="16"/>
                  </a:lnTo>
                  <a:lnTo>
                    <a:pt x="5" y="17"/>
                  </a:lnTo>
                  <a:lnTo>
                    <a:pt x="14" y="5"/>
                  </a:lnTo>
                  <a:lnTo>
                    <a:pt x="35" y="14"/>
                  </a:lnTo>
                  <a:lnTo>
                    <a:pt x="25" y="28"/>
                  </a:lnTo>
                  <a:lnTo>
                    <a:pt x="4" y="14"/>
                  </a:lnTo>
                  <a:lnTo>
                    <a:pt x="3" y="16"/>
                  </a:lnTo>
                  <a:lnTo>
                    <a:pt x="5" y="17"/>
                  </a:lnTo>
                  <a:lnTo>
                    <a:pt x="3"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6" name="Freeform 1116">
              <a:extLst>
                <a:ext uri="{FF2B5EF4-FFF2-40B4-BE49-F238E27FC236}">
                  <a16:creationId xmlns:a16="http://schemas.microsoft.com/office/drawing/2014/main" id="{FBAE2F84-3A15-73DF-B590-28C959C95524}"/>
                </a:ext>
              </a:extLst>
            </p:cNvPr>
            <p:cNvSpPr>
              <a:spLocks/>
            </p:cNvSpPr>
            <p:nvPr/>
          </p:nvSpPr>
          <p:spPr bwMode="auto">
            <a:xfrm>
              <a:off x="3694113" y="3548063"/>
              <a:ext cx="66675" cy="53975"/>
            </a:xfrm>
            <a:custGeom>
              <a:avLst/>
              <a:gdLst>
                <a:gd name="T0" fmla="*/ 39 w 42"/>
                <a:gd name="T1" fmla="*/ 16 h 34"/>
                <a:gd name="T2" fmla="*/ 38 w 42"/>
                <a:gd name="T3" fmla="*/ 14 h 34"/>
                <a:gd name="T4" fmla="*/ 17 w 42"/>
                <a:gd name="T5" fmla="*/ 28 h 34"/>
                <a:gd name="T6" fmla="*/ 7 w 42"/>
                <a:gd name="T7" fmla="*/ 14 h 34"/>
                <a:gd name="T8" fmla="*/ 28 w 42"/>
                <a:gd name="T9" fmla="*/ 5 h 34"/>
                <a:gd name="T10" fmla="*/ 38 w 42"/>
                <a:gd name="T11" fmla="*/ 17 h 34"/>
                <a:gd name="T12" fmla="*/ 39 w 42"/>
                <a:gd name="T13" fmla="*/ 16 h 34"/>
                <a:gd name="T14" fmla="*/ 38 w 42"/>
                <a:gd name="T15" fmla="*/ 14 h 34"/>
                <a:gd name="T16" fmla="*/ 39 w 42"/>
                <a:gd name="T17" fmla="*/ 16 h 34"/>
                <a:gd name="T18" fmla="*/ 41 w 42"/>
                <a:gd name="T19" fmla="*/ 15 h 34"/>
                <a:gd name="T20" fmla="*/ 30 w 42"/>
                <a:gd name="T21" fmla="*/ 0 h 34"/>
                <a:gd name="T22" fmla="*/ 0 w 42"/>
                <a:gd name="T23" fmla="*/ 12 h 34"/>
                <a:gd name="T24" fmla="*/ 16 w 42"/>
                <a:gd name="T25" fmla="*/ 34 h 34"/>
                <a:gd name="T26" fmla="*/ 42 w 42"/>
                <a:gd name="T27" fmla="*/ 17 h 34"/>
                <a:gd name="T28" fmla="*/ 41 w 42"/>
                <a:gd name="T29" fmla="*/ 15 h 34"/>
                <a:gd name="T30" fmla="*/ 39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9" y="16"/>
                  </a:moveTo>
                  <a:lnTo>
                    <a:pt x="38" y="14"/>
                  </a:lnTo>
                  <a:lnTo>
                    <a:pt x="17" y="28"/>
                  </a:lnTo>
                  <a:lnTo>
                    <a:pt x="7" y="14"/>
                  </a:lnTo>
                  <a:lnTo>
                    <a:pt x="28" y="5"/>
                  </a:lnTo>
                  <a:lnTo>
                    <a:pt x="38" y="17"/>
                  </a:lnTo>
                  <a:lnTo>
                    <a:pt x="39" y="16"/>
                  </a:lnTo>
                  <a:lnTo>
                    <a:pt x="38" y="14"/>
                  </a:lnTo>
                  <a:lnTo>
                    <a:pt x="39" y="16"/>
                  </a:lnTo>
                  <a:lnTo>
                    <a:pt x="41" y="15"/>
                  </a:lnTo>
                  <a:lnTo>
                    <a:pt x="30" y="0"/>
                  </a:lnTo>
                  <a:lnTo>
                    <a:pt x="0" y="12"/>
                  </a:lnTo>
                  <a:lnTo>
                    <a:pt x="16" y="34"/>
                  </a:lnTo>
                  <a:lnTo>
                    <a:pt x="42" y="17"/>
                  </a:lnTo>
                  <a:lnTo>
                    <a:pt x="41" y="15"/>
                  </a:lnTo>
                  <a:lnTo>
                    <a:pt x="39"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7" name="Freeform 1117">
              <a:extLst>
                <a:ext uri="{FF2B5EF4-FFF2-40B4-BE49-F238E27FC236}">
                  <a16:creationId xmlns:a16="http://schemas.microsoft.com/office/drawing/2014/main" id="{B75FA920-8343-519A-8E80-9FCFE55D288E}"/>
                </a:ext>
              </a:extLst>
            </p:cNvPr>
            <p:cNvSpPr>
              <a:spLocks/>
            </p:cNvSpPr>
            <p:nvPr/>
          </p:nvSpPr>
          <p:spPr bwMode="auto">
            <a:xfrm>
              <a:off x="3683001" y="3587750"/>
              <a:ext cx="31750" cy="15875"/>
            </a:xfrm>
            <a:custGeom>
              <a:avLst/>
              <a:gdLst>
                <a:gd name="T0" fmla="*/ 0 w 20"/>
                <a:gd name="T1" fmla="*/ 3 h 10"/>
                <a:gd name="T2" fmla="*/ 11 w 20"/>
                <a:gd name="T3" fmla="*/ 10 h 10"/>
                <a:gd name="T4" fmla="*/ 20 w 20"/>
                <a:gd name="T5" fmla="*/ 3 h 10"/>
                <a:gd name="T6" fmla="*/ 18 w 20"/>
                <a:gd name="T7" fmla="*/ 0 h 10"/>
                <a:gd name="T8" fmla="*/ 11 w 20"/>
                <a:gd name="T9" fmla="*/ 5 h 10"/>
                <a:gd name="T10" fmla="*/ 2 w 20"/>
                <a:gd name="T11" fmla="*/ 0 h 10"/>
                <a:gd name="T12" fmla="*/ 0 w 20"/>
                <a:gd name="T13" fmla="*/ 3 h 10"/>
              </a:gdLst>
              <a:ahLst/>
              <a:cxnLst>
                <a:cxn ang="0">
                  <a:pos x="T0" y="T1"/>
                </a:cxn>
                <a:cxn ang="0">
                  <a:pos x="T2" y="T3"/>
                </a:cxn>
                <a:cxn ang="0">
                  <a:pos x="T4" y="T5"/>
                </a:cxn>
                <a:cxn ang="0">
                  <a:pos x="T6" y="T7"/>
                </a:cxn>
                <a:cxn ang="0">
                  <a:pos x="T8" y="T9"/>
                </a:cxn>
                <a:cxn ang="0">
                  <a:pos x="T10" y="T11"/>
                </a:cxn>
                <a:cxn ang="0">
                  <a:pos x="T12" y="T13"/>
                </a:cxn>
              </a:cxnLst>
              <a:rect l="0" t="0" r="r" b="b"/>
              <a:pathLst>
                <a:path w="20" h="10">
                  <a:moveTo>
                    <a:pt x="0" y="3"/>
                  </a:moveTo>
                  <a:lnTo>
                    <a:pt x="11" y="10"/>
                  </a:lnTo>
                  <a:lnTo>
                    <a:pt x="20" y="3"/>
                  </a:lnTo>
                  <a:lnTo>
                    <a:pt x="18" y="0"/>
                  </a:lnTo>
                  <a:lnTo>
                    <a:pt x="11" y="5"/>
                  </a:lnTo>
                  <a:lnTo>
                    <a:pt x="2" y="0"/>
                  </a:lnTo>
                  <a:lnTo>
                    <a:pt x="0" y="3"/>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8" name="Freeform 1118">
              <a:extLst>
                <a:ext uri="{FF2B5EF4-FFF2-40B4-BE49-F238E27FC236}">
                  <a16:creationId xmlns:a16="http://schemas.microsoft.com/office/drawing/2014/main" id="{92735659-87F8-E307-9550-AC106004C517}"/>
                </a:ext>
              </a:extLst>
            </p:cNvPr>
            <p:cNvSpPr>
              <a:spLocks/>
            </p:cNvSpPr>
            <p:nvPr/>
          </p:nvSpPr>
          <p:spPr bwMode="auto">
            <a:xfrm>
              <a:off x="3675063" y="3590925"/>
              <a:ext cx="17463" cy="46038"/>
            </a:xfrm>
            <a:custGeom>
              <a:avLst/>
              <a:gdLst>
                <a:gd name="T0" fmla="*/ 51 w 84"/>
                <a:gd name="T1" fmla="*/ 0 h 227"/>
                <a:gd name="T2" fmla="*/ 0 w 84"/>
                <a:gd name="T3" fmla="*/ 219 h 227"/>
                <a:gd name="T4" fmla="*/ 33 w 84"/>
                <a:gd name="T5" fmla="*/ 227 h 227"/>
                <a:gd name="T6" fmla="*/ 84 w 84"/>
                <a:gd name="T7" fmla="*/ 7 h 227"/>
              </a:gdLst>
              <a:ahLst/>
              <a:cxnLst>
                <a:cxn ang="0">
                  <a:pos x="T0" y="T1"/>
                </a:cxn>
                <a:cxn ang="0">
                  <a:pos x="T2" y="T3"/>
                </a:cxn>
                <a:cxn ang="0">
                  <a:pos x="T4" y="T5"/>
                </a:cxn>
                <a:cxn ang="0">
                  <a:pos x="T6" y="T7"/>
                </a:cxn>
              </a:cxnLst>
              <a:rect l="0" t="0" r="r" b="b"/>
              <a:pathLst>
                <a:path w="84" h="227">
                  <a:moveTo>
                    <a:pt x="51" y="0"/>
                  </a:moveTo>
                  <a:lnTo>
                    <a:pt x="0" y="219"/>
                  </a:lnTo>
                  <a:lnTo>
                    <a:pt x="33" y="227"/>
                  </a:lnTo>
                  <a:lnTo>
                    <a:pt x="84" y="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9" name="Freeform 1119">
              <a:extLst>
                <a:ext uri="{FF2B5EF4-FFF2-40B4-BE49-F238E27FC236}">
                  <a16:creationId xmlns:a16="http://schemas.microsoft.com/office/drawing/2014/main" id="{244CC1A0-0F14-B998-073A-ACA1410D116E}"/>
                </a:ext>
              </a:extLst>
            </p:cNvPr>
            <p:cNvSpPr>
              <a:spLocks/>
            </p:cNvSpPr>
            <p:nvPr/>
          </p:nvSpPr>
          <p:spPr bwMode="auto">
            <a:xfrm>
              <a:off x="3708401" y="3590925"/>
              <a:ext cx="17463" cy="46038"/>
            </a:xfrm>
            <a:custGeom>
              <a:avLst/>
              <a:gdLst>
                <a:gd name="T0" fmla="*/ 0 w 83"/>
                <a:gd name="T1" fmla="*/ 7 h 227"/>
                <a:gd name="T2" fmla="*/ 51 w 83"/>
                <a:gd name="T3" fmla="*/ 227 h 227"/>
                <a:gd name="T4" fmla="*/ 83 w 83"/>
                <a:gd name="T5" fmla="*/ 219 h 227"/>
                <a:gd name="T6" fmla="*/ 33 w 83"/>
                <a:gd name="T7" fmla="*/ 0 h 227"/>
              </a:gdLst>
              <a:ahLst/>
              <a:cxnLst>
                <a:cxn ang="0">
                  <a:pos x="T0" y="T1"/>
                </a:cxn>
                <a:cxn ang="0">
                  <a:pos x="T2" y="T3"/>
                </a:cxn>
                <a:cxn ang="0">
                  <a:pos x="T4" y="T5"/>
                </a:cxn>
                <a:cxn ang="0">
                  <a:pos x="T6" y="T7"/>
                </a:cxn>
              </a:cxnLst>
              <a:rect l="0" t="0" r="r" b="b"/>
              <a:pathLst>
                <a:path w="83" h="227">
                  <a:moveTo>
                    <a:pt x="0" y="7"/>
                  </a:moveTo>
                  <a:lnTo>
                    <a:pt x="51" y="227"/>
                  </a:lnTo>
                  <a:lnTo>
                    <a:pt x="83" y="219"/>
                  </a:lnTo>
                  <a:lnTo>
                    <a:pt x="33"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26" name="TextBox 625">
            <a:extLst>
              <a:ext uri="{FF2B5EF4-FFF2-40B4-BE49-F238E27FC236}">
                <a16:creationId xmlns:a16="http://schemas.microsoft.com/office/drawing/2014/main" id="{B361F17B-4725-2779-D8E4-DEE3E07FBFAB}"/>
              </a:ext>
            </a:extLst>
          </p:cNvPr>
          <p:cNvSpPr txBox="1"/>
          <p:nvPr/>
        </p:nvSpPr>
        <p:spPr>
          <a:xfrm>
            <a:off x="1260188" y="3473542"/>
            <a:ext cx="2082610" cy="1277273"/>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Understand Guidewire Product Capabilities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Deep-dive into Ways of working, Program methodology for Implementation phase</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Understand Release Scope</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Understanding base Architecture (e.g. Headless architecture for PolicyCenter)</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Understanding UWWB Scope, capabilities and what has been built &amp; planned</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Enabling SMEs with authority to decide</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Adapt Vs Adopt</a:t>
            </a:r>
          </a:p>
        </p:txBody>
      </p:sp>
      <p:sp>
        <p:nvSpPr>
          <p:cNvPr id="4" name="Scroll: Vertical 3">
            <a:extLst>
              <a:ext uri="{FF2B5EF4-FFF2-40B4-BE49-F238E27FC236}">
                <a16:creationId xmlns:a16="http://schemas.microsoft.com/office/drawing/2014/main" id="{D813E4CE-E6DB-331A-F56C-5076FEEB61F5}"/>
              </a:ext>
            </a:extLst>
          </p:cNvPr>
          <p:cNvSpPr/>
          <p:nvPr/>
        </p:nvSpPr>
        <p:spPr>
          <a:xfrm>
            <a:off x="3922925" y="1197099"/>
            <a:ext cx="1218288" cy="945888"/>
          </a:xfrm>
          <a:prstGeom prst="verticalScroll">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1" u="none" strike="noStrike" kern="1200" cap="none" spc="0" normalizeH="0" baseline="0" noProof="0">
                <a:ln>
                  <a:noFill/>
                </a:ln>
                <a:solidFill>
                  <a:prstClr val="black"/>
                </a:solidFill>
                <a:effectLst/>
                <a:uLnTx/>
                <a:uFillTx/>
                <a:latin typeface="Ubuntu"/>
                <a:ea typeface="+mn-ea"/>
                <a:cs typeface="+mn-cs"/>
              </a:rPr>
              <a:t>Mile-deep; Inch wide</a:t>
            </a:r>
            <a:endParaRPr kumimoji="0" lang="en-US" sz="1000" b="1" i="1" u="none" strike="noStrike" kern="1200" cap="none" spc="0" normalizeH="0" baseline="0" noProof="0" err="1">
              <a:ln>
                <a:noFill/>
              </a:ln>
              <a:solidFill>
                <a:prstClr val="black"/>
              </a:solidFill>
              <a:effectLst/>
              <a:uLnTx/>
              <a:uFillTx/>
              <a:latin typeface="Ubuntu"/>
              <a:ea typeface="+mn-ea"/>
              <a:cs typeface="+mn-cs"/>
            </a:endParaRPr>
          </a:p>
        </p:txBody>
      </p:sp>
      <p:sp>
        <p:nvSpPr>
          <p:cNvPr id="5" name="TextBox 4">
            <a:extLst>
              <a:ext uri="{FF2B5EF4-FFF2-40B4-BE49-F238E27FC236}">
                <a16:creationId xmlns:a16="http://schemas.microsoft.com/office/drawing/2014/main" id="{C4DD32DC-7DF5-0AB7-200E-06AB3A0EE834}"/>
              </a:ext>
            </a:extLst>
          </p:cNvPr>
          <p:cNvSpPr txBox="1"/>
          <p:nvPr/>
        </p:nvSpPr>
        <p:spPr>
          <a:xfrm>
            <a:off x="4034193" y="964209"/>
            <a:ext cx="1058101"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black"/>
                </a:solidFill>
                <a:effectLst/>
                <a:uLnTx/>
                <a:uFillTx/>
                <a:latin typeface="Ubuntu"/>
                <a:ea typeface="+mn-ea"/>
                <a:cs typeface="+mn-cs"/>
              </a:rPr>
              <a:t>Elaboration</a:t>
            </a:r>
            <a:endParaRPr kumimoji="0" lang="en-US" sz="1800" b="1" i="0" u="none" strike="noStrike" kern="1200" cap="none" spc="0" normalizeH="0" baseline="0" noProof="0">
              <a:ln>
                <a:noFill/>
              </a:ln>
              <a:solidFill>
                <a:prstClr val="black"/>
              </a:solidFill>
              <a:effectLst/>
              <a:uLnTx/>
              <a:uFillTx/>
              <a:latin typeface="Ubuntu"/>
              <a:ea typeface="+mn-ea"/>
              <a:cs typeface="+mn-cs"/>
            </a:endParaRPr>
          </a:p>
        </p:txBody>
      </p:sp>
      <p:sp>
        <p:nvSpPr>
          <p:cNvPr id="9" name="Frame 8">
            <a:extLst>
              <a:ext uri="{FF2B5EF4-FFF2-40B4-BE49-F238E27FC236}">
                <a16:creationId xmlns:a16="http://schemas.microsoft.com/office/drawing/2014/main" id="{4B648C71-CB7B-F65F-8680-42E32EF389B4}"/>
              </a:ext>
            </a:extLst>
          </p:cNvPr>
          <p:cNvSpPr/>
          <p:nvPr/>
        </p:nvSpPr>
        <p:spPr>
          <a:xfrm>
            <a:off x="3784785" y="940808"/>
            <a:ext cx="1494568" cy="1308008"/>
          </a:xfrm>
          <a:prstGeom prst="frame">
            <a:avLst>
              <a:gd name="adj1" fmla="val 3342"/>
            </a:avLst>
          </a:prstGeom>
          <a:solidFill>
            <a:schemeClr val="bg1">
              <a:lumMod val="95000"/>
            </a:scheme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black"/>
              </a:solidFill>
              <a:effectLst/>
              <a:uLnTx/>
              <a:uFillTx/>
              <a:latin typeface="Ubuntu"/>
              <a:ea typeface="+mn-ea"/>
              <a:cs typeface="+mn-cs"/>
            </a:endParaRPr>
          </a:p>
        </p:txBody>
      </p:sp>
      <p:grpSp>
        <p:nvGrpSpPr>
          <p:cNvPr id="10" name="Plan5" descr="{&quot;Key&quot;:&quot;POWER_USER_SHAPE_ICON&quot;,&quot;Value&quot;:&quot;POWER_USER_SHAPE_ICON_STYLE_1&quot;}">
            <a:extLst>
              <a:ext uri="{FF2B5EF4-FFF2-40B4-BE49-F238E27FC236}">
                <a16:creationId xmlns:a16="http://schemas.microsoft.com/office/drawing/2014/main" id="{1DEAA072-56C8-2247-4D72-8B3BC571126E}"/>
              </a:ext>
            </a:extLst>
          </p:cNvPr>
          <p:cNvGrpSpPr>
            <a:grpSpLocks noChangeAspect="1"/>
          </p:cNvGrpSpPr>
          <p:nvPr/>
        </p:nvGrpSpPr>
        <p:grpSpPr>
          <a:xfrm>
            <a:off x="7078343" y="857322"/>
            <a:ext cx="324000" cy="340341"/>
            <a:chOff x="8462963" y="1682750"/>
            <a:chExt cx="706430" cy="762001"/>
          </a:xfrm>
        </p:grpSpPr>
        <p:sp>
          <p:nvSpPr>
            <p:cNvPr id="11" name="Freeform 55">
              <a:extLst>
                <a:ext uri="{FF2B5EF4-FFF2-40B4-BE49-F238E27FC236}">
                  <a16:creationId xmlns:a16="http://schemas.microsoft.com/office/drawing/2014/main" id="{6C033B0E-C89A-8410-1380-2F4E4ED211EF}"/>
                </a:ext>
              </a:extLst>
            </p:cNvPr>
            <p:cNvSpPr>
              <a:spLocks/>
            </p:cNvSpPr>
            <p:nvPr/>
          </p:nvSpPr>
          <p:spPr bwMode="auto">
            <a:xfrm>
              <a:off x="8462963" y="2109788"/>
              <a:ext cx="317500" cy="244475"/>
            </a:xfrm>
            <a:custGeom>
              <a:avLst/>
              <a:gdLst>
                <a:gd name="T0" fmla="*/ 124 w 424"/>
                <a:gd name="T1" fmla="*/ 325 h 325"/>
                <a:gd name="T2" fmla="*/ 7 w 424"/>
                <a:gd name="T3" fmla="*/ 141 h 325"/>
                <a:gd name="T4" fmla="*/ 14 w 424"/>
                <a:gd name="T5" fmla="*/ 115 h 325"/>
                <a:gd name="T6" fmla="*/ 259 w 424"/>
                <a:gd name="T7" fmla="*/ 5 h 325"/>
                <a:gd name="T8" fmla="*/ 291 w 424"/>
                <a:gd name="T9" fmla="*/ 16 h 325"/>
                <a:gd name="T10" fmla="*/ 424 w 424"/>
                <a:gd name="T11" fmla="*/ 228 h 325"/>
              </a:gdLst>
              <a:ahLst/>
              <a:cxnLst>
                <a:cxn ang="0">
                  <a:pos x="T0" y="T1"/>
                </a:cxn>
                <a:cxn ang="0">
                  <a:pos x="T2" y="T3"/>
                </a:cxn>
                <a:cxn ang="0">
                  <a:pos x="T4" y="T5"/>
                </a:cxn>
                <a:cxn ang="0">
                  <a:pos x="T6" y="T7"/>
                </a:cxn>
                <a:cxn ang="0">
                  <a:pos x="T8" y="T9"/>
                </a:cxn>
                <a:cxn ang="0">
                  <a:pos x="T10" y="T11"/>
                </a:cxn>
              </a:cxnLst>
              <a:rect l="0" t="0" r="r" b="b"/>
              <a:pathLst>
                <a:path w="424" h="325">
                  <a:moveTo>
                    <a:pt x="124" y="325"/>
                  </a:moveTo>
                  <a:lnTo>
                    <a:pt x="7" y="141"/>
                  </a:lnTo>
                  <a:cubicBezTo>
                    <a:pt x="0" y="130"/>
                    <a:pt x="3" y="119"/>
                    <a:pt x="14" y="115"/>
                  </a:cubicBezTo>
                  <a:lnTo>
                    <a:pt x="259" y="5"/>
                  </a:lnTo>
                  <a:cubicBezTo>
                    <a:pt x="273" y="0"/>
                    <a:pt x="282" y="3"/>
                    <a:pt x="291" y="16"/>
                  </a:cubicBezTo>
                  <a:lnTo>
                    <a:pt x="424" y="228"/>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Freeform 56">
              <a:extLst>
                <a:ext uri="{FF2B5EF4-FFF2-40B4-BE49-F238E27FC236}">
                  <a16:creationId xmlns:a16="http://schemas.microsoft.com/office/drawing/2014/main" id="{A2751DBC-B20A-95E2-A1B9-B62E93C2AB97}"/>
                </a:ext>
              </a:extLst>
            </p:cNvPr>
            <p:cNvSpPr>
              <a:spLocks/>
            </p:cNvSpPr>
            <p:nvPr/>
          </p:nvSpPr>
          <p:spPr bwMode="auto">
            <a:xfrm>
              <a:off x="8547093" y="2035175"/>
              <a:ext cx="622300" cy="409576"/>
            </a:xfrm>
            <a:custGeom>
              <a:avLst/>
              <a:gdLst>
                <a:gd name="T0" fmla="*/ 516 w 828"/>
                <a:gd name="T1" fmla="*/ 518 h 544"/>
                <a:gd name="T2" fmla="*/ 828 w 828"/>
                <a:gd name="T3" fmla="*/ 518 h 544"/>
                <a:gd name="T4" fmla="*/ 784 w 828"/>
                <a:gd name="T5" fmla="*/ 202 h 544"/>
                <a:gd name="T6" fmla="*/ 577 w 828"/>
                <a:gd name="T7" fmla="*/ 0 h 544"/>
                <a:gd name="T8" fmla="*/ 390 w 828"/>
                <a:gd name="T9" fmla="*/ 142 h 544"/>
                <a:gd name="T10" fmla="*/ 292 w 828"/>
                <a:gd name="T11" fmla="*/ 372 h 544"/>
                <a:gd name="T12" fmla="*/ 49 w 828"/>
                <a:gd name="T13" fmla="*/ 397 h 544"/>
                <a:gd name="T14" fmla="*/ 0 w 828"/>
                <a:gd name="T15" fmla="*/ 469 h 544"/>
                <a:gd name="T16" fmla="*/ 86 w 828"/>
                <a:gd name="T17" fmla="*/ 544 h 544"/>
                <a:gd name="T18" fmla="*/ 365 w 828"/>
                <a:gd name="T19" fmla="*/ 544 h 544"/>
                <a:gd name="T20" fmla="*/ 456 w 828"/>
                <a:gd name="T21" fmla="*/ 481 h 544"/>
                <a:gd name="T22" fmla="*/ 559 w 828"/>
                <a:gd name="T23" fmla="*/ 270 h 544"/>
                <a:gd name="T24" fmla="*/ 559 w 828"/>
                <a:gd name="T25" fmla="*/ 27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28" h="544">
                  <a:moveTo>
                    <a:pt x="516" y="518"/>
                  </a:moveTo>
                  <a:lnTo>
                    <a:pt x="828" y="518"/>
                  </a:lnTo>
                  <a:lnTo>
                    <a:pt x="784" y="202"/>
                  </a:lnTo>
                  <a:cubicBezTo>
                    <a:pt x="762" y="62"/>
                    <a:pt x="683" y="0"/>
                    <a:pt x="577" y="0"/>
                  </a:cubicBezTo>
                  <a:cubicBezTo>
                    <a:pt x="501" y="0"/>
                    <a:pt x="430" y="43"/>
                    <a:pt x="390" y="142"/>
                  </a:cubicBezTo>
                  <a:lnTo>
                    <a:pt x="292" y="372"/>
                  </a:lnTo>
                  <a:lnTo>
                    <a:pt x="49" y="397"/>
                  </a:lnTo>
                  <a:cubicBezTo>
                    <a:pt x="20" y="406"/>
                    <a:pt x="0" y="428"/>
                    <a:pt x="0" y="469"/>
                  </a:cubicBezTo>
                  <a:cubicBezTo>
                    <a:pt x="0" y="518"/>
                    <a:pt x="32" y="544"/>
                    <a:pt x="86" y="544"/>
                  </a:cubicBezTo>
                  <a:lnTo>
                    <a:pt x="365" y="544"/>
                  </a:lnTo>
                  <a:cubicBezTo>
                    <a:pt x="405" y="544"/>
                    <a:pt x="436" y="521"/>
                    <a:pt x="456" y="481"/>
                  </a:cubicBezTo>
                  <a:cubicBezTo>
                    <a:pt x="483" y="426"/>
                    <a:pt x="530" y="330"/>
                    <a:pt x="559" y="270"/>
                  </a:cubicBezTo>
                  <a:lnTo>
                    <a:pt x="559" y="270"/>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Line 57">
              <a:extLst>
                <a:ext uri="{FF2B5EF4-FFF2-40B4-BE49-F238E27FC236}">
                  <a16:creationId xmlns:a16="http://schemas.microsoft.com/office/drawing/2014/main" id="{F698FC6E-2FB4-2314-8C8B-C57390821D51}"/>
                </a:ext>
              </a:extLst>
            </p:cNvPr>
            <p:cNvSpPr>
              <a:spLocks noChangeShapeType="1"/>
            </p:cNvSpPr>
            <p:nvPr/>
          </p:nvSpPr>
          <p:spPr bwMode="auto">
            <a:xfrm flipH="1">
              <a:off x="8593138" y="2265363"/>
              <a:ext cx="17463" cy="6667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58">
              <a:extLst>
                <a:ext uri="{FF2B5EF4-FFF2-40B4-BE49-F238E27FC236}">
                  <a16:creationId xmlns:a16="http://schemas.microsoft.com/office/drawing/2014/main" id="{A040A24D-0B26-EF9B-2598-CC955239BD0E}"/>
                </a:ext>
              </a:extLst>
            </p:cNvPr>
            <p:cNvSpPr>
              <a:spLocks/>
            </p:cNvSpPr>
            <p:nvPr/>
          </p:nvSpPr>
          <p:spPr bwMode="auto">
            <a:xfrm>
              <a:off x="8709025" y="1806575"/>
              <a:ext cx="279400" cy="204788"/>
            </a:xfrm>
            <a:custGeom>
              <a:avLst/>
              <a:gdLst>
                <a:gd name="T0" fmla="*/ 351 w 372"/>
                <a:gd name="T1" fmla="*/ 0 h 273"/>
                <a:gd name="T2" fmla="*/ 372 w 372"/>
                <a:gd name="T3" fmla="*/ 85 h 273"/>
                <a:gd name="T4" fmla="*/ 186 w 372"/>
                <a:gd name="T5" fmla="*/ 273 h 273"/>
                <a:gd name="T6" fmla="*/ 0 w 372"/>
                <a:gd name="T7" fmla="*/ 113 h 273"/>
              </a:gdLst>
              <a:ahLst/>
              <a:cxnLst>
                <a:cxn ang="0">
                  <a:pos x="T0" y="T1"/>
                </a:cxn>
                <a:cxn ang="0">
                  <a:pos x="T2" y="T3"/>
                </a:cxn>
                <a:cxn ang="0">
                  <a:pos x="T4" y="T5"/>
                </a:cxn>
                <a:cxn ang="0">
                  <a:pos x="T6" y="T7"/>
                </a:cxn>
              </a:cxnLst>
              <a:rect l="0" t="0" r="r" b="b"/>
              <a:pathLst>
                <a:path w="372" h="273">
                  <a:moveTo>
                    <a:pt x="351" y="0"/>
                  </a:moveTo>
                  <a:cubicBezTo>
                    <a:pt x="364" y="26"/>
                    <a:pt x="372" y="55"/>
                    <a:pt x="372" y="85"/>
                  </a:cubicBezTo>
                  <a:cubicBezTo>
                    <a:pt x="372" y="188"/>
                    <a:pt x="289" y="272"/>
                    <a:pt x="186" y="273"/>
                  </a:cubicBezTo>
                  <a:cubicBezTo>
                    <a:pt x="91" y="273"/>
                    <a:pt x="14" y="203"/>
                    <a:pt x="0" y="113"/>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Freeform 59">
              <a:extLst>
                <a:ext uri="{FF2B5EF4-FFF2-40B4-BE49-F238E27FC236}">
                  <a16:creationId xmlns:a16="http://schemas.microsoft.com/office/drawing/2014/main" id="{B77FEB7B-103A-6C9A-6463-7AD3AB580EA3}"/>
                </a:ext>
              </a:extLst>
            </p:cNvPr>
            <p:cNvSpPr>
              <a:spLocks/>
            </p:cNvSpPr>
            <p:nvPr/>
          </p:nvSpPr>
          <p:spPr bwMode="auto">
            <a:xfrm>
              <a:off x="8667750" y="1682750"/>
              <a:ext cx="312738" cy="206375"/>
            </a:xfrm>
            <a:custGeom>
              <a:avLst/>
              <a:gdLst>
                <a:gd name="T0" fmla="*/ 418 w 418"/>
                <a:gd name="T1" fmla="*/ 145 h 274"/>
                <a:gd name="T2" fmla="*/ 222 w 418"/>
                <a:gd name="T3" fmla="*/ 0 h 274"/>
                <a:gd name="T4" fmla="*/ 165 w 418"/>
                <a:gd name="T5" fmla="*/ 9 h 274"/>
                <a:gd name="T6" fmla="*/ 37 w 418"/>
                <a:gd name="T7" fmla="*/ 274 h 274"/>
              </a:gdLst>
              <a:ahLst/>
              <a:cxnLst>
                <a:cxn ang="0">
                  <a:pos x="T0" y="T1"/>
                </a:cxn>
                <a:cxn ang="0">
                  <a:pos x="T2" y="T3"/>
                </a:cxn>
                <a:cxn ang="0">
                  <a:pos x="T4" y="T5"/>
                </a:cxn>
                <a:cxn ang="0">
                  <a:pos x="T6" y="T7"/>
                </a:cxn>
              </a:cxnLst>
              <a:rect l="0" t="0" r="r" b="b"/>
              <a:pathLst>
                <a:path w="418" h="274">
                  <a:moveTo>
                    <a:pt x="418" y="145"/>
                  </a:moveTo>
                  <a:cubicBezTo>
                    <a:pt x="396" y="67"/>
                    <a:pt x="314" y="0"/>
                    <a:pt x="222" y="0"/>
                  </a:cubicBezTo>
                  <a:cubicBezTo>
                    <a:pt x="203" y="0"/>
                    <a:pt x="184" y="3"/>
                    <a:pt x="165" y="9"/>
                  </a:cubicBezTo>
                  <a:cubicBezTo>
                    <a:pt x="61" y="43"/>
                    <a:pt x="0" y="154"/>
                    <a:pt x="37" y="274"/>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Line 60">
              <a:extLst>
                <a:ext uri="{FF2B5EF4-FFF2-40B4-BE49-F238E27FC236}">
                  <a16:creationId xmlns:a16="http://schemas.microsoft.com/office/drawing/2014/main" id="{A6DED229-83D8-6940-6B37-127348E70360}"/>
                </a:ext>
              </a:extLst>
            </p:cNvPr>
            <p:cNvSpPr>
              <a:spLocks noChangeShapeType="1"/>
            </p:cNvSpPr>
            <p:nvPr/>
          </p:nvSpPr>
          <p:spPr bwMode="auto">
            <a:xfrm flipH="1">
              <a:off x="8645525" y="1792288"/>
              <a:ext cx="347663" cy="11112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38098280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 name="Text Placeholder 20">
            <a:extLst>
              <a:ext uri="{FF2B5EF4-FFF2-40B4-BE49-F238E27FC236}">
                <a16:creationId xmlns:a16="http://schemas.microsoft.com/office/drawing/2014/main" id="{78BB1F18-60A2-3691-0C96-DF06CA4A536C}"/>
              </a:ext>
            </a:extLst>
          </p:cNvPr>
          <p:cNvSpPr txBox="1">
            <a:spLocks/>
          </p:cNvSpPr>
          <p:nvPr/>
        </p:nvSpPr>
        <p:spPr>
          <a:xfrm>
            <a:off x="10382574" y="695359"/>
            <a:ext cx="1755746" cy="6006811"/>
          </a:xfrm>
          <a:prstGeom prst="rect">
            <a:avLst/>
          </a:prstGeom>
          <a:solidFill>
            <a:schemeClr val="accent2">
              <a:lumMod val="20000"/>
              <a:lumOff val="80000"/>
            </a:schemeClr>
          </a:solidFill>
        </p:spPr>
        <p:txBody>
          <a:bodyPr wrap="square" lIns="91440" tIns="91440" rIns="91440" bIns="91440" anchor="t" anchorCtr="0">
            <a:noAutofit/>
          </a:bodyPr>
          <a:lstStyle>
            <a:defPPr>
              <a:defRPr lang="pt-PT"/>
            </a:defPPr>
            <a:lvl1pPr marL="0" algn="r"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
              </a:spcBef>
              <a:spcAft>
                <a:spcPts val="100"/>
              </a:spcAft>
              <a:buClr>
                <a:srgbClr val="ECECEC"/>
              </a:buClr>
              <a:buSzTx/>
              <a:buFontTx/>
              <a:buNone/>
              <a:tabLst/>
              <a:defRPr/>
            </a:pPr>
            <a:endParaRPr kumimoji="0" lang="en-US" sz="1600" b="1" i="0" u="none" strike="noStrike" kern="1200" cap="none" spc="0" normalizeH="0" baseline="0" noProof="0">
              <a:ln>
                <a:noFill/>
              </a:ln>
              <a:solidFill>
                <a:srgbClr val="4A66AC"/>
              </a:solidFill>
              <a:effectLst/>
              <a:uLnTx/>
              <a:uFillTx/>
              <a:latin typeface="Ubuntu" panose="020B0504030602030204" pitchFamily="34" charset="0"/>
              <a:ea typeface="+mn-ea"/>
              <a:cs typeface="+mn-cs"/>
            </a:endParaRPr>
          </a:p>
        </p:txBody>
      </p:sp>
      <p:sp>
        <p:nvSpPr>
          <p:cNvPr id="418" name="Rounded Rectangle 67">
            <a:extLst>
              <a:ext uri="{FF2B5EF4-FFF2-40B4-BE49-F238E27FC236}">
                <a16:creationId xmlns:a16="http://schemas.microsoft.com/office/drawing/2014/main" id="{CF47D172-5A00-2222-9276-6B84393088EB}"/>
              </a:ext>
            </a:extLst>
          </p:cNvPr>
          <p:cNvSpPr>
            <a:spLocks/>
          </p:cNvSpPr>
          <p:nvPr/>
        </p:nvSpPr>
        <p:spPr>
          <a:xfrm>
            <a:off x="10474014" y="2861065"/>
            <a:ext cx="1618485" cy="2132527"/>
          </a:xfrm>
          <a:prstGeom prst="roundRect">
            <a:avLst>
              <a:gd name="adj" fmla="val 5380"/>
            </a:avLst>
          </a:prstGeom>
          <a:noFill/>
          <a:ln w="19050" cap="flat" cmpd="sng" algn="ctr">
            <a:solidFill>
              <a:schemeClr val="bg1">
                <a:lumMod val="85000"/>
              </a:schemeClr>
            </a:solidFill>
            <a:prstDash val="solid"/>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3" name="Title 3">
            <a:extLst>
              <a:ext uri="{FF2B5EF4-FFF2-40B4-BE49-F238E27FC236}">
                <a16:creationId xmlns:a16="http://schemas.microsoft.com/office/drawing/2014/main" id="{AA517563-EC26-4A72-6E3A-2F909348303E}"/>
              </a:ext>
            </a:extLst>
          </p:cNvPr>
          <p:cNvSpPr txBox="1">
            <a:spLocks/>
          </p:cNvSpPr>
          <p:nvPr/>
        </p:nvSpPr>
        <p:spPr>
          <a:xfrm>
            <a:off x="212822" y="155830"/>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2800" b="0" i="0" u="none" strike="noStrike" kern="1200" cap="none" spc="0" normalizeH="0" baseline="0" noProof="0">
                <a:ln>
                  <a:noFill/>
                </a:ln>
                <a:solidFill>
                  <a:srgbClr val="0070C0"/>
                </a:solidFill>
                <a:effectLst/>
                <a:uLnTx/>
                <a:uFillTx/>
                <a:latin typeface="Ubuntu Medium"/>
                <a:ea typeface="+mj-ea"/>
                <a:cs typeface="+mj-cs"/>
                <a:sym typeface="Trebuchet MS" panose="020B0603020202020204" pitchFamily="34" charset="0"/>
              </a:rPr>
              <a:t>‘A day in a life’ during Elaboration Playback sessions*</a:t>
            </a:r>
            <a:endParaRPr kumimoji="0" lang="en-US" sz="2800" b="0" i="0" u="none" strike="noStrike" kern="1200" cap="none" spc="0" normalizeH="0" baseline="0" noProof="0">
              <a:ln>
                <a:noFill/>
              </a:ln>
              <a:solidFill>
                <a:srgbClr val="0070C0"/>
              </a:solidFill>
              <a:effectLst/>
              <a:uLnTx/>
              <a:uFillTx/>
              <a:latin typeface="Ubuntu Medium"/>
              <a:ea typeface="+mj-ea"/>
              <a:cs typeface="+mj-cs"/>
              <a:sym typeface="Trebuchet MS" panose="020B0603020202020204" pitchFamily="34" charset="0"/>
            </a:endParaRPr>
          </a:p>
        </p:txBody>
      </p:sp>
      <p:grpSp>
        <p:nvGrpSpPr>
          <p:cNvPr id="407" name="Groupe 303">
            <a:extLst>
              <a:ext uri="{FF2B5EF4-FFF2-40B4-BE49-F238E27FC236}">
                <a16:creationId xmlns:a16="http://schemas.microsoft.com/office/drawing/2014/main" id="{BFDF5E2C-2CA6-5DF7-3FDE-E6B7D4D1B7E5}"/>
              </a:ext>
            </a:extLst>
          </p:cNvPr>
          <p:cNvGrpSpPr>
            <a:grpSpLocks noChangeAspect="1"/>
          </p:cNvGrpSpPr>
          <p:nvPr/>
        </p:nvGrpSpPr>
        <p:grpSpPr>
          <a:xfrm>
            <a:off x="10519094" y="2584735"/>
            <a:ext cx="304203" cy="264784"/>
            <a:chOff x="5053013" y="5526088"/>
            <a:chExt cx="420688" cy="384176"/>
          </a:xfrm>
        </p:grpSpPr>
        <p:sp>
          <p:nvSpPr>
            <p:cNvPr id="408" name="Freeform 149">
              <a:extLst>
                <a:ext uri="{FF2B5EF4-FFF2-40B4-BE49-F238E27FC236}">
                  <a16:creationId xmlns:a16="http://schemas.microsoft.com/office/drawing/2014/main" id="{C7D07B8C-2989-8F5D-6111-BD1A2A36F681}"/>
                </a:ext>
              </a:extLst>
            </p:cNvPr>
            <p:cNvSpPr>
              <a:spLocks/>
            </p:cNvSpPr>
            <p:nvPr/>
          </p:nvSpPr>
          <p:spPr bwMode="auto">
            <a:xfrm>
              <a:off x="5429251" y="5526088"/>
              <a:ext cx="44450" cy="384175"/>
            </a:xfrm>
            <a:custGeom>
              <a:avLst/>
              <a:gdLst>
                <a:gd name="T0" fmla="*/ 12 w 12"/>
                <a:gd name="T1" fmla="*/ 102 h 102"/>
                <a:gd name="T2" fmla="*/ 0 w 12"/>
                <a:gd name="T3" fmla="*/ 102 h 102"/>
                <a:gd name="T4" fmla="*/ 0 w 12"/>
                <a:gd name="T5" fmla="*/ 0 h 102"/>
                <a:gd name="T6" fmla="*/ 9 w 12"/>
                <a:gd name="T7" fmla="*/ 0 h 102"/>
                <a:gd name="T8" fmla="*/ 12 w 12"/>
                <a:gd name="T9" fmla="*/ 4 h 102"/>
                <a:gd name="T10" fmla="*/ 12 w 12"/>
                <a:gd name="T11" fmla="*/ 102 h 102"/>
              </a:gdLst>
              <a:ahLst/>
              <a:cxnLst>
                <a:cxn ang="0">
                  <a:pos x="T0" y="T1"/>
                </a:cxn>
                <a:cxn ang="0">
                  <a:pos x="T2" y="T3"/>
                </a:cxn>
                <a:cxn ang="0">
                  <a:pos x="T4" y="T5"/>
                </a:cxn>
                <a:cxn ang="0">
                  <a:pos x="T6" y="T7"/>
                </a:cxn>
                <a:cxn ang="0">
                  <a:pos x="T8" y="T9"/>
                </a:cxn>
                <a:cxn ang="0">
                  <a:pos x="T10" y="T11"/>
                </a:cxn>
              </a:cxnLst>
              <a:rect l="0" t="0" r="r" b="b"/>
              <a:pathLst>
                <a:path w="12" h="102">
                  <a:moveTo>
                    <a:pt x="12" y="102"/>
                  </a:moveTo>
                  <a:cubicBezTo>
                    <a:pt x="0" y="102"/>
                    <a:pt x="0" y="102"/>
                    <a:pt x="0" y="102"/>
                  </a:cubicBezTo>
                  <a:cubicBezTo>
                    <a:pt x="0" y="102"/>
                    <a:pt x="0" y="20"/>
                    <a:pt x="0" y="0"/>
                  </a:cubicBezTo>
                  <a:cubicBezTo>
                    <a:pt x="1" y="1"/>
                    <a:pt x="9" y="0"/>
                    <a:pt x="9" y="0"/>
                  </a:cubicBezTo>
                  <a:cubicBezTo>
                    <a:pt x="10" y="0"/>
                    <a:pt x="12" y="2"/>
                    <a:pt x="12" y="4"/>
                  </a:cubicBezTo>
                  <a:lnTo>
                    <a:pt x="12" y="102"/>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09" name="Freeform 150">
              <a:extLst>
                <a:ext uri="{FF2B5EF4-FFF2-40B4-BE49-F238E27FC236}">
                  <a16:creationId xmlns:a16="http://schemas.microsoft.com/office/drawing/2014/main" id="{5BE55E81-37F9-7099-5ADF-949A6F8BE412}"/>
                </a:ext>
              </a:extLst>
            </p:cNvPr>
            <p:cNvSpPr>
              <a:spLocks/>
            </p:cNvSpPr>
            <p:nvPr/>
          </p:nvSpPr>
          <p:spPr bwMode="auto">
            <a:xfrm>
              <a:off x="5365751" y="5632451"/>
              <a:ext cx="44450" cy="277813"/>
            </a:xfrm>
            <a:custGeom>
              <a:avLst/>
              <a:gdLst>
                <a:gd name="T0" fmla="*/ 12 w 12"/>
                <a:gd name="T1" fmla="*/ 74 h 74"/>
                <a:gd name="T2" fmla="*/ 0 w 12"/>
                <a:gd name="T3" fmla="*/ 74 h 74"/>
                <a:gd name="T4" fmla="*/ 0 w 12"/>
                <a:gd name="T5" fmla="*/ 0 h 74"/>
                <a:gd name="T6" fmla="*/ 9 w 12"/>
                <a:gd name="T7" fmla="*/ 0 h 74"/>
                <a:gd name="T8" fmla="*/ 12 w 12"/>
                <a:gd name="T9" fmla="*/ 2 h 74"/>
                <a:gd name="T10" fmla="*/ 12 w 12"/>
                <a:gd name="T11" fmla="*/ 74 h 74"/>
              </a:gdLst>
              <a:ahLst/>
              <a:cxnLst>
                <a:cxn ang="0">
                  <a:pos x="T0" y="T1"/>
                </a:cxn>
                <a:cxn ang="0">
                  <a:pos x="T2" y="T3"/>
                </a:cxn>
                <a:cxn ang="0">
                  <a:pos x="T4" y="T5"/>
                </a:cxn>
                <a:cxn ang="0">
                  <a:pos x="T6" y="T7"/>
                </a:cxn>
                <a:cxn ang="0">
                  <a:pos x="T8" y="T9"/>
                </a:cxn>
                <a:cxn ang="0">
                  <a:pos x="T10" y="T11"/>
                </a:cxn>
              </a:cxnLst>
              <a:rect l="0" t="0" r="r" b="b"/>
              <a:pathLst>
                <a:path w="12" h="74">
                  <a:moveTo>
                    <a:pt x="12" y="74"/>
                  </a:moveTo>
                  <a:cubicBezTo>
                    <a:pt x="0" y="74"/>
                    <a:pt x="0" y="74"/>
                    <a:pt x="0" y="74"/>
                  </a:cubicBezTo>
                  <a:cubicBezTo>
                    <a:pt x="0" y="74"/>
                    <a:pt x="0" y="14"/>
                    <a:pt x="0" y="0"/>
                  </a:cubicBezTo>
                  <a:cubicBezTo>
                    <a:pt x="1" y="0"/>
                    <a:pt x="9" y="0"/>
                    <a:pt x="9" y="0"/>
                  </a:cubicBezTo>
                  <a:cubicBezTo>
                    <a:pt x="11" y="0"/>
                    <a:pt x="12" y="1"/>
                    <a:pt x="12" y="2"/>
                  </a:cubicBezTo>
                  <a:lnTo>
                    <a:pt x="12" y="74"/>
                  </a:lnTo>
                  <a:close/>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0" name="Freeform 151">
              <a:extLst>
                <a:ext uri="{FF2B5EF4-FFF2-40B4-BE49-F238E27FC236}">
                  <a16:creationId xmlns:a16="http://schemas.microsoft.com/office/drawing/2014/main" id="{E6778B4D-DF22-48BA-7F25-A4C246B52E99}"/>
                </a:ext>
              </a:extLst>
            </p:cNvPr>
            <p:cNvSpPr>
              <a:spLocks/>
            </p:cNvSpPr>
            <p:nvPr/>
          </p:nvSpPr>
          <p:spPr bwMode="auto">
            <a:xfrm>
              <a:off x="5300663" y="5688013"/>
              <a:ext cx="46038" cy="222250"/>
            </a:xfrm>
            <a:custGeom>
              <a:avLst/>
              <a:gdLst>
                <a:gd name="T0" fmla="*/ 12 w 12"/>
                <a:gd name="T1" fmla="*/ 59 h 59"/>
                <a:gd name="T2" fmla="*/ 0 w 12"/>
                <a:gd name="T3" fmla="*/ 59 h 59"/>
                <a:gd name="T4" fmla="*/ 0 w 12"/>
                <a:gd name="T5" fmla="*/ 0 h 59"/>
                <a:gd name="T6" fmla="*/ 9 w 12"/>
                <a:gd name="T7" fmla="*/ 0 h 59"/>
                <a:gd name="T8" fmla="*/ 12 w 12"/>
                <a:gd name="T9" fmla="*/ 2 h 59"/>
                <a:gd name="T10" fmla="*/ 12 w 12"/>
                <a:gd name="T11" fmla="*/ 59 h 59"/>
              </a:gdLst>
              <a:ahLst/>
              <a:cxnLst>
                <a:cxn ang="0">
                  <a:pos x="T0" y="T1"/>
                </a:cxn>
                <a:cxn ang="0">
                  <a:pos x="T2" y="T3"/>
                </a:cxn>
                <a:cxn ang="0">
                  <a:pos x="T4" y="T5"/>
                </a:cxn>
                <a:cxn ang="0">
                  <a:pos x="T6" y="T7"/>
                </a:cxn>
                <a:cxn ang="0">
                  <a:pos x="T8" y="T9"/>
                </a:cxn>
                <a:cxn ang="0">
                  <a:pos x="T10" y="T11"/>
                </a:cxn>
              </a:cxnLst>
              <a:rect l="0" t="0" r="r" b="b"/>
              <a:pathLst>
                <a:path w="12" h="59">
                  <a:moveTo>
                    <a:pt x="12" y="59"/>
                  </a:moveTo>
                  <a:cubicBezTo>
                    <a:pt x="0" y="59"/>
                    <a:pt x="0" y="59"/>
                    <a:pt x="0" y="59"/>
                  </a:cubicBezTo>
                  <a:cubicBezTo>
                    <a:pt x="0" y="59"/>
                    <a:pt x="0" y="11"/>
                    <a:pt x="0" y="0"/>
                  </a:cubicBezTo>
                  <a:cubicBezTo>
                    <a:pt x="2" y="0"/>
                    <a:pt x="9" y="0"/>
                    <a:pt x="9" y="0"/>
                  </a:cubicBezTo>
                  <a:cubicBezTo>
                    <a:pt x="11" y="0"/>
                    <a:pt x="12" y="1"/>
                    <a:pt x="12" y="2"/>
                  </a:cubicBezTo>
                  <a:lnTo>
                    <a:pt x="12" y="59"/>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1" name="Freeform 152">
              <a:extLst>
                <a:ext uri="{FF2B5EF4-FFF2-40B4-BE49-F238E27FC236}">
                  <a16:creationId xmlns:a16="http://schemas.microsoft.com/office/drawing/2014/main" id="{F23ECB59-52E6-2CD9-5234-145D3102BBDF}"/>
                </a:ext>
              </a:extLst>
            </p:cNvPr>
            <p:cNvSpPr>
              <a:spLocks/>
            </p:cNvSpPr>
            <p:nvPr/>
          </p:nvSpPr>
          <p:spPr bwMode="auto">
            <a:xfrm>
              <a:off x="5241926" y="5748338"/>
              <a:ext cx="44450" cy="161925"/>
            </a:xfrm>
            <a:custGeom>
              <a:avLst/>
              <a:gdLst>
                <a:gd name="T0" fmla="*/ 12 w 12"/>
                <a:gd name="T1" fmla="*/ 43 h 43"/>
                <a:gd name="T2" fmla="*/ 0 w 12"/>
                <a:gd name="T3" fmla="*/ 43 h 43"/>
                <a:gd name="T4" fmla="*/ 0 w 12"/>
                <a:gd name="T5" fmla="*/ 0 h 43"/>
                <a:gd name="T6" fmla="*/ 9 w 12"/>
                <a:gd name="T7" fmla="*/ 0 h 43"/>
                <a:gd name="T8" fmla="*/ 12 w 12"/>
                <a:gd name="T9" fmla="*/ 2 h 43"/>
                <a:gd name="T10" fmla="*/ 12 w 12"/>
                <a:gd name="T11" fmla="*/ 43 h 43"/>
              </a:gdLst>
              <a:ahLst/>
              <a:cxnLst>
                <a:cxn ang="0">
                  <a:pos x="T0" y="T1"/>
                </a:cxn>
                <a:cxn ang="0">
                  <a:pos x="T2" y="T3"/>
                </a:cxn>
                <a:cxn ang="0">
                  <a:pos x="T4" y="T5"/>
                </a:cxn>
                <a:cxn ang="0">
                  <a:pos x="T6" y="T7"/>
                </a:cxn>
                <a:cxn ang="0">
                  <a:pos x="T8" y="T9"/>
                </a:cxn>
                <a:cxn ang="0">
                  <a:pos x="T10" y="T11"/>
                </a:cxn>
              </a:cxnLst>
              <a:rect l="0" t="0" r="r" b="b"/>
              <a:pathLst>
                <a:path w="12" h="43">
                  <a:moveTo>
                    <a:pt x="12" y="43"/>
                  </a:moveTo>
                  <a:cubicBezTo>
                    <a:pt x="0" y="43"/>
                    <a:pt x="0" y="43"/>
                    <a:pt x="0" y="43"/>
                  </a:cubicBezTo>
                  <a:cubicBezTo>
                    <a:pt x="0" y="43"/>
                    <a:pt x="0" y="11"/>
                    <a:pt x="0" y="0"/>
                  </a:cubicBezTo>
                  <a:cubicBezTo>
                    <a:pt x="1" y="0"/>
                    <a:pt x="9" y="0"/>
                    <a:pt x="9" y="0"/>
                  </a:cubicBezTo>
                  <a:cubicBezTo>
                    <a:pt x="11" y="0"/>
                    <a:pt x="12" y="1"/>
                    <a:pt x="12" y="2"/>
                  </a:cubicBezTo>
                  <a:lnTo>
                    <a:pt x="12" y="43"/>
                  </a:lnTo>
                  <a:close/>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2" name="Freeform 153">
              <a:extLst>
                <a:ext uri="{FF2B5EF4-FFF2-40B4-BE49-F238E27FC236}">
                  <a16:creationId xmlns:a16="http://schemas.microsoft.com/office/drawing/2014/main" id="{EB346E18-3A4C-E0A2-BB3A-60ADFD386F88}"/>
                </a:ext>
              </a:extLst>
            </p:cNvPr>
            <p:cNvSpPr>
              <a:spLocks/>
            </p:cNvSpPr>
            <p:nvPr/>
          </p:nvSpPr>
          <p:spPr bwMode="auto">
            <a:xfrm>
              <a:off x="5181601" y="5792788"/>
              <a:ext cx="44450" cy="117475"/>
            </a:xfrm>
            <a:custGeom>
              <a:avLst/>
              <a:gdLst>
                <a:gd name="T0" fmla="*/ 12 w 12"/>
                <a:gd name="T1" fmla="*/ 31 h 31"/>
                <a:gd name="T2" fmla="*/ 0 w 12"/>
                <a:gd name="T3" fmla="*/ 31 h 31"/>
                <a:gd name="T4" fmla="*/ 0 w 12"/>
                <a:gd name="T5" fmla="*/ 0 h 31"/>
                <a:gd name="T6" fmla="*/ 9 w 12"/>
                <a:gd name="T7" fmla="*/ 0 h 31"/>
                <a:gd name="T8" fmla="*/ 12 w 12"/>
                <a:gd name="T9" fmla="*/ 2 h 31"/>
                <a:gd name="T10" fmla="*/ 12 w 12"/>
                <a:gd name="T11" fmla="*/ 31 h 31"/>
              </a:gdLst>
              <a:ahLst/>
              <a:cxnLst>
                <a:cxn ang="0">
                  <a:pos x="T0" y="T1"/>
                </a:cxn>
                <a:cxn ang="0">
                  <a:pos x="T2" y="T3"/>
                </a:cxn>
                <a:cxn ang="0">
                  <a:pos x="T4" y="T5"/>
                </a:cxn>
                <a:cxn ang="0">
                  <a:pos x="T6" y="T7"/>
                </a:cxn>
                <a:cxn ang="0">
                  <a:pos x="T8" y="T9"/>
                </a:cxn>
                <a:cxn ang="0">
                  <a:pos x="T10" y="T11"/>
                </a:cxn>
              </a:cxnLst>
              <a:rect l="0" t="0" r="r" b="b"/>
              <a:pathLst>
                <a:path w="12" h="31">
                  <a:moveTo>
                    <a:pt x="12" y="31"/>
                  </a:moveTo>
                  <a:cubicBezTo>
                    <a:pt x="0" y="31"/>
                    <a:pt x="0" y="31"/>
                    <a:pt x="0" y="31"/>
                  </a:cubicBezTo>
                  <a:cubicBezTo>
                    <a:pt x="0" y="31"/>
                    <a:pt x="0" y="12"/>
                    <a:pt x="0" y="0"/>
                  </a:cubicBezTo>
                  <a:cubicBezTo>
                    <a:pt x="1" y="1"/>
                    <a:pt x="9" y="0"/>
                    <a:pt x="9" y="0"/>
                  </a:cubicBezTo>
                  <a:cubicBezTo>
                    <a:pt x="11" y="0"/>
                    <a:pt x="12" y="1"/>
                    <a:pt x="12" y="2"/>
                  </a:cubicBezTo>
                  <a:lnTo>
                    <a:pt x="12" y="31"/>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3" name="Freeform 154">
              <a:extLst>
                <a:ext uri="{FF2B5EF4-FFF2-40B4-BE49-F238E27FC236}">
                  <a16:creationId xmlns:a16="http://schemas.microsoft.com/office/drawing/2014/main" id="{E5290AAF-C480-911E-1252-E1F60DAB4BFC}"/>
                </a:ext>
              </a:extLst>
            </p:cNvPr>
            <p:cNvSpPr>
              <a:spLocks/>
            </p:cNvSpPr>
            <p:nvPr/>
          </p:nvSpPr>
          <p:spPr bwMode="auto">
            <a:xfrm>
              <a:off x="5116513" y="5822951"/>
              <a:ext cx="46038" cy="87313"/>
            </a:xfrm>
            <a:custGeom>
              <a:avLst/>
              <a:gdLst>
                <a:gd name="T0" fmla="*/ 12 w 12"/>
                <a:gd name="T1" fmla="*/ 23 h 23"/>
                <a:gd name="T2" fmla="*/ 0 w 12"/>
                <a:gd name="T3" fmla="*/ 23 h 23"/>
                <a:gd name="T4" fmla="*/ 0 w 12"/>
                <a:gd name="T5" fmla="*/ 0 h 23"/>
                <a:gd name="T6" fmla="*/ 9 w 12"/>
                <a:gd name="T7" fmla="*/ 0 h 23"/>
                <a:gd name="T8" fmla="*/ 12 w 12"/>
                <a:gd name="T9" fmla="*/ 1 h 23"/>
                <a:gd name="T10" fmla="*/ 12 w 12"/>
                <a:gd name="T11" fmla="*/ 23 h 23"/>
              </a:gdLst>
              <a:ahLst/>
              <a:cxnLst>
                <a:cxn ang="0">
                  <a:pos x="T0" y="T1"/>
                </a:cxn>
                <a:cxn ang="0">
                  <a:pos x="T2" y="T3"/>
                </a:cxn>
                <a:cxn ang="0">
                  <a:pos x="T4" y="T5"/>
                </a:cxn>
                <a:cxn ang="0">
                  <a:pos x="T6" y="T7"/>
                </a:cxn>
                <a:cxn ang="0">
                  <a:pos x="T8" y="T9"/>
                </a:cxn>
                <a:cxn ang="0">
                  <a:pos x="T10" y="T11"/>
                </a:cxn>
              </a:cxnLst>
              <a:rect l="0" t="0" r="r" b="b"/>
              <a:pathLst>
                <a:path w="12" h="23">
                  <a:moveTo>
                    <a:pt x="12" y="23"/>
                  </a:moveTo>
                  <a:cubicBezTo>
                    <a:pt x="0" y="23"/>
                    <a:pt x="0" y="23"/>
                    <a:pt x="0" y="23"/>
                  </a:cubicBezTo>
                  <a:cubicBezTo>
                    <a:pt x="0" y="23"/>
                    <a:pt x="0" y="11"/>
                    <a:pt x="0" y="0"/>
                  </a:cubicBezTo>
                  <a:cubicBezTo>
                    <a:pt x="2" y="0"/>
                    <a:pt x="9" y="0"/>
                    <a:pt x="9" y="0"/>
                  </a:cubicBezTo>
                  <a:cubicBezTo>
                    <a:pt x="11" y="0"/>
                    <a:pt x="12" y="0"/>
                    <a:pt x="12" y="1"/>
                  </a:cubicBezTo>
                  <a:lnTo>
                    <a:pt x="12" y="23"/>
                  </a:lnTo>
                  <a:close/>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4" name="Freeform 155">
              <a:extLst>
                <a:ext uri="{FF2B5EF4-FFF2-40B4-BE49-F238E27FC236}">
                  <a16:creationId xmlns:a16="http://schemas.microsoft.com/office/drawing/2014/main" id="{F06BDD9F-7FFB-7DAE-68AB-C178450CC267}"/>
                </a:ext>
              </a:extLst>
            </p:cNvPr>
            <p:cNvSpPr>
              <a:spLocks/>
            </p:cNvSpPr>
            <p:nvPr/>
          </p:nvSpPr>
          <p:spPr bwMode="auto">
            <a:xfrm>
              <a:off x="5053013" y="5853113"/>
              <a:ext cx="46038" cy="57150"/>
            </a:xfrm>
            <a:custGeom>
              <a:avLst/>
              <a:gdLst>
                <a:gd name="T0" fmla="*/ 12 w 12"/>
                <a:gd name="T1" fmla="*/ 15 h 15"/>
                <a:gd name="T2" fmla="*/ 0 w 12"/>
                <a:gd name="T3" fmla="*/ 15 h 15"/>
                <a:gd name="T4" fmla="*/ 0 w 12"/>
                <a:gd name="T5" fmla="*/ 0 h 15"/>
                <a:gd name="T6" fmla="*/ 9 w 12"/>
                <a:gd name="T7" fmla="*/ 0 h 15"/>
                <a:gd name="T8" fmla="*/ 12 w 12"/>
                <a:gd name="T9" fmla="*/ 1 h 15"/>
                <a:gd name="T10" fmla="*/ 12 w 12"/>
                <a:gd name="T11" fmla="*/ 15 h 15"/>
              </a:gdLst>
              <a:ahLst/>
              <a:cxnLst>
                <a:cxn ang="0">
                  <a:pos x="T0" y="T1"/>
                </a:cxn>
                <a:cxn ang="0">
                  <a:pos x="T2" y="T3"/>
                </a:cxn>
                <a:cxn ang="0">
                  <a:pos x="T4" y="T5"/>
                </a:cxn>
                <a:cxn ang="0">
                  <a:pos x="T6" y="T7"/>
                </a:cxn>
                <a:cxn ang="0">
                  <a:pos x="T8" y="T9"/>
                </a:cxn>
                <a:cxn ang="0">
                  <a:pos x="T10" y="T11"/>
                </a:cxn>
              </a:cxnLst>
              <a:rect l="0" t="0" r="r" b="b"/>
              <a:pathLst>
                <a:path w="12" h="15">
                  <a:moveTo>
                    <a:pt x="12" y="15"/>
                  </a:moveTo>
                  <a:cubicBezTo>
                    <a:pt x="0" y="15"/>
                    <a:pt x="0" y="15"/>
                    <a:pt x="0" y="15"/>
                  </a:cubicBezTo>
                  <a:cubicBezTo>
                    <a:pt x="0" y="15"/>
                    <a:pt x="0" y="11"/>
                    <a:pt x="0" y="0"/>
                  </a:cubicBezTo>
                  <a:cubicBezTo>
                    <a:pt x="1" y="0"/>
                    <a:pt x="9" y="0"/>
                    <a:pt x="9" y="0"/>
                  </a:cubicBezTo>
                  <a:cubicBezTo>
                    <a:pt x="11" y="0"/>
                    <a:pt x="12" y="0"/>
                    <a:pt x="12" y="1"/>
                  </a:cubicBezTo>
                  <a:lnTo>
                    <a:pt x="12" y="15"/>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5" name="Freeform 156">
              <a:extLst>
                <a:ext uri="{FF2B5EF4-FFF2-40B4-BE49-F238E27FC236}">
                  <a16:creationId xmlns:a16="http://schemas.microsoft.com/office/drawing/2014/main" id="{43592698-AA1A-D5DC-B0E2-86720D42D3E4}"/>
                </a:ext>
              </a:extLst>
            </p:cNvPr>
            <p:cNvSpPr>
              <a:spLocks/>
            </p:cNvSpPr>
            <p:nvPr/>
          </p:nvSpPr>
          <p:spPr bwMode="auto">
            <a:xfrm>
              <a:off x="5099051" y="5575301"/>
              <a:ext cx="160338" cy="236538"/>
            </a:xfrm>
            <a:custGeom>
              <a:avLst/>
              <a:gdLst>
                <a:gd name="T0" fmla="*/ 6 w 43"/>
                <a:gd name="T1" fmla="*/ 63 h 63"/>
                <a:gd name="T2" fmla="*/ 11 w 43"/>
                <a:gd name="T3" fmla="*/ 63 h 63"/>
                <a:gd name="T4" fmla="*/ 14 w 43"/>
                <a:gd name="T5" fmla="*/ 46 h 63"/>
                <a:gd name="T6" fmla="*/ 12 w 43"/>
                <a:gd name="T7" fmla="*/ 33 h 63"/>
                <a:gd name="T8" fmla="*/ 24 w 43"/>
                <a:gd name="T9" fmla="*/ 36 h 63"/>
                <a:gd name="T10" fmla="*/ 28 w 43"/>
                <a:gd name="T11" fmla="*/ 54 h 63"/>
                <a:gd name="T12" fmla="*/ 34 w 43"/>
                <a:gd name="T13" fmla="*/ 54 h 63"/>
                <a:gd name="T14" fmla="*/ 32 w 43"/>
                <a:gd name="T15" fmla="*/ 35 h 63"/>
                <a:gd name="T16" fmla="*/ 27 w 43"/>
                <a:gd name="T17" fmla="*/ 30 h 63"/>
                <a:gd name="T18" fmla="*/ 15 w 43"/>
                <a:gd name="T19" fmla="*/ 26 h 63"/>
                <a:gd name="T20" fmla="*/ 19 w 43"/>
                <a:gd name="T21" fmla="*/ 17 h 63"/>
                <a:gd name="T22" fmla="*/ 26 w 43"/>
                <a:gd name="T23" fmla="*/ 22 h 63"/>
                <a:gd name="T24" fmla="*/ 43 w 43"/>
                <a:gd name="T25" fmla="*/ 26 h 63"/>
                <a:gd name="T26" fmla="*/ 43 w 43"/>
                <a:gd name="T27" fmla="*/ 22 h 63"/>
                <a:gd name="T28" fmla="*/ 29 w 43"/>
                <a:gd name="T29" fmla="*/ 18 h 63"/>
                <a:gd name="T30" fmla="*/ 22 w 43"/>
                <a:gd name="T31" fmla="*/ 9 h 63"/>
                <a:gd name="T32" fmla="*/ 5 w 43"/>
                <a:gd name="T33" fmla="*/ 7 h 63"/>
                <a:gd name="T34" fmla="*/ 2 w 43"/>
                <a:gd name="T35" fmla="*/ 21 h 63"/>
                <a:gd name="T36" fmla="*/ 1 w 43"/>
                <a:gd name="T37" fmla="*/ 31 h 63"/>
                <a:gd name="T38" fmla="*/ 6 w 43"/>
                <a:gd name="T39" fmla="*/ 45 h 63"/>
                <a:gd name="T40" fmla="*/ 6 w 43"/>
                <a:gd name="T41" fmla="*/ 6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3" h="63">
                  <a:moveTo>
                    <a:pt x="6" y="63"/>
                  </a:moveTo>
                  <a:cubicBezTo>
                    <a:pt x="11" y="63"/>
                    <a:pt x="11" y="63"/>
                    <a:pt x="11" y="63"/>
                  </a:cubicBezTo>
                  <a:cubicBezTo>
                    <a:pt x="14" y="46"/>
                    <a:pt x="14" y="46"/>
                    <a:pt x="14" y="46"/>
                  </a:cubicBezTo>
                  <a:cubicBezTo>
                    <a:pt x="12" y="33"/>
                    <a:pt x="12" y="33"/>
                    <a:pt x="12" y="33"/>
                  </a:cubicBezTo>
                  <a:cubicBezTo>
                    <a:pt x="24" y="36"/>
                    <a:pt x="24" y="36"/>
                    <a:pt x="24" y="36"/>
                  </a:cubicBezTo>
                  <a:cubicBezTo>
                    <a:pt x="28" y="54"/>
                    <a:pt x="28" y="54"/>
                    <a:pt x="28" y="54"/>
                  </a:cubicBezTo>
                  <a:cubicBezTo>
                    <a:pt x="34" y="54"/>
                    <a:pt x="34" y="54"/>
                    <a:pt x="34" y="54"/>
                  </a:cubicBezTo>
                  <a:cubicBezTo>
                    <a:pt x="32" y="35"/>
                    <a:pt x="32" y="35"/>
                    <a:pt x="32" y="35"/>
                  </a:cubicBezTo>
                  <a:cubicBezTo>
                    <a:pt x="32" y="32"/>
                    <a:pt x="28" y="31"/>
                    <a:pt x="27" y="30"/>
                  </a:cubicBezTo>
                  <a:cubicBezTo>
                    <a:pt x="15" y="26"/>
                    <a:pt x="15" y="26"/>
                    <a:pt x="15" y="26"/>
                  </a:cubicBezTo>
                  <a:cubicBezTo>
                    <a:pt x="19" y="17"/>
                    <a:pt x="19" y="17"/>
                    <a:pt x="19" y="17"/>
                  </a:cubicBezTo>
                  <a:cubicBezTo>
                    <a:pt x="26" y="22"/>
                    <a:pt x="26" y="22"/>
                    <a:pt x="26" y="22"/>
                  </a:cubicBezTo>
                  <a:cubicBezTo>
                    <a:pt x="43" y="26"/>
                    <a:pt x="43" y="26"/>
                    <a:pt x="43" y="26"/>
                  </a:cubicBezTo>
                  <a:cubicBezTo>
                    <a:pt x="43" y="22"/>
                    <a:pt x="43" y="22"/>
                    <a:pt x="43" y="22"/>
                  </a:cubicBezTo>
                  <a:cubicBezTo>
                    <a:pt x="29" y="18"/>
                    <a:pt x="29" y="18"/>
                    <a:pt x="29" y="18"/>
                  </a:cubicBezTo>
                  <a:cubicBezTo>
                    <a:pt x="22" y="9"/>
                    <a:pt x="22" y="9"/>
                    <a:pt x="22" y="9"/>
                  </a:cubicBezTo>
                  <a:cubicBezTo>
                    <a:pt x="19" y="6"/>
                    <a:pt x="7" y="0"/>
                    <a:pt x="5" y="7"/>
                  </a:cubicBezTo>
                  <a:cubicBezTo>
                    <a:pt x="2" y="21"/>
                    <a:pt x="2" y="21"/>
                    <a:pt x="2" y="21"/>
                  </a:cubicBezTo>
                  <a:cubicBezTo>
                    <a:pt x="1" y="25"/>
                    <a:pt x="0" y="28"/>
                    <a:pt x="1" y="31"/>
                  </a:cubicBezTo>
                  <a:cubicBezTo>
                    <a:pt x="6" y="45"/>
                    <a:pt x="6" y="45"/>
                    <a:pt x="6" y="45"/>
                  </a:cubicBezTo>
                  <a:cubicBezTo>
                    <a:pt x="6" y="60"/>
                    <a:pt x="6" y="60"/>
                    <a:pt x="6" y="60"/>
                  </a:cubicBezTo>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6" name="Freeform 157">
              <a:extLst>
                <a:ext uri="{FF2B5EF4-FFF2-40B4-BE49-F238E27FC236}">
                  <a16:creationId xmlns:a16="http://schemas.microsoft.com/office/drawing/2014/main" id="{45E0303F-74AA-F323-D9D5-7BD0F3432DA2}"/>
                </a:ext>
              </a:extLst>
            </p:cNvPr>
            <p:cNvSpPr>
              <a:spLocks/>
            </p:cNvSpPr>
            <p:nvPr/>
          </p:nvSpPr>
          <p:spPr bwMode="auto">
            <a:xfrm>
              <a:off x="5124451" y="5545138"/>
              <a:ext cx="52388" cy="49213"/>
            </a:xfrm>
            <a:custGeom>
              <a:avLst/>
              <a:gdLst>
                <a:gd name="T0" fmla="*/ 1 w 14"/>
                <a:gd name="T1" fmla="*/ 5 h 13"/>
                <a:gd name="T2" fmla="*/ 9 w 14"/>
                <a:gd name="T3" fmla="*/ 1 h 13"/>
                <a:gd name="T4" fmla="*/ 9 w 14"/>
                <a:gd name="T5" fmla="*/ 1 h 13"/>
                <a:gd name="T6" fmla="*/ 9 w 14"/>
                <a:gd name="T7" fmla="*/ 1 h 13"/>
                <a:gd name="T8" fmla="*/ 13 w 14"/>
                <a:gd name="T9" fmla="*/ 8 h 13"/>
                <a:gd name="T10" fmla="*/ 13 w 14"/>
                <a:gd name="T11" fmla="*/ 8 h 13"/>
                <a:gd name="T12" fmla="*/ 13 w 14"/>
                <a:gd name="T13" fmla="*/ 8 h 13"/>
                <a:gd name="T14" fmla="*/ 5 w 14"/>
                <a:gd name="T15" fmla="*/ 12 h 13"/>
                <a:gd name="T16" fmla="*/ 5 w 14"/>
                <a:gd name="T17" fmla="*/ 12 h 13"/>
                <a:gd name="T18" fmla="*/ 5 w 14"/>
                <a:gd name="T19" fmla="*/ 12 h 13"/>
                <a:gd name="T20" fmla="*/ 1 w 14"/>
                <a:gd name="T21" fmla="*/ 5 h 13"/>
                <a:gd name="T22" fmla="*/ 1 w 14"/>
                <a:gd name="T23" fmla="*/ 5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 h="13">
                  <a:moveTo>
                    <a:pt x="1" y="5"/>
                  </a:moveTo>
                  <a:cubicBezTo>
                    <a:pt x="2" y="2"/>
                    <a:pt x="5" y="0"/>
                    <a:pt x="9" y="1"/>
                  </a:cubicBezTo>
                  <a:cubicBezTo>
                    <a:pt x="9" y="1"/>
                    <a:pt x="9" y="1"/>
                    <a:pt x="9" y="1"/>
                  </a:cubicBezTo>
                  <a:cubicBezTo>
                    <a:pt x="9" y="1"/>
                    <a:pt x="9" y="1"/>
                    <a:pt x="9" y="1"/>
                  </a:cubicBezTo>
                  <a:cubicBezTo>
                    <a:pt x="12" y="1"/>
                    <a:pt x="14" y="5"/>
                    <a:pt x="13" y="8"/>
                  </a:cubicBezTo>
                  <a:cubicBezTo>
                    <a:pt x="13" y="8"/>
                    <a:pt x="13" y="8"/>
                    <a:pt x="13" y="8"/>
                  </a:cubicBezTo>
                  <a:cubicBezTo>
                    <a:pt x="13" y="8"/>
                    <a:pt x="13" y="8"/>
                    <a:pt x="13" y="8"/>
                  </a:cubicBezTo>
                  <a:cubicBezTo>
                    <a:pt x="12" y="11"/>
                    <a:pt x="9" y="13"/>
                    <a:pt x="5" y="12"/>
                  </a:cubicBezTo>
                  <a:cubicBezTo>
                    <a:pt x="5" y="12"/>
                    <a:pt x="5" y="12"/>
                    <a:pt x="5" y="12"/>
                  </a:cubicBezTo>
                  <a:cubicBezTo>
                    <a:pt x="5" y="12"/>
                    <a:pt x="5" y="12"/>
                    <a:pt x="5" y="12"/>
                  </a:cubicBezTo>
                  <a:cubicBezTo>
                    <a:pt x="2" y="11"/>
                    <a:pt x="0" y="8"/>
                    <a:pt x="1" y="5"/>
                  </a:cubicBezTo>
                  <a:cubicBezTo>
                    <a:pt x="1" y="5"/>
                    <a:pt x="1" y="5"/>
                    <a:pt x="1" y="5"/>
                  </a:cubicBezTo>
                  <a:close/>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grpSp>
      <p:sp>
        <p:nvSpPr>
          <p:cNvPr id="417" name="Gleichschenkliges Dreieck 2">
            <a:extLst>
              <a:ext uri="{FF2B5EF4-FFF2-40B4-BE49-F238E27FC236}">
                <a16:creationId xmlns:a16="http://schemas.microsoft.com/office/drawing/2014/main" id="{4983DF9E-3A76-8C69-EDF0-EB85CC91C525}"/>
              </a:ext>
            </a:extLst>
          </p:cNvPr>
          <p:cNvSpPr/>
          <p:nvPr/>
        </p:nvSpPr>
        <p:spPr bwMode="auto">
          <a:xfrm>
            <a:off x="10863262" y="2597636"/>
            <a:ext cx="1229237" cy="252000"/>
          </a:xfrm>
          <a:prstGeom prst="rect">
            <a:avLst/>
          </a:prstGeom>
          <a:solidFill>
            <a:srgbClr val="00B050"/>
          </a:solidFill>
          <a:ln w="12700">
            <a:noFill/>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panose="020B0504030602030204" pitchFamily="34" charset="0"/>
                <a:ea typeface="+mn-ea"/>
                <a:cs typeface="+mn-cs"/>
              </a:rPr>
              <a:t>Best Practices</a:t>
            </a:r>
          </a:p>
        </p:txBody>
      </p:sp>
      <p:sp>
        <p:nvSpPr>
          <p:cNvPr id="419" name="TextBox 418">
            <a:extLst>
              <a:ext uri="{FF2B5EF4-FFF2-40B4-BE49-F238E27FC236}">
                <a16:creationId xmlns:a16="http://schemas.microsoft.com/office/drawing/2014/main" id="{AD693A82-66F6-B7D4-4838-F4F945283413}"/>
              </a:ext>
            </a:extLst>
          </p:cNvPr>
          <p:cNvSpPr txBox="1"/>
          <p:nvPr/>
        </p:nvSpPr>
        <p:spPr>
          <a:xfrm>
            <a:off x="10464154" y="2880193"/>
            <a:ext cx="1588444" cy="2015936"/>
          </a:xfrm>
          <a:prstGeom prst="rect">
            <a:avLst/>
          </a:prstGeom>
          <a:noFill/>
          <a:ln>
            <a:noFill/>
          </a:ln>
        </p:spPr>
        <p:txBody>
          <a:bodyPr wrap="square" rtlCol="0">
            <a:spAutoFit/>
          </a:bodyPr>
          <a:lstStyle/>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Bring all the required Stakeholders into the room</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Ring fence Playback Scope to relevant User Stories &amp; requirements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Lead-support roleplay</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Avoid any new requirements or changes to current requirements captured</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Capture &amp; incorporate feedback online to the Pack</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Capture any new risks, dependencies or issues raised to action offline</a:t>
            </a:r>
          </a:p>
          <a:p>
            <a:pPr marL="0" marR="0" lvl="0" indent="0" algn="l" defTabSz="914400" rtl="0" eaLnBrk="1" fontAlgn="auto" latinLnBrk="0" hangingPunct="1">
              <a:lnSpc>
                <a:spcPct val="100000"/>
              </a:lnSpc>
              <a:spcBef>
                <a:spcPts val="200"/>
              </a:spcBef>
              <a:spcAft>
                <a:spcPts val="200"/>
              </a:spcAft>
              <a:buClr>
                <a:srgbClr val="4A66AC"/>
              </a:buClr>
              <a:buSzTx/>
              <a:buFontTx/>
              <a:buNone/>
              <a:tabLst/>
              <a:defRPr/>
            </a:pPr>
            <a:endParaRPr kumimoji="0" lang="en-US" sz="700" b="0" i="0" u="none" strike="noStrike" kern="1200" cap="none" spc="0" normalizeH="0" baseline="0" noProof="0">
              <a:ln>
                <a:noFill/>
              </a:ln>
              <a:solidFill>
                <a:prstClr val="black"/>
              </a:solidFill>
              <a:effectLst/>
              <a:uLnTx/>
              <a:uFillTx/>
              <a:latin typeface="Ubuntu"/>
              <a:ea typeface="+mn-ea"/>
              <a:cs typeface="Calibri" pitchFamily="34" charset="0"/>
            </a:endParaRPr>
          </a:p>
        </p:txBody>
      </p:sp>
      <p:sp>
        <p:nvSpPr>
          <p:cNvPr id="424" name="Rounded Rectangle 67">
            <a:extLst>
              <a:ext uri="{FF2B5EF4-FFF2-40B4-BE49-F238E27FC236}">
                <a16:creationId xmlns:a16="http://schemas.microsoft.com/office/drawing/2014/main" id="{56E6359D-9E16-71FC-DAAF-6DC4F95B2C6E}"/>
              </a:ext>
            </a:extLst>
          </p:cNvPr>
          <p:cNvSpPr>
            <a:spLocks/>
          </p:cNvSpPr>
          <p:nvPr/>
        </p:nvSpPr>
        <p:spPr>
          <a:xfrm>
            <a:off x="10477580" y="5385273"/>
            <a:ext cx="1614920" cy="1116135"/>
          </a:xfrm>
          <a:prstGeom prst="roundRect">
            <a:avLst>
              <a:gd name="adj" fmla="val 5380"/>
            </a:avLst>
          </a:prstGeom>
          <a:noFill/>
          <a:ln w="19050" cap="flat" cmpd="sng" algn="ctr">
            <a:solidFill>
              <a:schemeClr val="bg1">
                <a:lumMod val="75000"/>
              </a:schemeClr>
            </a:solidFill>
            <a:prstDash val="solid"/>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435" name="Gleichschenkliges Dreieck 2">
            <a:extLst>
              <a:ext uri="{FF2B5EF4-FFF2-40B4-BE49-F238E27FC236}">
                <a16:creationId xmlns:a16="http://schemas.microsoft.com/office/drawing/2014/main" id="{E0797AE8-F805-4867-6293-45B2BB4993B3}"/>
              </a:ext>
            </a:extLst>
          </p:cNvPr>
          <p:cNvSpPr/>
          <p:nvPr/>
        </p:nvSpPr>
        <p:spPr bwMode="auto">
          <a:xfrm>
            <a:off x="10866827" y="5132351"/>
            <a:ext cx="1225672" cy="252000"/>
          </a:xfrm>
          <a:prstGeom prst="rect">
            <a:avLst/>
          </a:prstGeom>
          <a:solidFill>
            <a:srgbClr val="FFC000"/>
          </a:solidFill>
          <a:ln w="12700">
            <a:noFill/>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panose="020B0504030602030204" pitchFamily="34" charset="0"/>
                <a:ea typeface="+mn-ea"/>
                <a:cs typeface="+mn-cs"/>
              </a:rPr>
              <a:t>Challenges</a:t>
            </a:r>
          </a:p>
        </p:txBody>
      </p:sp>
      <p:grpSp>
        <p:nvGrpSpPr>
          <p:cNvPr id="437" name="Group 436">
            <a:extLst>
              <a:ext uri="{FF2B5EF4-FFF2-40B4-BE49-F238E27FC236}">
                <a16:creationId xmlns:a16="http://schemas.microsoft.com/office/drawing/2014/main" id="{FC5E9492-D418-987F-2704-450445C0C317}"/>
              </a:ext>
            </a:extLst>
          </p:cNvPr>
          <p:cNvGrpSpPr>
            <a:grpSpLocks noChangeAspect="1"/>
          </p:cNvGrpSpPr>
          <p:nvPr/>
        </p:nvGrpSpPr>
        <p:grpSpPr>
          <a:xfrm>
            <a:off x="10541512" y="5087781"/>
            <a:ext cx="280916" cy="303133"/>
            <a:chOff x="9910960" y="2281694"/>
            <a:chExt cx="590557" cy="558400"/>
          </a:xfrm>
        </p:grpSpPr>
        <p:sp>
          <p:nvSpPr>
            <p:cNvPr id="438" name="Freeform 39">
              <a:extLst>
                <a:ext uri="{FF2B5EF4-FFF2-40B4-BE49-F238E27FC236}">
                  <a16:creationId xmlns:a16="http://schemas.microsoft.com/office/drawing/2014/main" id="{69732489-D9F2-F6A8-78D2-15E08E060E51}"/>
                </a:ext>
              </a:extLst>
            </p:cNvPr>
            <p:cNvSpPr>
              <a:spLocks noEditPoints="1"/>
            </p:cNvSpPr>
            <p:nvPr/>
          </p:nvSpPr>
          <p:spPr bwMode="auto">
            <a:xfrm>
              <a:off x="9910960" y="2397747"/>
              <a:ext cx="445479" cy="378434"/>
            </a:xfrm>
            <a:custGeom>
              <a:avLst/>
              <a:gdLst>
                <a:gd name="T0" fmla="*/ 102 w 110"/>
                <a:gd name="T1" fmla="*/ 30 h 95"/>
                <a:gd name="T2" fmla="*/ 101 w 110"/>
                <a:gd name="T3" fmla="*/ 29 h 95"/>
                <a:gd name="T4" fmla="*/ 81 w 110"/>
                <a:gd name="T5" fmla="*/ 15 h 95"/>
                <a:gd name="T6" fmla="*/ 32 w 110"/>
                <a:gd name="T7" fmla="*/ 1 h 95"/>
                <a:gd name="T8" fmla="*/ 29 w 110"/>
                <a:gd name="T9" fmla="*/ 0 h 95"/>
                <a:gd name="T10" fmla="*/ 0 w 110"/>
                <a:gd name="T11" fmla="*/ 34 h 95"/>
                <a:gd name="T12" fmla="*/ 16 w 110"/>
                <a:gd name="T13" fmla="*/ 50 h 95"/>
                <a:gd name="T14" fmla="*/ 55 w 110"/>
                <a:gd name="T15" fmla="*/ 95 h 95"/>
                <a:gd name="T16" fmla="*/ 66 w 110"/>
                <a:gd name="T17" fmla="*/ 89 h 95"/>
                <a:gd name="T18" fmla="*/ 87 w 110"/>
                <a:gd name="T19" fmla="*/ 76 h 95"/>
                <a:gd name="T20" fmla="*/ 95 w 110"/>
                <a:gd name="T21" fmla="*/ 66 h 95"/>
                <a:gd name="T22" fmla="*/ 108 w 110"/>
                <a:gd name="T23" fmla="*/ 55 h 95"/>
                <a:gd name="T24" fmla="*/ 109 w 110"/>
                <a:gd name="T25" fmla="*/ 51 h 95"/>
                <a:gd name="T26" fmla="*/ 55 w 110"/>
                <a:gd name="T27" fmla="*/ 87 h 95"/>
                <a:gd name="T28" fmla="*/ 45 w 110"/>
                <a:gd name="T29" fmla="*/ 78 h 95"/>
                <a:gd name="T30" fmla="*/ 51 w 110"/>
                <a:gd name="T31" fmla="*/ 72 h 95"/>
                <a:gd name="T32" fmla="*/ 58 w 110"/>
                <a:gd name="T33" fmla="*/ 86 h 95"/>
                <a:gd name="T34" fmla="*/ 66 w 110"/>
                <a:gd name="T35" fmla="*/ 81 h 95"/>
                <a:gd name="T36" fmla="*/ 54 w 110"/>
                <a:gd name="T37" fmla="*/ 70 h 95"/>
                <a:gd name="T38" fmla="*/ 61 w 110"/>
                <a:gd name="T39" fmla="*/ 64 h 95"/>
                <a:gd name="T40" fmla="*/ 69 w 110"/>
                <a:gd name="T41" fmla="*/ 80 h 95"/>
                <a:gd name="T42" fmla="*/ 77 w 110"/>
                <a:gd name="T43" fmla="*/ 75 h 95"/>
                <a:gd name="T44" fmla="*/ 64 w 110"/>
                <a:gd name="T45" fmla="*/ 62 h 95"/>
                <a:gd name="T46" fmla="*/ 70 w 110"/>
                <a:gd name="T47" fmla="*/ 56 h 95"/>
                <a:gd name="T48" fmla="*/ 80 w 110"/>
                <a:gd name="T49" fmla="*/ 74 h 95"/>
                <a:gd name="T50" fmla="*/ 85 w 110"/>
                <a:gd name="T51" fmla="*/ 64 h 95"/>
                <a:gd name="T52" fmla="*/ 74 w 110"/>
                <a:gd name="T53" fmla="*/ 53 h 95"/>
                <a:gd name="T54" fmla="*/ 80 w 110"/>
                <a:gd name="T55" fmla="*/ 48 h 95"/>
                <a:gd name="T56" fmla="*/ 88 w 110"/>
                <a:gd name="T57" fmla="*/ 63 h 95"/>
                <a:gd name="T58" fmla="*/ 87 w 110"/>
                <a:gd name="T59" fmla="*/ 44 h 95"/>
                <a:gd name="T60" fmla="*/ 52 w 110"/>
                <a:gd name="T61" fmla="*/ 43 h 95"/>
                <a:gd name="T62" fmla="*/ 24 w 110"/>
                <a:gd name="T63" fmla="*/ 48 h 95"/>
                <a:gd name="T64" fmla="*/ 23 w 110"/>
                <a:gd name="T65" fmla="*/ 46 h 95"/>
                <a:gd name="T66" fmla="*/ 29 w 110"/>
                <a:gd name="T67" fmla="*/ 9 h 95"/>
                <a:gd name="T68" fmla="*/ 45 w 110"/>
                <a:gd name="T69" fmla="*/ 22 h 95"/>
                <a:gd name="T70" fmla="*/ 78 w 110"/>
                <a:gd name="T71" fmla="*/ 22 h 95"/>
                <a:gd name="T72" fmla="*/ 101 w 110"/>
                <a:gd name="T73"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10" h="95">
                  <a:moveTo>
                    <a:pt x="109" y="51"/>
                  </a:moveTo>
                  <a:cubicBezTo>
                    <a:pt x="108" y="46"/>
                    <a:pt x="104" y="34"/>
                    <a:pt x="102" y="30"/>
                  </a:cubicBezTo>
                  <a:cubicBezTo>
                    <a:pt x="101" y="29"/>
                    <a:pt x="101" y="29"/>
                    <a:pt x="101" y="29"/>
                  </a:cubicBezTo>
                  <a:cubicBezTo>
                    <a:pt x="101" y="29"/>
                    <a:pt x="101" y="29"/>
                    <a:pt x="101" y="29"/>
                  </a:cubicBezTo>
                  <a:cubicBezTo>
                    <a:pt x="96" y="25"/>
                    <a:pt x="84" y="16"/>
                    <a:pt x="82" y="15"/>
                  </a:cubicBezTo>
                  <a:cubicBezTo>
                    <a:pt x="81" y="15"/>
                    <a:pt x="81" y="15"/>
                    <a:pt x="81" y="15"/>
                  </a:cubicBezTo>
                  <a:cubicBezTo>
                    <a:pt x="70" y="12"/>
                    <a:pt x="59" y="11"/>
                    <a:pt x="47" y="13"/>
                  </a:cubicBezTo>
                  <a:cubicBezTo>
                    <a:pt x="43" y="10"/>
                    <a:pt x="37" y="6"/>
                    <a:pt x="32" y="1"/>
                  </a:cubicBezTo>
                  <a:cubicBezTo>
                    <a:pt x="30" y="0"/>
                    <a:pt x="30" y="0"/>
                    <a:pt x="30" y="0"/>
                  </a:cubicBezTo>
                  <a:cubicBezTo>
                    <a:pt x="29" y="0"/>
                    <a:pt x="29" y="0"/>
                    <a:pt x="29" y="0"/>
                  </a:cubicBezTo>
                  <a:cubicBezTo>
                    <a:pt x="21" y="2"/>
                    <a:pt x="3" y="16"/>
                    <a:pt x="1" y="32"/>
                  </a:cubicBezTo>
                  <a:cubicBezTo>
                    <a:pt x="0" y="34"/>
                    <a:pt x="0" y="34"/>
                    <a:pt x="0" y="34"/>
                  </a:cubicBezTo>
                  <a:cubicBezTo>
                    <a:pt x="2" y="36"/>
                    <a:pt x="2" y="36"/>
                    <a:pt x="2" y="36"/>
                  </a:cubicBezTo>
                  <a:cubicBezTo>
                    <a:pt x="6" y="39"/>
                    <a:pt x="13" y="46"/>
                    <a:pt x="16" y="50"/>
                  </a:cubicBezTo>
                  <a:cubicBezTo>
                    <a:pt x="17" y="56"/>
                    <a:pt x="20" y="66"/>
                    <a:pt x="31" y="77"/>
                  </a:cubicBezTo>
                  <a:cubicBezTo>
                    <a:pt x="43" y="89"/>
                    <a:pt x="49" y="95"/>
                    <a:pt x="55" y="95"/>
                  </a:cubicBezTo>
                  <a:cubicBezTo>
                    <a:pt x="56" y="95"/>
                    <a:pt x="57" y="94"/>
                    <a:pt x="58" y="94"/>
                  </a:cubicBezTo>
                  <a:cubicBezTo>
                    <a:pt x="62" y="93"/>
                    <a:pt x="65" y="91"/>
                    <a:pt x="66" y="89"/>
                  </a:cubicBezTo>
                  <a:cubicBezTo>
                    <a:pt x="70" y="88"/>
                    <a:pt x="74" y="86"/>
                    <a:pt x="76" y="82"/>
                  </a:cubicBezTo>
                  <a:cubicBezTo>
                    <a:pt x="80" y="81"/>
                    <a:pt x="84" y="79"/>
                    <a:pt x="87" y="76"/>
                  </a:cubicBezTo>
                  <a:cubicBezTo>
                    <a:pt x="88" y="75"/>
                    <a:pt x="89" y="73"/>
                    <a:pt x="89" y="72"/>
                  </a:cubicBezTo>
                  <a:cubicBezTo>
                    <a:pt x="92" y="71"/>
                    <a:pt x="94" y="69"/>
                    <a:pt x="95" y="66"/>
                  </a:cubicBezTo>
                  <a:cubicBezTo>
                    <a:pt x="97" y="64"/>
                    <a:pt x="97" y="63"/>
                    <a:pt x="97" y="61"/>
                  </a:cubicBezTo>
                  <a:cubicBezTo>
                    <a:pt x="101" y="60"/>
                    <a:pt x="105" y="59"/>
                    <a:pt x="108" y="55"/>
                  </a:cubicBezTo>
                  <a:cubicBezTo>
                    <a:pt x="110" y="54"/>
                    <a:pt x="110" y="54"/>
                    <a:pt x="110" y="54"/>
                  </a:cubicBezTo>
                  <a:lnTo>
                    <a:pt x="109" y="51"/>
                  </a:lnTo>
                  <a:close/>
                  <a:moveTo>
                    <a:pt x="58" y="86"/>
                  </a:moveTo>
                  <a:cubicBezTo>
                    <a:pt x="57" y="87"/>
                    <a:pt x="56" y="87"/>
                    <a:pt x="55" y="87"/>
                  </a:cubicBezTo>
                  <a:cubicBezTo>
                    <a:pt x="54" y="87"/>
                    <a:pt x="52" y="87"/>
                    <a:pt x="52" y="86"/>
                  </a:cubicBezTo>
                  <a:cubicBezTo>
                    <a:pt x="45" y="78"/>
                    <a:pt x="45" y="78"/>
                    <a:pt x="45" y="78"/>
                  </a:cubicBezTo>
                  <a:cubicBezTo>
                    <a:pt x="44" y="76"/>
                    <a:pt x="44" y="73"/>
                    <a:pt x="46" y="72"/>
                  </a:cubicBezTo>
                  <a:cubicBezTo>
                    <a:pt x="47" y="70"/>
                    <a:pt x="50" y="71"/>
                    <a:pt x="51" y="72"/>
                  </a:cubicBezTo>
                  <a:cubicBezTo>
                    <a:pt x="58" y="80"/>
                    <a:pt x="58" y="80"/>
                    <a:pt x="58" y="80"/>
                  </a:cubicBezTo>
                  <a:cubicBezTo>
                    <a:pt x="60" y="82"/>
                    <a:pt x="59" y="85"/>
                    <a:pt x="58" y="86"/>
                  </a:cubicBezTo>
                  <a:close/>
                  <a:moveTo>
                    <a:pt x="69" y="80"/>
                  </a:moveTo>
                  <a:cubicBezTo>
                    <a:pt x="68" y="81"/>
                    <a:pt x="67" y="81"/>
                    <a:pt x="66" y="81"/>
                  </a:cubicBezTo>
                  <a:cubicBezTo>
                    <a:pt x="65" y="81"/>
                    <a:pt x="64" y="81"/>
                    <a:pt x="63" y="80"/>
                  </a:cubicBezTo>
                  <a:cubicBezTo>
                    <a:pt x="54" y="70"/>
                    <a:pt x="54" y="70"/>
                    <a:pt x="54" y="70"/>
                  </a:cubicBezTo>
                  <a:cubicBezTo>
                    <a:pt x="53" y="68"/>
                    <a:pt x="53" y="65"/>
                    <a:pt x="55" y="63"/>
                  </a:cubicBezTo>
                  <a:cubicBezTo>
                    <a:pt x="57" y="62"/>
                    <a:pt x="60" y="62"/>
                    <a:pt x="61" y="64"/>
                  </a:cubicBezTo>
                  <a:cubicBezTo>
                    <a:pt x="69" y="74"/>
                    <a:pt x="69" y="74"/>
                    <a:pt x="69" y="74"/>
                  </a:cubicBezTo>
                  <a:cubicBezTo>
                    <a:pt x="71" y="76"/>
                    <a:pt x="71" y="79"/>
                    <a:pt x="69" y="80"/>
                  </a:cubicBezTo>
                  <a:close/>
                  <a:moveTo>
                    <a:pt x="80" y="74"/>
                  </a:moveTo>
                  <a:cubicBezTo>
                    <a:pt x="79" y="75"/>
                    <a:pt x="78" y="75"/>
                    <a:pt x="77" y="75"/>
                  </a:cubicBezTo>
                  <a:cubicBezTo>
                    <a:pt x="76" y="75"/>
                    <a:pt x="74" y="75"/>
                    <a:pt x="73" y="74"/>
                  </a:cubicBezTo>
                  <a:cubicBezTo>
                    <a:pt x="64" y="62"/>
                    <a:pt x="64" y="62"/>
                    <a:pt x="64" y="62"/>
                  </a:cubicBezTo>
                  <a:cubicBezTo>
                    <a:pt x="62" y="60"/>
                    <a:pt x="62" y="57"/>
                    <a:pt x="64" y="56"/>
                  </a:cubicBezTo>
                  <a:cubicBezTo>
                    <a:pt x="66" y="54"/>
                    <a:pt x="69" y="55"/>
                    <a:pt x="70" y="56"/>
                  </a:cubicBezTo>
                  <a:cubicBezTo>
                    <a:pt x="80" y="68"/>
                    <a:pt x="80" y="68"/>
                    <a:pt x="80" y="68"/>
                  </a:cubicBezTo>
                  <a:cubicBezTo>
                    <a:pt x="82" y="70"/>
                    <a:pt x="82" y="73"/>
                    <a:pt x="80" y="74"/>
                  </a:cubicBezTo>
                  <a:close/>
                  <a:moveTo>
                    <a:pt x="88" y="63"/>
                  </a:moveTo>
                  <a:cubicBezTo>
                    <a:pt x="87" y="64"/>
                    <a:pt x="86" y="64"/>
                    <a:pt x="85" y="64"/>
                  </a:cubicBezTo>
                  <a:cubicBezTo>
                    <a:pt x="84" y="64"/>
                    <a:pt x="83" y="64"/>
                    <a:pt x="82" y="63"/>
                  </a:cubicBezTo>
                  <a:cubicBezTo>
                    <a:pt x="74" y="53"/>
                    <a:pt x="74" y="53"/>
                    <a:pt x="74" y="53"/>
                  </a:cubicBezTo>
                  <a:cubicBezTo>
                    <a:pt x="72" y="52"/>
                    <a:pt x="72" y="49"/>
                    <a:pt x="74" y="47"/>
                  </a:cubicBezTo>
                  <a:cubicBezTo>
                    <a:pt x="76" y="46"/>
                    <a:pt x="79" y="46"/>
                    <a:pt x="80" y="48"/>
                  </a:cubicBezTo>
                  <a:cubicBezTo>
                    <a:pt x="88" y="57"/>
                    <a:pt x="88" y="57"/>
                    <a:pt x="88" y="57"/>
                  </a:cubicBezTo>
                  <a:cubicBezTo>
                    <a:pt x="90" y="59"/>
                    <a:pt x="90" y="62"/>
                    <a:pt x="88" y="63"/>
                  </a:cubicBezTo>
                  <a:close/>
                  <a:moveTo>
                    <a:pt x="99" y="52"/>
                  </a:moveTo>
                  <a:cubicBezTo>
                    <a:pt x="94" y="53"/>
                    <a:pt x="89" y="50"/>
                    <a:pt x="87" y="44"/>
                  </a:cubicBezTo>
                  <a:cubicBezTo>
                    <a:pt x="84" y="44"/>
                    <a:pt x="79" y="42"/>
                    <a:pt x="76" y="38"/>
                  </a:cubicBezTo>
                  <a:cubicBezTo>
                    <a:pt x="71" y="40"/>
                    <a:pt x="62" y="45"/>
                    <a:pt x="52" y="43"/>
                  </a:cubicBezTo>
                  <a:cubicBezTo>
                    <a:pt x="31" y="65"/>
                    <a:pt x="31" y="65"/>
                    <a:pt x="31" y="65"/>
                  </a:cubicBezTo>
                  <a:cubicBezTo>
                    <a:pt x="25" y="57"/>
                    <a:pt x="24" y="51"/>
                    <a:pt x="24" y="48"/>
                  </a:cubicBezTo>
                  <a:cubicBezTo>
                    <a:pt x="24" y="47"/>
                    <a:pt x="24" y="47"/>
                    <a:pt x="24" y="47"/>
                  </a:cubicBezTo>
                  <a:cubicBezTo>
                    <a:pt x="23" y="46"/>
                    <a:pt x="23" y="46"/>
                    <a:pt x="23" y="46"/>
                  </a:cubicBezTo>
                  <a:cubicBezTo>
                    <a:pt x="21" y="43"/>
                    <a:pt x="14" y="36"/>
                    <a:pt x="9" y="31"/>
                  </a:cubicBezTo>
                  <a:cubicBezTo>
                    <a:pt x="12" y="21"/>
                    <a:pt x="23" y="11"/>
                    <a:pt x="29" y="9"/>
                  </a:cubicBezTo>
                  <a:cubicBezTo>
                    <a:pt x="34" y="13"/>
                    <a:pt x="39" y="17"/>
                    <a:pt x="44" y="21"/>
                  </a:cubicBezTo>
                  <a:cubicBezTo>
                    <a:pt x="45" y="22"/>
                    <a:pt x="45" y="22"/>
                    <a:pt x="45" y="22"/>
                  </a:cubicBezTo>
                  <a:cubicBezTo>
                    <a:pt x="47" y="21"/>
                    <a:pt x="47" y="21"/>
                    <a:pt x="47" y="21"/>
                  </a:cubicBezTo>
                  <a:cubicBezTo>
                    <a:pt x="57" y="19"/>
                    <a:pt x="68" y="19"/>
                    <a:pt x="78" y="22"/>
                  </a:cubicBezTo>
                  <a:cubicBezTo>
                    <a:pt x="81" y="24"/>
                    <a:pt x="91" y="31"/>
                    <a:pt x="95" y="34"/>
                  </a:cubicBezTo>
                  <a:cubicBezTo>
                    <a:pt x="96" y="38"/>
                    <a:pt x="99" y="46"/>
                    <a:pt x="101" y="51"/>
                  </a:cubicBezTo>
                  <a:cubicBezTo>
                    <a:pt x="100" y="52"/>
                    <a:pt x="100" y="52"/>
                    <a:pt x="99" y="52"/>
                  </a:cubicBezTo>
                  <a:close/>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39" name="Freeform 40">
              <a:extLst>
                <a:ext uri="{FF2B5EF4-FFF2-40B4-BE49-F238E27FC236}">
                  <a16:creationId xmlns:a16="http://schemas.microsoft.com/office/drawing/2014/main" id="{25D8CBD0-2361-2AC6-D0D9-D965E8614888}"/>
                </a:ext>
              </a:extLst>
            </p:cNvPr>
            <p:cNvSpPr>
              <a:spLocks noEditPoints="1"/>
            </p:cNvSpPr>
            <p:nvPr/>
          </p:nvSpPr>
          <p:spPr bwMode="auto">
            <a:xfrm>
              <a:off x="9939975" y="2281694"/>
              <a:ext cx="561542" cy="558400"/>
            </a:xfrm>
            <a:custGeom>
              <a:avLst/>
              <a:gdLst>
                <a:gd name="T0" fmla="*/ 134 w 139"/>
                <a:gd name="T1" fmla="*/ 18 h 140"/>
                <a:gd name="T2" fmla="*/ 134 w 139"/>
                <a:gd name="T3" fmla="*/ 18 h 140"/>
                <a:gd name="T4" fmla="*/ 116 w 139"/>
                <a:gd name="T5" fmla="*/ 35 h 140"/>
                <a:gd name="T6" fmla="*/ 116 w 139"/>
                <a:gd name="T7" fmla="*/ 35 h 140"/>
                <a:gd name="T8" fmla="*/ 104 w 139"/>
                <a:gd name="T9" fmla="*/ 23 h 140"/>
                <a:gd name="T10" fmla="*/ 104 w 139"/>
                <a:gd name="T11" fmla="*/ 23 h 140"/>
                <a:gd name="T12" fmla="*/ 122 w 139"/>
                <a:gd name="T13" fmla="*/ 5 h 140"/>
                <a:gd name="T14" fmla="*/ 122 w 139"/>
                <a:gd name="T15" fmla="*/ 5 h 140"/>
                <a:gd name="T16" fmla="*/ 93 w 139"/>
                <a:gd name="T17" fmla="*/ 9 h 140"/>
                <a:gd name="T18" fmla="*/ 88 w 139"/>
                <a:gd name="T19" fmla="*/ 13 h 140"/>
                <a:gd name="T20" fmla="*/ 82 w 139"/>
                <a:gd name="T21" fmla="*/ 37 h 140"/>
                <a:gd name="T22" fmla="*/ 82 w 139"/>
                <a:gd name="T23" fmla="*/ 37 h 140"/>
                <a:gd name="T24" fmla="*/ 71 w 139"/>
                <a:gd name="T25" fmla="*/ 48 h 140"/>
                <a:gd name="T26" fmla="*/ 79 w 139"/>
                <a:gd name="T27" fmla="*/ 53 h 140"/>
                <a:gd name="T28" fmla="*/ 94 w 139"/>
                <a:gd name="T29" fmla="*/ 66 h 140"/>
                <a:gd name="T30" fmla="*/ 102 w 139"/>
                <a:gd name="T31" fmla="*/ 58 h 140"/>
                <a:gd name="T32" fmla="*/ 102 w 139"/>
                <a:gd name="T33" fmla="*/ 58 h 140"/>
                <a:gd name="T34" fmla="*/ 126 w 139"/>
                <a:gd name="T35" fmla="*/ 51 h 140"/>
                <a:gd name="T36" fmla="*/ 130 w 139"/>
                <a:gd name="T37" fmla="*/ 47 h 140"/>
                <a:gd name="T38" fmla="*/ 134 w 139"/>
                <a:gd name="T39" fmla="*/ 18 h 140"/>
                <a:gd name="T40" fmla="*/ 6 w 139"/>
                <a:gd name="T41" fmla="*/ 113 h 140"/>
                <a:gd name="T42" fmla="*/ 6 w 139"/>
                <a:gd name="T43" fmla="*/ 134 h 140"/>
                <a:gd name="T44" fmla="*/ 27 w 139"/>
                <a:gd name="T45" fmla="*/ 133 h 140"/>
                <a:gd name="T46" fmla="*/ 43 w 139"/>
                <a:gd name="T47" fmla="*/ 117 h 140"/>
                <a:gd name="T48" fmla="*/ 22 w 139"/>
                <a:gd name="T49" fmla="*/ 97 h 140"/>
                <a:gd name="T50" fmla="*/ 6 w 139"/>
                <a:gd name="T51" fmla="*/ 113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9" h="140">
                  <a:moveTo>
                    <a:pt x="134" y="18"/>
                  </a:moveTo>
                  <a:cubicBezTo>
                    <a:pt x="134" y="17"/>
                    <a:pt x="134" y="17"/>
                    <a:pt x="134" y="18"/>
                  </a:cubicBezTo>
                  <a:cubicBezTo>
                    <a:pt x="116" y="35"/>
                    <a:pt x="116" y="35"/>
                    <a:pt x="116" y="35"/>
                  </a:cubicBezTo>
                  <a:cubicBezTo>
                    <a:pt x="116" y="35"/>
                    <a:pt x="116" y="35"/>
                    <a:pt x="116" y="35"/>
                  </a:cubicBezTo>
                  <a:cubicBezTo>
                    <a:pt x="104" y="23"/>
                    <a:pt x="104" y="23"/>
                    <a:pt x="104" y="23"/>
                  </a:cubicBezTo>
                  <a:cubicBezTo>
                    <a:pt x="104" y="23"/>
                    <a:pt x="104" y="23"/>
                    <a:pt x="104" y="23"/>
                  </a:cubicBezTo>
                  <a:cubicBezTo>
                    <a:pt x="122" y="5"/>
                    <a:pt x="122" y="5"/>
                    <a:pt x="122" y="5"/>
                  </a:cubicBezTo>
                  <a:cubicBezTo>
                    <a:pt x="122" y="5"/>
                    <a:pt x="122" y="5"/>
                    <a:pt x="122" y="5"/>
                  </a:cubicBezTo>
                  <a:cubicBezTo>
                    <a:pt x="112" y="0"/>
                    <a:pt x="100" y="1"/>
                    <a:pt x="93" y="9"/>
                  </a:cubicBezTo>
                  <a:cubicBezTo>
                    <a:pt x="88" y="13"/>
                    <a:pt x="88" y="13"/>
                    <a:pt x="88" y="13"/>
                  </a:cubicBezTo>
                  <a:cubicBezTo>
                    <a:pt x="81" y="20"/>
                    <a:pt x="77" y="26"/>
                    <a:pt x="82" y="37"/>
                  </a:cubicBezTo>
                  <a:cubicBezTo>
                    <a:pt x="82" y="37"/>
                    <a:pt x="82" y="37"/>
                    <a:pt x="82" y="37"/>
                  </a:cubicBezTo>
                  <a:cubicBezTo>
                    <a:pt x="71" y="48"/>
                    <a:pt x="71" y="48"/>
                    <a:pt x="71" y="48"/>
                  </a:cubicBezTo>
                  <a:cubicBezTo>
                    <a:pt x="79" y="53"/>
                    <a:pt x="79" y="53"/>
                    <a:pt x="79" y="53"/>
                  </a:cubicBezTo>
                  <a:cubicBezTo>
                    <a:pt x="94" y="66"/>
                    <a:pt x="94" y="66"/>
                    <a:pt x="94" y="66"/>
                  </a:cubicBezTo>
                  <a:cubicBezTo>
                    <a:pt x="102" y="58"/>
                    <a:pt x="102" y="58"/>
                    <a:pt x="102" y="58"/>
                  </a:cubicBezTo>
                  <a:cubicBezTo>
                    <a:pt x="102" y="58"/>
                    <a:pt x="102" y="58"/>
                    <a:pt x="102" y="58"/>
                  </a:cubicBezTo>
                  <a:cubicBezTo>
                    <a:pt x="113" y="62"/>
                    <a:pt x="119" y="58"/>
                    <a:pt x="126" y="51"/>
                  </a:cubicBezTo>
                  <a:cubicBezTo>
                    <a:pt x="130" y="47"/>
                    <a:pt x="130" y="47"/>
                    <a:pt x="130" y="47"/>
                  </a:cubicBezTo>
                  <a:cubicBezTo>
                    <a:pt x="138" y="39"/>
                    <a:pt x="139" y="27"/>
                    <a:pt x="134" y="18"/>
                  </a:cubicBezTo>
                  <a:close/>
                  <a:moveTo>
                    <a:pt x="6" y="113"/>
                  </a:moveTo>
                  <a:cubicBezTo>
                    <a:pt x="0" y="119"/>
                    <a:pt x="0" y="129"/>
                    <a:pt x="6" y="134"/>
                  </a:cubicBezTo>
                  <a:cubicBezTo>
                    <a:pt x="12" y="140"/>
                    <a:pt x="21" y="139"/>
                    <a:pt x="27" y="133"/>
                  </a:cubicBezTo>
                  <a:cubicBezTo>
                    <a:pt x="43" y="117"/>
                    <a:pt x="43" y="117"/>
                    <a:pt x="43" y="117"/>
                  </a:cubicBezTo>
                  <a:cubicBezTo>
                    <a:pt x="22" y="97"/>
                    <a:pt x="22" y="97"/>
                    <a:pt x="22" y="97"/>
                  </a:cubicBezTo>
                  <a:lnTo>
                    <a:pt x="6" y="113"/>
                  </a:lnTo>
                  <a:close/>
                </a:path>
              </a:pathLst>
            </a:custGeom>
            <a:solidFill>
              <a:srgbClr val="46106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grpSp>
      <p:sp>
        <p:nvSpPr>
          <p:cNvPr id="441" name="TextBox 440">
            <a:extLst>
              <a:ext uri="{FF2B5EF4-FFF2-40B4-BE49-F238E27FC236}">
                <a16:creationId xmlns:a16="http://schemas.microsoft.com/office/drawing/2014/main" id="{E2324D32-69C2-CF49-6472-731C1E718259}"/>
              </a:ext>
            </a:extLst>
          </p:cNvPr>
          <p:cNvSpPr txBox="1"/>
          <p:nvPr/>
        </p:nvSpPr>
        <p:spPr>
          <a:xfrm>
            <a:off x="10474014" y="5431971"/>
            <a:ext cx="1618485" cy="1000274"/>
          </a:xfrm>
          <a:prstGeom prst="rect">
            <a:avLst/>
          </a:prstGeom>
          <a:noFill/>
          <a:ln>
            <a:noFill/>
          </a:ln>
        </p:spPr>
        <p:txBody>
          <a:bodyPr wrap="square" rtlCol="0">
            <a:spAutoFit/>
          </a:bodyPr>
          <a:lstStyle/>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Not having  the right participants in the room  delays the process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Missing the big picture</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Trying to create Perfect Solution</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Procrastination &amp; indecisive</a:t>
            </a:r>
          </a:p>
        </p:txBody>
      </p:sp>
      <p:sp>
        <p:nvSpPr>
          <p:cNvPr id="549" name="Freeform 402">
            <a:extLst>
              <a:ext uri="{FF2B5EF4-FFF2-40B4-BE49-F238E27FC236}">
                <a16:creationId xmlns:a16="http://schemas.microsoft.com/office/drawing/2014/main" id="{17D5E50A-5B7B-F5AA-C5B7-CF0B784B256C}"/>
              </a:ext>
            </a:extLst>
          </p:cNvPr>
          <p:cNvSpPr>
            <a:spLocks noEditPoints="1"/>
          </p:cNvSpPr>
          <p:nvPr/>
        </p:nvSpPr>
        <p:spPr bwMode="auto">
          <a:xfrm>
            <a:off x="10398288" y="831317"/>
            <a:ext cx="408938" cy="328738"/>
          </a:xfrm>
          <a:custGeom>
            <a:avLst/>
            <a:gdLst/>
            <a:ahLst/>
            <a:cxnLst>
              <a:cxn ang="0">
                <a:pos x="149" y="45"/>
              </a:cxn>
              <a:cxn ang="0">
                <a:pos x="169" y="94"/>
              </a:cxn>
              <a:cxn ang="0">
                <a:pos x="151" y="96"/>
              </a:cxn>
              <a:cxn ang="0">
                <a:pos x="176" y="48"/>
              </a:cxn>
              <a:cxn ang="0">
                <a:pos x="191" y="44"/>
              </a:cxn>
              <a:cxn ang="0">
                <a:pos x="179" y="29"/>
              </a:cxn>
              <a:cxn ang="0">
                <a:pos x="172" y="19"/>
              </a:cxn>
              <a:cxn ang="0">
                <a:pos x="164" y="0"/>
              </a:cxn>
              <a:cxn ang="0">
                <a:pos x="146" y="1"/>
              </a:cxn>
              <a:cxn ang="0">
                <a:pos x="139" y="20"/>
              </a:cxn>
              <a:cxn ang="0">
                <a:pos x="134" y="30"/>
              </a:cxn>
              <a:cxn ang="0">
                <a:pos x="122" y="46"/>
              </a:cxn>
              <a:cxn ang="0">
                <a:pos x="132" y="61"/>
              </a:cxn>
              <a:cxn ang="0">
                <a:pos x="151" y="58"/>
              </a:cxn>
              <a:cxn ang="0">
                <a:pos x="165" y="60"/>
              </a:cxn>
              <a:cxn ang="0">
                <a:pos x="177" y="76"/>
              </a:cxn>
              <a:cxn ang="0">
                <a:pos x="186" y="83"/>
              </a:cxn>
              <a:cxn ang="0">
                <a:pos x="204" y="92"/>
              </a:cxn>
              <a:cxn ang="0">
                <a:pos x="205" y="108"/>
              </a:cxn>
              <a:cxn ang="0">
                <a:pos x="189" y="120"/>
              </a:cxn>
              <a:cxn ang="0">
                <a:pos x="181" y="128"/>
              </a:cxn>
              <a:cxn ang="0">
                <a:pos x="173" y="146"/>
              </a:cxn>
              <a:cxn ang="0">
                <a:pos x="157" y="148"/>
              </a:cxn>
              <a:cxn ang="0">
                <a:pos x="145" y="132"/>
              </a:cxn>
              <a:cxn ang="0">
                <a:pos x="136" y="124"/>
              </a:cxn>
              <a:cxn ang="0">
                <a:pos x="118" y="115"/>
              </a:cxn>
              <a:cxn ang="0">
                <a:pos x="117" y="99"/>
              </a:cxn>
              <a:cxn ang="0">
                <a:pos x="132" y="86"/>
              </a:cxn>
              <a:cxn ang="0">
                <a:pos x="128" y="64"/>
              </a:cxn>
              <a:cxn ang="0">
                <a:pos x="105" y="47"/>
              </a:cxn>
              <a:cxn ang="0">
                <a:pos x="95" y="33"/>
              </a:cxn>
              <a:cxn ang="0">
                <a:pos x="82" y="7"/>
              </a:cxn>
              <a:cxn ang="0">
                <a:pos x="59" y="5"/>
              </a:cxn>
              <a:cxn ang="0">
                <a:pos x="42" y="28"/>
              </a:cxn>
              <a:cxn ang="0">
                <a:pos x="29" y="39"/>
              </a:cxn>
              <a:cxn ang="0">
                <a:pos x="2" y="51"/>
              </a:cxn>
              <a:cxn ang="0">
                <a:pos x="0" y="74"/>
              </a:cxn>
              <a:cxn ang="0">
                <a:pos x="23" y="91"/>
              </a:cxn>
              <a:cxn ang="0">
                <a:pos x="34" y="104"/>
              </a:cxn>
              <a:cxn ang="0">
                <a:pos x="46" y="131"/>
              </a:cxn>
              <a:cxn ang="0">
                <a:pos x="69" y="133"/>
              </a:cxn>
              <a:cxn ang="0">
                <a:pos x="87" y="110"/>
              </a:cxn>
              <a:cxn ang="0">
                <a:pos x="100" y="99"/>
              </a:cxn>
              <a:cxn ang="0">
                <a:pos x="61" y="51"/>
              </a:cxn>
            </a:cxnLst>
            <a:rect l="0" t="0" r="r" b="b"/>
            <a:pathLst>
              <a:path w="205" h="148">
                <a:moveTo>
                  <a:pt x="164" y="27"/>
                </a:moveTo>
                <a:cubicBezTo>
                  <a:pt x="169" y="31"/>
                  <a:pt x="169" y="38"/>
                  <a:pt x="165" y="43"/>
                </a:cubicBezTo>
                <a:cubicBezTo>
                  <a:pt x="161" y="48"/>
                  <a:pt x="154" y="49"/>
                  <a:pt x="149" y="45"/>
                </a:cubicBezTo>
                <a:cubicBezTo>
                  <a:pt x="144" y="41"/>
                  <a:pt x="143" y="33"/>
                  <a:pt x="147" y="28"/>
                </a:cubicBezTo>
                <a:cubicBezTo>
                  <a:pt x="152" y="23"/>
                  <a:pt x="159" y="23"/>
                  <a:pt x="164" y="27"/>
                </a:cubicBezTo>
                <a:close/>
                <a:moveTo>
                  <a:pt x="169" y="94"/>
                </a:moveTo>
                <a:cubicBezTo>
                  <a:pt x="174" y="98"/>
                  <a:pt x="175" y="106"/>
                  <a:pt x="171" y="112"/>
                </a:cubicBezTo>
                <a:cubicBezTo>
                  <a:pt x="166" y="117"/>
                  <a:pt x="158" y="118"/>
                  <a:pt x="153" y="113"/>
                </a:cubicBezTo>
                <a:cubicBezTo>
                  <a:pt x="147" y="109"/>
                  <a:pt x="147" y="101"/>
                  <a:pt x="151" y="96"/>
                </a:cubicBezTo>
                <a:cubicBezTo>
                  <a:pt x="156" y="90"/>
                  <a:pt x="164" y="89"/>
                  <a:pt x="169" y="94"/>
                </a:cubicBezTo>
                <a:close/>
                <a:moveTo>
                  <a:pt x="183" y="60"/>
                </a:moveTo>
                <a:cubicBezTo>
                  <a:pt x="176" y="48"/>
                  <a:pt x="176" y="48"/>
                  <a:pt x="176" y="48"/>
                </a:cubicBezTo>
                <a:cubicBezTo>
                  <a:pt x="176" y="48"/>
                  <a:pt x="177" y="47"/>
                  <a:pt x="177" y="46"/>
                </a:cubicBezTo>
                <a:cubicBezTo>
                  <a:pt x="178" y="46"/>
                  <a:pt x="178" y="45"/>
                  <a:pt x="178" y="44"/>
                </a:cubicBezTo>
                <a:cubicBezTo>
                  <a:pt x="191" y="44"/>
                  <a:pt x="191" y="44"/>
                  <a:pt x="191" y="44"/>
                </a:cubicBezTo>
                <a:cubicBezTo>
                  <a:pt x="192" y="37"/>
                  <a:pt x="192" y="37"/>
                  <a:pt x="192" y="37"/>
                </a:cubicBezTo>
                <a:cubicBezTo>
                  <a:pt x="180" y="33"/>
                  <a:pt x="180" y="33"/>
                  <a:pt x="180" y="33"/>
                </a:cubicBezTo>
                <a:cubicBezTo>
                  <a:pt x="180" y="31"/>
                  <a:pt x="179" y="30"/>
                  <a:pt x="179" y="29"/>
                </a:cubicBezTo>
                <a:cubicBezTo>
                  <a:pt x="189" y="20"/>
                  <a:pt x="189" y="20"/>
                  <a:pt x="189" y="20"/>
                </a:cubicBezTo>
                <a:cubicBezTo>
                  <a:pt x="185" y="14"/>
                  <a:pt x="185" y="14"/>
                  <a:pt x="185" y="14"/>
                </a:cubicBezTo>
                <a:cubicBezTo>
                  <a:pt x="172" y="19"/>
                  <a:pt x="172" y="19"/>
                  <a:pt x="172" y="19"/>
                </a:cubicBezTo>
                <a:cubicBezTo>
                  <a:pt x="171" y="18"/>
                  <a:pt x="170" y="17"/>
                  <a:pt x="169" y="16"/>
                </a:cubicBezTo>
                <a:cubicBezTo>
                  <a:pt x="171" y="3"/>
                  <a:pt x="171" y="3"/>
                  <a:pt x="171" y="3"/>
                </a:cubicBezTo>
                <a:cubicBezTo>
                  <a:pt x="164" y="0"/>
                  <a:pt x="164" y="0"/>
                  <a:pt x="164" y="0"/>
                </a:cubicBezTo>
                <a:cubicBezTo>
                  <a:pt x="158" y="12"/>
                  <a:pt x="158" y="12"/>
                  <a:pt x="158" y="12"/>
                </a:cubicBezTo>
                <a:cubicBezTo>
                  <a:pt x="156" y="12"/>
                  <a:pt x="155" y="12"/>
                  <a:pt x="153" y="12"/>
                </a:cubicBezTo>
                <a:cubicBezTo>
                  <a:pt x="146" y="1"/>
                  <a:pt x="146" y="1"/>
                  <a:pt x="146" y="1"/>
                </a:cubicBezTo>
                <a:cubicBezTo>
                  <a:pt x="140" y="4"/>
                  <a:pt x="140" y="4"/>
                  <a:pt x="140" y="4"/>
                </a:cubicBezTo>
                <a:cubicBezTo>
                  <a:pt x="142" y="17"/>
                  <a:pt x="142" y="17"/>
                  <a:pt x="142" y="17"/>
                </a:cubicBezTo>
                <a:cubicBezTo>
                  <a:pt x="141" y="18"/>
                  <a:pt x="140" y="19"/>
                  <a:pt x="139" y="20"/>
                </a:cubicBezTo>
                <a:cubicBezTo>
                  <a:pt x="127" y="16"/>
                  <a:pt x="127" y="16"/>
                  <a:pt x="127" y="16"/>
                </a:cubicBezTo>
                <a:cubicBezTo>
                  <a:pt x="123" y="22"/>
                  <a:pt x="123" y="22"/>
                  <a:pt x="123" y="22"/>
                </a:cubicBezTo>
                <a:cubicBezTo>
                  <a:pt x="134" y="30"/>
                  <a:pt x="134" y="30"/>
                  <a:pt x="134" y="30"/>
                </a:cubicBezTo>
                <a:cubicBezTo>
                  <a:pt x="133" y="32"/>
                  <a:pt x="133" y="33"/>
                  <a:pt x="133" y="34"/>
                </a:cubicBezTo>
                <a:cubicBezTo>
                  <a:pt x="121" y="39"/>
                  <a:pt x="121" y="39"/>
                  <a:pt x="121" y="39"/>
                </a:cubicBezTo>
                <a:cubicBezTo>
                  <a:pt x="122" y="46"/>
                  <a:pt x="122" y="46"/>
                  <a:pt x="122" y="46"/>
                </a:cubicBezTo>
                <a:cubicBezTo>
                  <a:pt x="136" y="46"/>
                  <a:pt x="136" y="46"/>
                  <a:pt x="136" y="46"/>
                </a:cubicBezTo>
                <a:cubicBezTo>
                  <a:pt x="136" y="47"/>
                  <a:pt x="137" y="49"/>
                  <a:pt x="138" y="50"/>
                </a:cubicBezTo>
                <a:cubicBezTo>
                  <a:pt x="132" y="61"/>
                  <a:pt x="132" y="61"/>
                  <a:pt x="132" y="61"/>
                </a:cubicBezTo>
                <a:cubicBezTo>
                  <a:pt x="137" y="66"/>
                  <a:pt x="137" y="66"/>
                  <a:pt x="137" y="66"/>
                </a:cubicBezTo>
                <a:cubicBezTo>
                  <a:pt x="147" y="57"/>
                  <a:pt x="147" y="57"/>
                  <a:pt x="147" y="57"/>
                </a:cubicBezTo>
                <a:cubicBezTo>
                  <a:pt x="149" y="58"/>
                  <a:pt x="150" y="58"/>
                  <a:pt x="151" y="58"/>
                </a:cubicBezTo>
                <a:cubicBezTo>
                  <a:pt x="155" y="71"/>
                  <a:pt x="155" y="71"/>
                  <a:pt x="155" y="71"/>
                </a:cubicBezTo>
                <a:cubicBezTo>
                  <a:pt x="161" y="72"/>
                  <a:pt x="161" y="72"/>
                  <a:pt x="161" y="72"/>
                </a:cubicBezTo>
                <a:cubicBezTo>
                  <a:pt x="165" y="60"/>
                  <a:pt x="165" y="60"/>
                  <a:pt x="165" y="60"/>
                </a:cubicBezTo>
                <a:cubicBezTo>
                  <a:pt x="172" y="61"/>
                  <a:pt x="172" y="61"/>
                  <a:pt x="172" y="61"/>
                </a:cubicBezTo>
                <a:cubicBezTo>
                  <a:pt x="172" y="74"/>
                  <a:pt x="172" y="74"/>
                  <a:pt x="172" y="74"/>
                </a:cubicBezTo>
                <a:cubicBezTo>
                  <a:pt x="174" y="74"/>
                  <a:pt x="175" y="75"/>
                  <a:pt x="177" y="76"/>
                </a:cubicBezTo>
                <a:cubicBezTo>
                  <a:pt x="187" y="68"/>
                  <a:pt x="187" y="68"/>
                  <a:pt x="187" y="68"/>
                </a:cubicBezTo>
                <a:cubicBezTo>
                  <a:pt x="192" y="72"/>
                  <a:pt x="192" y="72"/>
                  <a:pt x="192" y="72"/>
                </a:cubicBezTo>
                <a:cubicBezTo>
                  <a:pt x="186" y="83"/>
                  <a:pt x="186" y="83"/>
                  <a:pt x="186" y="83"/>
                </a:cubicBezTo>
                <a:cubicBezTo>
                  <a:pt x="187" y="85"/>
                  <a:pt x="188" y="86"/>
                  <a:pt x="189" y="87"/>
                </a:cubicBezTo>
                <a:cubicBezTo>
                  <a:pt x="201" y="85"/>
                  <a:pt x="201" y="85"/>
                  <a:pt x="201" y="85"/>
                </a:cubicBezTo>
                <a:cubicBezTo>
                  <a:pt x="204" y="92"/>
                  <a:pt x="204" y="92"/>
                  <a:pt x="204" y="92"/>
                </a:cubicBezTo>
                <a:cubicBezTo>
                  <a:pt x="193" y="98"/>
                  <a:pt x="193" y="98"/>
                  <a:pt x="193" y="98"/>
                </a:cubicBezTo>
                <a:cubicBezTo>
                  <a:pt x="193" y="100"/>
                  <a:pt x="193" y="102"/>
                  <a:pt x="193" y="103"/>
                </a:cubicBezTo>
                <a:cubicBezTo>
                  <a:pt x="205" y="108"/>
                  <a:pt x="205" y="108"/>
                  <a:pt x="205" y="108"/>
                </a:cubicBezTo>
                <a:cubicBezTo>
                  <a:pt x="204" y="115"/>
                  <a:pt x="204" y="115"/>
                  <a:pt x="204" y="115"/>
                </a:cubicBezTo>
                <a:cubicBezTo>
                  <a:pt x="191" y="115"/>
                  <a:pt x="191" y="115"/>
                  <a:pt x="191" y="115"/>
                </a:cubicBezTo>
                <a:cubicBezTo>
                  <a:pt x="190" y="117"/>
                  <a:pt x="190" y="118"/>
                  <a:pt x="189" y="120"/>
                </a:cubicBezTo>
                <a:cubicBezTo>
                  <a:pt x="197" y="129"/>
                  <a:pt x="197" y="129"/>
                  <a:pt x="197" y="129"/>
                </a:cubicBezTo>
                <a:cubicBezTo>
                  <a:pt x="192" y="135"/>
                  <a:pt x="192" y="135"/>
                  <a:pt x="192" y="135"/>
                </a:cubicBezTo>
                <a:cubicBezTo>
                  <a:pt x="181" y="128"/>
                  <a:pt x="181" y="128"/>
                  <a:pt x="181" y="128"/>
                </a:cubicBezTo>
                <a:cubicBezTo>
                  <a:pt x="180" y="130"/>
                  <a:pt x="179" y="131"/>
                  <a:pt x="177" y="131"/>
                </a:cubicBezTo>
                <a:cubicBezTo>
                  <a:pt x="179" y="144"/>
                  <a:pt x="179" y="144"/>
                  <a:pt x="179" y="144"/>
                </a:cubicBezTo>
                <a:cubicBezTo>
                  <a:pt x="173" y="146"/>
                  <a:pt x="173" y="146"/>
                  <a:pt x="173" y="146"/>
                </a:cubicBezTo>
                <a:cubicBezTo>
                  <a:pt x="166" y="135"/>
                  <a:pt x="166" y="135"/>
                  <a:pt x="166" y="135"/>
                </a:cubicBezTo>
                <a:cubicBezTo>
                  <a:pt x="165" y="136"/>
                  <a:pt x="163" y="136"/>
                  <a:pt x="161" y="136"/>
                </a:cubicBezTo>
                <a:cubicBezTo>
                  <a:pt x="157" y="148"/>
                  <a:pt x="157" y="148"/>
                  <a:pt x="157" y="148"/>
                </a:cubicBezTo>
                <a:cubicBezTo>
                  <a:pt x="150" y="147"/>
                  <a:pt x="150" y="147"/>
                  <a:pt x="150" y="147"/>
                </a:cubicBezTo>
                <a:cubicBezTo>
                  <a:pt x="150" y="134"/>
                  <a:pt x="150" y="134"/>
                  <a:pt x="150" y="134"/>
                </a:cubicBezTo>
                <a:cubicBezTo>
                  <a:pt x="148" y="133"/>
                  <a:pt x="147" y="132"/>
                  <a:pt x="145" y="132"/>
                </a:cubicBezTo>
                <a:cubicBezTo>
                  <a:pt x="135" y="140"/>
                  <a:pt x="135" y="140"/>
                  <a:pt x="135" y="140"/>
                </a:cubicBezTo>
                <a:cubicBezTo>
                  <a:pt x="130" y="135"/>
                  <a:pt x="130" y="135"/>
                  <a:pt x="130" y="135"/>
                </a:cubicBezTo>
                <a:cubicBezTo>
                  <a:pt x="136" y="124"/>
                  <a:pt x="136" y="124"/>
                  <a:pt x="136" y="124"/>
                </a:cubicBezTo>
                <a:cubicBezTo>
                  <a:pt x="135" y="123"/>
                  <a:pt x="134" y="121"/>
                  <a:pt x="133" y="120"/>
                </a:cubicBezTo>
                <a:cubicBezTo>
                  <a:pt x="121" y="122"/>
                  <a:pt x="121" y="122"/>
                  <a:pt x="121" y="122"/>
                </a:cubicBezTo>
                <a:cubicBezTo>
                  <a:pt x="118" y="115"/>
                  <a:pt x="118" y="115"/>
                  <a:pt x="118" y="115"/>
                </a:cubicBezTo>
                <a:cubicBezTo>
                  <a:pt x="129" y="109"/>
                  <a:pt x="129" y="109"/>
                  <a:pt x="129" y="109"/>
                </a:cubicBezTo>
                <a:cubicBezTo>
                  <a:pt x="129" y="107"/>
                  <a:pt x="129" y="106"/>
                  <a:pt x="129" y="104"/>
                </a:cubicBezTo>
                <a:cubicBezTo>
                  <a:pt x="117" y="99"/>
                  <a:pt x="117" y="99"/>
                  <a:pt x="117" y="99"/>
                </a:cubicBezTo>
                <a:cubicBezTo>
                  <a:pt x="118" y="92"/>
                  <a:pt x="118" y="92"/>
                  <a:pt x="118" y="92"/>
                </a:cubicBezTo>
                <a:cubicBezTo>
                  <a:pt x="131" y="92"/>
                  <a:pt x="131" y="92"/>
                  <a:pt x="131" y="92"/>
                </a:cubicBezTo>
                <a:cubicBezTo>
                  <a:pt x="131" y="91"/>
                  <a:pt x="131" y="88"/>
                  <a:pt x="132" y="86"/>
                </a:cubicBezTo>
                <a:cubicBezTo>
                  <a:pt x="111" y="81"/>
                  <a:pt x="111" y="81"/>
                  <a:pt x="111" y="81"/>
                </a:cubicBezTo>
                <a:cubicBezTo>
                  <a:pt x="111" y="81"/>
                  <a:pt x="111" y="73"/>
                  <a:pt x="111" y="70"/>
                </a:cubicBezTo>
                <a:cubicBezTo>
                  <a:pt x="128" y="64"/>
                  <a:pt x="128" y="64"/>
                  <a:pt x="128" y="64"/>
                </a:cubicBezTo>
                <a:cubicBezTo>
                  <a:pt x="127" y="54"/>
                  <a:pt x="127" y="54"/>
                  <a:pt x="127" y="54"/>
                </a:cubicBezTo>
                <a:cubicBezTo>
                  <a:pt x="108" y="53"/>
                  <a:pt x="108" y="53"/>
                  <a:pt x="108" y="53"/>
                </a:cubicBezTo>
                <a:cubicBezTo>
                  <a:pt x="107" y="51"/>
                  <a:pt x="106" y="49"/>
                  <a:pt x="105" y="47"/>
                </a:cubicBezTo>
                <a:cubicBezTo>
                  <a:pt x="117" y="33"/>
                  <a:pt x="117" y="33"/>
                  <a:pt x="117" y="33"/>
                </a:cubicBezTo>
                <a:cubicBezTo>
                  <a:pt x="111" y="25"/>
                  <a:pt x="111" y="25"/>
                  <a:pt x="111" y="25"/>
                </a:cubicBezTo>
                <a:cubicBezTo>
                  <a:pt x="95" y="33"/>
                  <a:pt x="95" y="33"/>
                  <a:pt x="95" y="33"/>
                </a:cubicBezTo>
                <a:cubicBezTo>
                  <a:pt x="93" y="32"/>
                  <a:pt x="91" y="30"/>
                  <a:pt x="89" y="29"/>
                </a:cubicBezTo>
                <a:cubicBezTo>
                  <a:pt x="92" y="11"/>
                  <a:pt x="92" y="11"/>
                  <a:pt x="92" y="11"/>
                </a:cubicBezTo>
                <a:cubicBezTo>
                  <a:pt x="82" y="7"/>
                  <a:pt x="82" y="7"/>
                  <a:pt x="82" y="7"/>
                </a:cubicBezTo>
                <a:cubicBezTo>
                  <a:pt x="73" y="23"/>
                  <a:pt x="73" y="23"/>
                  <a:pt x="73" y="23"/>
                </a:cubicBezTo>
                <a:cubicBezTo>
                  <a:pt x="70" y="23"/>
                  <a:pt x="68" y="22"/>
                  <a:pt x="65" y="22"/>
                </a:cubicBezTo>
                <a:cubicBezTo>
                  <a:pt x="59" y="5"/>
                  <a:pt x="59" y="5"/>
                  <a:pt x="59" y="5"/>
                </a:cubicBezTo>
                <a:cubicBezTo>
                  <a:pt x="49" y="6"/>
                  <a:pt x="49" y="6"/>
                  <a:pt x="49" y="6"/>
                </a:cubicBezTo>
                <a:cubicBezTo>
                  <a:pt x="49" y="25"/>
                  <a:pt x="49" y="25"/>
                  <a:pt x="49" y="25"/>
                </a:cubicBezTo>
                <a:cubicBezTo>
                  <a:pt x="46" y="26"/>
                  <a:pt x="44" y="27"/>
                  <a:pt x="42" y="28"/>
                </a:cubicBezTo>
                <a:cubicBezTo>
                  <a:pt x="28" y="16"/>
                  <a:pt x="28" y="16"/>
                  <a:pt x="28" y="16"/>
                </a:cubicBezTo>
                <a:cubicBezTo>
                  <a:pt x="20" y="22"/>
                  <a:pt x="20" y="22"/>
                  <a:pt x="20" y="22"/>
                </a:cubicBezTo>
                <a:cubicBezTo>
                  <a:pt x="29" y="39"/>
                  <a:pt x="29" y="39"/>
                  <a:pt x="29" y="39"/>
                </a:cubicBezTo>
                <a:cubicBezTo>
                  <a:pt x="27" y="40"/>
                  <a:pt x="26" y="42"/>
                  <a:pt x="24" y="44"/>
                </a:cubicBezTo>
                <a:cubicBezTo>
                  <a:pt x="6" y="41"/>
                  <a:pt x="6" y="41"/>
                  <a:pt x="6" y="41"/>
                </a:cubicBezTo>
                <a:cubicBezTo>
                  <a:pt x="2" y="51"/>
                  <a:pt x="2" y="51"/>
                  <a:pt x="2" y="51"/>
                </a:cubicBezTo>
                <a:cubicBezTo>
                  <a:pt x="18" y="60"/>
                  <a:pt x="18" y="60"/>
                  <a:pt x="18" y="60"/>
                </a:cubicBezTo>
                <a:cubicBezTo>
                  <a:pt x="18" y="63"/>
                  <a:pt x="18" y="65"/>
                  <a:pt x="18" y="68"/>
                </a:cubicBezTo>
                <a:cubicBezTo>
                  <a:pt x="0" y="74"/>
                  <a:pt x="0" y="74"/>
                  <a:pt x="0" y="74"/>
                </a:cubicBezTo>
                <a:cubicBezTo>
                  <a:pt x="2" y="84"/>
                  <a:pt x="2" y="84"/>
                  <a:pt x="2" y="84"/>
                </a:cubicBezTo>
                <a:cubicBezTo>
                  <a:pt x="20" y="84"/>
                  <a:pt x="20" y="84"/>
                  <a:pt x="20" y="84"/>
                </a:cubicBezTo>
                <a:cubicBezTo>
                  <a:pt x="21" y="87"/>
                  <a:pt x="22" y="89"/>
                  <a:pt x="23" y="91"/>
                </a:cubicBezTo>
                <a:cubicBezTo>
                  <a:pt x="11" y="105"/>
                  <a:pt x="11" y="105"/>
                  <a:pt x="11" y="105"/>
                </a:cubicBezTo>
                <a:cubicBezTo>
                  <a:pt x="18" y="113"/>
                  <a:pt x="18" y="113"/>
                  <a:pt x="18" y="113"/>
                </a:cubicBezTo>
                <a:cubicBezTo>
                  <a:pt x="34" y="104"/>
                  <a:pt x="34" y="104"/>
                  <a:pt x="34" y="104"/>
                </a:cubicBezTo>
                <a:cubicBezTo>
                  <a:pt x="36" y="106"/>
                  <a:pt x="38" y="107"/>
                  <a:pt x="40" y="109"/>
                </a:cubicBezTo>
                <a:cubicBezTo>
                  <a:pt x="36" y="127"/>
                  <a:pt x="36" y="127"/>
                  <a:pt x="36" y="127"/>
                </a:cubicBezTo>
                <a:cubicBezTo>
                  <a:pt x="46" y="131"/>
                  <a:pt x="46" y="131"/>
                  <a:pt x="46" y="131"/>
                </a:cubicBezTo>
                <a:cubicBezTo>
                  <a:pt x="56" y="115"/>
                  <a:pt x="56" y="115"/>
                  <a:pt x="56" y="115"/>
                </a:cubicBezTo>
                <a:cubicBezTo>
                  <a:pt x="58" y="115"/>
                  <a:pt x="61" y="115"/>
                  <a:pt x="63" y="115"/>
                </a:cubicBezTo>
                <a:cubicBezTo>
                  <a:pt x="69" y="133"/>
                  <a:pt x="69" y="133"/>
                  <a:pt x="69" y="133"/>
                </a:cubicBezTo>
                <a:cubicBezTo>
                  <a:pt x="79" y="131"/>
                  <a:pt x="79" y="131"/>
                  <a:pt x="79" y="131"/>
                </a:cubicBezTo>
                <a:cubicBezTo>
                  <a:pt x="80" y="113"/>
                  <a:pt x="80" y="113"/>
                  <a:pt x="80" y="113"/>
                </a:cubicBezTo>
                <a:cubicBezTo>
                  <a:pt x="82" y="112"/>
                  <a:pt x="84" y="111"/>
                  <a:pt x="87" y="110"/>
                </a:cubicBezTo>
                <a:cubicBezTo>
                  <a:pt x="101" y="122"/>
                  <a:pt x="101" y="122"/>
                  <a:pt x="101" y="122"/>
                </a:cubicBezTo>
                <a:cubicBezTo>
                  <a:pt x="109" y="116"/>
                  <a:pt x="109" y="116"/>
                  <a:pt x="109" y="116"/>
                </a:cubicBezTo>
                <a:cubicBezTo>
                  <a:pt x="100" y="99"/>
                  <a:pt x="100" y="99"/>
                  <a:pt x="100" y="99"/>
                </a:cubicBezTo>
                <a:moveTo>
                  <a:pt x="67" y="87"/>
                </a:moveTo>
                <a:cubicBezTo>
                  <a:pt x="57" y="89"/>
                  <a:pt x="48" y="82"/>
                  <a:pt x="46" y="72"/>
                </a:cubicBezTo>
                <a:cubicBezTo>
                  <a:pt x="44" y="62"/>
                  <a:pt x="51" y="52"/>
                  <a:pt x="61" y="51"/>
                </a:cubicBezTo>
                <a:cubicBezTo>
                  <a:pt x="71" y="49"/>
                  <a:pt x="81" y="56"/>
                  <a:pt x="82" y="66"/>
                </a:cubicBezTo>
                <a:cubicBezTo>
                  <a:pt x="84" y="76"/>
                  <a:pt x="77" y="85"/>
                  <a:pt x="67" y="87"/>
                </a:cubicBezTo>
                <a:close/>
              </a:path>
            </a:pathLst>
          </a:custGeom>
          <a:noFill/>
          <a:ln w="19050" cap="rnd">
            <a:solidFill>
              <a:schemeClr val="accent3">
                <a:lumMod val="75000"/>
              </a:scheme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a:ln>
                <a:noFill/>
              </a:ln>
              <a:solidFill>
                <a:prstClr val="black"/>
              </a:solidFill>
              <a:effectLst/>
              <a:uLnTx/>
              <a:uFillTx/>
              <a:latin typeface="Ubuntu Medium"/>
              <a:ea typeface="+mn-ea"/>
              <a:cs typeface="Arial" pitchFamily="34" charset="0"/>
            </a:endParaRPr>
          </a:p>
        </p:txBody>
      </p:sp>
      <p:sp>
        <p:nvSpPr>
          <p:cNvPr id="550" name="Rounded Rectangle 67">
            <a:extLst>
              <a:ext uri="{FF2B5EF4-FFF2-40B4-BE49-F238E27FC236}">
                <a16:creationId xmlns:a16="http://schemas.microsoft.com/office/drawing/2014/main" id="{7329D366-6BF8-1AF1-B394-54A75C6D8556}"/>
              </a:ext>
            </a:extLst>
          </p:cNvPr>
          <p:cNvSpPr>
            <a:spLocks/>
          </p:cNvSpPr>
          <p:nvPr/>
        </p:nvSpPr>
        <p:spPr>
          <a:xfrm>
            <a:off x="10448981" y="1147301"/>
            <a:ext cx="1618485" cy="1332594"/>
          </a:xfrm>
          <a:prstGeom prst="roundRect">
            <a:avLst>
              <a:gd name="adj" fmla="val 5380"/>
            </a:avLst>
          </a:prstGeom>
          <a:noFill/>
          <a:ln w="19050" cap="flat" cmpd="sng" algn="ctr">
            <a:solidFill>
              <a:schemeClr val="bg1">
                <a:lumMod val="75000"/>
              </a:schemeClr>
            </a:solidFill>
            <a:prstDash val="solid"/>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561" name="Gleichschenkliges Dreieck 2">
            <a:extLst>
              <a:ext uri="{FF2B5EF4-FFF2-40B4-BE49-F238E27FC236}">
                <a16:creationId xmlns:a16="http://schemas.microsoft.com/office/drawing/2014/main" id="{15A99339-EFE8-1129-A78E-BBC4B7B4B087}"/>
              </a:ext>
            </a:extLst>
          </p:cNvPr>
          <p:cNvSpPr/>
          <p:nvPr/>
        </p:nvSpPr>
        <p:spPr bwMode="auto">
          <a:xfrm>
            <a:off x="10823361" y="852548"/>
            <a:ext cx="1229237" cy="288000"/>
          </a:xfrm>
          <a:prstGeom prst="rect">
            <a:avLst/>
          </a:prstGeom>
          <a:solidFill>
            <a:srgbClr val="0041C0"/>
          </a:solidFill>
          <a:ln w="12700">
            <a:noFill/>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panose="020B0504030602030204" pitchFamily="34" charset="0"/>
                <a:ea typeface="+mn-ea"/>
                <a:cs typeface="+mn-cs"/>
              </a:rPr>
              <a:t>Accelerators / Tools</a:t>
            </a:r>
          </a:p>
        </p:txBody>
      </p:sp>
      <p:sp>
        <p:nvSpPr>
          <p:cNvPr id="562" name="TextBox 561">
            <a:extLst>
              <a:ext uri="{FF2B5EF4-FFF2-40B4-BE49-F238E27FC236}">
                <a16:creationId xmlns:a16="http://schemas.microsoft.com/office/drawing/2014/main" id="{0435C89F-1152-EA9D-CFFE-155AB3CA8520}"/>
              </a:ext>
            </a:extLst>
          </p:cNvPr>
          <p:cNvSpPr txBox="1"/>
          <p:nvPr/>
        </p:nvSpPr>
        <p:spPr>
          <a:xfrm>
            <a:off x="10439121" y="1187146"/>
            <a:ext cx="1588444" cy="943848"/>
          </a:xfrm>
          <a:prstGeom prst="rect">
            <a:avLst/>
          </a:prstGeom>
          <a:noFill/>
          <a:ln>
            <a:noFill/>
          </a:ln>
        </p:spPr>
        <p:txBody>
          <a:bodyPr wrap="square" rtlCol="0">
            <a:spAutoFit/>
          </a:bodyPr>
          <a:lstStyle/>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Requirements gathered</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Mockups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Data model changes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Business rules, FLS &amp; other templates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Actions &amp; resolutions</a:t>
            </a:r>
          </a:p>
        </p:txBody>
      </p:sp>
      <p:sp>
        <p:nvSpPr>
          <p:cNvPr id="893" name="Rectangle 892">
            <a:extLst>
              <a:ext uri="{FF2B5EF4-FFF2-40B4-BE49-F238E27FC236}">
                <a16:creationId xmlns:a16="http://schemas.microsoft.com/office/drawing/2014/main" id="{263B52EB-EB43-E332-D7C2-248B801C5EDA}"/>
              </a:ext>
            </a:extLst>
          </p:cNvPr>
          <p:cNvSpPr/>
          <p:nvPr/>
        </p:nvSpPr>
        <p:spPr>
          <a:xfrm>
            <a:off x="6936998" y="4379426"/>
            <a:ext cx="3240000" cy="70955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Ins="720000" rtlCol="0" anchor="ctr">
            <a:norm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0" cap="none" spc="0" normalizeH="0" baseline="0" noProof="0">
                <a:ln>
                  <a:noFill/>
                </a:ln>
                <a:solidFill>
                  <a:prstClr val="white"/>
                </a:solidFill>
                <a:effectLst/>
                <a:uLnTx/>
                <a:uFillTx/>
                <a:latin typeface="Ubuntu"/>
                <a:ea typeface="+mn-ea"/>
                <a:cs typeface="+mn-cs"/>
              </a:rPr>
              <a:t>The User Stories accepted during the play-back will be shared with PO for sign-off </a:t>
            </a:r>
            <a:endParaRPr kumimoji="0" lang="en-US" sz="1100" b="0" i="0" u="none" strike="noStrike" kern="0" cap="none" spc="0" normalizeH="0" baseline="0" noProof="0">
              <a:ln>
                <a:noFill/>
              </a:ln>
              <a:solidFill>
                <a:prstClr val="white"/>
              </a:solidFill>
              <a:effectLst/>
              <a:uLnTx/>
              <a:uFillTx/>
              <a:latin typeface="Ubuntu"/>
              <a:ea typeface="+mn-ea"/>
              <a:cs typeface="+mn-cs"/>
            </a:endParaRPr>
          </a:p>
        </p:txBody>
      </p:sp>
      <p:sp>
        <p:nvSpPr>
          <p:cNvPr id="894" name="Rectangle 893">
            <a:extLst>
              <a:ext uri="{FF2B5EF4-FFF2-40B4-BE49-F238E27FC236}">
                <a16:creationId xmlns:a16="http://schemas.microsoft.com/office/drawing/2014/main" id="{2CAEB39C-0473-AC5F-A4D1-973E20C52321}"/>
              </a:ext>
            </a:extLst>
          </p:cNvPr>
          <p:cNvSpPr/>
          <p:nvPr/>
        </p:nvSpPr>
        <p:spPr>
          <a:xfrm>
            <a:off x="6936998" y="3649599"/>
            <a:ext cx="3240000" cy="7095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720000" bIns="45720" rtlCol="0" anchor="ctr">
            <a:no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0" cap="none" spc="0" normalizeH="0" baseline="0" noProof="0">
                <a:ln>
                  <a:noFill/>
                </a:ln>
                <a:solidFill>
                  <a:prstClr val="white"/>
                </a:solidFill>
                <a:effectLst/>
                <a:uLnTx/>
                <a:uFillTx/>
                <a:latin typeface="Ubuntu"/>
                <a:ea typeface="+mn-ea"/>
                <a:cs typeface="+mn-cs"/>
              </a:rPr>
              <a:t>Capture and circulate the minutes from Playback-session</a:t>
            </a:r>
            <a:endParaRPr kumimoji="0" lang="en-US" sz="1100" b="0" i="0" u="none" strike="noStrike" kern="0" cap="none" spc="0" normalizeH="0" baseline="0" noProof="0">
              <a:ln>
                <a:noFill/>
              </a:ln>
              <a:solidFill>
                <a:prstClr val="white"/>
              </a:solidFill>
              <a:effectLst/>
              <a:uLnTx/>
              <a:uFillTx/>
              <a:latin typeface="Ubuntu"/>
              <a:ea typeface="+mn-ea"/>
              <a:cs typeface="+mn-cs"/>
            </a:endParaRPr>
          </a:p>
        </p:txBody>
      </p:sp>
      <p:sp>
        <p:nvSpPr>
          <p:cNvPr id="895" name="Rectangle 894">
            <a:extLst>
              <a:ext uri="{FF2B5EF4-FFF2-40B4-BE49-F238E27FC236}">
                <a16:creationId xmlns:a16="http://schemas.microsoft.com/office/drawing/2014/main" id="{7EF9E9C2-1C4A-F8BC-CBDE-B7CA40BCF6F3}"/>
              </a:ext>
            </a:extLst>
          </p:cNvPr>
          <p:cNvSpPr/>
          <p:nvPr/>
        </p:nvSpPr>
        <p:spPr>
          <a:xfrm>
            <a:off x="6936998" y="1431206"/>
            <a:ext cx="3240000" cy="70955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Ins="720000" rtlCol="0" anchor="ctr">
            <a:norm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0" cap="none" spc="0" normalizeH="0" baseline="0" noProof="0">
                <a:ln>
                  <a:noFill/>
                </a:ln>
                <a:solidFill>
                  <a:prstClr val="white"/>
                </a:solidFill>
                <a:effectLst/>
                <a:uLnTx/>
                <a:uFillTx/>
                <a:latin typeface="Ubuntu"/>
                <a:ea typeface="+mn-ea"/>
                <a:cs typeface="+mn-cs"/>
              </a:rPr>
              <a:t>Capture/  incorporate feedback on the played-back requirements  </a:t>
            </a:r>
            <a:endParaRPr kumimoji="0" lang="en-US" sz="1100" b="0" i="0" u="none" strike="noStrike" kern="0" cap="none" spc="0" normalizeH="0" baseline="0" noProof="0">
              <a:ln>
                <a:noFill/>
              </a:ln>
              <a:solidFill>
                <a:prstClr val="white"/>
              </a:solidFill>
              <a:effectLst/>
              <a:uLnTx/>
              <a:uFillTx/>
              <a:latin typeface="Ubuntu"/>
              <a:ea typeface="+mn-ea"/>
              <a:cs typeface="+mn-cs"/>
            </a:endParaRPr>
          </a:p>
        </p:txBody>
      </p:sp>
      <p:sp>
        <p:nvSpPr>
          <p:cNvPr id="896" name="Rectangle 895">
            <a:extLst>
              <a:ext uri="{FF2B5EF4-FFF2-40B4-BE49-F238E27FC236}">
                <a16:creationId xmlns:a16="http://schemas.microsoft.com/office/drawing/2014/main" id="{3C3B92FD-7AC1-8996-42C3-031D93B0CA49}"/>
              </a:ext>
            </a:extLst>
          </p:cNvPr>
          <p:cNvSpPr/>
          <p:nvPr/>
        </p:nvSpPr>
        <p:spPr>
          <a:xfrm>
            <a:off x="6936998" y="2174681"/>
            <a:ext cx="3240000" cy="70955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Ins="720000" rtlCol="0" anchor="ctr">
            <a:normAutofit lnSpcReduction="10000"/>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0" cap="none" spc="0" normalizeH="0" baseline="0" noProof="0">
                <a:ln>
                  <a:noFill/>
                </a:ln>
                <a:solidFill>
                  <a:prstClr val="white"/>
                </a:solidFill>
                <a:effectLst/>
                <a:uLnTx/>
                <a:uFillTx/>
                <a:latin typeface="Ubuntu"/>
                <a:ea typeface="+mn-ea"/>
                <a:cs typeface="+mn-cs"/>
              </a:rPr>
              <a:t>User Story or Requirements document updated based on SME/PO feedback to existing requirements</a:t>
            </a:r>
            <a:endParaRPr kumimoji="0" lang="en-US" sz="1100" b="0" i="0" u="none" strike="noStrike" kern="0" cap="none" spc="0" normalizeH="0" baseline="0" noProof="0">
              <a:ln>
                <a:noFill/>
              </a:ln>
              <a:solidFill>
                <a:prstClr val="white"/>
              </a:solidFill>
              <a:effectLst/>
              <a:uLnTx/>
              <a:uFillTx/>
              <a:latin typeface="Ubuntu"/>
              <a:ea typeface="+mn-ea"/>
              <a:cs typeface="+mn-cs"/>
            </a:endParaRPr>
          </a:p>
        </p:txBody>
      </p:sp>
      <p:sp>
        <p:nvSpPr>
          <p:cNvPr id="897" name="Rectangle 896">
            <a:extLst>
              <a:ext uri="{FF2B5EF4-FFF2-40B4-BE49-F238E27FC236}">
                <a16:creationId xmlns:a16="http://schemas.microsoft.com/office/drawing/2014/main" id="{EC7E989C-3635-1EA3-A174-7F3156E42D0F}"/>
              </a:ext>
            </a:extLst>
          </p:cNvPr>
          <p:cNvSpPr/>
          <p:nvPr/>
        </p:nvSpPr>
        <p:spPr>
          <a:xfrm>
            <a:off x="6936998" y="2911884"/>
            <a:ext cx="3240000" cy="70955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Ins="720000" rtlCol="0" anchor="ctr">
            <a:normAutofit lnSpcReduction="10000"/>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0" cap="none" spc="0" normalizeH="0" baseline="0" noProof="0">
                <a:ln>
                  <a:noFill/>
                </a:ln>
                <a:solidFill>
                  <a:prstClr val="white"/>
                </a:solidFill>
                <a:effectLst/>
                <a:uLnTx/>
                <a:uFillTx/>
                <a:latin typeface="Ubuntu"/>
                <a:ea typeface="+mn-ea"/>
                <a:cs typeface="+mn-cs"/>
              </a:rPr>
              <a:t>A</a:t>
            </a:r>
            <a:r>
              <a:rPr kumimoji="0" lang="en-US" sz="1100" b="0" i="0" u="none" strike="noStrike" kern="0" cap="none" spc="0" normalizeH="0" baseline="0" noProof="0">
                <a:ln>
                  <a:noFill/>
                </a:ln>
                <a:solidFill>
                  <a:prstClr val="white"/>
                </a:solidFill>
                <a:effectLst/>
                <a:uLnTx/>
                <a:uFillTx/>
                <a:latin typeface="Ubuntu"/>
                <a:ea typeface="+mn-ea"/>
                <a:cs typeface="+mn-cs"/>
              </a:rPr>
              <a:t>ny new or changes to existing requirements gathered to be taken-away for assessment &amp; plan of action</a:t>
            </a:r>
          </a:p>
        </p:txBody>
      </p:sp>
      <p:sp>
        <p:nvSpPr>
          <p:cNvPr id="899" name="Rectangle 898">
            <a:extLst>
              <a:ext uri="{FF2B5EF4-FFF2-40B4-BE49-F238E27FC236}">
                <a16:creationId xmlns:a16="http://schemas.microsoft.com/office/drawing/2014/main" id="{4E486DD8-0E44-9816-0981-43F7F37965C6}"/>
              </a:ext>
            </a:extLst>
          </p:cNvPr>
          <p:cNvSpPr/>
          <p:nvPr/>
        </p:nvSpPr>
        <p:spPr>
          <a:xfrm flipH="1">
            <a:off x="445851" y="4379426"/>
            <a:ext cx="3240000" cy="70955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rtlCol="0" anchor="ctr">
            <a:norm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white"/>
                </a:solidFill>
                <a:effectLst/>
                <a:uLnTx/>
                <a:uFillTx/>
                <a:latin typeface="Ubuntu"/>
                <a:ea typeface="+mn-ea"/>
                <a:cs typeface="+mn-cs"/>
              </a:rPr>
              <a:t>SMEs and Product Owner to validate and agree on every US requirements presented </a:t>
            </a:r>
          </a:p>
        </p:txBody>
      </p:sp>
      <p:sp>
        <p:nvSpPr>
          <p:cNvPr id="900" name="Rectangle 899">
            <a:extLst>
              <a:ext uri="{FF2B5EF4-FFF2-40B4-BE49-F238E27FC236}">
                <a16:creationId xmlns:a16="http://schemas.microsoft.com/office/drawing/2014/main" id="{9D317934-A9E1-5EC1-E397-2053EEC2CCE6}"/>
              </a:ext>
            </a:extLst>
          </p:cNvPr>
          <p:cNvSpPr/>
          <p:nvPr/>
        </p:nvSpPr>
        <p:spPr>
          <a:xfrm flipH="1">
            <a:off x="445851" y="3649599"/>
            <a:ext cx="3240000" cy="7095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rtlCol="0" anchor="ctr">
            <a:norm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white"/>
                </a:solidFill>
                <a:effectLst/>
                <a:uLnTx/>
                <a:uFillTx/>
                <a:latin typeface="Ubuntu"/>
                <a:ea typeface="+mn-ea"/>
                <a:cs typeface="+mn-cs"/>
              </a:rPr>
              <a:t>Repeat the exercise for all the Requirements/User Stories </a:t>
            </a:r>
          </a:p>
        </p:txBody>
      </p:sp>
      <p:sp>
        <p:nvSpPr>
          <p:cNvPr id="901" name="Rectangle 900">
            <a:extLst>
              <a:ext uri="{FF2B5EF4-FFF2-40B4-BE49-F238E27FC236}">
                <a16:creationId xmlns:a16="http://schemas.microsoft.com/office/drawing/2014/main" id="{2624650A-0ED6-A68A-82C2-2B9A735F32B6}"/>
              </a:ext>
            </a:extLst>
          </p:cNvPr>
          <p:cNvSpPr/>
          <p:nvPr/>
        </p:nvSpPr>
        <p:spPr>
          <a:xfrm flipH="1">
            <a:off x="445851" y="1431206"/>
            <a:ext cx="3240000" cy="70955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rtlCol="0" anchor="ctr">
            <a:norm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white"/>
                </a:solidFill>
                <a:effectLst/>
                <a:uLnTx/>
                <a:uFillTx/>
                <a:latin typeface="Ubuntu"/>
                <a:ea typeface="+mn-ea"/>
                <a:cs typeface="+mn-cs"/>
              </a:rPr>
              <a:t>Functional lead / BA to replay all the User Story requirements gathered from the Workshops</a:t>
            </a:r>
          </a:p>
        </p:txBody>
      </p:sp>
      <p:sp>
        <p:nvSpPr>
          <p:cNvPr id="902" name="Rectangle 901">
            <a:extLst>
              <a:ext uri="{FF2B5EF4-FFF2-40B4-BE49-F238E27FC236}">
                <a16:creationId xmlns:a16="http://schemas.microsoft.com/office/drawing/2014/main" id="{0C8E6312-1980-AA7A-CC1D-20B683E8161E}"/>
              </a:ext>
            </a:extLst>
          </p:cNvPr>
          <p:cNvSpPr/>
          <p:nvPr/>
        </p:nvSpPr>
        <p:spPr>
          <a:xfrm flipH="1">
            <a:off x="445851" y="2174681"/>
            <a:ext cx="3240000" cy="70955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rtlCol="0" anchor="ctr">
            <a:no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white"/>
                </a:solidFill>
                <a:effectLst/>
                <a:uLnTx/>
                <a:uFillTx/>
                <a:latin typeface="Ubuntu"/>
                <a:ea typeface="+mn-ea"/>
                <a:cs typeface="+mn-cs"/>
              </a:rPr>
              <a:t>Walkthrough Screen mockup &amp; data model changes, Business rules,  Activities and  Audit trail forming part of the User Story</a:t>
            </a:r>
          </a:p>
        </p:txBody>
      </p:sp>
      <p:sp>
        <p:nvSpPr>
          <p:cNvPr id="903" name="Rectangle 902">
            <a:extLst>
              <a:ext uri="{FF2B5EF4-FFF2-40B4-BE49-F238E27FC236}">
                <a16:creationId xmlns:a16="http://schemas.microsoft.com/office/drawing/2014/main" id="{6CCF143A-DF9F-E80D-745C-5C02FE1CFE31}"/>
              </a:ext>
            </a:extLst>
          </p:cNvPr>
          <p:cNvSpPr/>
          <p:nvPr/>
        </p:nvSpPr>
        <p:spPr>
          <a:xfrm flipH="1">
            <a:off x="445851" y="2911884"/>
            <a:ext cx="3240000" cy="70955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rtlCol="0" anchor="ctr">
            <a:norm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white"/>
                </a:solidFill>
                <a:effectLst/>
                <a:uLnTx/>
                <a:uFillTx/>
                <a:latin typeface="Ubuntu"/>
                <a:ea typeface="+mn-ea"/>
                <a:cs typeface="+mn-cs"/>
              </a:rPr>
              <a:t>Capture any pending actions, parked items &amp; impacts therefor to the current User Story/Sprint</a:t>
            </a:r>
          </a:p>
        </p:txBody>
      </p:sp>
      <p:sp>
        <p:nvSpPr>
          <p:cNvPr id="905" name="Freeform 32">
            <a:extLst>
              <a:ext uri="{FF2B5EF4-FFF2-40B4-BE49-F238E27FC236}">
                <a16:creationId xmlns:a16="http://schemas.microsoft.com/office/drawing/2014/main" id="{C4979DD0-DA70-4870-3E1C-2F283AAC2816}"/>
              </a:ext>
            </a:extLst>
          </p:cNvPr>
          <p:cNvSpPr/>
          <p:nvPr/>
        </p:nvSpPr>
        <p:spPr>
          <a:xfrm flipH="1" flipV="1">
            <a:off x="3685854" y="3972348"/>
            <a:ext cx="1025094" cy="1116628"/>
          </a:xfrm>
          <a:custGeom>
            <a:avLst/>
            <a:gdLst>
              <a:gd name="connsiteX0" fmla="*/ 1351128 w 1351128"/>
              <a:gd name="connsiteY0" fmla="*/ 0 h 1105468"/>
              <a:gd name="connsiteX1" fmla="*/ 1351128 w 1351128"/>
              <a:gd name="connsiteY1" fmla="*/ 696036 h 1105468"/>
              <a:gd name="connsiteX2" fmla="*/ 0 w 1351128"/>
              <a:gd name="connsiteY2" fmla="*/ 1105468 h 1105468"/>
              <a:gd name="connsiteX3" fmla="*/ 0 w 1351128"/>
              <a:gd name="connsiteY3" fmla="*/ 777922 h 1105468"/>
              <a:gd name="connsiteX4" fmla="*/ 1351128 w 1351128"/>
              <a:gd name="connsiteY4" fmla="*/ 0 h 1105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1128" h="1105468">
                <a:moveTo>
                  <a:pt x="1351128" y="0"/>
                </a:moveTo>
                <a:lnTo>
                  <a:pt x="1351128" y="696036"/>
                </a:lnTo>
                <a:lnTo>
                  <a:pt x="0" y="1105468"/>
                </a:lnTo>
                <a:lnTo>
                  <a:pt x="0" y="777922"/>
                </a:lnTo>
                <a:lnTo>
                  <a:pt x="1351128"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06" name="Freeform 33">
            <a:extLst>
              <a:ext uri="{FF2B5EF4-FFF2-40B4-BE49-F238E27FC236}">
                <a16:creationId xmlns:a16="http://schemas.microsoft.com/office/drawing/2014/main" id="{DD55207F-D5DC-E7F8-AAE5-7AAC2DFBB251}"/>
              </a:ext>
            </a:extLst>
          </p:cNvPr>
          <p:cNvSpPr/>
          <p:nvPr/>
        </p:nvSpPr>
        <p:spPr>
          <a:xfrm flipH="1" flipV="1">
            <a:off x="3685852" y="3649597"/>
            <a:ext cx="1025094" cy="707786"/>
          </a:xfrm>
          <a:custGeom>
            <a:avLst/>
            <a:gdLst>
              <a:gd name="connsiteX0" fmla="*/ 1350335 w 1350335"/>
              <a:gd name="connsiteY0" fmla="*/ 0 h 691116"/>
              <a:gd name="connsiteX1" fmla="*/ 1350335 w 1350335"/>
              <a:gd name="connsiteY1" fmla="*/ 691116 h 691116"/>
              <a:gd name="connsiteX2" fmla="*/ 0 w 1350335"/>
              <a:gd name="connsiteY2" fmla="*/ 691116 h 691116"/>
              <a:gd name="connsiteX3" fmla="*/ 0 w 1350335"/>
              <a:gd name="connsiteY3" fmla="*/ 382772 h 691116"/>
              <a:gd name="connsiteX4" fmla="*/ 1350335 w 1350335"/>
              <a:gd name="connsiteY4" fmla="*/ 0 h 691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0335" h="691116">
                <a:moveTo>
                  <a:pt x="1350335" y="0"/>
                </a:moveTo>
                <a:lnTo>
                  <a:pt x="1350335" y="691116"/>
                </a:lnTo>
                <a:lnTo>
                  <a:pt x="0" y="691116"/>
                </a:lnTo>
                <a:lnTo>
                  <a:pt x="0" y="382772"/>
                </a:lnTo>
                <a:lnTo>
                  <a:pt x="1350335"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07" name="Freeform 37">
            <a:extLst>
              <a:ext uri="{FF2B5EF4-FFF2-40B4-BE49-F238E27FC236}">
                <a16:creationId xmlns:a16="http://schemas.microsoft.com/office/drawing/2014/main" id="{87A63FFC-7B0B-4228-B47A-156B6F310418}"/>
              </a:ext>
            </a:extLst>
          </p:cNvPr>
          <p:cNvSpPr/>
          <p:nvPr/>
        </p:nvSpPr>
        <p:spPr>
          <a:xfrm flipH="1">
            <a:off x="3685854" y="1429568"/>
            <a:ext cx="1025094" cy="1502628"/>
          </a:xfrm>
          <a:custGeom>
            <a:avLst/>
            <a:gdLst>
              <a:gd name="connsiteX0" fmla="*/ 1364776 w 1364776"/>
              <a:gd name="connsiteY0" fmla="*/ 0 h 1487606"/>
              <a:gd name="connsiteX1" fmla="*/ 1364776 w 1364776"/>
              <a:gd name="connsiteY1" fmla="*/ 709684 h 1487606"/>
              <a:gd name="connsiteX2" fmla="*/ 0 w 1364776"/>
              <a:gd name="connsiteY2" fmla="*/ 1487606 h 1487606"/>
              <a:gd name="connsiteX3" fmla="*/ 0 w 1364776"/>
              <a:gd name="connsiteY3" fmla="*/ 1160060 h 1487606"/>
              <a:gd name="connsiteX4" fmla="*/ 1364776 w 1364776"/>
              <a:gd name="connsiteY4" fmla="*/ 0 h 1487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4776" h="1487606">
                <a:moveTo>
                  <a:pt x="1364776" y="0"/>
                </a:moveTo>
                <a:lnTo>
                  <a:pt x="1364776" y="709684"/>
                </a:lnTo>
                <a:lnTo>
                  <a:pt x="0" y="1487606"/>
                </a:lnTo>
                <a:lnTo>
                  <a:pt x="0" y="1160060"/>
                </a:lnTo>
                <a:lnTo>
                  <a:pt x="1364776"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08" name="Freeform 38">
            <a:extLst>
              <a:ext uri="{FF2B5EF4-FFF2-40B4-BE49-F238E27FC236}">
                <a16:creationId xmlns:a16="http://schemas.microsoft.com/office/drawing/2014/main" id="{5753DE92-AC78-7E11-51B4-3C4ADC7BC72B}"/>
              </a:ext>
            </a:extLst>
          </p:cNvPr>
          <p:cNvSpPr/>
          <p:nvPr/>
        </p:nvSpPr>
        <p:spPr>
          <a:xfrm flipH="1">
            <a:off x="3685854" y="2174411"/>
            <a:ext cx="1025094" cy="1116898"/>
          </a:xfrm>
          <a:custGeom>
            <a:avLst/>
            <a:gdLst>
              <a:gd name="connsiteX0" fmla="*/ 1351128 w 1351128"/>
              <a:gd name="connsiteY0" fmla="*/ 0 h 1105468"/>
              <a:gd name="connsiteX1" fmla="*/ 1351128 w 1351128"/>
              <a:gd name="connsiteY1" fmla="*/ 696036 h 1105468"/>
              <a:gd name="connsiteX2" fmla="*/ 0 w 1351128"/>
              <a:gd name="connsiteY2" fmla="*/ 1105468 h 1105468"/>
              <a:gd name="connsiteX3" fmla="*/ 0 w 1351128"/>
              <a:gd name="connsiteY3" fmla="*/ 777922 h 1105468"/>
              <a:gd name="connsiteX4" fmla="*/ 1351128 w 1351128"/>
              <a:gd name="connsiteY4" fmla="*/ 0 h 1105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1128" h="1105468">
                <a:moveTo>
                  <a:pt x="1351128" y="0"/>
                </a:moveTo>
                <a:lnTo>
                  <a:pt x="1351128" y="696036"/>
                </a:lnTo>
                <a:lnTo>
                  <a:pt x="0" y="1105468"/>
                </a:lnTo>
                <a:lnTo>
                  <a:pt x="0" y="777922"/>
                </a:lnTo>
                <a:lnTo>
                  <a:pt x="135112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09" name="Freeform 39">
            <a:extLst>
              <a:ext uri="{FF2B5EF4-FFF2-40B4-BE49-F238E27FC236}">
                <a16:creationId xmlns:a16="http://schemas.microsoft.com/office/drawing/2014/main" id="{44D2A78A-833C-FC4D-8CFB-174589CCCC27}"/>
              </a:ext>
            </a:extLst>
          </p:cNvPr>
          <p:cNvSpPr/>
          <p:nvPr/>
        </p:nvSpPr>
        <p:spPr>
          <a:xfrm flipH="1">
            <a:off x="3685851" y="2911884"/>
            <a:ext cx="1025094" cy="709551"/>
          </a:xfrm>
          <a:custGeom>
            <a:avLst/>
            <a:gdLst>
              <a:gd name="connsiteX0" fmla="*/ 1350335 w 1350335"/>
              <a:gd name="connsiteY0" fmla="*/ 0 h 691116"/>
              <a:gd name="connsiteX1" fmla="*/ 1350335 w 1350335"/>
              <a:gd name="connsiteY1" fmla="*/ 691116 h 691116"/>
              <a:gd name="connsiteX2" fmla="*/ 0 w 1350335"/>
              <a:gd name="connsiteY2" fmla="*/ 691116 h 691116"/>
              <a:gd name="connsiteX3" fmla="*/ 0 w 1350335"/>
              <a:gd name="connsiteY3" fmla="*/ 382772 h 691116"/>
              <a:gd name="connsiteX4" fmla="*/ 1350335 w 1350335"/>
              <a:gd name="connsiteY4" fmla="*/ 0 h 691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0335" h="691116">
                <a:moveTo>
                  <a:pt x="1350335" y="0"/>
                </a:moveTo>
                <a:lnTo>
                  <a:pt x="1350335" y="691116"/>
                </a:lnTo>
                <a:lnTo>
                  <a:pt x="0" y="691116"/>
                </a:lnTo>
                <a:lnTo>
                  <a:pt x="0" y="382772"/>
                </a:lnTo>
                <a:lnTo>
                  <a:pt x="1350335"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0" name="Rectangle 909">
            <a:extLst>
              <a:ext uri="{FF2B5EF4-FFF2-40B4-BE49-F238E27FC236}">
                <a16:creationId xmlns:a16="http://schemas.microsoft.com/office/drawing/2014/main" id="{22922565-4A5F-6F76-BE81-ADDDD584CEFE}"/>
              </a:ext>
            </a:extLst>
          </p:cNvPr>
          <p:cNvSpPr/>
          <p:nvPr/>
        </p:nvSpPr>
        <p:spPr>
          <a:xfrm>
            <a:off x="9727761" y="1431206"/>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1" name="Rectangle 910">
            <a:extLst>
              <a:ext uri="{FF2B5EF4-FFF2-40B4-BE49-F238E27FC236}">
                <a16:creationId xmlns:a16="http://schemas.microsoft.com/office/drawing/2014/main" id="{191A6145-70CB-BFFE-5766-DB876A8C8E82}"/>
              </a:ext>
            </a:extLst>
          </p:cNvPr>
          <p:cNvSpPr/>
          <p:nvPr/>
        </p:nvSpPr>
        <p:spPr>
          <a:xfrm>
            <a:off x="9727761" y="2174681"/>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2" name="Rectangle 911">
            <a:extLst>
              <a:ext uri="{FF2B5EF4-FFF2-40B4-BE49-F238E27FC236}">
                <a16:creationId xmlns:a16="http://schemas.microsoft.com/office/drawing/2014/main" id="{229A569D-393C-589E-09A8-F587D024CFFF}"/>
              </a:ext>
            </a:extLst>
          </p:cNvPr>
          <p:cNvSpPr/>
          <p:nvPr/>
        </p:nvSpPr>
        <p:spPr>
          <a:xfrm>
            <a:off x="9727761" y="2911884"/>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3" name="Rectangle 912">
            <a:extLst>
              <a:ext uri="{FF2B5EF4-FFF2-40B4-BE49-F238E27FC236}">
                <a16:creationId xmlns:a16="http://schemas.microsoft.com/office/drawing/2014/main" id="{391C4402-3707-0C81-9753-E677BDEFAF82}"/>
              </a:ext>
            </a:extLst>
          </p:cNvPr>
          <p:cNvSpPr/>
          <p:nvPr/>
        </p:nvSpPr>
        <p:spPr>
          <a:xfrm>
            <a:off x="9727761" y="3649599"/>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4" name="Rectangle 913">
            <a:extLst>
              <a:ext uri="{FF2B5EF4-FFF2-40B4-BE49-F238E27FC236}">
                <a16:creationId xmlns:a16="http://schemas.microsoft.com/office/drawing/2014/main" id="{9961F014-FBEA-DDDD-39EE-53697DAD7B84}"/>
              </a:ext>
            </a:extLst>
          </p:cNvPr>
          <p:cNvSpPr/>
          <p:nvPr/>
        </p:nvSpPr>
        <p:spPr>
          <a:xfrm>
            <a:off x="9727761" y="4379426"/>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6" name="Rectangle 915">
            <a:extLst>
              <a:ext uri="{FF2B5EF4-FFF2-40B4-BE49-F238E27FC236}">
                <a16:creationId xmlns:a16="http://schemas.microsoft.com/office/drawing/2014/main" id="{4A157C35-2C0C-E649-661A-22762DE61C35}"/>
              </a:ext>
            </a:extLst>
          </p:cNvPr>
          <p:cNvSpPr/>
          <p:nvPr/>
        </p:nvSpPr>
        <p:spPr>
          <a:xfrm>
            <a:off x="462806" y="1431206"/>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7" name="Rectangle 916">
            <a:extLst>
              <a:ext uri="{FF2B5EF4-FFF2-40B4-BE49-F238E27FC236}">
                <a16:creationId xmlns:a16="http://schemas.microsoft.com/office/drawing/2014/main" id="{43522993-FFE6-1F2E-DB56-62897158B7EF}"/>
              </a:ext>
            </a:extLst>
          </p:cNvPr>
          <p:cNvSpPr/>
          <p:nvPr/>
        </p:nvSpPr>
        <p:spPr>
          <a:xfrm>
            <a:off x="462806" y="2174681"/>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8" name="Rectangle 917">
            <a:extLst>
              <a:ext uri="{FF2B5EF4-FFF2-40B4-BE49-F238E27FC236}">
                <a16:creationId xmlns:a16="http://schemas.microsoft.com/office/drawing/2014/main" id="{C644CDE0-FD51-33FE-F6E7-9D1E133E2125}"/>
              </a:ext>
            </a:extLst>
          </p:cNvPr>
          <p:cNvSpPr/>
          <p:nvPr/>
        </p:nvSpPr>
        <p:spPr>
          <a:xfrm>
            <a:off x="462806" y="2918156"/>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9" name="Rectangle 918">
            <a:extLst>
              <a:ext uri="{FF2B5EF4-FFF2-40B4-BE49-F238E27FC236}">
                <a16:creationId xmlns:a16="http://schemas.microsoft.com/office/drawing/2014/main" id="{84F5D2B2-D274-8F93-BCDF-D60CB07E7A05}"/>
              </a:ext>
            </a:extLst>
          </p:cNvPr>
          <p:cNvSpPr/>
          <p:nvPr/>
        </p:nvSpPr>
        <p:spPr>
          <a:xfrm>
            <a:off x="462806" y="3649599"/>
            <a:ext cx="432000" cy="709551"/>
          </a:xfrm>
          <a:prstGeom prst="rect">
            <a:avLst/>
          </a:prstGeom>
          <a:solidFill>
            <a:srgbClr val="6774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20" name="Rectangle 919">
            <a:extLst>
              <a:ext uri="{FF2B5EF4-FFF2-40B4-BE49-F238E27FC236}">
                <a16:creationId xmlns:a16="http://schemas.microsoft.com/office/drawing/2014/main" id="{039FFD48-78C9-0308-34D2-B1646AAEB3B4}"/>
              </a:ext>
            </a:extLst>
          </p:cNvPr>
          <p:cNvSpPr/>
          <p:nvPr/>
        </p:nvSpPr>
        <p:spPr>
          <a:xfrm>
            <a:off x="462806" y="4379426"/>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grpSp>
        <p:nvGrpSpPr>
          <p:cNvPr id="999" name="Hero2" descr="{&quot;Key&quot;:&quot;POWER_USER_SHAPE_ICON&quot;,&quot;Value&quot;:&quot;POWER_USER_SHAPE_ICON_STYLE_1&quot;}">
            <a:extLst>
              <a:ext uri="{FF2B5EF4-FFF2-40B4-BE49-F238E27FC236}">
                <a16:creationId xmlns:a16="http://schemas.microsoft.com/office/drawing/2014/main" id="{7D54C6AC-D95D-1755-3A2D-FA99F9D430EB}"/>
              </a:ext>
            </a:extLst>
          </p:cNvPr>
          <p:cNvGrpSpPr>
            <a:grpSpLocks noChangeAspect="1"/>
          </p:cNvGrpSpPr>
          <p:nvPr/>
        </p:nvGrpSpPr>
        <p:grpSpPr>
          <a:xfrm>
            <a:off x="4783033" y="3250043"/>
            <a:ext cx="1008000" cy="997967"/>
            <a:chOff x="2319338" y="1630363"/>
            <a:chExt cx="638175" cy="631825"/>
          </a:xfrm>
          <a:solidFill>
            <a:srgbClr val="7F7F7F"/>
          </a:solidFill>
        </p:grpSpPr>
        <p:sp>
          <p:nvSpPr>
            <p:cNvPr id="1000" name="Freeform 108">
              <a:extLst>
                <a:ext uri="{FF2B5EF4-FFF2-40B4-BE49-F238E27FC236}">
                  <a16:creationId xmlns:a16="http://schemas.microsoft.com/office/drawing/2014/main" id="{7F9F274D-FB63-8918-A362-6EB4D1CE4F49}"/>
                </a:ext>
              </a:extLst>
            </p:cNvPr>
            <p:cNvSpPr>
              <a:spLocks noEditPoints="1"/>
            </p:cNvSpPr>
            <p:nvPr/>
          </p:nvSpPr>
          <p:spPr bwMode="auto">
            <a:xfrm>
              <a:off x="2505075" y="1701801"/>
              <a:ext cx="112713" cy="112713"/>
            </a:xfrm>
            <a:custGeom>
              <a:avLst/>
              <a:gdLst>
                <a:gd name="T0" fmla="*/ 94 w 188"/>
                <a:gd name="T1" fmla="*/ 33 h 189"/>
                <a:gd name="T2" fmla="*/ 155 w 188"/>
                <a:gd name="T3" fmla="*/ 94 h 189"/>
                <a:gd name="T4" fmla="*/ 94 w 188"/>
                <a:gd name="T5" fmla="*/ 155 h 189"/>
                <a:gd name="T6" fmla="*/ 33 w 188"/>
                <a:gd name="T7" fmla="*/ 94 h 189"/>
                <a:gd name="T8" fmla="*/ 94 w 188"/>
                <a:gd name="T9" fmla="*/ 33 h 189"/>
                <a:gd name="T10" fmla="*/ 94 w 188"/>
                <a:gd name="T11" fmla="*/ 189 h 189"/>
                <a:gd name="T12" fmla="*/ 188 w 188"/>
                <a:gd name="T13" fmla="*/ 94 h 189"/>
                <a:gd name="T14" fmla="*/ 94 w 188"/>
                <a:gd name="T15" fmla="*/ 0 h 189"/>
                <a:gd name="T16" fmla="*/ 0 w 188"/>
                <a:gd name="T17" fmla="*/ 94 h 189"/>
                <a:gd name="T18" fmla="*/ 94 w 188"/>
                <a:gd name="T19" fmla="*/ 189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8" h="189">
                  <a:moveTo>
                    <a:pt x="94" y="33"/>
                  </a:moveTo>
                  <a:cubicBezTo>
                    <a:pt x="128" y="33"/>
                    <a:pt x="155" y="61"/>
                    <a:pt x="155" y="94"/>
                  </a:cubicBezTo>
                  <a:cubicBezTo>
                    <a:pt x="155" y="128"/>
                    <a:pt x="128" y="155"/>
                    <a:pt x="94" y="155"/>
                  </a:cubicBezTo>
                  <a:cubicBezTo>
                    <a:pt x="60" y="155"/>
                    <a:pt x="33" y="128"/>
                    <a:pt x="33" y="94"/>
                  </a:cubicBezTo>
                  <a:cubicBezTo>
                    <a:pt x="33" y="61"/>
                    <a:pt x="60" y="33"/>
                    <a:pt x="94" y="33"/>
                  </a:cubicBezTo>
                  <a:close/>
                  <a:moveTo>
                    <a:pt x="94" y="189"/>
                  </a:moveTo>
                  <a:cubicBezTo>
                    <a:pt x="146" y="189"/>
                    <a:pt x="188" y="146"/>
                    <a:pt x="188" y="94"/>
                  </a:cubicBezTo>
                  <a:cubicBezTo>
                    <a:pt x="188" y="42"/>
                    <a:pt x="146" y="0"/>
                    <a:pt x="94" y="0"/>
                  </a:cubicBezTo>
                  <a:cubicBezTo>
                    <a:pt x="42" y="0"/>
                    <a:pt x="0" y="42"/>
                    <a:pt x="0" y="94"/>
                  </a:cubicBezTo>
                  <a:cubicBezTo>
                    <a:pt x="0" y="146"/>
                    <a:pt x="42" y="189"/>
                    <a:pt x="94" y="189"/>
                  </a:cubicBezTo>
                  <a:close/>
                </a:path>
              </a:pathLst>
            </a:custGeom>
            <a:grpFill/>
            <a:ln w="9525">
              <a:noFill/>
              <a:round/>
              <a:headEnd/>
              <a:tailEnd/>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sp>
          <p:nvSpPr>
            <p:cNvPr id="1001" name="Freeform 109">
              <a:extLst>
                <a:ext uri="{FF2B5EF4-FFF2-40B4-BE49-F238E27FC236}">
                  <a16:creationId xmlns:a16="http://schemas.microsoft.com/office/drawing/2014/main" id="{1498F4C6-613F-7725-ED26-118CB8080420}"/>
                </a:ext>
              </a:extLst>
            </p:cNvPr>
            <p:cNvSpPr>
              <a:spLocks noEditPoints="1"/>
            </p:cNvSpPr>
            <p:nvPr/>
          </p:nvSpPr>
          <p:spPr bwMode="auto">
            <a:xfrm>
              <a:off x="2319338" y="1630363"/>
              <a:ext cx="638175" cy="631825"/>
            </a:xfrm>
            <a:custGeom>
              <a:avLst/>
              <a:gdLst>
                <a:gd name="T0" fmla="*/ 796 w 1069"/>
                <a:gd name="T1" fmla="*/ 85 h 1056"/>
                <a:gd name="T2" fmla="*/ 959 w 1069"/>
                <a:gd name="T3" fmla="*/ 148 h 1056"/>
                <a:gd name="T4" fmla="*/ 959 w 1069"/>
                <a:gd name="T5" fmla="*/ 171 h 1056"/>
                <a:gd name="T6" fmla="*/ 796 w 1069"/>
                <a:gd name="T7" fmla="*/ 234 h 1056"/>
                <a:gd name="T8" fmla="*/ 753 w 1069"/>
                <a:gd name="T9" fmla="*/ 1022 h 1056"/>
                <a:gd name="T10" fmla="*/ 743 w 1069"/>
                <a:gd name="T11" fmla="*/ 43 h 1056"/>
                <a:gd name="T12" fmla="*/ 762 w 1069"/>
                <a:gd name="T13" fmla="*/ 43 h 1056"/>
                <a:gd name="T14" fmla="*/ 547 w 1069"/>
                <a:gd name="T15" fmla="*/ 373 h 1056"/>
                <a:gd name="T16" fmla="*/ 488 w 1069"/>
                <a:gd name="T17" fmla="*/ 1004 h 1056"/>
                <a:gd name="T18" fmla="*/ 422 w 1069"/>
                <a:gd name="T19" fmla="*/ 1009 h 1056"/>
                <a:gd name="T20" fmla="*/ 405 w 1069"/>
                <a:gd name="T21" fmla="*/ 724 h 1056"/>
                <a:gd name="T22" fmla="*/ 388 w 1069"/>
                <a:gd name="T23" fmla="*/ 1011 h 1056"/>
                <a:gd name="T24" fmla="*/ 322 w 1069"/>
                <a:gd name="T25" fmla="*/ 1003 h 1056"/>
                <a:gd name="T26" fmla="*/ 305 w 1069"/>
                <a:gd name="T27" fmla="*/ 460 h 1056"/>
                <a:gd name="T28" fmla="*/ 288 w 1069"/>
                <a:gd name="T29" fmla="*/ 626 h 1056"/>
                <a:gd name="T30" fmla="*/ 204 w 1069"/>
                <a:gd name="T31" fmla="*/ 510 h 1056"/>
                <a:gd name="T32" fmla="*/ 344 w 1069"/>
                <a:gd name="T33" fmla="*/ 347 h 1056"/>
                <a:gd name="T34" fmla="*/ 406 w 1069"/>
                <a:gd name="T35" fmla="*/ 423 h 1056"/>
                <a:gd name="T36" fmla="*/ 455 w 1069"/>
                <a:gd name="T37" fmla="*/ 347 h 1056"/>
                <a:gd name="T38" fmla="*/ 710 w 1069"/>
                <a:gd name="T39" fmla="*/ 373 h 1056"/>
                <a:gd name="T40" fmla="*/ 208 w 1069"/>
                <a:gd name="T41" fmla="*/ 838 h 1056"/>
                <a:gd name="T42" fmla="*/ 226 w 1069"/>
                <a:gd name="T43" fmla="*/ 685 h 1056"/>
                <a:gd name="T44" fmla="*/ 206 w 1069"/>
                <a:gd name="T45" fmla="*/ 443 h 1056"/>
                <a:gd name="T46" fmla="*/ 180 w 1069"/>
                <a:gd name="T47" fmla="*/ 550 h 1056"/>
                <a:gd name="T48" fmla="*/ 288 w 1069"/>
                <a:gd name="T49" fmla="*/ 759 h 1056"/>
                <a:gd name="T50" fmla="*/ 995 w 1069"/>
                <a:gd name="T51" fmla="*/ 160 h 1056"/>
                <a:gd name="T52" fmla="*/ 1065 w 1069"/>
                <a:gd name="T53" fmla="*/ 67 h 1056"/>
                <a:gd name="T54" fmla="*/ 796 w 1069"/>
                <a:gd name="T55" fmla="*/ 52 h 1056"/>
                <a:gd name="T56" fmla="*/ 753 w 1069"/>
                <a:gd name="T57" fmla="*/ 0 h 1056"/>
                <a:gd name="T58" fmla="*/ 710 w 1069"/>
                <a:gd name="T59" fmla="*/ 314 h 1056"/>
                <a:gd name="T60" fmla="*/ 430 w 1069"/>
                <a:gd name="T61" fmla="*/ 323 h 1056"/>
                <a:gd name="T62" fmla="*/ 366 w 1069"/>
                <a:gd name="T63" fmla="*/ 321 h 1056"/>
                <a:gd name="T64" fmla="*/ 295 w 1069"/>
                <a:gd name="T65" fmla="*/ 314 h 1056"/>
                <a:gd name="T66" fmla="*/ 294 w 1069"/>
                <a:gd name="T67" fmla="*/ 314 h 1056"/>
                <a:gd name="T68" fmla="*/ 288 w 1069"/>
                <a:gd name="T69" fmla="*/ 315 h 1056"/>
                <a:gd name="T70" fmla="*/ 283 w 1069"/>
                <a:gd name="T71" fmla="*/ 319 h 1056"/>
                <a:gd name="T72" fmla="*/ 0 w 1069"/>
                <a:gd name="T73" fmla="*/ 563 h 1056"/>
                <a:gd name="T74" fmla="*/ 198 w 1069"/>
                <a:gd name="T75" fmla="*/ 707 h 1056"/>
                <a:gd name="T76" fmla="*/ 176 w 1069"/>
                <a:gd name="T77" fmla="*/ 885 h 1056"/>
                <a:gd name="T78" fmla="*/ 193 w 1069"/>
                <a:gd name="T79" fmla="*/ 887 h 1056"/>
                <a:gd name="T80" fmla="*/ 288 w 1069"/>
                <a:gd name="T81" fmla="*/ 1003 h 1056"/>
                <a:gd name="T82" fmla="*/ 357 w 1069"/>
                <a:gd name="T83" fmla="*/ 1055 h 1056"/>
                <a:gd name="T84" fmla="*/ 459 w 1069"/>
                <a:gd name="T85" fmla="*/ 1055 h 1056"/>
                <a:gd name="T86" fmla="*/ 521 w 1069"/>
                <a:gd name="T87" fmla="*/ 1004 h 1056"/>
                <a:gd name="T88" fmla="*/ 547 w 1069"/>
                <a:gd name="T89" fmla="*/ 406 h 1056"/>
                <a:gd name="T90" fmla="*/ 710 w 1069"/>
                <a:gd name="T91" fmla="*/ 1013 h 1056"/>
                <a:gd name="T92" fmla="*/ 796 w 1069"/>
                <a:gd name="T93" fmla="*/ 1013 h 1056"/>
                <a:gd name="T94" fmla="*/ 1042 w 1069"/>
                <a:gd name="T95" fmla="*/ 268 h 1056"/>
                <a:gd name="T96" fmla="*/ 1060 w 1069"/>
                <a:gd name="T97" fmla="*/ 225 h 10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069" h="1056">
                  <a:moveTo>
                    <a:pt x="796" y="234"/>
                  </a:moveTo>
                  <a:lnTo>
                    <a:pt x="796" y="85"/>
                  </a:lnTo>
                  <a:lnTo>
                    <a:pt x="1022" y="85"/>
                  </a:lnTo>
                  <a:lnTo>
                    <a:pt x="959" y="148"/>
                  </a:lnTo>
                  <a:cubicBezTo>
                    <a:pt x="956" y="151"/>
                    <a:pt x="954" y="155"/>
                    <a:pt x="954" y="160"/>
                  </a:cubicBezTo>
                  <a:cubicBezTo>
                    <a:pt x="954" y="164"/>
                    <a:pt x="956" y="168"/>
                    <a:pt x="959" y="171"/>
                  </a:cubicBezTo>
                  <a:lnTo>
                    <a:pt x="1022" y="234"/>
                  </a:lnTo>
                  <a:lnTo>
                    <a:pt x="796" y="234"/>
                  </a:lnTo>
                  <a:close/>
                  <a:moveTo>
                    <a:pt x="762" y="1013"/>
                  </a:moveTo>
                  <a:cubicBezTo>
                    <a:pt x="762" y="1018"/>
                    <a:pt x="758" y="1022"/>
                    <a:pt x="753" y="1022"/>
                  </a:cubicBezTo>
                  <a:cubicBezTo>
                    <a:pt x="748" y="1022"/>
                    <a:pt x="743" y="1018"/>
                    <a:pt x="743" y="1013"/>
                  </a:cubicBezTo>
                  <a:lnTo>
                    <a:pt x="743" y="43"/>
                  </a:lnTo>
                  <a:cubicBezTo>
                    <a:pt x="743" y="37"/>
                    <a:pt x="748" y="33"/>
                    <a:pt x="753" y="33"/>
                  </a:cubicBezTo>
                  <a:cubicBezTo>
                    <a:pt x="758" y="33"/>
                    <a:pt x="762" y="37"/>
                    <a:pt x="762" y="43"/>
                  </a:cubicBezTo>
                  <a:lnTo>
                    <a:pt x="762" y="1013"/>
                  </a:lnTo>
                  <a:close/>
                  <a:moveTo>
                    <a:pt x="547" y="373"/>
                  </a:moveTo>
                  <a:cubicBezTo>
                    <a:pt x="515" y="373"/>
                    <a:pt x="488" y="400"/>
                    <a:pt x="488" y="433"/>
                  </a:cubicBezTo>
                  <a:lnTo>
                    <a:pt x="488" y="1004"/>
                  </a:lnTo>
                  <a:cubicBezTo>
                    <a:pt x="488" y="1009"/>
                    <a:pt x="485" y="1013"/>
                    <a:pt x="482" y="1015"/>
                  </a:cubicBezTo>
                  <a:cubicBezTo>
                    <a:pt x="459" y="1029"/>
                    <a:pt x="433" y="1016"/>
                    <a:pt x="422" y="1009"/>
                  </a:cubicBezTo>
                  <a:lnTo>
                    <a:pt x="422" y="741"/>
                  </a:lnTo>
                  <a:cubicBezTo>
                    <a:pt x="422" y="732"/>
                    <a:pt x="414" y="724"/>
                    <a:pt x="405" y="724"/>
                  </a:cubicBezTo>
                  <a:cubicBezTo>
                    <a:pt x="396" y="724"/>
                    <a:pt x="388" y="732"/>
                    <a:pt x="388" y="741"/>
                  </a:cubicBezTo>
                  <a:lnTo>
                    <a:pt x="388" y="1011"/>
                  </a:lnTo>
                  <a:cubicBezTo>
                    <a:pt x="367" y="1028"/>
                    <a:pt x="345" y="1023"/>
                    <a:pt x="329" y="1015"/>
                  </a:cubicBezTo>
                  <a:cubicBezTo>
                    <a:pt x="324" y="1013"/>
                    <a:pt x="322" y="1008"/>
                    <a:pt x="322" y="1003"/>
                  </a:cubicBezTo>
                  <a:lnTo>
                    <a:pt x="322" y="476"/>
                  </a:lnTo>
                  <a:cubicBezTo>
                    <a:pt x="322" y="467"/>
                    <a:pt x="314" y="460"/>
                    <a:pt x="305" y="460"/>
                  </a:cubicBezTo>
                  <a:cubicBezTo>
                    <a:pt x="296" y="460"/>
                    <a:pt x="288" y="467"/>
                    <a:pt x="288" y="476"/>
                  </a:cubicBezTo>
                  <a:lnTo>
                    <a:pt x="288" y="626"/>
                  </a:lnTo>
                  <a:lnTo>
                    <a:pt x="206" y="529"/>
                  </a:lnTo>
                  <a:cubicBezTo>
                    <a:pt x="201" y="524"/>
                    <a:pt x="201" y="516"/>
                    <a:pt x="204" y="510"/>
                  </a:cubicBezTo>
                  <a:lnTo>
                    <a:pt x="305" y="347"/>
                  </a:lnTo>
                  <a:lnTo>
                    <a:pt x="344" y="347"/>
                  </a:lnTo>
                  <a:lnTo>
                    <a:pt x="391" y="416"/>
                  </a:lnTo>
                  <a:cubicBezTo>
                    <a:pt x="395" y="420"/>
                    <a:pt x="400" y="423"/>
                    <a:pt x="406" y="423"/>
                  </a:cubicBezTo>
                  <a:cubicBezTo>
                    <a:pt x="412" y="422"/>
                    <a:pt x="417" y="419"/>
                    <a:pt x="420" y="414"/>
                  </a:cubicBezTo>
                  <a:lnTo>
                    <a:pt x="455" y="347"/>
                  </a:lnTo>
                  <a:lnTo>
                    <a:pt x="710" y="347"/>
                  </a:lnTo>
                  <a:lnTo>
                    <a:pt x="710" y="373"/>
                  </a:lnTo>
                  <a:lnTo>
                    <a:pt x="547" y="373"/>
                  </a:lnTo>
                  <a:close/>
                  <a:moveTo>
                    <a:pt x="208" y="838"/>
                  </a:moveTo>
                  <a:lnTo>
                    <a:pt x="233" y="702"/>
                  </a:lnTo>
                  <a:cubicBezTo>
                    <a:pt x="234" y="695"/>
                    <a:pt x="231" y="689"/>
                    <a:pt x="226" y="685"/>
                  </a:cubicBezTo>
                  <a:lnTo>
                    <a:pt x="51" y="568"/>
                  </a:lnTo>
                  <a:cubicBezTo>
                    <a:pt x="97" y="542"/>
                    <a:pt x="156" y="491"/>
                    <a:pt x="206" y="443"/>
                  </a:cubicBezTo>
                  <a:lnTo>
                    <a:pt x="176" y="493"/>
                  </a:lnTo>
                  <a:cubicBezTo>
                    <a:pt x="165" y="511"/>
                    <a:pt x="167" y="534"/>
                    <a:pt x="180" y="550"/>
                  </a:cubicBezTo>
                  <a:lnTo>
                    <a:pt x="288" y="678"/>
                  </a:lnTo>
                  <a:lnTo>
                    <a:pt x="288" y="759"/>
                  </a:lnTo>
                  <a:cubicBezTo>
                    <a:pt x="270" y="792"/>
                    <a:pt x="234" y="820"/>
                    <a:pt x="208" y="838"/>
                  </a:cubicBezTo>
                  <a:close/>
                  <a:moveTo>
                    <a:pt x="995" y="160"/>
                  </a:moveTo>
                  <a:lnTo>
                    <a:pt x="1060" y="94"/>
                  </a:lnTo>
                  <a:cubicBezTo>
                    <a:pt x="1067" y="87"/>
                    <a:pt x="1069" y="76"/>
                    <a:pt x="1065" y="67"/>
                  </a:cubicBezTo>
                  <a:cubicBezTo>
                    <a:pt x="1061" y="58"/>
                    <a:pt x="1052" y="52"/>
                    <a:pt x="1042" y="52"/>
                  </a:cubicBezTo>
                  <a:lnTo>
                    <a:pt x="796" y="52"/>
                  </a:lnTo>
                  <a:lnTo>
                    <a:pt x="796" y="43"/>
                  </a:lnTo>
                  <a:cubicBezTo>
                    <a:pt x="796" y="19"/>
                    <a:pt x="776" y="0"/>
                    <a:pt x="753" y="0"/>
                  </a:cubicBezTo>
                  <a:cubicBezTo>
                    <a:pt x="729" y="0"/>
                    <a:pt x="710" y="19"/>
                    <a:pt x="710" y="43"/>
                  </a:cubicBezTo>
                  <a:lnTo>
                    <a:pt x="710" y="314"/>
                  </a:lnTo>
                  <a:lnTo>
                    <a:pt x="445" y="314"/>
                  </a:lnTo>
                  <a:cubicBezTo>
                    <a:pt x="439" y="314"/>
                    <a:pt x="433" y="317"/>
                    <a:pt x="430" y="323"/>
                  </a:cubicBezTo>
                  <a:lnTo>
                    <a:pt x="403" y="374"/>
                  </a:lnTo>
                  <a:lnTo>
                    <a:pt x="366" y="321"/>
                  </a:lnTo>
                  <a:cubicBezTo>
                    <a:pt x="363" y="316"/>
                    <a:pt x="358" y="314"/>
                    <a:pt x="353" y="314"/>
                  </a:cubicBezTo>
                  <a:lnTo>
                    <a:pt x="295" y="314"/>
                  </a:lnTo>
                  <a:cubicBezTo>
                    <a:pt x="295" y="314"/>
                    <a:pt x="295" y="314"/>
                    <a:pt x="295" y="314"/>
                  </a:cubicBezTo>
                  <a:cubicBezTo>
                    <a:pt x="295" y="314"/>
                    <a:pt x="294" y="314"/>
                    <a:pt x="294" y="314"/>
                  </a:cubicBezTo>
                  <a:cubicBezTo>
                    <a:pt x="292" y="314"/>
                    <a:pt x="291" y="314"/>
                    <a:pt x="289" y="315"/>
                  </a:cubicBezTo>
                  <a:cubicBezTo>
                    <a:pt x="289" y="315"/>
                    <a:pt x="288" y="315"/>
                    <a:pt x="288" y="315"/>
                  </a:cubicBezTo>
                  <a:cubicBezTo>
                    <a:pt x="286" y="316"/>
                    <a:pt x="285" y="317"/>
                    <a:pt x="283" y="319"/>
                  </a:cubicBezTo>
                  <a:cubicBezTo>
                    <a:pt x="283" y="319"/>
                    <a:pt x="283" y="319"/>
                    <a:pt x="283" y="319"/>
                  </a:cubicBezTo>
                  <a:cubicBezTo>
                    <a:pt x="230" y="376"/>
                    <a:pt x="78" y="528"/>
                    <a:pt x="12" y="550"/>
                  </a:cubicBezTo>
                  <a:cubicBezTo>
                    <a:pt x="6" y="552"/>
                    <a:pt x="1" y="557"/>
                    <a:pt x="0" y="563"/>
                  </a:cubicBezTo>
                  <a:cubicBezTo>
                    <a:pt x="0" y="570"/>
                    <a:pt x="2" y="576"/>
                    <a:pt x="8" y="579"/>
                  </a:cubicBezTo>
                  <a:lnTo>
                    <a:pt x="198" y="707"/>
                  </a:lnTo>
                  <a:lnTo>
                    <a:pt x="169" y="869"/>
                  </a:lnTo>
                  <a:cubicBezTo>
                    <a:pt x="168" y="875"/>
                    <a:pt x="170" y="882"/>
                    <a:pt x="176" y="885"/>
                  </a:cubicBezTo>
                  <a:cubicBezTo>
                    <a:pt x="178" y="888"/>
                    <a:pt x="182" y="889"/>
                    <a:pt x="185" y="889"/>
                  </a:cubicBezTo>
                  <a:cubicBezTo>
                    <a:pt x="188" y="889"/>
                    <a:pt x="191" y="888"/>
                    <a:pt x="193" y="887"/>
                  </a:cubicBezTo>
                  <a:cubicBezTo>
                    <a:pt x="196" y="885"/>
                    <a:pt x="249" y="857"/>
                    <a:pt x="288" y="814"/>
                  </a:cubicBezTo>
                  <a:lnTo>
                    <a:pt x="288" y="1003"/>
                  </a:lnTo>
                  <a:cubicBezTo>
                    <a:pt x="288" y="1021"/>
                    <a:pt x="298" y="1037"/>
                    <a:pt x="314" y="1045"/>
                  </a:cubicBezTo>
                  <a:cubicBezTo>
                    <a:pt x="328" y="1052"/>
                    <a:pt x="343" y="1055"/>
                    <a:pt x="357" y="1055"/>
                  </a:cubicBezTo>
                  <a:cubicBezTo>
                    <a:pt x="375" y="1055"/>
                    <a:pt x="391" y="1050"/>
                    <a:pt x="406" y="1039"/>
                  </a:cubicBezTo>
                  <a:cubicBezTo>
                    <a:pt x="418" y="1046"/>
                    <a:pt x="437" y="1055"/>
                    <a:pt x="459" y="1055"/>
                  </a:cubicBezTo>
                  <a:cubicBezTo>
                    <a:pt x="472" y="1055"/>
                    <a:pt x="485" y="1052"/>
                    <a:pt x="498" y="1044"/>
                  </a:cubicBezTo>
                  <a:cubicBezTo>
                    <a:pt x="512" y="1036"/>
                    <a:pt x="521" y="1020"/>
                    <a:pt x="521" y="1004"/>
                  </a:cubicBezTo>
                  <a:lnTo>
                    <a:pt x="521" y="433"/>
                  </a:lnTo>
                  <a:cubicBezTo>
                    <a:pt x="521" y="418"/>
                    <a:pt x="533" y="406"/>
                    <a:pt x="547" y="406"/>
                  </a:cubicBezTo>
                  <a:lnTo>
                    <a:pt x="710" y="406"/>
                  </a:lnTo>
                  <a:lnTo>
                    <a:pt x="710" y="1013"/>
                  </a:lnTo>
                  <a:cubicBezTo>
                    <a:pt x="710" y="1036"/>
                    <a:pt x="729" y="1056"/>
                    <a:pt x="753" y="1056"/>
                  </a:cubicBezTo>
                  <a:cubicBezTo>
                    <a:pt x="776" y="1056"/>
                    <a:pt x="796" y="1036"/>
                    <a:pt x="796" y="1013"/>
                  </a:cubicBezTo>
                  <a:lnTo>
                    <a:pt x="796" y="268"/>
                  </a:lnTo>
                  <a:lnTo>
                    <a:pt x="1042" y="268"/>
                  </a:lnTo>
                  <a:cubicBezTo>
                    <a:pt x="1052" y="268"/>
                    <a:pt x="1061" y="262"/>
                    <a:pt x="1065" y="252"/>
                  </a:cubicBezTo>
                  <a:cubicBezTo>
                    <a:pt x="1069" y="243"/>
                    <a:pt x="1067" y="232"/>
                    <a:pt x="1060" y="225"/>
                  </a:cubicBezTo>
                  <a:lnTo>
                    <a:pt x="995" y="160"/>
                  </a:lnTo>
                </a:path>
              </a:pathLst>
            </a:custGeom>
            <a:grpFill/>
            <a:ln w="9525">
              <a:noFill/>
              <a:round/>
              <a:headEnd/>
              <a:tailEnd/>
            </a:ln>
          </p:spPr>
          <p:txBody>
            <a:bodyPr vert="horz" wrap="square" lIns="91440" tIns="45720" rIns="91440" bIns="45720" numCol="1" anchor="t" anchorCtr="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grpSp>
      <p:grpSp>
        <p:nvGrpSpPr>
          <p:cNvPr id="1026" name="Plan4" descr="{&quot;Key&quot;:&quot;POWER_USER_SHAPE_ICON&quot;,&quot;Value&quot;:&quot;POWER_USER_SHAPE_ICON_STYLE_1&quot;}">
            <a:extLst>
              <a:ext uri="{FF2B5EF4-FFF2-40B4-BE49-F238E27FC236}">
                <a16:creationId xmlns:a16="http://schemas.microsoft.com/office/drawing/2014/main" id="{81F4D14B-52CD-76F8-B3BF-04AFE5F72215}"/>
              </a:ext>
            </a:extLst>
          </p:cNvPr>
          <p:cNvGrpSpPr>
            <a:grpSpLocks noChangeAspect="1"/>
          </p:cNvGrpSpPr>
          <p:nvPr/>
        </p:nvGrpSpPr>
        <p:grpSpPr>
          <a:xfrm>
            <a:off x="9763761" y="3039927"/>
            <a:ext cx="360000" cy="328154"/>
            <a:chOff x="2960688" y="5773738"/>
            <a:chExt cx="825500" cy="752475"/>
          </a:xfrm>
        </p:grpSpPr>
        <p:sp>
          <p:nvSpPr>
            <p:cNvPr id="1027" name="Freeform 185">
              <a:extLst>
                <a:ext uri="{FF2B5EF4-FFF2-40B4-BE49-F238E27FC236}">
                  <a16:creationId xmlns:a16="http://schemas.microsoft.com/office/drawing/2014/main" id="{11F9912E-CEC9-9DD5-EF2E-D7E06876F162}"/>
                </a:ext>
              </a:extLst>
            </p:cNvPr>
            <p:cNvSpPr>
              <a:spLocks/>
            </p:cNvSpPr>
            <p:nvPr/>
          </p:nvSpPr>
          <p:spPr bwMode="auto">
            <a:xfrm>
              <a:off x="3365500" y="6122988"/>
              <a:ext cx="420688" cy="331788"/>
            </a:xfrm>
            <a:custGeom>
              <a:avLst/>
              <a:gdLst>
                <a:gd name="T0" fmla="*/ 340 w 562"/>
                <a:gd name="T1" fmla="*/ 440 h 440"/>
                <a:gd name="T2" fmla="*/ 562 w 562"/>
                <a:gd name="T3" fmla="*/ 148 h 440"/>
                <a:gd name="T4" fmla="*/ 0 w 562"/>
                <a:gd name="T5" fmla="*/ 0 h 440"/>
              </a:gdLst>
              <a:ahLst/>
              <a:cxnLst>
                <a:cxn ang="0">
                  <a:pos x="T0" y="T1"/>
                </a:cxn>
                <a:cxn ang="0">
                  <a:pos x="T2" y="T3"/>
                </a:cxn>
                <a:cxn ang="0">
                  <a:pos x="T4" y="T5"/>
                </a:cxn>
              </a:cxnLst>
              <a:rect l="0" t="0" r="r" b="b"/>
              <a:pathLst>
                <a:path w="562" h="440">
                  <a:moveTo>
                    <a:pt x="340" y="440"/>
                  </a:moveTo>
                  <a:lnTo>
                    <a:pt x="562" y="148"/>
                  </a:lnTo>
                  <a:cubicBezTo>
                    <a:pt x="562" y="148"/>
                    <a:pt x="286" y="84"/>
                    <a:pt x="0" y="0"/>
                  </a:cubicBezTo>
                </a:path>
              </a:pathLst>
            </a:custGeom>
            <a:noFill/>
            <a:ln w="19050" cap="rnd">
              <a:solidFill>
                <a:schemeClr val="l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sp>
          <p:nvSpPr>
            <p:cNvPr id="1028" name="Freeform 186">
              <a:extLst>
                <a:ext uri="{FF2B5EF4-FFF2-40B4-BE49-F238E27FC236}">
                  <a16:creationId xmlns:a16="http://schemas.microsoft.com/office/drawing/2014/main" id="{6D604DB6-6DDE-266C-9562-4559999D0490}"/>
                </a:ext>
              </a:extLst>
            </p:cNvPr>
            <p:cNvSpPr>
              <a:spLocks/>
            </p:cNvSpPr>
            <p:nvPr/>
          </p:nvSpPr>
          <p:spPr bwMode="auto">
            <a:xfrm>
              <a:off x="3138488" y="5895975"/>
              <a:ext cx="276225" cy="203200"/>
            </a:xfrm>
            <a:custGeom>
              <a:avLst/>
              <a:gdLst>
                <a:gd name="T0" fmla="*/ 21 w 367"/>
                <a:gd name="T1" fmla="*/ 0 h 269"/>
                <a:gd name="T2" fmla="*/ 0 w 367"/>
                <a:gd name="T3" fmla="*/ 84 h 269"/>
                <a:gd name="T4" fmla="*/ 184 w 367"/>
                <a:gd name="T5" fmla="*/ 269 h 269"/>
                <a:gd name="T6" fmla="*/ 367 w 367"/>
                <a:gd name="T7" fmla="*/ 111 h 269"/>
              </a:gdLst>
              <a:ahLst/>
              <a:cxnLst>
                <a:cxn ang="0">
                  <a:pos x="T0" y="T1"/>
                </a:cxn>
                <a:cxn ang="0">
                  <a:pos x="T2" y="T3"/>
                </a:cxn>
                <a:cxn ang="0">
                  <a:pos x="T4" y="T5"/>
                </a:cxn>
                <a:cxn ang="0">
                  <a:pos x="T6" y="T7"/>
                </a:cxn>
              </a:cxnLst>
              <a:rect l="0" t="0" r="r" b="b"/>
              <a:pathLst>
                <a:path w="367" h="269">
                  <a:moveTo>
                    <a:pt x="21" y="0"/>
                  </a:moveTo>
                  <a:cubicBezTo>
                    <a:pt x="8" y="25"/>
                    <a:pt x="0" y="53"/>
                    <a:pt x="0" y="84"/>
                  </a:cubicBezTo>
                  <a:cubicBezTo>
                    <a:pt x="0" y="186"/>
                    <a:pt x="82" y="269"/>
                    <a:pt x="184" y="269"/>
                  </a:cubicBezTo>
                  <a:cubicBezTo>
                    <a:pt x="277" y="269"/>
                    <a:pt x="354" y="200"/>
                    <a:pt x="367" y="111"/>
                  </a:cubicBezTo>
                </a:path>
              </a:pathLst>
            </a:custGeom>
            <a:noFill/>
            <a:ln w="19050" cap="flat">
              <a:solidFill>
                <a:schemeClr val="l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sp>
          <p:nvSpPr>
            <p:cNvPr id="1029" name="Freeform 187">
              <a:extLst>
                <a:ext uri="{FF2B5EF4-FFF2-40B4-BE49-F238E27FC236}">
                  <a16:creationId xmlns:a16="http://schemas.microsoft.com/office/drawing/2014/main" id="{C38351D4-F7F0-FC9A-06D5-7A222D106593}"/>
                </a:ext>
              </a:extLst>
            </p:cNvPr>
            <p:cNvSpPr>
              <a:spLocks/>
            </p:cNvSpPr>
            <p:nvPr/>
          </p:nvSpPr>
          <p:spPr bwMode="auto">
            <a:xfrm>
              <a:off x="3144838" y="5773738"/>
              <a:ext cx="309563" cy="201613"/>
            </a:xfrm>
            <a:custGeom>
              <a:avLst/>
              <a:gdLst>
                <a:gd name="T0" fmla="*/ 377 w 412"/>
                <a:gd name="T1" fmla="*/ 269 h 269"/>
                <a:gd name="T2" fmla="*/ 250 w 412"/>
                <a:gd name="T3" fmla="*/ 10 h 269"/>
                <a:gd name="T4" fmla="*/ 193 w 412"/>
                <a:gd name="T5" fmla="*/ 1 h 269"/>
                <a:gd name="T6" fmla="*/ 0 w 412"/>
                <a:gd name="T7" fmla="*/ 144 h 269"/>
              </a:gdLst>
              <a:ahLst/>
              <a:cxnLst>
                <a:cxn ang="0">
                  <a:pos x="T0" y="T1"/>
                </a:cxn>
                <a:cxn ang="0">
                  <a:pos x="T2" y="T3"/>
                </a:cxn>
                <a:cxn ang="0">
                  <a:pos x="T4" y="T5"/>
                </a:cxn>
                <a:cxn ang="0">
                  <a:pos x="T6" y="T7"/>
                </a:cxn>
              </a:cxnLst>
              <a:rect l="0" t="0" r="r" b="b"/>
              <a:pathLst>
                <a:path w="412" h="269">
                  <a:moveTo>
                    <a:pt x="377" y="269"/>
                  </a:moveTo>
                  <a:cubicBezTo>
                    <a:pt x="412" y="151"/>
                    <a:pt x="352" y="43"/>
                    <a:pt x="250" y="10"/>
                  </a:cubicBezTo>
                  <a:cubicBezTo>
                    <a:pt x="231" y="3"/>
                    <a:pt x="212" y="1"/>
                    <a:pt x="193" y="1"/>
                  </a:cubicBezTo>
                  <a:cubicBezTo>
                    <a:pt x="103" y="0"/>
                    <a:pt x="22" y="67"/>
                    <a:pt x="0" y="144"/>
                  </a:cubicBezTo>
                </a:path>
              </a:pathLst>
            </a:custGeom>
            <a:noFill/>
            <a:ln w="19050" cap="flat">
              <a:solidFill>
                <a:schemeClr val="l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sp>
          <p:nvSpPr>
            <p:cNvPr id="1030" name="Line 188">
              <a:extLst>
                <a:ext uri="{FF2B5EF4-FFF2-40B4-BE49-F238E27FC236}">
                  <a16:creationId xmlns:a16="http://schemas.microsoft.com/office/drawing/2014/main" id="{CE0F18A5-F84F-3E03-3013-A8DAE9170EF0}"/>
                </a:ext>
              </a:extLst>
            </p:cNvPr>
            <p:cNvSpPr>
              <a:spLocks noChangeShapeType="1"/>
            </p:cNvSpPr>
            <p:nvPr/>
          </p:nvSpPr>
          <p:spPr bwMode="auto">
            <a:xfrm>
              <a:off x="3133725" y="5881688"/>
              <a:ext cx="344488" cy="109538"/>
            </a:xfrm>
            <a:prstGeom prst="line">
              <a:avLst/>
            </a:prstGeom>
            <a:noFill/>
            <a:ln w="19050" cap="rnd">
              <a:solidFill>
                <a:schemeClr val="lt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sp>
          <p:nvSpPr>
            <p:cNvPr id="1031" name="Freeform 189">
              <a:extLst>
                <a:ext uri="{FF2B5EF4-FFF2-40B4-BE49-F238E27FC236}">
                  <a16:creationId xmlns:a16="http://schemas.microsoft.com/office/drawing/2014/main" id="{709B6B4F-D2B1-C9BD-507D-EA6F171FC526}"/>
                </a:ext>
              </a:extLst>
            </p:cNvPr>
            <p:cNvSpPr>
              <a:spLocks/>
            </p:cNvSpPr>
            <p:nvPr/>
          </p:nvSpPr>
          <p:spPr bwMode="auto">
            <a:xfrm>
              <a:off x="2960688" y="6121400"/>
              <a:ext cx="614363" cy="404813"/>
            </a:xfrm>
            <a:custGeom>
              <a:avLst/>
              <a:gdLst>
                <a:gd name="T0" fmla="*/ 318 w 818"/>
                <a:gd name="T1" fmla="*/ 511 h 537"/>
                <a:gd name="T2" fmla="*/ 0 w 818"/>
                <a:gd name="T3" fmla="*/ 511 h 537"/>
                <a:gd name="T4" fmla="*/ 43 w 818"/>
                <a:gd name="T5" fmla="*/ 199 h 537"/>
                <a:gd name="T6" fmla="*/ 248 w 818"/>
                <a:gd name="T7" fmla="*/ 0 h 537"/>
                <a:gd name="T8" fmla="*/ 433 w 818"/>
                <a:gd name="T9" fmla="*/ 140 h 537"/>
                <a:gd name="T10" fmla="*/ 529 w 818"/>
                <a:gd name="T11" fmla="*/ 367 h 537"/>
                <a:gd name="T12" fmla="*/ 770 w 818"/>
                <a:gd name="T13" fmla="*/ 392 h 537"/>
                <a:gd name="T14" fmla="*/ 818 w 818"/>
                <a:gd name="T15" fmla="*/ 463 h 537"/>
                <a:gd name="T16" fmla="*/ 733 w 818"/>
                <a:gd name="T17" fmla="*/ 537 h 537"/>
                <a:gd name="T18" fmla="*/ 458 w 818"/>
                <a:gd name="T19" fmla="*/ 537 h 537"/>
                <a:gd name="T20" fmla="*/ 367 w 818"/>
                <a:gd name="T21" fmla="*/ 475 h 537"/>
                <a:gd name="T22" fmla="*/ 266 w 818"/>
                <a:gd name="T23" fmla="*/ 267 h 537"/>
                <a:gd name="T24" fmla="*/ 266 w 818"/>
                <a:gd name="T25" fmla="*/ 26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8" h="537">
                  <a:moveTo>
                    <a:pt x="318" y="511"/>
                  </a:moveTo>
                  <a:lnTo>
                    <a:pt x="0" y="511"/>
                  </a:lnTo>
                  <a:lnTo>
                    <a:pt x="43" y="199"/>
                  </a:lnTo>
                  <a:cubicBezTo>
                    <a:pt x="65" y="61"/>
                    <a:pt x="144" y="0"/>
                    <a:pt x="248" y="0"/>
                  </a:cubicBezTo>
                  <a:cubicBezTo>
                    <a:pt x="323" y="0"/>
                    <a:pt x="393" y="42"/>
                    <a:pt x="433" y="140"/>
                  </a:cubicBezTo>
                  <a:lnTo>
                    <a:pt x="529" y="367"/>
                  </a:lnTo>
                  <a:lnTo>
                    <a:pt x="770" y="392"/>
                  </a:lnTo>
                  <a:cubicBezTo>
                    <a:pt x="798" y="401"/>
                    <a:pt x="818" y="422"/>
                    <a:pt x="818" y="463"/>
                  </a:cubicBezTo>
                  <a:cubicBezTo>
                    <a:pt x="818" y="511"/>
                    <a:pt x="787" y="537"/>
                    <a:pt x="733" y="537"/>
                  </a:cubicBezTo>
                  <a:lnTo>
                    <a:pt x="458" y="537"/>
                  </a:lnTo>
                  <a:cubicBezTo>
                    <a:pt x="418" y="537"/>
                    <a:pt x="387" y="515"/>
                    <a:pt x="367" y="475"/>
                  </a:cubicBezTo>
                  <a:cubicBezTo>
                    <a:pt x="341" y="420"/>
                    <a:pt x="295" y="326"/>
                    <a:pt x="266" y="267"/>
                  </a:cubicBezTo>
                  <a:lnTo>
                    <a:pt x="266" y="267"/>
                  </a:lnTo>
                </a:path>
              </a:pathLst>
            </a:custGeom>
            <a:noFill/>
            <a:ln w="19050" cap="flat">
              <a:solidFill>
                <a:schemeClr val="l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sp>
          <p:nvSpPr>
            <p:cNvPr id="1032" name="Line 190">
              <a:extLst>
                <a:ext uri="{FF2B5EF4-FFF2-40B4-BE49-F238E27FC236}">
                  <a16:creationId xmlns:a16="http://schemas.microsoft.com/office/drawing/2014/main" id="{3848A1E8-8E7E-2C94-B281-FAF62B5AC886}"/>
                </a:ext>
              </a:extLst>
            </p:cNvPr>
            <p:cNvSpPr>
              <a:spLocks noChangeShapeType="1"/>
            </p:cNvSpPr>
            <p:nvPr/>
          </p:nvSpPr>
          <p:spPr bwMode="auto">
            <a:xfrm flipV="1">
              <a:off x="3546475" y="6359525"/>
              <a:ext cx="46038" cy="60325"/>
            </a:xfrm>
            <a:prstGeom prst="line">
              <a:avLst/>
            </a:prstGeom>
            <a:noFill/>
            <a:ln w="19050" cap="rnd">
              <a:solidFill>
                <a:schemeClr val="lt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sp>
          <p:nvSpPr>
            <p:cNvPr id="1033" name="Freeform 191">
              <a:extLst>
                <a:ext uri="{FF2B5EF4-FFF2-40B4-BE49-F238E27FC236}">
                  <a16:creationId xmlns:a16="http://schemas.microsoft.com/office/drawing/2014/main" id="{D16A31C2-E7F0-D0A6-F96B-EF6E0D57BF7B}"/>
                </a:ext>
              </a:extLst>
            </p:cNvPr>
            <p:cNvSpPr>
              <a:spLocks/>
            </p:cNvSpPr>
            <p:nvPr/>
          </p:nvSpPr>
          <p:spPr bwMode="auto">
            <a:xfrm>
              <a:off x="3311525" y="6199188"/>
              <a:ext cx="346075" cy="112713"/>
            </a:xfrm>
            <a:custGeom>
              <a:avLst/>
              <a:gdLst>
                <a:gd name="T0" fmla="*/ 422 w 461"/>
                <a:gd name="T1" fmla="*/ 150 h 150"/>
                <a:gd name="T2" fmla="*/ 461 w 461"/>
                <a:gd name="T3" fmla="*/ 101 h 150"/>
                <a:gd name="T4" fmla="*/ 87 w 461"/>
                <a:gd name="T5" fmla="*/ 0 h 150"/>
                <a:gd name="T6" fmla="*/ 0 w 461"/>
                <a:gd name="T7" fmla="*/ 104 h 150"/>
              </a:gdLst>
              <a:ahLst/>
              <a:cxnLst>
                <a:cxn ang="0">
                  <a:pos x="T0" y="T1"/>
                </a:cxn>
                <a:cxn ang="0">
                  <a:pos x="T2" y="T3"/>
                </a:cxn>
                <a:cxn ang="0">
                  <a:pos x="T4" y="T5"/>
                </a:cxn>
                <a:cxn ang="0">
                  <a:pos x="T6" y="T7"/>
                </a:cxn>
              </a:cxnLst>
              <a:rect l="0" t="0" r="r" b="b"/>
              <a:pathLst>
                <a:path w="461" h="150">
                  <a:moveTo>
                    <a:pt x="422" y="150"/>
                  </a:moveTo>
                  <a:lnTo>
                    <a:pt x="461" y="101"/>
                  </a:lnTo>
                  <a:lnTo>
                    <a:pt x="87" y="0"/>
                  </a:lnTo>
                  <a:lnTo>
                    <a:pt x="0" y="104"/>
                  </a:lnTo>
                </a:path>
              </a:pathLst>
            </a:custGeom>
            <a:noFill/>
            <a:ln w="19050" cap="rnd">
              <a:solidFill>
                <a:schemeClr val="l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sp>
          <p:nvSpPr>
            <p:cNvPr id="1034" name="Freeform 192">
              <a:extLst>
                <a:ext uri="{FF2B5EF4-FFF2-40B4-BE49-F238E27FC236}">
                  <a16:creationId xmlns:a16="http://schemas.microsoft.com/office/drawing/2014/main" id="{2C36676D-C4B1-04F0-9981-061292710B7F}"/>
                </a:ext>
              </a:extLst>
            </p:cNvPr>
            <p:cNvSpPr>
              <a:spLocks/>
            </p:cNvSpPr>
            <p:nvPr/>
          </p:nvSpPr>
          <p:spPr bwMode="auto">
            <a:xfrm>
              <a:off x="3395663" y="6234113"/>
              <a:ext cx="109538" cy="88900"/>
            </a:xfrm>
            <a:custGeom>
              <a:avLst/>
              <a:gdLst>
                <a:gd name="T0" fmla="*/ 0 w 148"/>
                <a:gd name="T1" fmla="*/ 99 h 118"/>
                <a:gd name="T2" fmla="*/ 56 w 148"/>
                <a:gd name="T3" fmla="*/ 118 h 118"/>
                <a:gd name="T4" fmla="*/ 148 w 148"/>
                <a:gd name="T5" fmla="*/ 0 h 118"/>
              </a:gdLst>
              <a:ahLst/>
              <a:cxnLst>
                <a:cxn ang="0">
                  <a:pos x="T0" y="T1"/>
                </a:cxn>
                <a:cxn ang="0">
                  <a:pos x="T2" y="T3"/>
                </a:cxn>
                <a:cxn ang="0">
                  <a:pos x="T4" y="T5"/>
                </a:cxn>
              </a:cxnLst>
              <a:rect l="0" t="0" r="r" b="b"/>
              <a:pathLst>
                <a:path w="148" h="118">
                  <a:moveTo>
                    <a:pt x="0" y="99"/>
                  </a:moveTo>
                  <a:lnTo>
                    <a:pt x="56" y="118"/>
                  </a:lnTo>
                  <a:lnTo>
                    <a:pt x="148" y="0"/>
                  </a:lnTo>
                </a:path>
              </a:pathLst>
            </a:custGeom>
            <a:noFill/>
            <a:ln w="19050" cap="rnd">
              <a:solidFill>
                <a:schemeClr val="l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grpSp>
      <p:sp>
        <p:nvSpPr>
          <p:cNvPr id="1078" name="Freeform 32">
            <a:extLst>
              <a:ext uri="{FF2B5EF4-FFF2-40B4-BE49-F238E27FC236}">
                <a16:creationId xmlns:a16="http://schemas.microsoft.com/office/drawing/2014/main" id="{FB397C14-8863-977D-48C9-C02FC2EE48E2}"/>
              </a:ext>
            </a:extLst>
          </p:cNvPr>
          <p:cNvSpPr/>
          <p:nvPr/>
        </p:nvSpPr>
        <p:spPr>
          <a:xfrm flipV="1">
            <a:off x="5897414" y="3972348"/>
            <a:ext cx="1025094" cy="1116628"/>
          </a:xfrm>
          <a:custGeom>
            <a:avLst/>
            <a:gdLst>
              <a:gd name="connsiteX0" fmla="*/ 1351128 w 1351128"/>
              <a:gd name="connsiteY0" fmla="*/ 0 h 1105468"/>
              <a:gd name="connsiteX1" fmla="*/ 1351128 w 1351128"/>
              <a:gd name="connsiteY1" fmla="*/ 696036 h 1105468"/>
              <a:gd name="connsiteX2" fmla="*/ 0 w 1351128"/>
              <a:gd name="connsiteY2" fmla="*/ 1105468 h 1105468"/>
              <a:gd name="connsiteX3" fmla="*/ 0 w 1351128"/>
              <a:gd name="connsiteY3" fmla="*/ 777922 h 1105468"/>
              <a:gd name="connsiteX4" fmla="*/ 1351128 w 1351128"/>
              <a:gd name="connsiteY4" fmla="*/ 0 h 1105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1128" h="1105468">
                <a:moveTo>
                  <a:pt x="1351128" y="0"/>
                </a:moveTo>
                <a:lnTo>
                  <a:pt x="1351128" y="696036"/>
                </a:lnTo>
                <a:lnTo>
                  <a:pt x="0" y="1105468"/>
                </a:lnTo>
                <a:lnTo>
                  <a:pt x="0" y="777922"/>
                </a:lnTo>
                <a:lnTo>
                  <a:pt x="1351128"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1079" name="Freeform 33">
            <a:extLst>
              <a:ext uri="{FF2B5EF4-FFF2-40B4-BE49-F238E27FC236}">
                <a16:creationId xmlns:a16="http://schemas.microsoft.com/office/drawing/2014/main" id="{F8E17C2B-02B8-6F45-2786-AA16ADCAE959}"/>
              </a:ext>
            </a:extLst>
          </p:cNvPr>
          <p:cNvSpPr/>
          <p:nvPr/>
        </p:nvSpPr>
        <p:spPr>
          <a:xfrm flipV="1">
            <a:off x="5897416" y="3649597"/>
            <a:ext cx="1025094" cy="707786"/>
          </a:xfrm>
          <a:custGeom>
            <a:avLst/>
            <a:gdLst>
              <a:gd name="connsiteX0" fmla="*/ 1350335 w 1350335"/>
              <a:gd name="connsiteY0" fmla="*/ 0 h 691116"/>
              <a:gd name="connsiteX1" fmla="*/ 1350335 w 1350335"/>
              <a:gd name="connsiteY1" fmla="*/ 691116 h 691116"/>
              <a:gd name="connsiteX2" fmla="*/ 0 w 1350335"/>
              <a:gd name="connsiteY2" fmla="*/ 691116 h 691116"/>
              <a:gd name="connsiteX3" fmla="*/ 0 w 1350335"/>
              <a:gd name="connsiteY3" fmla="*/ 382772 h 691116"/>
              <a:gd name="connsiteX4" fmla="*/ 1350335 w 1350335"/>
              <a:gd name="connsiteY4" fmla="*/ 0 h 691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0335" h="691116">
                <a:moveTo>
                  <a:pt x="1350335" y="0"/>
                </a:moveTo>
                <a:lnTo>
                  <a:pt x="1350335" y="691116"/>
                </a:lnTo>
                <a:lnTo>
                  <a:pt x="0" y="691116"/>
                </a:lnTo>
                <a:lnTo>
                  <a:pt x="0" y="382772"/>
                </a:lnTo>
                <a:lnTo>
                  <a:pt x="1350335"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1080" name="Freeform 37">
            <a:extLst>
              <a:ext uri="{FF2B5EF4-FFF2-40B4-BE49-F238E27FC236}">
                <a16:creationId xmlns:a16="http://schemas.microsoft.com/office/drawing/2014/main" id="{29E53146-95BE-A486-2596-AA741F6C57E7}"/>
              </a:ext>
            </a:extLst>
          </p:cNvPr>
          <p:cNvSpPr/>
          <p:nvPr/>
        </p:nvSpPr>
        <p:spPr>
          <a:xfrm>
            <a:off x="5897414" y="1429568"/>
            <a:ext cx="1025094" cy="1502628"/>
          </a:xfrm>
          <a:custGeom>
            <a:avLst/>
            <a:gdLst>
              <a:gd name="connsiteX0" fmla="*/ 1364776 w 1364776"/>
              <a:gd name="connsiteY0" fmla="*/ 0 h 1487606"/>
              <a:gd name="connsiteX1" fmla="*/ 1364776 w 1364776"/>
              <a:gd name="connsiteY1" fmla="*/ 709684 h 1487606"/>
              <a:gd name="connsiteX2" fmla="*/ 0 w 1364776"/>
              <a:gd name="connsiteY2" fmla="*/ 1487606 h 1487606"/>
              <a:gd name="connsiteX3" fmla="*/ 0 w 1364776"/>
              <a:gd name="connsiteY3" fmla="*/ 1160060 h 1487606"/>
              <a:gd name="connsiteX4" fmla="*/ 1364776 w 1364776"/>
              <a:gd name="connsiteY4" fmla="*/ 0 h 1487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4776" h="1487606">
                <a:moveTo>
                  <a:pt x="1364776" y="0"/>
                </a:moveTo>
                <a:lnTo>
                  <a:pt x="1364776" y="709684"/>
                </a:lnTo>
                <a:lnTo>
                  <a:pt x="0" y="1487606"/>
                </a:lnTo>
                <a:lnTo>
                  <a:pt x="0" y="1160060"/>
                </a:lnTo>
                <a:lnTo>
                  <a:pt x="1364776"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1081" name="Freeform 38">
            <a:extLst>
              <a:ext uri="{FF2B5EF4-FFF2-40B4-BE49-F238E27FC236}">
                <a16:creationId xmlns:a16="http://schemas.microsoft.com/office/drawing/2014/main" id="{2BEAB8A0-BDC9-2A53-26C7-2542F99F8B08}"/>
              </a:ext>
            </a:extLst>
          </p:cNvPr>
          <p:cNvSpPr/>
          <p:nvPr/>
        </p:nvSpPr>
        <p:spPr>
          <a:xfrm>
            <a:off x="5897414" y="2174411"/>
            <a:ext cx="1025094" cy="1116898"/>
          </a:xfrm>
          <a:custGeom>
            <a:avLst/>
            <a:gdLst>
              <a:gd name="connsiteX0" fmla="*/ 1351128 w 1351128"/>
              <a:gd name="connsiteY0" fmla="*/ 0 h 1105468"/>
              <a:gd name="connsiteX1" fmla="*/ 1351128 w 1351128"/>
              <a:gd name="connsiteY1" fmla="*/ 696036 h 1105468"/>
              <a:gd name="connsiteX2" fmla="*/ 0 w 1351128"/>
              <a:gd name="connsiteY2" fmla="*/ 1105468 h 1105468"/>
              <a:gd name="connsiteX3" fmla="*/ 0 w 1351128"/>
              <a:gd name="connsiteY3" fmla="*/ 777922 h 1105468"/>
              <a:gd name="connsiteX4" fmla="*/ 1351128 w 1351128"/>
              <a:gd name="connsiteY4" fmla="*/ 0 h 1105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1128" h="1105468">
                <a:moveTo>
                  <a:pt x="1351128" y="0"/>
                </a:moveTo>
                <a:lnTo>
                  <a:pt x="1351128" y="696036"/>
                </a:lnTo>
                <a:lnTo>
                  <a:pt x="0" y="1105468"/>
                </a:lnTo>
                <a:lnTo>
                  <a:pt x="0" y="777922"/>
                </a:lnTo>
                <a:lnTo>
                  <a:pt x="135112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1082" name="Freeform 39">
            <a:extLst>
              <a:ext uri="{FF2B5EF4-FFF2-40B4-BE49-F238E27FC236}">
                <a16:creationId xmlns:a16="http://schemas.microsoft.com/office/drawing/2014/main" id="{BAD63A21-4FE7-A91C-6A99-F5EC39C3415C}"/>
              </a:ext>
            </a:extLst>
          </p:cNvPr>
          <p:cNvSpPr/>
          <p:nvPr/>
        </p:nvSpPr>
        <p:spPr>
          <a:xfrm>
            <a:off x="5897417" y="2911884"/>
            <a:ext cx="1025094" cy="709551"/>
          </a:xfrm>
          <a:custGeom>
            <a:avLst/>
            <a:gdLst>
              <a:gd name="connsiteX0" fmla="*/ 1350335 w 1350335"/>
              <a:gd name="connsiteY0" fmla="*/ 0 h 691116"/>
              <a:gd name="connsiteX1" fmla="*/ 1350335 w 1350335"/>
              <a:gd name="connsiteY1" fmla="*/ 691116 h 691116"/>
              <a:gd name="connsiteX2" fmla="*/ 0 w 1350335"/>
              <a:gd name="connsiteY2" fmla="*/ 691116 h 691116"/>
              <a:gd name="connsiteX3" fmla="*/ 0 w 1350335"/>
              <a:gd name="connsiteY3" fmla="*/ 382772 h 691116"/>
              <a:gd name="connsiteX4" fmla="*/ 1350335 w 1350335"/>
              <a:gd name="connsiteY4" fmla="*/ 0 h 691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0335" h="691116">
                <a:moveTo>
                  <a:pt x="1350335" y="0"/>
                </a:moveTo>
                <a:lnTo>
                  <a:pt x="1350335" y="691116"/>
                </a:lnTo>
                <a:lnTo>
                  <a:pt x="0" y="691116"/>
                </a:lnTo>
                <a:lnTo>
                  <a:pt x="0" y="382772"/>
                </a:lnTo>
                <a:lnTo>
                  <a:pt x="1350335"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1084" name="Rectangle 1083">
            <a:extLst>
              <a:ext uri="{FF2B5EF4-FFF2-40B4-BE49-F238E27FC236}">
                <a16:creationId xmlns:a16="http://schemas.microsoft.com/office/drawing/2014/main" id="{D01F2B9F-DC1F-B83F-F523-3EBAFB3B4509}"/>
              </a:ext>
            </a:extLst>
          </p:cNvPr>
          <p:cNvSpPr/>
          <p:nvPr/>
        </p:nvSpPr>
        <p:spPr>
          <a:xfrm>
            <a:off x="1977621" y="5551946"/>
            <a:ext cx="1323195" cy="923160"/>
          </a:xfrm>
          <a:prstGeom prst="rect">
            <a:avLst/>
          </a:prstGeom>
          <a:solidFill>
            <a:srgbClr val="E0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Product Owner</a:t>
            </a:r>
            <a:endParaRPr kumimoji="0" lang="en-US" sz="1000" b="0" i="0" u="none" strike="noStrike" kern="1200" cap="none" spc="0" normalizeH="0" baseline="0" noProof="0" err="1">
              <a:ln>
                <a:noFill/>
              </a:ln>
              <a:solidFill>
                <a:prstClr val="black"/>
              </a:solidFill>
              <a:effectLst/>
              <a:uLnTx/>
              <a:uFillTx/>
              <a:latin typeface="Ubuntu"/>
              <a:ea typeface="+mn-ea"/>
              <a:cs typeface="+mn-cs"/>
            </a:endParaRPr>
          </a:p>
        </p:txBody>
      </p:sp>
      <p:sp>
        <p:nvSpPr>
          <p:cNvPr id="1085" name="Rectangle 1084">
            <a:extLst>
              <a:ext uri="{FF2B5EF4-FFF2-40B4-BE49-F238E27FC236}">
                <a16:creationId xmlns:a16="http://schemas.microsoft.com/office/drawing/2014/main" id="{0D40057E-0506-6917-BF52-054B82BB8729}"/>
              </a:ext>
            </a:extLst>
          </p:cNvPr>
          <p:cNvSpPr/>
          <p:nvPr/>
        </p:nvSpPr>
        <p:spPr>
          <a:xfrm>
            <a:off x="3300816" y="5551946"/>
            <a:ext cx="1323195" cy="923160"/>
          </a:xfrm>
          <a:prstGeom prst="rect">
            <a:avLst/>
          </a:prstGeom>
          <a:solidFill>
            <a:srgbClr val="E0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SMEs</a:t>
            </a:r>
            <a:endParaRPr kumimoji="0" lang="en-US" sz="1000" b="0" i="0" u="none" strike="noStrike" kern="1200" cap="none" spc="0" normalizeH="0" baseline="0" noProof="0" err="1">
              <a:ln>
                <a:noFill/>
              </a:ln>
              <a:solidFill>
                <a:prstClr val="black"/>
              </a:solidFill>
              <a:effectLst/>
              <a:uLnTx/>
              <a:uFillTx/>
              <a:latin typeface="Ubuntu"/>
              <a:ea typeface="+mn-ea"/>
              <a:cs typeface="+mn-cs"/>
            </a:endParaRPr>
          </a:p>
        </p:txBody>
      </p:sp>
      <p:sp>
        <p:nvSpPr>
          <p:cNvPr id="1086" name="Rectangle 1085">
            <a:extLst>
              <a:ext uri="{FF2B5EF4-FFF2-40B4-BE49-F238E27FC236}">
                <a16:creationId xmlns:a16="http://schemas.microsoft.com/office/drawing/2014/main" id="{18DF3404-11D8-1C4B-36DD-961E8FD5F64F}"/>
              </a:ext>
            </a:extLst>
          </p:cNvPr>
          <p:cNvSpPr/>
          <p:nvPr/>
        </p:nvSpPr>
        <p:spPr>
          <a:xfrm>
            <a:off x="4623465" y="5551946"/>
            <a:ext cx="1323195" cy="923160"/>
          </a:xfrm>
          <a:prstGeom prst="rect">
            <a:avLst/>
          </a:prstGeom>
          <a:solidFill>
            <a:srgbClr val="E0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Solution Architect</a:t>
            </a:r>
            <a:endParaRPr kumimoji="0" lang="en-US" sz="1000" b="0" i="0" u="none" strike="noStrike" kern="1200" cap="none" spc="0" normalizeH="0" baseline="0" noProof="0" err="1">
              <a:ln>
                <a:noFill/>
              </a:ln>
              <a:solidFill>
                <a:prstClr val="black"/>
              </a:solidFill>
              <a:effectLst/>
              <a:uLnTx/>
              <a:uFillTx/>
              <a:latin typeface="Ubuntu"/>
              <a:ea typeface="+mn-ea"/>
              <a:cs typeface="+mn-cs"/>
            </a:endParaRPr>
          </a:p>
        </p:txBody>
      </p:sp>
      <p:sp>
        <p:nvSpPr>
          <p:cNvPr id="1087" name="Rectangle 1086">
            <a:extLst>
              <a:ext uri="{FF2B5EF4-FFF2-40B4-BE49-F238E27FC236}">
                <a16:creationId xmlns:a16="http://schemas.microsoft.com/office/drawing/2014/main" id="{FCE377D7-E1B2-EB60-5673-71766BE1DE9C}"/>
              </a:ext>
            </a:extLst>
          </p:cNvPr>
          <p:cNvSpPr/>
          <p:nvPr/>
        </p:nvSpPr>
        <p:spPr>
          <a:xfrm>
            <a:off x="5932182" y="5551946"/>
            <a:ext cx="1323195" cy="923160"/>
          </a:xfrm>
          <a:prstGeom prst="rect">
            <a:avLst/>
          </a:prstGeom>
          <a:solidFill>
            <a:srgbClr val="E0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Team members</a:t>
            </a:r>
            <a:endParaRPr kumimoji="0" lang="en-US" sz="1000" b="0" i="0" u="none" strike="noStrike" kern="1200" cap="none" spc="0" normalizeH="0" baseline="0" noProof="0" err="1">
              <a:ln>
                <a:noFill/>
              </a:ln>
              <a:solidFill>
                <a:prstClr val="black"/>
              </a:solidFill>
              <a:effectLst/>
              <a:uLnTx/>
              <a:uFillTx/>
              <a:latin typeface="Ubuntu"/>
              <a:ea typeface="+mn-ea"/>
              <a:cs typeface="+mn-cs"/>
            </a:endParaRPr>
          </a:p>
        </p:txBody>
      </p:sp>
      <p:sp>
        <p:nvSpPr>
          <p:cNvPr id="1088" name="Rectangle 1087">
            <a:extLst>
              <a:ext uri="{FF2B5EF4-FFF2-40B4-BE49-F238E27FC236}">
                <a16:creationId xmlns:a16="http://schemas.microsoft.com/office/drawing/2014/main" id="{17E293F4-84A0-E29A-00DC-EB0F8366E731}"/>
              </a:ext>
            </a:extLst>
          </p:cNvPr>
          <p:cNvSpPr/>
          <p:nvPr/>
        </p:nvSpPr>
        <p:spPr>
          <a:xfrm>
            <a:off x="7257879" y="5551946"/>
            <a:ext cx="1323195" cy="923160"/>
          </a:xfrm>
          <a:prstGeom prst="rect">
            <a:avLst/>
          </a:prstGeom>
          <a:solidFill>
            <a:srgbClr val="E0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Functional Lead / BAs</a:t>
            </a:r>
            <a:endParaRPr kumimoji="0" lang="en-US" sz="1000" b="0" i="0" u="none" strike="noStrike" kern="1200" cap="none" spc="0" normalizeH="0" baseline="0" noProof="0" err="1">
              <a:ln>
                <a:noFill/>
              </a:ln>
              <a:solidFill>
                <a:prstClr val="black"/>
              </a:solidFill>
              <a:effectLst/>
              <a:uLnTx/>
              <a:uFillTx/>
              <a:latin typeface="Ubuntu"/>
              <a:ea typeface="+mn-ea"/>
              <a:cs typeface="+mn-cs"/>
            </a:endParaRPr>
          </a:p>
        </p:txBody>
      </p:sp>
      <p:grpSp>
        <p:nvGrpSpPr>
          <p:cNvPr id="1089" name="Teacher7" descr="{&quot;Key&quot;:&quot;POWER_USER_SHAPE_ICON&quot;,&quot;Value&quot;:&quot;POWER_USER_SHAPE_ICON_STYLE_1&quot;}">
            <a:extLst>
              <a:ext uri="{FF2B5EF4-FFF2-40B4-BE49-F238E27FC236}">
                <a16:creationId xmlns:a16="http://schemas.microsoft.com/office/drawing/2014/main" id="{0A234C22-39C9-248C-61F6-BDDCBB9017BB}"/>
              </a:ext>
            </a:extLst>
          </p:cNvPr>
          <p:cNvGrpSpPr>
            <a:grpSpLocks noChangeAspect="1"/>
          </p:cNvGrpSpPr>
          <p:nvPr/>
        </p:nvGrpSpPr>
        <p:grpSpPr>
          <a:xfrm>
            <a:off x="2382350" y="5926426"/>
            <a:ext cx="360000" cy="364929"/>
            <a:chOff x="6302376" y="1846263"/>
            <a:chExt cx="479425" cy="479425"/>
          </a:xfrm>
          <a:solidFill>
            <a:schemeClr val="accent1"/>
          </a:solidFill>
        </p:grpSpPr>
        <p:sp>
          <p:nvSpPr>
            <p:cNvPr id="1090" name="Rectangle 495">
              <a:extLst>
                <a:ext uri="{FF2B5EF4-FFF2-40B4-BE49-F238E27FC236}">
                  <a16:creationId xmlns:a16="http://schemas.microsoft.com/office/drawing/2014/main" id="{C0BEEB23-7C5E-2492-68DA-1FF83694CA39}"/>
                </a:ext>
              </a:extLst>
            </p:cNvPr>
            <p:cNvSpPr>
              <a:spLocks noChangeArrowheads="1"/>
            </p:cNvSpPr>
            <p:nvPr/>
          </p:nvSpPr>
          <p:spPr bwMode="auto">
            <a:xfrm>
              <a:off x="6586539" y="2144713"/>
              <a:ext cx="12700" cy="34925"/>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1" name="Freeform 496">
              <a:extLst>
                <a:ext uri="{FF2B5EF4-FFF2-40B4-BE49-F238E27FC236}">
                  <a16:creationId xmlns:a16="http://schemas.microsoft.com/office/drawing/2014/main" id="{EC384163-A867-098D-F107-1E5BB9ED0446}"/>
                </a:ext>
              </a:extLst>
            </p:cNvPr>
            <p:cNvSpPr>
              <a:spLocks/>
            </p:cNvSpPr>
            <p:nvPr/>
          </p:nvSpPr>
          <p:spPr bwMode="auto">
            <a:xfrm>
              <a:off x="6623051" y="2206626"/>
              <a:ext cx="158750" cy="117475"/>
            </a:xfrm>
            <a:custGeom>
              <a:avLst/>
              <a:gdLst>
                <a:gd name="T0" fmla="*/ 196 w 196"/>
                <a:gd name="T1" fmla="*/ 146 h 146"/>
                <a:gd name="T2" fmla="*/ 180 w 196"/>
                <a:gd name="T3" fmla="*/ 146 h 146"/>
                <a:gd name="T4" fmla="*/ 106 w 196"/>
                <a:gd name="T5" fmla="*/ 48 h 146"/>
                <a:gd name="T6" fmla="*/ 0 w 196"/>
                <a:gd name="T7" fmla="*/ 15 h 146"/>
                <a:gd name="T8" fmla="*/ 5 w 196"/>
                <a:gd name="T9" fmla="*/ 0 h 146"/>
                <a:gd name="T10" fmla="*/ 111 w 196"/>
                <a:gd name="T11" fmla="*/ 32 h 146"/>
                <a:gd name="T12" fmla="*/ 19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96" y="146"/>
                  </a:moveTo>
                  <a:lnTo>
                    <a:pt x="180" y="146"/>
                  </a:lnTo>
                  <a:cubicBezTo>
                    <a:pt x="180" y="101"/>
                    <a:pt x="150" y="61"/>
                    <a:pt x="106" y="48"/>
                  </a:cubicBezTo>
                  <a:lnTo>
                    <a:pt x="0" y="15"/>
                  </a:lnTo>
                  <a:lnTo>
                    <a:pt x="5" y="0"/>
                  </a:lnTo>
                  <a:lnTo>
                    <a:pt x="111" y="32"/>
                  </a:lnTo>
                  <a:cubicBezTo>
                    <a:pt x="162" y="47"/>
                    <a:pt x="196" y="93"/>
                    <a:pt x="19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2" name="Rectangle 497">
              <a:extLst>
                <a:ext uri="{FF2B5EF4-FFF2-40B4-BE49-F238E27FC236}">
                  <a16:creationId xmlns:a16="http://schemas.microsoft.com/office/drawing/2014/main" id="{8C2907F4-5E9C-7C3D-CA44-FCA5289AC50D}"/>
                </a:ext>
              </a:extLst>
            </p:cNvPr>
            <p:cNvSpPr>
              <a:spLocks noChangeArrowheads="1"/>
            </p:cNvSpPr>
            <p:nvPr/>
          </p:nvSpPr>
          <p:spPr bwMode="auto">
            <a:xfrm>
              <a:off x="6483351" y="2144713"/>
              <a:ext cx="12700" cy="39688"/>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3" name="Freeform 498">
              <a:extLst>
                <a:ext uri="{FF2B5EF4-FFF2-40B4-BE49-F238E27FC236}">
                  <a16:creationId xmlns:a16="http://schemas.microsoft.com/office/drawing/2014/main" id="{00FC45DC-2E87-8695-8311-B91127D87A1D}"/>
                </a:ext>
              </a:extLst>
            </p:cNvPr>
            <p:cNvSpPr>
              <a:spLocks/>
            </p:cNvSpPr>
            <p:nvPr/>
          </p:nvSpPr>
          <p:spPr bwMode="auto">
            <a:xfrm>
              <a:off x="6302376" y="2206626"/>
              <a:ext cx="157163" cy="117475"/>
            </a:xfrm>
            <a:custGeom>
              <a:avLst/>
              <a:gdLst>
                <a:gd name="T0" fmla="*/ 16 w 196"/>
                <a:gd name="T1" fmla="*/ 146 h 146"/>
                <a:gd name="T2" fmla="*/ 0 w 196"/>
                <a:gd name="T3" fmla="*/ 146 h 146"/>
                <a:gd name="T4" fmla="*/ 85 w 196"/>
                <a:gd name="T5" fmla="*/ 32 h 146"/>
                <a:gd name="T6" fmla="*/ 191 w 196"/>
                <a:gd name="T7" fmla="*/ 0 h 146"/>
                <a:gd name="T8" fmla="*/ 196 w 196"/>
                <a:gd name="T9" fmla="*/ 15 h 146"/>
                <a:gd name="T10" fmla="*/ 90 w 196"/>
                <a:gd name="T11" fmla="*/ 48 h 146"/>
                <a:gd name="T12" fmla="*/ 1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6" y="146"/>
                  </a:moveTo>
                  <a:lnTo>
                    <a:pt x="0" y="146"/>
                  </a:lnTo>
                  <a:cubicBezTo>
                    <a:pt x="0" y="93"/>
                    <a:pt x="34" y="47"/>
                    <a:pt x="85" y="32"/>
                  </a:cubicBezTo>
                  <a:lnTo>
                    <a:pt x="191" y="0"/>
                  </a:lnTo>
                  <a:lnTo>
                    <a:pt x="196" y="15"/>
                  </a:lnTo>
                  <a:lnTo>
                    <a:pt x="90" y="48"/>
                  </a:lnTo>
                  <a:cubicBezTo>
                    <a:pt x="46" y="61"/>
                    <a:pt x="16" y="101"/>
                    <a:pt x="1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4" name="Freeform 499">
              <a:extLst>
                <a:ext uri="{FF2B5EF4-FFF2-40B4-BE49-F238E27FC236}">
                  <a16:creationId xmlns:a16="http://schemas.microsoft.com/office/drawing/2014/main" id="{EFEF915B-9248-C86B-F0D6-3558BD40F6FE}"/>
                </a:ext>
              </a:extLst>
            </p:cNvPr>
            <p:cNvSpPr>
              <a:spLocks noEditPoints="1"/>
            </p:cNvSpPr>
            <p:nvPr/>
          </p:nvSpPr>
          <p:spPr bwMode="auto">
            <a:xfrm>
              <a:off x="6443664" y="1927226"/>
              <a:ext cx="195263" cy="250825"/>
            </a:xfrm>
            <a:custGeom>
              <a:avLst/>
              <a:gdLst>
                <a:gd name="T0" fmla="*/ 48 w 243"/>
                <a:gd name="T1" fmla="*/ 44 h 311"/>
                <a:gd name="T2" fmla="*/ 17 w 243"/>
                <a:gd name="T3" fmla="*/ 108 h 311"/>
                <a:gd name="T4" fmla="*/ 17 w 243"/>
                <a:gd name="T5" fmla="*/ 200 h 311"/>
                <a:gd name="T6" fmla="*/ 88 w 243"/>
                <a:gd name="T7" fmla="*/ 285 h 311"/>
                <a:gd name="T8" fmla="*/ 155 w 243"/>
                <a:gd name="T9" fmla="*/ 285 h 311"/>
                <a:gd name="T10" fmla="*/ 226 w 243"/>
                <a:gd name="T11" fmla="*/ 200 h 311"/>
                <a:gd name="T12" fmla="*/ 226 w 243"/>
                <a:gd name="T13" fmla="*/ 81 h 311"/>
                <a:gd name="T14" fmla="*/ 197 w 243"/>
                <a:gd name="T15" fmla="*/ 32 h 311"/>
                <a:gd name="T16" fmla="*/ 175 w 243"/>
                <a:gd name="T17" fmla="*/ 18 h 311"/>
                <a:gd name="T18" fmla="*/ 175 w 243"/>
                <a:gd name="T19" fmla="*/ 19 h 311"/>
                <a:gd name="T20" fmla="*/ 160 w 243"/>
                <a:gd name="T21" fmla="*/ 59 h 311"/>
                <a:gd name="T22" fmla="*/ 84 w 243"/>
                <a:gd name="T23" fmla="*/ 52 h 311"/>
                <a:gd name="T24" fmla="*/ 48 w 243"/>
                <a:gd name="T25" fmla="*/ 44 h 311"/>
                <a:gd name="T26" fmla="*/ 121 w 243"/>
                <a:gd name="T27" fmla="*/ 311 h 311"/>
                <a:gd name="T28" fmla="*/ 79 w 243"/>
                <a:gd name="T29" fmla="*/ 299 h 311"/>
                <a:gd name="T30" fmla="*/ 0 w 243"/>
                <a:gd name="T31" fmla="*/ 200 h 311"/>
                <a:gd name="T32" fmla="*/ 0 w 243"/>
                <a:gd name="T33" fmla="*/ 108 h 311"/>
                <a:gd name="T34" fmla="*/ 48 w 243"/>
                <a:gd name="T35" fmla="*/ 27 h 311"/>
                <a:gd name="T36" fmla="*/ 88 w 243"/>
                <a:gd name="T37" fmla="*/ 36 h 311"/>
                <a:gd name="T38" fmla="*/ 152 w 243"/>
                <a:gd name="T39" fmla="*/ 44 h 311"/>
                <a:gd name="T40" fmla="*/ 159 w 243"/>
                <a:gd name="T41" fmla="*/ 23 h 311"/>
                <a:gd name="T42" fmla="*/ 160 w 243"/>
                <a:gd name="T43" fmla="*/ 6 h 311"/>
                <a:gd name="T44" fmla="*/ 171 w 243"/>
                <a:gd name="T45" fmla="*/ 1 h 311"/>
                <a:gd name="T46" fmla="*/ 171 w 243"/>
                <a:gd name="T47" fmla="*/ 1 h 311"/>
                <a:gd name="T48" fmla="*/ 209 w 243"/>
                <a:gd name="T49" fmla="*/ 20 h 311"/>
                <a:gd name="T50" fmla="*/ 243 w 243"/>
                <a:gd name="T51" fmla="*/ 81 h 311"/>
                <a:gd name="T52" fmla="*/ 243 w 243"/>
                <a:gd name="T53" fmla="*/ 200 h 311"/>
                <a:gd name="T54" fmla="*/ 164 w 243"/>
                <a:gd name="T55" fmla="*/ 299 h 311"/>
                <a:gd name="T56" fmla="*/ 121 w 243"/>
                <a:gd name="T57" fmla="*/ 311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3" h="311">
                  <a:moveTo>
                    <a:pt x="48" y="44"/>
                  </a:moveTo>
                  <a:cubicBezTo>
                    <a:pt x="22" y="44"/>
                    <a:pt x="17" y="69"/>
                    <a:pt x="17" y="108"/>
                  </a:cubicBezTo>
                  <a:lnTo>
                    <a:pt x="17" y="200"/>
                  </a:lnTo>
                  <a:cubicBezTo>
                    <a:pt x="17" y="235"/>
                    <a:pt x="62" y="268"/>
                    <a:pt x="88" y="285"/>
                  </a:cubicBezTo>
                  <a:cubicBezTo>
                    <a:pt x="109" y="298"/>
                    <a:pt x="134" y="298"/>
                    <a:pt x="155" y="285"/>
                  </a:cubicBezTo>
                  <a:cubicBezTo>
                    <a:pt x="181" y="268"/>
                    <a:pt x="226" y="235"/>
                    <a:pt x="226" y="200"/>
                  </a:cubicBezTo>
                  <a:lnTo>
                    <a:pt x="226" y="81"/>
                  </a:lnTo>
                  <a:cubicBezTo>
                    <a:pt x="226" y="70"/>
                    <a:pt x="213" y="47"/>
                    <a:pt x="197" y="32"/>
                  </a:cubicBezTo>
                  <a:cubicBezTo>
                    <a:pt x="188" y="23"/>
                    <a:pt x="180" y="19"/>
                    <a:pt x="175" y="18"/>
                  </a:cubicBezTo>
                  <a:cubicBezTo>
                    <a:pt x="175" y="18"/>
                    <a:pt x="175" y="18"/>
                    <a:pt x="175" y="19"/>
                  </a:cubicBezTo>
                  <a:cubicBezTo>
                    <a:pt x="178" y="28"/>
                    <a:pt x="184" y="47"/>
                    <a:pt x="160" y="59"/>
                  </a:cubicBezTo>
                  <a:cubicBezTo>
                    <a:pt x="142" y="68"/>
                    <a:pt x="112" y="60"/>
                    <a:pt x="84" y="52"/>
                  </a:cubicBezTo>
                  <a:cubicBezTo>
                    <a:pt x="69" y="48"/>
                    <a:pt x="56" y="44"/>
                    <a:pt x="48" y="44"/>
                  </a:cubicBezTo>
                  <a:close/>
                  <a:moveTo>
                    <a:pt x="121" y="311"/>
                  </a:moveTo>
                  <a:cubicBezTo>
                    <a:pt x="107" y="311"/>
                    <a:pt x="92" y="307"/>
                    <a:pt x="79" y="299"/>
                  </a:cubicBezTo>
                  <a:cubicBezTo>
                    <a:pt x="43" y="276"/>
                    <a:pt x="0" y="241"/>
                    <a:pt x="0" y="200"/>
                  </a:cubicBezTo>
                  <a:lnTo>
                    <a:pt x="0" y="108"/>
                  </a:lnTo>
                  <a:cubicBezTo>
                    <a:pt x="0" y="84"/>
                    <a:pt x="0" y="27"/>
                    <a:pt x="48" y="27"/>
                  </a:cubicBezTo>
                  <a:cubicBezTo>
                    <a:pt x="58" y="27"/>
                    <a:pt x="72" y="31"/>
                    <a:pt x="88" y="36"/>
                  </a:cubicBezTo>
                  <a:cubicBezTo>
                    <a:pt x="111" y="42"/>
                    <a:pt x="140" y="50"/>
                    <a:pt x="152" y="44"/>
                  </a:cubicBezTo>
                  <a:cubicBezTo>
                    <a:pt x="164" y="39"/>
                    <a:pt x="162" y="33"/>
                    <a:pt x="159" y="23"/>
                  </a:cubicBezTo>
                  <a:cubicBezTo>
                    <a:pt x="158" y="18"/>
                    <a:pt x="156" y="12"/>
                    <a:pt x="160" y="6"/>
                  </a:cubicBezTo>
                  <a:cubicBezTo>
                    <a:pt x="162" y="3"/>
                    <a:pt x="166" y="1"/>
                    <a:pt x="171" y="1"/>
                  </a:cubicBezTo>
                  <a:lnTo>
                    <a:pt x="171" y="1"/>
                  </a:lnTo>
                  <a:cubicBezTo>
                    <a:pt x="185" y="0"/>
                    <a:pt x="199" y="11"/>
                    <a:pt x="209" y="20"/>
                  </a:cubicBezTo>
                  <a:cubicBezTo>
                    <a:pt x="225" y="36"/>
                    <a:pt x="243" y="63"/>
                    <a:pt x="243" y="81"/>
                  </a:cubicBezTo>
                  <a:lnTo>
                    <a:pt x="243" y="200"/>
                  </a:lnTo>
                  <a:cubicBezTo>
                    <a:pt x="243" y="241"/>
                    <a:pt x="200" y="276"/>
                    <a:pt x="164" y="299"/>
                  </a:cubicBezTo>
                  <a:cubicBezTo>
                    <a:pt x="151" y="307"/>
                    <a:pt x="136" y="311"/>
                    <a:pt x="121" y="311"/>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5" name="Freeform 500">
              <a:extLst>
                <a:ext uri="{FF2B5EF4-FFF2-40B4-BE49-F238E27FC236}">
                  <a16:creationId xmlns:a16="http://schemas.microsoft.com/office/drawing/2014/main" id="{3C7B413E-8A61-3BDA-14A4-D89253AB45A7}"/>
                </a:ext>
              </a:extLst>
            </p:cNvPr>
            <p:cNvSpPr>
              <a:spLocks noEditPoints="1"/>
            </p:cNvSpPr>
            <p:nvPr/>
          </p:nvSpPr>
          <p:spPr bwMode="auto">
            <a:xfrm>
              <a:off x="6413501" y="2011363"/>
              <a:ext cx="44450" cy="85725"/>
            </a:xfrm>
            <a:custGeom>
              <a:avLst/>
              <a:gdLst>
                <a:gd name="T0" fmla="*/ 27 w 55"/>
                <a:gd name="T1" fmla="*/ 17 h 107"/>
                <a:gd name="T2" fmla="*/ 16 w 55"/>
                <a:gd name="T3" fmla="*/ 27 h 107"/>
                <a:gd name="T4" fmla="*/ 16 w 55"/>
                <a:gd name="T5" fmla="*/ 30 h 107"/>
                <a:gd name="T6" fmla="*/ 26 w 55"/>
                <a:gd name="T7" fmla="*/ 75 h 107"/>
                <a:gd name="T8" fmla="*/ 39 w 55"/>
                <a:gd name="T9" fmla="*/ 89 h 107"/>
                <a:gd name="T10" fmla="*/ 38 w 55"/>
                <a:gd name="T11" fmla="*/ 17 h 107"/>
                <a:gd name="T12" fmla="*/ 27 w 55"/>
                <a:gd name="T13" fmla="*/ 17 h 107"/>
                <a:gd name="T14" fmla="*/ 55 w 55"/>
                <a:gd name="T15" fmla="*/ 107 h 107"/>
                <a:gd name="T16" fmla="*/ 47 w 55"/>
                <a:gd name="T17" fmla="*/ 107 h 107"/>
                <a:gd name="T18" fmla="*/ 12 w 55"/>
                <a:gd name="T19" fmla="*/ 82 h 107"/>
                <a:gd name="T20" fmla="*/ 0 w 55"/>
                <a:gd name="T21" fmla="*/ 30 h 107"/>
                <a:gd name="T22" fmla="*/ 0 w 55"/>
                <a:gd name="T23" fmla="*/ 27 h 107"/>
                <a:gd name="T24" fmla="*/ 27 w 55"/>
                <a:gd name="T25" fmla="*/ 0 h 107"/>
                <a:gd name="T26" fmla="*/ 55 w 55"/>
                <a:gd name="T27" fmla="*/ 0 h 107"/>
                <a:gd name="T28" fmla="*/ 55 w 55"/>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5" h="107">
                  <a:moveTo>
                    <a:pt x="27" y="17"/>
                  </a:moveTo>
                  <a:cubicBezTo>
                    <a:pt x="21" y="17"/>
                    <a:pt x="16" y="21"/>
                    <a:pt x="16" y="27"/>
                  </a:cubicBezTo>
                  <a:lnTo>
                    <a:pt x="16" y="30"/>
                  </a:lnTo>
                  <a:cubicBezTo>
                    <a:pt x="16" y="46"/>
                    <a:pt x="20" y="62"/>
                    <a:pt x="26" y="75"/>
                  </a:cubicBezTo>
                  <a:cubicBezTo>
                    <a:pt x="31" y="83"/>
                    <a:pt x="34" y="87"/>
                    <a:pt x="39" y="89"/>
                  </a:cubicBezTo>
                  <a:lnTo>
                    <a:pt x="38" y="17"/>
                  </a:lnTo>
                  <a:lnTo>
                    <a:pt x="27" y="17"/>
                  </a:lnTo>
                  <a:close/>
                  <a:moveTo>
                    <a:pt x="55" y="107"/>
                  </a:moveTo>
                  <a:lnTo>
                    <a:pt x="47" y="107"/>
                  </a:lnTo>
                  <a:cubicBezTo>
                    <a:pt x="28" y="107"/>
                    <a:pt x="19" y="98"/>
                    <a:pt x="12" y="82"/>
                  </a:cubicBezTo>
                  <a:cubicBezTo>
                    <a:pt x="4" y="67"/>
                    <a:pt x="0" y="49"/>
                    <a:pt x="0" y="30"/>
                  </a:cubicBezTo>
                  <a:lnTo>
                    <a:pt x="0" y="27"/>
                  </a:lnTo>
                  <a:cubicBezTo>
                    <a:pt x="0" y="12"/>
                    <a:pt x="12" y="0"/>
                    <a:pt x="27" y="0"/>
                  </a:cubicBezTo>
                  <a:lnTo>
                    <a:pt x="55" y="0"/>
                  </a:lnTo>
                  <a:lnTo>
                    <a:pt x="55" y="10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6" name="Freeform 501">
              <a:extLst>
                <a:ext uri="{FF2B5EF4-FFF2-40B4-BE49-F238E27FC236}">
                  <a16:creationId xmlns:a16="http://schemas.microsoft.com/office/drawing/2014/main" id="{97074A5A-533A-64BD-D072-614ABBF50928}"/>
                </a:ext>
              </a:extLst>
            </p:cNvPr>
            <p:cNvSpPr>
              <a:spLocks/>
            </p:cNvSpPr>
            <p:nvPr/>
          </p:nvSpPr>
          <p:spPr bwMode="auto">
            <a:xfrm>
              <a:off x="6411914" y="1846263"/>
              <a:ext cx="260350" cy="174625"/>
            </a:xfrm>
            <a:custGeom>
              <a:avLst/>
              <a:gdLst>
                <a:gd name="T0" fmla="*/ 9 w 323"/>
                <a:gd name="T1" fmla="*/ 217 h 217"/>
                <a:gd name="T2" fmla="*/ 4 w 323"/>
                <a:gd name="T3" fmla="*/ 186 h 217"/>
                <a:gd name="T4" fmla="*/ 11 w 323"/>
                <a:gd name="T5" fmla="*/ 105 h 217"/>
                <a:gd name="T6" fmla="*/ 161 w 323"/>
                <a:gd name="T7" fmla="*/ 2 h 217"/>
                <a:gd name="T8" fmla="*/ 312 w 323"/>
                <a:gd name="T9" fmla="*/ 105 h 217"/>
                <a:gd name="T10" fmla="*/ 318 w 323"/>
                <a:gd name="T11" fmla="*/ 186 h 217"/>
                <a:gd name="T12" fmla="*/ 313 w 323"/>
                <a:gd name="T13" fmla="*/ 217 h 217"/>
                <a:gd name="T14" fmla="*/ 297 w 323"/>
                <a:gd name="T15" fmla="*/ 214 h 217"/>
                <a:gd name="T16" fmla="*/ 302 w 323"/>
                <a:gd name="T17" fmla="*/ 184 h 217"/>
                <a:gd name="T18" fmla="*/ 296 w 323"/>
                <a:gd name="T19" fmla="*/ 111 h 217"/>
                <a:gd name="T20" fmla="*/ 161 w 323"/>
                <a:gd name="T21" fmla="*/ 18 h 217"/>
                <a:gd name="T22" fmla="*/ 26 w 323"/>
                <a:gd name="T23" fmla="*/ 111 h 217"/>
                <a:gd name="T24" fmla="*/ 21 w 323"/>
                <a:gd name="T25" fmla="*/ 184 h 217"/>
                <a:gd name="T26" fmla="*/ 26 w 323"/>
                <a:gd name="T27" fmla="*/ 214 h 217"/>
                <a:gd name="T28" fmla="*/ 9 w 323"/>
                <a:gd name="T29" fmla="*/ 21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3" h="217">
                  <a:moveTo>
                    <a:pt x="9" y="217"/>
                  </a:moveTo>
                  <a:lnTo>
                    <a:pt x="4" y="186"/>
                  </a:lnTo>
                  <a:cubicBezTo>
                    <a:pt x="0" y="157"/>
                    <a:pt x="2" y="129"/>
                    <a:pt x="11" y="105"/>
                  </a:cubicBezTo>
                  <a:cubicBezTo>
                    <a:pt x="34" y="41"/>
                    <a:pt x="95" y="0"/>
                    <a:pt x="161" y="2"/>
                  </a:cubicBezTo>
                  <a:cubicBezTo>
                    <a:pt x="228" y="0"/>
                    <a:pt x="288" y="41"/>
                    <a:pt x="312" y="105"/>
                  </a:cubicBezTo>
                  <a:cubicBezTo>
                    <a:pt x="321" y="129"/>
                    <a:pt x="323" y="157"/>
                    <a:pt x="318" y="186"/>
                  </a:cubicBezTo>
                  <a:lnTo>
                    <a:pt x="313" y="217"/>
                  </a:lnTo>
                  <a:lnTo>
                    <a:pt x="297" y="214"/>
                  </a:lnTo>
                  <a:lnTo>
                    <a:pt x="302" y="184"/>
                  </a:lnTo>
                  <a:cubicBezTo>
                    <a:pt x="306" y="157"/>
                    <a:pt x="304" y="132"/>
                    <a:pt x="296" y="111"/>
                  </a:cubicBezTo>
                  <a:cubicBezTo>
                    <a:pt x="275" y="54"/>
                    <a:pt x="222" y="17"/>
                    <a:pt x="161" y="18"/>
                  </a:cubicBezTo>
                  <a:cubicBezTo>
                    <a:pt x="102" y="17"/>
                    <a:pt x="47" y="54"/>
                    <a:pt x="26" y="111"/>
                  </a:cubicBezTo>
                  <a:cubicBezTo>
                    <a:pt x="18" y="132"/>
                    <a:pt x="16" y="157"/>
                    <a:pt x="21" y="184"/>
                  </a:cubicBezTo>
                  <a:lnTo>
                    <a:pt x="26" y="214"/>
                  </a:lnTo>
                  <a:lnTo>
                    <a:pt x="9" y="21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7" name="Freeform 502">
              <a:extLst>
                <a:ext uri="{FF2B5EF4-FFF2-40B4-BE49-F238E27FC236}">
                  <a16:creationId xmlns:a16="http://schemas.microsoft.com/office/drawing/2014/main" id="{A570678F-21EE-9A2E-04B2-814F03EF7611}"/>
                </a:ext>
              </a:extLst>
            </p:cNvPr>
            <p:cNvSpPr>
              <a:spLocks noEditPoints="1"/>
            </p:cNvSpPr>
            <p:nvPr/>
          </p:nvSpPr>
          <p:spPr bwMode="auto">
            <a:xfrm>
              <a:off x="6626226" y="2011363"/>
              <a:ext cx="44450" cy="85725"/>
            </a:xfrm>
            <a:custGeom>
              <a:avLst/>
              <a:gdLst>
                <a:gd name="T0" fmla="*/ 17 w 56"/>
                <a:gd name="T1" fmla="*/ 17 h 107"/>
                <a:gd name="T2" fmla="*/ 17 w 56"/>
                <a:gd name="T3" fmla="*/ 89 h 107"/>
                <a:gd name="T4" fmla="*/ 29 w 56"/>
                <a:gd name="T5" fmla="*/ 75 h 107"/>
                <a:gd name="T6" fmla="*/ 40 w 56"/>
                <a:gd name="T7" fmla="*/ 30 h 107"/>
                <a:gd name="T8" fmla="*/ 40 w 56"/>
                <a:gd name="T9" fmla="*/ 27 h 107"/>
                <a:gd name="T10" fmla="*/ 29 w 56"/>
                <a:gd name="T11" fmla="*/ 17 h 107"/>
                <a:gd name="T12" fmla="*/ 17 w 56"/>
                <a:gd name="T13" fmla="*/ 17 h 107"/>
                <a:gd name="T14" fmla="*/ 9 w 56"/>
                <a:gd name="T15" fmla="*/ 107 h 107"/>
                <a:gd name="T16" fmla="*/ 0 w 56"/>
                <a:gd name="T17" fmla="*/ 107 h 107"/>
                <a:gd name="T18" fmla="*/ 1 w 56"/>
                <a:gd name="T19" fmla="*/ 0 h 107"/>
                <a:gd name="T20" fmla="*/ 29 w 56"/>
                <a:gd name="T21" fmla="*/ 0 h 107"/>
                <a:gd name="T22" fmla="*/ 56 w 56"/>
                <a:gd name="T23" fmla="*/ 27 h 107"/>
                <a:gd name="T24" fmla="*/ 56 w 56"/>
                <a:gd name="T25" fmla="*/ 30 h 107"/>
                <a:gd name="T26" fmla="*/ 44 w 56"/>
                <a:gd name="T27" fmla="*/ 82 h 107"/>
                <a:gd name="T28" fmla="*/ 9 w 56"/>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 h="107">
                  <a:moveTo>
                    <a:pt x="17" y="17"/>
                  </a:moveTo>
                  <a:lnTo>
                    <a:pt x="17" y="89"/>
                  </a:lnTo>
                  <a:cubicBezTo>
                    <a:pt x="22" y="87"/>
                    <a:pt x="25" y="83"/>
                    <a:pt x="29" y="75"/>
                  </a:cubicBezTo>
                  <a:cubicBezTo>
                    <a:pt x="36" y="62"/>
                    <a:pt x="40" y="46"/>
                    <a:pt x="40" y="30"/>
                  </a:cubicBezTo>
                  <a:lnTo>
                    <a:pt x="40" y="27"/>
                  </a:lnTo>
                  <a:cubicBezTo>
                    <a:pt x="40" y="21"/>
                    <a:pt x="35" y="17"/>
                    <a:pt x="29" y="17"/>
                  </a:cubicBezTo>
                  <a:lnTo>
                    <a:pt x="17" y="17"/>
                  </a:lnTo>
                  <a:close/>
                  <a:moveTo>
                    <a:pt x="9" y="107"/>
                  </a:moveTo>
                  <a:lnTo>
                    <a:pt x="0" y="107"/>
                  </a:lnTo>
                  <a:lnTo>
                    <a:pt x="1" y="0"/>
                  </a:lnTo>
                  <a:lnTo>
                    <a:pt x="29" y="0"/>
                  </a:lnTo>
                  <a:cubicBezTo>
                    <a:pt x="44" y="0"/>
                    <a:pt x="56" y="12"/>
                    <a:pt x="56" y="27"/>
                  </a:cubicBezTo>
                  <a:lnTo>
                    <a:pt x="56" y="30"/>
                  </a:lnTo>
                  <a:cubicBezTo>
                    <a:pt x="56" y="49"/>
                    <a:pt x="52" y="67"/>
                    <a:pt x="44" y="82"/>
                  </a:cubicBezTo>
                  <a:cubicBezTo>
                    <a:pt x="36" y="98"/>
                    <a:pt x="28" y="107"/>
                    <a:pt x="9" y="107"/>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8" name="Freeform 503">
              <a:extLst>
                <a:ext uri="{FF2B5EF4-FFF2-40B4-BE49-F238E27FC236}">
                  <a16:creationId xmlns:a16="http://schemas.microsoft.com/office/drawing/2014/main" id="{9E4C931B-D7CC-822B-1D8D-858A1597C62D}"/>
                </a:ext>
              </a:extLst>
            </p:cNvPr>
            <p:cNvSpPr>
              <a:spLocks noEditPoints="1"/>
            </p:cNvSpPr>
            <p:nvPr/>
          </p:nvSpPr>
          <p:spPr bwMode="auto">
            <a:xfrm>
              <a:off x="6530976" y="2166938"/>
              <a:ext cx="103188" cy="103188"/>
            </a:xfrm>
            <a:custGeom>
              <a:avLst/>
              <a:gdLst>
                <a:gd name="T0" fmla="*/ 25 w 128"/>
                <a:gd name="T1" fmla="*/ 72 h 127"/>
                <a:gd name="T2" fmla="*/ 56 w 128"/>
                <a:gd name="T3" fmla="*/ 104 h 127"/>
                <a:gd name="T4" fmla="*/ 106 w 128"/>
                <a:gd name="T5" fmla="*/ 56 h 127"/>
                <a:gd name="T6" fmla="*/ 81 w 128"/>
                <a:gd name="T7" fmla="*/ 24 h 127"/>
                <a:gd name="T8" fmla="*/ 25 w 128"/>
                <a:gd name="T9" fmla="*/ 72 h 127"/>
                <a:gd name="T10" fmla="*/ 55 w 128"/>
                <a:gd name="T11" fmla="*/ 127 h 127"/>
                <a:gd name="T12" fmla="*/ 0 w 128"/>
                <a:gd name="T13" fmla="*/ 71 h 127"/>
                <a:gd name="T14" fmla="*/ 84 w 128"/>
                <a:gd name="T15" fmla="*/ 0 h 127"/>
                <a:gd name="T16" fmla="*/ 128 w 128"/>
                <a:gd name="T17" fmla="*/ 57 h 127"/>
                <a:gd name="T18" fmla="*/ 55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5" y="72"/>
                  </a:moveTo>
                  <a:lnTo>
                    <a:pt x="56" y="104"/>
                  </a:lnTo>
                  <a:lnTo>
                    <a:pt x="106" y="56"/>
                  </a:lnTo>
                  <a:lnTo>
                    <a:pt x="81" y="24"/>
                  </a:lnTo>
                  <a:lnTo>
                    <a:pt x="25" y="72"/>
                  </a:lnTo>
                  <a:close/>
                  <a:moveTo>
                    <a:pt x="55" y="127"/>
                  </a:moveTo>
                  <a:lnTo>
                    <a:pt x="0" y="71"/>
                  </a:lnTo>
                  <a:lnTo>
                    <a:pt x="84" y="0"/>
                  </a:lnTo>
                  <a:lnTo>
                    <a:pt x="128" y="57"/>
                  </a:lnTo>
                  <a:lnTo>
                    <a:pt x="55"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9" name="Freeform 504">
              <a:extLst>
                <a:ext uri="{FF2B5EF4-FFF2-40B4-BE49-F238E27FC236}">
                  <a16:creationId xmlns:a16="http://schemas.microsoft.com/office/drawing/2014/main" id="{B56318DA-A724-A5F0-D172-5DC818E355F9}"/>
                </a:ext>
              </a:extLst>
            </p:cNvPr>
            <p:cNvSpPr>
              <a:spLocks noEditPoints="1"/>
            </p:cNvSpPr>
            <p:nvPr/>
          </p:nvSpPr>
          <p:spPr bwMode="auto">
            <a:xfrm>
              <a:off x="6448426" y="2166938"/>
              <a:ext cx="103188" cy="103188"/>
            </a:xfrm>
            <a:custGeom>
              <a:avLst/>
              <a:gdLst>
                <a:gd name="T0" fmla="*/ 22 w 128"/>
                <a:gd name="T1" fmla="*/ 56 h 127"/>
                <a:gd name="T2" fmla="*/ 72 w 128"/>
                <a:gd name="T3" fmla="*/ 104 h 127"/>
                <a:gd name="T4" fmla="*/ 103 w 128"/>
                <a:gd name="T5" fmla="*/ 72 h 127"/>
                <a:gd name="T6" fmla="*/ 47 w 128"/>
                <a:gd name="T7" fmla="*/ 24 h 127"/>
                <a:gd name="T8" fmla="*/ 22 w 128"/>
                <a:gd name="T9" fmla="*/ 56 h 127"/>
                <a:gd name="T10" fmla="*/ 73 w 128"/>
                <a:gd name="T11" fmla="*/ 127 h 127"/>
                <a:gd name="T12" fmla="*/ 0 w 128"/>
                <a:gd name="T13" fmla="*/ 57 h 127"/>
                <a:gd name="T14" fmla="*/ 44 w 128"/>
                <a:gd name="T15" fmla="*/ 0 h 127"/>
                <a:gd name="T16" fmla="*/ 128 w 128"/>
                <a:gd name="T17" fmla="*/ 71 h 127"/>
                <a:gd name="T18" fmla="*/ 73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2" y="56"/>
                  </a:moveTo>
                  <a:lnTo>
                    <a:pt x="72" y="104"/>
                  </a:lnTo>
                  <a:lnTo>
                    <a:pt x="103" y="72"/>
                  </a:lnTo>
                  <a:lnTo>
                    <a:pt x="47" y="24"/>
                  </a:lnTo>
                  <a:lnTo>
                    <a:pt x="22" y="56"/>
                  </a:lnTo>
                  <a:close/>
                  <a:moveTo>
                    <a:pt x="73" y="127"/>
                  </a:moveTo>
                  <a:lnTo>
                    <a:pt x="0" y="57"/>
                  </a:lnTo>
                  <a:lnTo>
                    <a:pt x="44" y="0"/>
                  </a:lnTo>
                  <a:lnTo>
                    <a:pt x="128" y="71"/>
                  </a:lnTo>
                  <a:lnTo>
                    <a:pt x="73"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0" name="Freeform 505">
              <a:extLst>
                <a:ext uri="{FF2B5EF4-FFF2-40B4-BE49-F238E27FC236}">
                  <a16:creationId xmlns:a16="http://schemas.microsoft.com/office/drawing/2014/main" id="{DA37EFDB-4FEF-D51D-A665-8632B1183C3C}"/>
                </a:ext>
              </a:extLst>
            </p:cNvPr>
            <p:cNvSpPr>
              <a:spLocks/>
            </p:cNvSpPr>
            <p:nvPr/>
          </p:nvSpPr>
          <p:spPr bwMode="auto">
            <a:xfrm>
              <a:off x="6508751" y="2249488"/>
              <a:ext cx="66675" cy="31750"/>
            </a:xfrm>
            <a:custGeom>
              <a:avLst/>
              <a:gdLst>
                <a:gd name="T0" fmla="*/ 41 w 83"/>
                <a:gd name="T1" fmla="*/ 40 h 40"/>
                <a:gd name="T2" fmla="*/ 20 w 83"/>
                <a:gd name="T3" fmla="*/ 31 h 40"/>
                <a:gd name="T4" fmla="*/ 0 w 83"/>
                <a:gd name="T5" fmla="*/ 12 h 40"/>
                <a:gd name="T6" fmla="*/ 12 w 83"/>
                <a:gd name="T7" fmla="*/ 0 h 40"/>
                <a:gd name="T8" fmla="*/ 32 w 83"/>
                <a:gd name="T9" fmla="*/ 19 h 40"/>
                <a:gd name="T10" fmla="*/ 51 w 83"/>
                <a:gd name="T11" fmla="*/ 19 h 40"/>
                <a:gd name="T12" fmla="*/ 71 w 83"/>
                <a:gd name="T13" fmla="*/ 0 h 40"/>
                <a:gd name="T14" fmla="*/ 83 w 83"/>
                <a:gd name="T15" fmla="*/ 12 h 40"/>
                <a:gd name="T16" fmla="*/ 63 w 83"/>
                <a:gd name="T17" fmla="*/ 31 h 40"/>
                <a:gd name="T18" fmla="*/ 41 w 83"/>
                <a:gd name="T1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 h="40">
                  <a:moveTo>
                    <a:pt x="41" y="40"/>
                  </a:moveTo>
                  <a:cubicBezTo>
                    <a:pt x="34" y="40"/>
                    <a:pt x="26" y="37"/>
                    <a:pt x="20" y="31"/>
                  </a:cubicBezTo>
                  <a:lnTo>
                    <a:pt x="0" y="12"/>
                  </a:lnTo>
                  <a:lnTo>
                    <a:pt x="12" y="0"/>
                  </a:lnTo>
                  <a:lnTo>
                    <a:pt x="32" y="19"/>
                  </a:lnTo>
                  <a:cubicBezTo>
                    <a:pt x="37" y="24"/>
                    <a:pt x="46" y="24"/>
                    <a:pt x="51" y="19"/>
                  </a:cubicBezTo>
                  <a:lnTo>
                    <a:pt x="71" y="0"/>
                  </a:lnTo>
                  <a:lnTo>
                    <a:pt x="83" y="12"/>
                  </a:lnTo>
                  <a:lnTo>
                    <a:pt x="63" y="31"/>
                  </a:lnTo>
                  <a:cubicBezTo>
                    <a:pt x="57" y="37"/>
                    <a:pt x="49" y="40"/>
                    <a:pt x="41" y="40"/>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1" name="Freeform 506">
              <a:extLst>
                <a:ext uri="{FF2B5EF4-FFF2-40B4-BE49-F238E27FC236}">
                  <a16:creationId xmlns:a16="http://schemas.microsoft.com/office/drawing/2014/main" id="{63AFEE70-8A75-8F8C-3984-67F84151ECD2}"/>
                </a:ext>
              </a:extLst>
            </p:cNvPr>
            <p:cNvSpPr>
              <a:spLocks/>
            </p:cNvSpPr>
            <p:nvPr/>
          </p:nvSpPr>
          <p:spPr bwMode="auto">
            <a:xfrm>
              <a:off x="6508751" y="2268538"/>
              <a:ext cx="25400" cy="57150"/>
            </a:xfrm>
            <a:custGeom>
              <a:avLst/>
              <a:gdLst>
                <a:gd name="T0" fmla="*/ 8 w 16"/>
                <a:gd name="T1" fmla="*/ 36 h 36"/>
                <a:gd name="T2" fmla="*/ 0 w 16"/>
                <a:gd name="T3" fmla="*/ 34 h 36"/>
                <a:gd name="T4" fmla="*/ 8 w 16"/>
                <a:gd name="T5" fmla="*/ 0 h 36"/>
                <a:gd name="T6" fmla="*/ 16 w 16"/>
                <a:gd name="T7" fmla="*/ 2 h 36"/>
                <a:gd name="T8" fmla="*/ 8 w 16"/>
                <a:gd name="T9" fmla="*/ 36 h 36"/>
              </a:gdLst>
              <a:ahLst/>
              <a:cxnLst>
                <a:cxn ang="0">
                  <a:pos x="T0" y="T1"/>
                </a:cxn>
                <a:cxn ang="0">
                  <a:pos x="T2" y="T3"/>
                </a:cxn>
                <a:cxn ang="0">
                  <a:pos x="T4" y="T5"/>
                </a:cxn>
                <a:cxn ang="0">
                  <a:pos x="T6" y="T7"/>
                </a:cxn>
                <a:cxn ang="0">
                  <a:pos x="T8" y="T9"/>
                </a:cxn>
              </a:cxnLst>
              <a:rect l="0" t="0" r="r" b="b"/>
              <a:pathLst>
                <a:path w="16" h="36">
                  <a:moveTo>
                    <a:pt x="8" y="36"/>
                  </a:moveTo>
                  <a:lnTo>
                    <a:pt x="0" y="34"/>
                  </a:lnTo>
                  <a:lnTo>
                    <a:pt x="8" y="0"/>
                  </a:lnTo>
                  <a:lnTo>
                    <a:pt x="16" y="2"/>
                  </a:lnTo>
                  <a:lnTo>
                    <a:pt x="8"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2" name="Freeform 507">
              <a:extLst>
                <a:ext uri="{FF2B5EF4-FFF2-40B4-BE49-F238E27FC236}">
                  <a16:creationId xmlns:a16="http://schemas.microsoft.com/office/drawing/2014/main" id="{0BBD64C5-8214-23FF-D33B-133E470AF9A8}"/>
                </a:ext>
              </a:extLst>
            </p:cNvPr>
            <p:cNvSpPr>
              <a:spLocks/>
            </p:cNvSpPr>
            <p:nvPr/>
          </p:nvSpPr>
          <p:spPr bwMode="auto">
            <a:xfrm>
              <a:off x="6548439" y="2268538"/>
              <a:ext cx="26988" cy="57150"/>
            </a:xfrm>
            <a:custGeom>
              <a:avLst/>
              <a:gdLst>
                <a:gd name="T0" fmla="*/ 9 w 17"/>
                <a:gd name="T1" fmla="*/ 36 h 36"/>
                <a:gd name="T2" fmla="*/ 0 w 17"/>
                <a:gd name="T3" fmla="*/ 2 h 36"/>
                <a:gd name="T4" fmla="*/ 9 w 17"/>
                <a:gd name="T5" fmla="*/ 0 h 36"/>
                <a:gd name="T6" fmla="*/ 17 w 17"/>
                <a:gd name="T7" fmla="*/ 34 h 36"/>
                <a:gd name="T8" fmla="*/ 9 w 17"/>
                <a:gd name="T9" fmla="*/ 36 h 36"/>
              </a:gdLst>
              <a:ahLst/>
              <a:cxnLst>
                <a:cxn ang="0">
                  <a:pos x="T0" y="T1"/>
                </a:cxn>
                <a:cxn ang="0">
                  <a:pos x="T2" y="T3"/>
                </a:cxn>
                <a:cxn ang="0">
                  <a:pos x="T4" y="T5"/>
                </a:cxn>
                <a:cxn ang="0">
                  <a:pos x="T6" y="T7"/>
                </a:cxn>
                <a:cxn ang="0">
                  <a:pos x="T8" y="T9"/>
                </a:cxn>
              </a:cxnLst>
              <a:rect l="0" t="0" r="r" b="b"/>
              <a:pathLst>
                <a:path w="17" h="36">
                  <a:moveTo>
                    <a:pt x="9" y="36"/>
                  </a:moveTo>
                  <a:lnTo>
                    <a:pt x="0" y="2"/>
                  </a:lnTo>
                  <a:lnTo>
                    <a:pt x="9" y="0"/>
                  </a:lnTo>
                  <a:lnTo>
                    <a:pt x="17" y="34"/>
                  </a:lnTo>
                  <a:lnTo>
                    <a:pt x="9"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04" name="Woman29" descr="{&quot;Key&quot;:&quot;POWER_USER_SHAPE_ICON&quot;,&quot;Value&quot;:&quot;POWER_USER_SHAPE_ICON_STYLE_1&quot;}">
            <a:extLst>
              <a:ext uri="{FF2B5EF4-FFF2-40B4-BE49-F238E27FC236}">
                <a16:creationId xmlns:a16="http://schemas.microsoft.com/office/drawing/2014/main" id="{C609D01E-A026-2257-ED1B-2A448E6C486A}"/>
              </a:ext>
            </a:extLst>
          </p:cNvPr>
          <p:cNvGrpSpPr>
            <a:grpSpLocks noChangeAspect="1"/>
          </p:cNvGrpSpPr>
          <p:nvPr/>
        </p:nvGrpSpPr>
        <p:grpSpPr>
          <a:xfrm>
            <a:off x="3599131" y="5897934"/>
            <a:ext cx="324000" cy="421913"/>
            <a:chOff x="3049573" y="285562"/>
            <a:chExt cx="588025" cy="755384"/>
          </a:xfrm>
        </p:grpSpPr>
        <p:sp>
          <p:nvSpPr>
            <p:cNvPr id="1105" name="Freeform: Shape 1104">
              <a:extLst>
                <a:ext uri="{FF2B5EF4-FFF2-40B4-BE49-F238E27FC236}">
                  <a16:creationId xmlns:a16="http://schemas.microsoft.com/office/drawing/2014/main" id="{0BBE4D0D-8708-C917-2982-0BE129EBB4C3}"/>
                </a:ext>
              </a:extLst>
            </p:cNvPr>
            <p:cNvSpPr/>
            <p:nvPr/>
          </p:nvSpPr>
          <p:spPr>
            <a:xfrm>
              <a:off x="3209793" y="747246"/>
              <a:ext cx="37681" cy="292030"/>
            </a:xfrm>
            <a:custGeom>
              <a:avLst/>
              <a:gdLst>
                <a:gd name="connsiteX0" fmla="*/ 38981 w 37681"/>
                <a:gd name="connsiteY0" fmla="*/ 293902 h 292030"/>
                <a:gd name="connsiteX1" fmla="*/ 0 w 37681"/>
                <a:gd name="connsiteY1" fmla="*/ 0 h 292030"/>
              </a:gdLst>
              <a:ahLst/>
              <a:cxnLst>
                <a:cxn ang="0">
                  <a:pos x="connsiteX0" y="connsiteY0"/>
                </a:cxn>
                <a:cxn ang="0">
                  <a:pos x="connsiteX1" y="connsiteY1"/>
                </a:cxn>
              </a:cxnLst>
              <a:rect l="l" t="t" r="r" b="b"/>
              <a:pathLst>
                <a:path w="37681" h="292030">
                  <a:moveTo>
                    <a:pt x="38981" y="293902"/>
                  </a:moveTo>
                  <a:cubicBezTo>
                    <a:pt x="38981" y="153702"/>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6" name="Freeform: Shape 1105">
              <a:extLst>
                <a:ext uri="{FF2B5EF4-FFF2-40B4-BE49-F238E27FC236}">
                  <a16:creationId xmlns:a16="http://schemas.microsoft.com/office/drawing/2014/main" id="{C6B71E36-0730-5C8B-DD1C-D077E20A9824}"/>
                </a:ext>
              </a:extLst>
            </p:cNvPr>
            <p:cNvSpPr/>
            <p:nvPr/>
          </p:nvSpPr>
          <p:spPr>
            <a:xfrm>
              <a:off x="3445840" y="747246"/>
              <a:ext cx="37681" cy="292030"/>
            </a:xfrm>
            <a:custGeom>
              <a:avLst/>
              <a:gdLst>
                <a:gd name="connsiteX0" fmla="*/ 0 w 37681"/>
                <a:gd name="connsiteY0" fmla="*/ 293902 h 292030"/>
                <a:gd name="connsiteX1" fmla="*/ 38981 w 37681"/>
                <a:gd name="connsiteY1" fmla="*/ 0 h 292030"/>
              </a:gdLst>
              <a:ahLst/>
              <a:cxnLst>
                <a:cxn ang="0">
                  <a:pos x="connsiteX0" y="connsiteY0"/>
                </a:cxn>
                <a:cxn ang="0">
                  <a:pos x="connsiteX1" y="connsiteY1"/>
                </a:cxn>
              </a:cxnLst>
              <a:rect l="l" t="t" r="r" b="b"/>
              <a:pathLst>
                <a:path w="37681" h="292030">
                  <a:moveTo>
                    <a:pt x="0" y="293902"/>
                  </a:moveTo>
                  <a:cubicBezTo>
                    <a:pt x="0" y="153702"/>
                    <a:pt x="38981" y="0"/>
                    <a:pt x="38981"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7" name="Freeform: Shape 1106">
              <a:extLst>
                <a:ext uri="{FF2B5EF4-FFF2-40B4-BE49-F238E27FC236}">
                  <a16:creationId xmlns:a16="http://schemas.microsoft.com/office/drawing/2014/main" id="{CB092E6B-9F8D-3749-8775-C5C434D04D92}"/>
                </a:ext>
              </a:extLst>
            </p:cNvPr>
            <p:cNvSpPr/>
            <p:nvPr/>
          </p:nvSpPr>
          <p:spPr>
            <a:xfrm>
              <a:off x="3229595" y="847629"/>
              <a:ext cx="226088" cy="37681"/>
            </a:xfrm>
            <a:custGeom>
              <a:avLst/>
              <a:gdLst>
                <a:gd name="connsiteX0" fmla="*/ 0 w 226087"/>
                <a:gd name="connsiteY0" fmla="*/ 0 h 37681"/>
                <a:gd name="connsiteX1" fmla="*/ 117705 w 226087"/>
                <a:gd name="connsiteY1" fmla="*/ 39629 h 37681"/>
                <a:gd name="connsiteX2" fmla="*/ 235415 w 226087"/>
                <a:gd name="connsiteY2" fmla="*/ 0 h 37681"/>
              </a:gdLst>
              <a:ahLst/>
              <a:cxnLst>
                <a:cxn ang="0">
                  <a:pos x="connsiteX0" y="connsiteY0"/>
                </a:cxn>
                <a:cxn ang="0">
                  <a:pos x="connsiteX1" y="connsiteY1"/>
                </a:cxn>
                <a:cxn ang="0">
                  <a:pos x="connsiteX2" y="connsiteY2"/>
                </a:cxn>
              </a:cxnLst>
              <a:rect l="l" t="t" r="r" b="b"/>
              <a:pathLst>
                <a:path w="226087" h="37681">
                  <a:moveTo>
                    <a:pt x="0" y="0"/>
                  </a:moveTo>
                  <a:cubicBezTo>
                    <a:pt x="23527" y="23677"/>
                    <a:pt x="67370" y="39629"/>
                    <a:pt x="117705" y="39629"/>
                  </a:cubicBezTo>
                  <a:cubicBezTo>
                    <a:pt x="168040" y="39629"/>
                    <a:pt x="211888" y="23677"/>
                    <a:pt x="235415" y="0"/>
                  </a:cubicBezTo>
                </a:path>
              </a:pathLst>
            </a:custGeom>
            <a:noFill/>
            <a:ln w="19050" cap="flat">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8" name="Freeform: Shape 1107">
              <a:extLst>
                <a:ext uri="{FF2B5EF4-FFF2-40B4-BE49-F238E27FC236}">
                  <a16:creationId xmlns:a16="http://schemas.microsoft.com/office/drawing/2014/main" id="{1854EACD-CC86-343F-F862-ADCDCEC34A53}"/>
                </a:ext>
              </a:extLst>
            </p:cNvPr>
            <p:cNvSpPr/>
            <p:nvPr/>
          </p:nvSpPr>
          <p:spPr>
            <a:xfrm>
              <a:off x="3049573" y="466306"/>
              <a:ext cx="405074" cy="574640"/>
            </a:xfrm>
            <a:custGeom>
              <a:avLst/>
              <a:gdLst>
                <a:gd name="connsiteX0" fmla="*/ 7668 w 405074"/>
                <a:gd name="connsiteY0" fmla="*/ 574841 h 574640"/>
                <a:gd name="connsiteX1" fmla="*/ 0 w 405074"/>
                <a:gd name="connsiteY1" fmla="*/ 427884 h 574640"/>
                <a:gd name="connsiteX2" fmla="*/ 160220 w 405074"/>
                <a:gd name="connsiteY2" fmla="*/ 280939 h 574640"/>
                <a:gd name="connsiteX3" fmla="*/ 223296 w 405074"/>
                <a:gd name="connsiteY3" fmla="*/ 264310 h 574640"/>
                <a:gd name="connsiteX4" fmla="*/ 220838 w 405074"/>
                <a:gd name="connsiteY4" fmla="*/ 199937 h 574640"/>
                <a:gd name="connsiteX5" fmla="*/ 189393 w 405074"/>
                <a:gd name="connsiteY5" fmla="*/ 0 h 574640"/>
                <a:gd name="connsiteX6" fmla="*/ 412242 w 405074"/>
                <a:gd name="connsiteY6" fmla="*/ 21667 h 57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5074" h="574640">
                  <a:moveTo>
                    <a:pt x="7668" y="574841"/>
                  </a:moveTo>
                  <a:lnTo>
                    <a:pt x="0" y="427884"/>
                  </a:lnTo>
                  <a:cubicBezTo>
                    <a:pt x="0" y="352283"/>
                    <a:pt x="75579" y="308886"/>
                    <a:pt x="160220" y="280939"/>
                  </a:cubicBezTo>
                  <a:cubicBezTo>
                    <a:pt x="176734" y="275488"/>
                    <a:pt x="223296" y="264310"/>
                    <a:pt x="223296" y="264310"/>
                  </a:cubicBezTo>
                  <a:cubicBezTo>
                    <a:pt x="223983" y="247604"/>
                    <a:pt x="223233" y="219645"/>
                    <a:pt x="220838" y="199937"/>
                  </a:cubicBezTo>
                  <a:cubicBezTo>
                    <a:pt x="170420" y="131972"/>
                    <a:pt x="174300" y="35848"/>
                    <a:pt x="189393" y="0"/>
                  </a:cubicBezTo>
                  <a:cubicBezTo>
                    <a:pt x="225352" y="22006"/>
                    <a:pt x="314663" y="46047"/>
                    <a:pt x="412242" y="21667"/>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9" name="Freeform: Shape 1108">
              <a:extLst>
                <a:ext uri="{FF2B5EF4-FFF2-40B4-BE49-F238E27FC236}">
                  <a16:creationId xmlns:a16="http://schemas.microsoft.com/office/drawing/2014/main" id="{350EC1AE-F4EA-1FDC-D172-E453F3B336A7}"/>
                </a:ext>
              </a:extLst>
            </p:cNvPr>
            <p:cNvSpPr/>
            <p:nvPr/>
          </p:nvSpPr>
          <p:spPr>
            <a:xfrm>
              <a:off x="3383249" y="443836"/>
              <a:ext cx="254349" cy="593481"/>
            </a:xfrm>
            <a:custGeom>
              <a:avLst/>
              <a:gdLst>
                <a:gd name="connsiteX0" fmla="*/ 254119 w 254348"/>
                <a:gd name="connsiteY0" fmla="*/ 597312 h 593480"/>
                <a:gd name="connsiteX1" fmla="*/ 261792 w 254348"/>
                <a:gd name="connsiteY1" fmla="*/ 450355 h 593480"/>
                <a:gd name="connsiteX2" fmla="*/ 101573 w 254348"/>
                <a:gd name="connsiteY2" fmla="*/ 303410 h 593480"/>
                <a:gd name="connsiteX3" fmla="*/ 38456 w 254348"/>
                <a:gd name="connsiteY3" fmla="*/ 286730 h 593480"/>
                <a:gd name="connsiteX4" fmla="*/ 40806 w 254348"/>
                <a:gd name="connsiteY4" fmla="*/ 223601 h 593480"/>
                <a:gd name="connsiteX5" fmla="*/ 78567 w 254348"/>
                <a:gd name="connsiteY5" fmla="*/ 44138 h 593480"/>
                <a:gd name="connsiteX6" fmla="*/ 0 w 254348"/>
                <a:gd name="connsiteY6" fmla="*/ 0 h 59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348" h="593480">
                  <a:moveTo>
                    <a:pt x="254119" y="597312"/>
                  </a:moveTo>
                  <a:lnTo>
                    <a:pt x="261792" y="450355"/>
                  </a:lnTo>
                  <a:cubicBezTo>
                    <a:pt x="261792" y="374754"/>
                    <a:pt x="192421" y="327174"/>
                    <a:pt x="101573" y="303410"/>
                  </a:cubicBezTo>
                  <a:cubicBezTo>
                    <a:pt x="85779" y="299278"/>
                    <a:pt x="38456" y="286730"/>
                    <a:pt x="38456" y="286730"/>
                  </a:cubicBezTo>
                  <a:cubicBezTo>
                    <a:pt x="37774" y="270363"/>
                    <a:pt x="38466" y="242756"/>
                    <a:pt x="40806" y="223601"/>
                  </a:cubicBezTo>
                  <a:cubicBezTo>
                    <a:pt x="93099" y="152522"/>
                    <a:pt x="96465" y="83929"/>
                    <a:pt x="78567" y="44138"/>
                  </a:cubicBezTo>
                  <a:cubicBezTo>
                    <a:pt x="39315" y="31703"/>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0" name="Freeform: Shape 1109">
              <a:extLst>
                <a:ext uri="{FF2B5EF4-FFF2-40B4-BE49-F238E27FC236}">
                  <a16:creationId xmlns:a16="http://schemas.microsoft.com/office/drawing/2014/main" id="{5C852A6A-0223-4A8D-0652-F079F7CF2F79}"/>
                </a:ext>
              </a:extLst>
            </p:cNvPr>
            <p:cNvSpPr/>
            <p:nvPr/>
          </p:nvSpPr>
          <p:spPr>
            <a:xfrm>
              <a:off x="3152851" y="285562"/>
              <a:ext cx="386234" cy="480437"/>
            </a:xfrm>
            <a:custGeom>
              <a:avLst/>
              <a:gdLst>
                <a:gd name="connsiteX0" fmla="*/ 383695 w 386233"/>
                <a:gd name="connsiteY0" fmla="*/ 479344 h 480436"/>
                <a:gd name="connsiteX1" fmla="*/ 388714 w 386233"/>
                <a:gd name="connsiteY1" fmla="*/ 209470 h 480436"/>
                <a:gd name="connsiteX2" fmla="*/ 194444 w 386233"/>
                <a:gd name="connsiteY2" fmla="*/ 0 h 480436"/>
                <a:gd name="connsiteX3" fmla="*/ 107 w 386233"/>
                <a:gd name="connsiteY3" fmla="*/ 209646 h 480436"/>
                <a:gd name="connsiteX4" fmla="*/ 792 w 386233"/>
                <a:gd name="connsiteY4" fmla="*/ 483062 h 480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33" h="480436">
                  <a:moveTo>
                    <a:pt x="383695" y="479344"/>
                  </a:moveTo>
                  <a:cubicBezTo>
                    <a:pt x="334827" y="447063"/>
                    <a:pt x="391221" y="320103"/>
                    <a:pt x="388714" y="209470"/>
                  </a:cubicBezTo>
                  <a:cubicBezTo>
                    <a:pt x="388837" y="102141"/>
                    <a:pt x="307022" y="0"/>
                    <a:pt x="194444" y="0"/>
                  </a:cubicBezTo>
                  <a:cubicBezTo>
                    <a:pt x="83073" y="0"/>
                    <a:pt x="107" y="102292"/>
                    <a:pt x="107" y="209646"/>
                  </a:cubicBezTo>
                  <a:cubicBezTo>
                    <a:pt x="-2593" y="321949"/>
                    <a:pt x="47325" y="453168"/>
                    <a:pt x="792" y="483062"/>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11" name="Employee6" descr="{&quot;Key&quot;:&quot;POWER_USER_SHAPE_ICON&quot;,&quot;Value&quot;:&quot;POWER_USER_SHAPE_ICON_STYLE_1&quot;}">
            <a:extLst>
              <a:ext uri="{FF2B5EF4-FFF2-40B4-BE49-F238E27FC236}">
                <a16:creationId xmlns:a16="http://schemas.microsoft.com/office/drawing/2014/main" id="{2EE7DACC-0110-3866-DA06-F4346A1E6BFD}"/>
              </a:ext>
            </a:extLst>
          </p:cNvPr>
          <p:cNvGrpSpPr>
            <a:grpSpLocks noChangeAspect="1"/>
          </p:cNvGrpSpPr>
          <p:nvPr/>
        </p:nvGrpSpPr>
        <p:grpSpPr>
          <a:xfrm>
            <a:off x="3977330" y="5900505"/>
            <a:ext cx="324000" cy="416771"/>
            <a:chOff x="3584576" y="3348038"/>
            <a:chExt cx="230188" cy="292100"/>
          </a:xfrm>
          <a:solidFill>
            <a:schemeClr val="accent1"/>
          </a:solidFill>
        </p:grpSpPr>
        <p:sp>
          <p:nvSpPr>
            <p:cNvPr id="1112" name="Freeform 1099">
              <a:extLst>
                <a:ext uri="{FF2B5EF4-FFF2-40B4-BE49-F238E27FC236}">
                  <a16:creationId xmlns:a16="http://schemas.microsoft.com/office/drawing/2014/main" id="{AF6782DE-4CC2-3BB3-ACD8-11CE80EBDB43}"/>
                </a:ext>
              </a:extLst>
            </p:cNvPr>
            <p:cNvSpPr>
              <a:spLocks/>
            </p:cNvSpPr>
            <p:nvPr/>
          </p:nvSpPr>
          <p:spPr bwMode="auto">
            <a:xfrm>
              <a:off x="3621088" y="3433763"/>
              <a:ext cx="44450" cy="36513"/>
            </a:xfrm>
            <a:custGeom>
              <a:avLst/>
              <a:gdLst>
                <a:gd name="T0" fmla="*/ 109 w 218"/>
                <a:gd name="T1" fmla="*/ 159 h 176"/>
                <a:gd name="T2" fmla="*/ 109 w 218"/>
                <a:gd name="T3" fmla="*/ 143 h 176"/>
                <a:gd name="T4" fmla="*/ 55 w 218"/>
                <a:gd name="T5" fmla="*/ 120 h 176"/>
                <a:gd name="T6" fmla="*/ 33 w 218"/>
                <a:gd name="T7" fmla="*/ 67 h 176"/>
                <a:gd name="T8" fmla="*/ 33 w 218"/>
                <a:gd name="T9" fmla="*/ 33 h 176"/>
                <a:gd name="T10" fmla="*/ 185 w 218"/>
                <a:gd name="T11" fmla="*/ 33 h 176"/>
                <a:gd name="T12" fmla="*/ 185 w 218"/>
                <a:gd name="T13" fmla="*/ 67 h 176"/>
                <a:gd name="T14" fmla="*/ 163 w 218"/>
                <a:gd name="T15" fmla="*/ 120 h 176"/>
                <a:gd name="T16" fmla="*/ 109 w 218"/>
                <a:gd name="T17" fmla="*/ 143 h 176"/>
                <a:gd name="T18" fmla="*/ 109 w 218"/>
                <a:gd name="T19" fmla="*/ 159 h 176"/>
                <a:gd name="T20" fmla="*/ 109 w 218"/>
                <a:gd name="T21" fmla="*/ 176 h 176"/>
                <a:gd name="T22" fmla="*/ 218 w 218"/>
                <a:gd name="T23" fmla="*/ 67 h 176"/>
                <a:gd name="T24" fmla="*/ 218 w 218"/>
                <a:gd name="T25" fmla="*/ 0 h 176"/>
                <a:gd name="T26" fmla="*/ 0 w 218"/>
                <a:gd name="T27" fmla="*/ 0 h 176"/>
                <a:gd name="T28" fmla="*/ 0 w 218"/>
                <a:gd name="T29" fmla="*/ 67 h 176"/>
                <a:gd name="T30" fmla="*/ 109 w 218"/>
                <a:gd name="T31" fmla="*/ 176 h 176"/>
                <a:gd name="T32" fmla="*/ 109 w 218"/>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8" h="176">
                  <a:moveTo>
                    <a:pt x="109" y="159"/>
                  </a:moveTo>
                  <a:lnTo>
                    <a:pt x="109" y="143"/>
                  </a:lnTo>
                  <a:cubicBezTo>
                    <a:pt x="88" y="143"/>
                    <a:pt x="69" y="134"/>
                    <a:pt x="55" y="120"/>
                  </a:cubicBezTo>
                  <a:cubicBezTo>
                    <a:pt x="41" y="107"/>
                    <a:pt x="33" y="88"/>
                    <a:pt x="33" y="67"/>
                  </a:cubicBezTo>
                  <a:lnTo>
                    <a:pt x="33" y="33"/>
                  </a:lnTo>
                  <a:lnTo>
                    <a:pt x="185" y="33"/>
                  </a:lnTo>
                  <a:lnTo>
                    <a:pt x="185" y="67"/>
                  </a:lnTo>
                  <a:cubicBezTo>
                    <a:pt x="185" y="88"/>
                    <a:pt x="176" y="107"/>
                    <a:pt x="163" y="120"/>
                  </a:cubicBezTo>
                  <a:cubicBezTo>
                    <a:pt x="149" y="134"/>
                    <a:pt x="130" y="143"/>
                    <a:pt x="109" y="143"/>
                  </a:cubicBezTo>
                  <a:lnTo>
                    <a:pt x="109" y="159"/>
                  </a:lnTo>
                  <a:lnTo>
                    <a:pt x="109" y="176"/>
                  </a:lnTo>
                  <a:cubicBezTo>
                    <a:pt x="169" y="176"/>
                    <a:pt x="218" y="127"/>
                    <a:pt x="218" y="67"/>
                  </a:cubicBezTo>
                  <a:lnTo>
                    <a:pt x="218" y="0"/>
                  </a:lnTo>
                  <a:lnTo>
                    <a:pt x="0" y="0"/>
                  </a:lnTo>
                  <a:lnTo>
                    <a:pt x="0" y="67"/>
                  </a:lnTo>
                  <a:cubicBezTo>
                    <a:pt x="0" y="127"/>
                    <a:pt x="48" y="176"/>
                    <a:pt x="109" y="176"/>
                  </a:cubicBezTo>
                  <a:lnTo>
                    <a:pt x="109" y="159"/>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3" name="Freeform 1100">
              <a:extLst>
                <a:ext uri="{FF2B5EF4-FFF2-40B4-BE49-F238E27FC236}">
                  <a16:creationId xmlns:a16="http://schemas.microsoft.com/office/drawing/2014/main" id="{5CA9F050-AD1B-9C37-BCAE-8C5CDF0BF03A}"/>
                </a:ext>
              </a:extLst>
            </p:cNvPr>
            <p:cNvSpPr>
              <a:spLocks/>
            </p:cNvSpPr>
            <p:nvPr/>
          </p:nvSpPr>
          <p:spPr bwMode="auto">
            <a:xfrm>
              <a:off x="3671888" y="3433763"/>
              <a:ext cx="44450" cy="36513"/>
            </a:xfrm>
            <a:custGeom>
              <a:avLst/>
              <a:gdLst>
                <a:gd name="T0" fmla="*/ 109 w 219"/>
                <a:gd name="T1" fmla="*/ 159 h 176"/>
                <a:gd name="T2" fmla="*/ 109 w 219"/>
                <a:gd name="T3" fmla="*/ 143 h 176"/>
                <a:gd name="T4" fmla="*/ 56 w 219"/>
                <a:gd name="T5" fmla="*/ 120 h 176"/>
                <a:gd name="T6" fmla="*/ 33 w 219"/>
                <a:gd name="T7" fmla="*/ 67 h 176"/>
                <a:gd name="T8" fmla="*/ 33 w 219"/>
                <a:gd name="T9" fmla="*/ 33 h 176"/>
                <a:gd name="T10" fmla="*/ 185 w 219"/>
                <a:gd name="T11" fmla="*/ 33 h 176"/>
                <a:gd name="T12" fmla="*/ 185 w 219"/>
                <a:gd name="T13" fmla="*/ 67 h 176"/>
                <a:gd name="T14" fmla="*/ 163 w 219"/>
                <a:gd name="T15" fmla="*/ 120 h 176"/>
                <a:gd name="T16" fmla="*/ 109 w 219"/>
                <a:gd name="T17" fmla="*/ 143 h 176"/>
                <a:gd name="T18" fmla="*/ 109 w 219"/>
                <a:gd name="T19" fmla="*/ 159 h 176"/>
                <a:gd name="T20" fmla="*/ 109 w 219"/>
                <a:gd name="T21" fmla="*/ 176 h 176"/>
                <a:gd name="T22" fmla="*/ 219 w 219"/>
                <a:gd name="T23" fmla="*/ 67 h 176"/>
                <a:gd name="T24" fmla="*/ 219 w 219"/>
                <a:gd name="T25" fmla="*/ 0 h 176"/>
                <a:gd name="T26" fmla="*/ 0 w 219"/>
                <a:gd name="T27" fmla="*/ 0 h 176"/>
                <a:gd name="T28" fmla="*/ 0 w 219"/>
                <a:gd name="T29" fmla="*/ 67 h 176"/>
                <a:gd name="T30" fmla="*/ 109 w 219"/>
                <a:gd name="T31" fmla="*/ 176 h 176"/>
                <a:gd name="T32" fmla="*/ 109 w 219"/>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9" h="176">
                  <a:moveTo>
                    <a:pt x="109" y="159"/>
                  </a:moveTo>
                  <a:lnTo>
                    <a:pt x="109" y="143"/>
                  </a:lnTo>
                  <a:cubicBezTo>
                    <a:pt x="88" y="143"/>
                    <a:pt x="69" y="134"/>
                    <a:pt x="56" y="120"/>
                  </a:cubicBezTo>
                  <a:cubicBezTo>
                    <a:pt x="42" y="107"/>
                    <a:pt x="33" y="88"/>
                    <a:pt x="33" y="67"/>
                  </a:cubicBezTo>
                  <a:lnTo>
                    <a:pt x="33" y="33"/>
                  </a:lnTo>
                  <a:lnTo>
                    <a:pt x="185" y="33"/>
                  </a:lnTo>
                  <a:lnTo>
                    <a:pt x="185" y="67"/>
                  </a:lnTo>
                  <a:cubicBezTo>
                    <a:pt x="185" y="88"/>
                    <a:pt x="177" y="107"/>
                    <a:pt x="163" y="120"/>
                  </a:cubicBezTo>
                  <a:cubicBezTo>
                    <a:pt x="149" y="134"/>
                    <a:pt x="130" y="143"/>
                    <a:pt x="109" y="143"/>
                  </a:cubicBezTo>
                  <a:lnTo>
                    <a:pt x="109" y="159"/>
                  </a:lnTo>
                  <a:lnTo>
                    <a:pt x="109" y="176"/>
                  </a:lnTo>
                  <a:cubicBezTo>
                    <a:pt x="170" y="176"/>
                    <a:pt x="219" y="127"/>
                    <a:pt x="219" y="67"/>
                  </a:cubicBezTo>
                  <a:lnTo>
                    <a:pt x="219" y="0"/>
                  </a:lnTo>
                  <a:lnTo>
                    <a:pt x="0" y="0"/>
                  </a:lnTo>
                  <a:lnTo>
                    <a:pt x="0" y="67"/>
                  </a:lnTo>
                  <a:cubicBezTo>
                    <a:pt x="0" y="127"/>
                    <a:pt x="49" y="176"/>
                    <a:pt x="109" y="176"/>
                  </a:cubicBezTo>
                  <a:lnTo>
                    <a:pt x="109" y="15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4" name="Freeform 1101">
              <a:extLst>
                <a:ext uri="{FF2B5EF4-FFF2-40B4-BE49-F238E27FC236}">
                  <a16:creationId xmlns:a16="http://schemas.microsoft.com/office/drawing/2014/main" id="{9252D9BC-FCD2-0FAD-9F3A-5C1AC6C2673B}"/>
                </a:ext>
              </a:extLst>
            </p:cNvPr>
            <p:cNvSpPr>
              <a:spLocks/>
            </p:cNvSpPr>
            <p:nvPr/>
          </p:nvSpPr>
          <p:spPr bwMode="auto">
            <a:xfrm>
              <a:off x="3584576" y="3570288"/>
              <a:ext cx="60325" cy="69850"/>
            </a:xfrm>
            <a:custGeom>
              <a:avLst/>
              <a:gdLst>
                <a:gd name="T0" fmla="*/ 280 w 290"/>
                <a:gd name="T1" fmla="*/ 0 h 339"/>
                <a:gd name="T2" fmla="*/ 142 w 290"/>
                <a:gd name="T3" fmla="*/ 43 h 339"/>
                <a:gd name="T4" fmla="*/ 142 w 290"/>
                <a:gd name="T5" fmla="*/ 43 h 339"/>
                <a:gd name="T6" fmla="*/ 0 w 290"/>
                <a:gd name="T7" fmla="*/ 248 h 339"/>
                <a:gd name="T8" fmla="*/ 0 w 290"/>
                <a:gd name="T9" fmla="*/ 339 h 339"/>
                <a:gd name="T10" fmla="*/ 33 w 290"/>
                <a:gd name="T11" fmla="*/ 339 h 339"/>
                <a:gd name="T12" fmla="*/ 33 w 290"/>
                <a:gd name="T13" fmla="*/ 248 h 339"/>
                <a:gd name="T14" fmla="*/ 153 w 290"/>
                <a:gd name="T15" fmla="*/ 75 h 339"/>
                <a:gd name="T16" fmla="*/ 148 w 290"/>
                <a:gd name="T17" fmla="*/ 59 h 339"/>
                <a:gd name="T18" fmla="*/ 153 w 290"/>
                <a:gd name="T19" fmla="*/ 75 h 339"/>
                <a:gd name="T20" fmla="*/ 290 w 290"/>
                <a:gd name="T21" fmla="*/ 32 h 339"/>
                <a:gd name="T22" fmla="*/ 280 w 290"/>
                <a:gd name="T23" fmla="*/ 0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280" y="0"/>
                  </a:moveTo>
                  <a:lnTo>
                    <a:pt x="142" y="43"/>
                  </a:lnTo>
                  <a:lnTo>
                    <a:pt x="142" y="43"/>
                  </a:lnTo>
                  <a:cubicBezTo>
                    <a:pt x="56" y="75"/>
                    <a:pt x="0" y="157"/>
                    <a:pt x="0" y="248"/>
                  </a:cubicBezTo>
                  <a:lnTo>
                    <a:pt x="0" y="339"/>
                  </a:lnTo>
                  <a:lnTo>
                    <a:pt x="33" y="339"/>
                  </a:lnTo>
                  <a:lnTo>
                    <a:pt x="33" y="248"/>
                  </a:lnTo>
                  <a:cubicBezTo>
                    <a:pt x="33" y="170"/>
                    <a:pt x="81" y="101"/>
                    <a:pt x="153" y="75"/>
                  </a:cubicBezTo>
                  <a:lnTo>
                    <a:pt x="148" y="59"/>
                  </a:lnTo>
                  <a:lnTo>
                    <a:pt x="153" y="75"/>
                  </a:lnTo>
                  <a:lnTo>
                    <a:pt x="290" y="32"/>
                  </a:lnTo>
                  <a:lnTo>
                    <a:pt x="28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5" name="Freeform 1102">
              <a:extLst>
                <a:ext uri="{FF2B5EF4-FFF2-40B4-BE49-F238E27FC236}">
                  <a16:creationId xmlns:a16="http://schemas.microsoft.com/office/drawing/2014/main" id="{75BD26A2-3A3D-D588-FE12-1266DD7649F4}"/>
                </a:ext>
              </a:extLst>
            </p:cNvPr>
            <p:cNvSpPr>
              <a:spLocks/>
            </p:cNvSpPr>
            <p:nvPr/>
          </p:nvSpPr>
          <p:spPr bwMode="auto">
            <a:xfrm>
              <a:off x="3660776" y="3530600"/>
              <a:ext cx="12700" cy="25400"/>
            </a:xfrm>
            <a:custGeom>
              <a:avLst/>
              <a:gdLst>
                <a:gd name="T0" fmla="*/ 27 w 60"/>
                <a:gd name="T1" fmla="*/ 2 h 124"/>
                <a:gd name="T2" fmla="*/ 27 w 60"/>
                <a:gd name="T3" fmla="*/ 2 h 124"/>
                <a:gd name="T4" fmla="*/ 27 w 60"/>
                <a:gd name="T5" fmla="*/ 5 h 124"/>
                <a:gd name="T6" fmla="*/ 0 w 60"/>
                <a:gd name="T7" fmla="*/ 108 h 124"/>
                <a:gd name="T8" fmla="*/ 29 w 60"/>
                <a:gd name="T9" fmla="*/ 124 h 124"/>
                <a:gd name="T10" fmla="*/ 60 w 60"/>
                <a:gd name="T11" fmla="*/ 5 h 124"/>
                <a:gd name="T12" fmla="*/ 60 w 60"/>
                <a:gd name="T13" fmla="*/ 0 h 124"/>
                <a:gd name="T14" fmla="*/ 27 w 60"/>
                <a:gd name="T15" fmla="*/ 2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124">
                  <a:moveTo>
                    <a:pt x="27" y="2"/>
                  </a:moveTo>
                  <a:lnTo>
                    <a:pt x="27" y="2"/>
                  </a:lnTo>
                  <a:cubicBezTo>
                    <a:pt x="27" y="3"/>
                    <a:pt x="27" y="4"/>
                    <a:pt x="27" y="5"/>
                  </a:cubicBezTo>
                  <a:cubicBezTo>
                    <a:pt x="27" y="17"/>
                    <a:pt x="25" y="60"/>
                    <a:pt x="0" y="108"/>
                  </a:cubicBezTo>
                  <a:lnTo>
                    <a:pt x="29" y="124"/>
                  </a:lnTo>
                  <a:cubicBezTo>
                    <a:pt x="58" y="69"/>
                    <a:pt x="60" y="21"/>
                    <a:pt x="60" y="5"/>
                  </a:cubicBezTo>
                  <a:cubicBezTo>
                    <a:pt x="60" y="2"/>
                    <a:pt x="60" y="1"/>
                    <a:pt x="60" y="0"/>
                  </a:cubicBezTo>
                  <a:lnTo>
                    <a:pt x="27" y="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6" name="Freeform 1103">
              <a:extLst>
                <a:ext uri="{FF2B5EF4-FFF2-40B4-BE49-F238E27FC236}">
                  <a16:creationId xmlns:a16="http://schemas.microsoft.com/office/drawing/2014/main" id="{3B02079E-AF1F-C3E7-FD8C-BACF342FF6AA}"/>
                </a:ext>
              </a:extLst>
            </p:cNvPr>
            <p:cNvSpPr>
              <a:spLocks/>
            </p:cNvSpPr>
            <p:nvPr/>
          </p:nvSpPr>
          <p:spPr bwMode="auto">
            <a:xfrm>
              <a:off x="3756026" y="3570288"/>
              <a:ext cx="58738" cy="69850"/>
            </a:xfrm>
            <a:custGeom>
              <a:avLst/>
              <a:gdLst>
                <a:gd name="T0" fmla="*/ 0 w 290"/>
                <a:gd name="T1" fmla="*/ 32 h 339"/>
                <a:gd name="T2" fmla="*/ 137 w 290"/>
                <a:gd name="T3" fmla="*/ 75 h 339"/>
                <a:gd name="T4" fmla="*/ 142 w 290"/>
                <a:gd name="T5" fmla="*/ 59 h 339"/>
                <a:gd name="T6" fmla="*/ 136 w 290"/>
                <a:gd name="T7" fmla="*/ 75 h 339"/>
                <a:gd name="T8" fmla="*/ 257 w 290"/>
                <a:gd name="T9" fmla="*/ 248 h 339"/>
                <a:gd name="T10" fmla="*/ 257 w 290"/>
                <a:gd name="T11" fmla="*/ 339 h 339"/>
                <a:gd name="T12" fmla="*/ 290 w 290"/>
                <a:gd name="T13" fmla="*/ 339 h 339"/>
                <a:gd name="T14" fmla="*/ 290 w 290"/>
                <a:gd name="T15" fmla="*/ 248 h 339"/>
                <a:gd name="T16" fmla="*/ 148 w 290"/>
                <a:gd name="T17" fmla="*/ 43 h 339"/>
                <a:gd name="T18" fmla="*/ 148 w 290"/>
                <a:gd name="T19" fmla="*/ 43 h 339"/>
                <a:gd name="T20" fmla="*/ 10 w 290"/>
                <a:gd name="T21" fmla="*/ 0 h 339"/>
                <a:gd name="T22" fmla="*/ 0 w 290"/>
                <a:gd name="T23" fmla="*/ 32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0" y="32"/>
                  </a:moveTo>
                  <a:lnTo>
                    <a:pt x="137" y="75"/>
                  </a:lnTo>
                  <a:lnTo>
                    <a:pt x="142" y="59"/>
                  </a:lnTo>
                  <a:lnTo>
                    <a:pt x="136" y="75"/>
                  </a:lnTo>
                  <a:cubicBezTo>
                    <a:pt x="209" y="101"/>
                    <a:pt x="257" y="170"/>
                    <a:pt x="257" y="248"/>
                  </a:cubicBezTo>
                  <a:lnTo>
                    <a:pt x="257" y="339"/>
                  </a:lnTo>
                  <a:lnTo>
                    <a:pt x="290" y="339"/>
                  </a:lnTo>
                  <a:lnTo>
                    <a:pt x="290" y="248"/>
                  </a:lnTo>
                  <a:cubicBezTo>
                    <a:pt x="290" y="157"/>
                    <a:pt x="233" y="75"/>
                    <a:pt x="148" y="43"/>
                  </a:cubicBezTo>
                  <a:lnTo>
                    <a:pt x="148" y="43"/>
                  </a:lnTo>
                  <a:lnTo>
                    <a:pt x="10" y="0"/>
                  </a:lnTo>
                  <a:lnTo>
                    <a:pt x="0" y="3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7" name="Freeform 1104">
              <a:extLst>
                <a:ext uri="{FF2B5EF4-FFF2-40B4-BE49-F238E27FC236}">
                  <a16:creationId xmlns:a16="http://schemas.microsoft.com/office/drawing/2014/main" id="{F72E5B39-6B55-3CAA-6C1D-934507B4B585}"/>
                </a:ext>
              </a:extLst>
            </p:cNvPr>
            <p:cNvSpPr>
              <a:spLocks/>
            </p:cNvSpPr>
            <p:nvPr/>
          </p:nvSpPr>
          <p:spPr bwMode="auto">
            <a:xfrm>
              <a:off x="3727451" y="3522663"/>
              <a:ext cx="11113" cy="33338"/>
            </a:xfrm>
            <a:custGeom>
              <a:avLst/>
              <a:gdLst>
                <a:gd name="T0" fmla="*/ 0 w 58"/>
                <a:gd name="T1" fmla="*/ 0 h 163"/>
                <a:gd name="T2" fmla="*/ 0 w 58"/>
                <a:gd name="T3" fmla="*/ 19 h 163"/>
                <a:gd name="T4" fmla="*/ 5 w 58"/>
                <a:gd name="T5" fmla="*/ 84 h 163"/>
                <a:gd name="T6" fmla="*/ 28 w 58"/>
                <a:gd name="T7" fmla="*/ 163 h 163"/>
                <a:gd name="T8" fmla="*/ 58 w 58"/>
                <a:gd name="T9" fmla="*/ 147 h 163"/>
                <a:gd name="T10" fmla="*/ 38 w 58"/>
                <a:gd name="T11" fmla="*/ 79 h 163"/>
                <a:gd name="T12" fmla="*/ 33 w 58"/>
                <a:gd name="T13" fmla="*/ 19 h 163"/>
                <a:gd name="T14" fmla="*/ 34 w 58"/>
                <a:gd name="T15" fmla="*/ 7 h 163"/>
                <a:gd name="T16" fmla="*/ 34 w 58"/>
                <a:gd name="T17" fmla="*/ 3 h 163"/>
                <a:gd name="T18" fmla="*/ 34 w 58"/>
                <a:gd name="T19" fmla="*/ 2 h 163"/>
                <a:gd name="T20" fmla="*/ 0 w 58"/>
                <a:gd name="T21"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163">
                  <a:moveTo>
                    <a:pt x="0" y="0"/>
                  </a:moveTo>
                  <a:cubicBezTo>
                    <a:pt x="0" y="0"/>
                    <a:pt x="0" y="7"/>
                    <a:pt x="0" y="19"/>
                  </a:cubicBezTo>
                  <a:cubicBezTo>
                    <a:pt x="0" y="34"/>
                    <a:pt x="1" y="58"/>
                    <a:pt x="5" y="84"/>
                  </a:cubicBezTo>
                  <a:cubicBezTo>
                    <a:pt x="9" y="109"/>
                    <a:pt x="15" y="138"/>
                    <a:pt x="28" y="163"/>
                  </a:cubicBezTo>
                  <a:lnTo>
                    <a:pt x="58" y="147"/>
                  </a:lnTo>
                  <a:cubicBezTo>
                    <a:pt x="48" y="127"/>
                    <a:pt x="41" y="102"/>
                    <a:pt x="38" y="79"/>
                  </a:cubicBezTo>
                  <a:cubicBezTo>
                    <a:pt x="34" y="55"/>
                    <a:pt x="33" y="33"/>
                    <a:pt x="33" y="19"/>
                  </a:cubicBezTo>
                  <a:cubicBezTo>
                    <a:pt x="33" y="14"/>
                    <a:pt x="33" y="9"/>
                    <a:pt x="34" y="7"/>
                  </a:cubicBezTo>
                  <a:lnTo>
                    <a:pt x="34" y="3"/>
                  </a:lnTo>
                  <a:lnTo>
                    <a:pt x="34" y="2"/>
                  </a:lnTo>
                  <a:lnTo>
                    <a:pt x="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8" name="Freeform 1105">
              <a:extLst>
                <a:ext uri="{FF2B5EF4-FFF2-40B4-BE49-F238E27FC236}">
                  <a16:creationId xmlns:a16="http://schemas.microsoft.com/office/drawing/2014/main" id="{DBA66688-615B-C5DB-FDE9-502569D62E0D}"/>
                </a:ext>
              </a:extLst>
            </p:cNvPr>
            <p:cNvSpPr>
              <a:spLocks/>
            </p:cNvSpPr>
            <p:nvPr/>
          </p:nvSpPr>
          <p:spPr bwMode="auto">
            <a:xfrm>
              <a:off x="3611563" y="3348038"/>
              <a:ext cx="117475" cy="80963"/>
            </a:xfrm>
            <a:custGeom>
              <a:avLst/>
              <a:gdLst>
                <a:gd name="T0" fmla="*/ 543 w 573"/>
                <a:gd name="T1" fmla="*/ 8 h 389"/>
                <a:gd name="T2" fmla="*/ 419 w 573"/>
                <a:gd name="T3" fmla="*/ 0 h 389"/>
                <a:gd name="T4" fmla="*/ 162 w 573"/>
                <a:gd name="T5" fmla="*/ 46 h 389"/>
                <a:gd name="T6" fmla="*/ 53 w 573"/>
                <a:gd name="T7" fmla="*/ 128 h 389"/>
                <a:gd name="T8" fmla="*/ 1 w 573"/>
                <a:gd name="T9" fmla="*/ 269 h 389"/>
                <a:gd name="T10" fmla="*/ 0 w 573"/>
                <a:gd name="T11" fmla="*/ 287 h 389"/>
                <a:gd name="T12" fmla="*/ 221 w 573"/>
                <a:gd name="T13" fmla="*/ 287 h 389"/>
                <a:gd name="T14" fmla="*/ 221 w 573"/>
                <a:gd name="T15" fmla="*/ 270 h 389"/>
                <a:gd name="T16" fmla="*/ 206 w 573"/>
                <a:gd name="T17" fmla="*/ 277 h 389"/>
                <a:gd name="T18" fmla="*/ 261 w 573"/>
                <a:gd name="T19" fmla="*/ 335 h 389"/>
                <a:gd name="T20" fmla="*/ 476 w 573"/>
                <a:gd name="T21" fmla="*/ 389 h 389"/>
                <a:gd name="T22" fmla="*/ 573 w 573"/>
                <a:gd name="T23" fmla="*/ 389 h 389"/>
                <a:gd name="T24" fmla="*/ 573 w 573"/>
                <a:gd name="T25" fmla="*/ 356 h 389"/>
                <a:gd name="T26" fmla="*/ 476 w 573"/>
                <a:gd name="T27" fmla="*/ 356 h 389"/>
                <a:gd name="T28" fmla="*/ 280 w 573"/>
                <a:gd name="T29" fmla="*/ 308 h 389"/>
                <a:gd name="T30" fmla="*/ 244 w 573"/>
                <a:gd name="T31" fmla="*/ 276 h 389"/>
                <a:gd name="T32" fmla="*/ 237 w 573"/>
                <a:gd name="T33" fmla="*/ 266 h 389"/>
                <a:gd name="T34" fmla="*/ 236 w 573"/>
                <a:gd name="T35" fmla="*/ 263 h 389"/>
                <a:gd name="T36" fmla="*/ 236 w 573"/>
                <a:gd name="T37" fmla="*/ 263 h 389"/>
                <a:gd name="T38" fmla="*/ 236 w 573"/>
                <a:gd name="T39" fmla="*/ 263 h 389"/>
                <a:gd name="T40" fmla="*/ 226 w 573"/>
                <a:gd name="T41" fmla="*/ 267 h 389"/>
                <a:gd name="T42" fmla="*/ 236 w 573"/>
                <a:gd name="T43" fmla="*/ 263 h 389"/>
                <a:gd name="T44" fmla="*/ 236 w 573"/>
                <a:gd name="T45" fmla="*/ 263 h 389"/>
                <a:gd name="T46" fmla="*/ 226 w 573"/>
                <a:gd name="T47" fmla="*/ 267 h 389"/>
                <a:gd name="T48" fmla="*/ 236 w 573"/>
                <a:gd name="T49" fmla="*/ 263 h 389"/>
                <a:gd name="T50" fmla="*/ 231 w 573"/>
                <a:gd name="T51" fmla="*/ 253 h 389"/>
                <a:gd name="T52" fmla="*/ 18 w 573"/>
                <a:gd name="T53" fmla="*/ 253 h 389"/>
                <a:gd name="T54" fmla="*/ 18 w 573"/>
                <a:gd name="T55" fmla="*/ 270 h 389"/>
                <a:gd name="T56" fmla="*/ 35 w 573"/>
                <a:gd name="T57" fmla="*/ 271 h 389"/>
                <a:gd name="T58" fmla="*/ 80 w 573"/>
                <a:gd name="T59" fmla="*/ 148 h 389"/>
                <a:gd name="T60" fmla="*/ 235 w 573"/>
                <a:gd name="T61" fmla="*/ 55 h 389"/>
                <a:gd name="T62" fmla="*/ 419 w 573"/>
                <a:gd name="T63" fmla="*/ 33 h 389"/>
                <a:gd name="T64" fmla="*/ 505 w 573"/>
                <a:gd name="T65" fmla="*/ 37 h 389"/>
                <a:gd name="T66" fmla="*/ 529 w 573"/>
                <a:gd name="T67" fmla="*/ 39 h 389"/>
                <a:gd name="T68" fmla="*/ 536 w 573"/>
                <a:gd name="T69" fmla="*/ 40 h 389"/>
                <a:gd name="T70" fmla="*/ 538 w 573"/>
                <a:gd name="T71" fmla="*/ 41 h 389"/>
                <a:gd name="T72" fmla="*/ 543 w 573"/>
                <a:gd name="T73" fmla="*/ 8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73" h="389">
                  <a:moveTo>
                    <a:pt x="543" y="8"/>
                  </a:moveTo>
                  <a:cubicBezTo>
                    <a:pt x="542" y="7"/>
                    <a:pt x="491" y="0"/>
                    <a:pt x="419" y="0"/>
                  </a:cubicBezTo>
                  <a:cubicBezTo>
                    <a:pt x="343" y="0"/>
                    <a:pt x="245" y="8"/>
                    <a:pt x="162" y="46"/>
                  </a:cubicBezTo>
                  <a:cubicBezTo>
                    <a:pt x="120" y="65"/>
                    <a:pt x="82" y="91"/>
                    <a:pt x="53" y="128"/>
                  </a:cubicBezTo>
                  <a:cubicBezTo>
                    <a:pt x="25" y="164"/>
                    <a:pt x="6" y="211"/>
                    <a:pt x="1" y="269"/>
                  </a:cubicBezTo>
                  <a:lnTo>
                    <a:pt x="0" y="287"/>
                  </a:lnTo>
                  <a:lnTo>
                    <a:pt x="221" y="287"/>
                  </a:lnTo>
                  <a:lnTo>
                    <a:pt x="221" y="270"/>
                  </a:lnTo>
                  <a:lnTo>
                    <a:pt x="206" y="277"/>
                  </a:lnTo>
                  <a:cubicBezTo>
                    <a:pt x="207" y="279"/>
                    <a:pt x="220" y="307"/>
                    <a:pt x="261" y="335"/>
                  </a:cubicBezTo>
                  <a:cubicBezTo>
                    <a:pt x="302" y="363"/>
                    <a:pt x="370" y="389"/>
                    <a:pt x="476" y="389"/>
                  </a:cubicBezTo>
                  <a:lnTo>
                    <a:pt x="573" y="389"/>
                  </a:lnTo>
                  <a:lnTo>
                    <a:pt x="573" y="356"/>
                  </a:lnTo>
                  <a:lnTo>
                    <a:pt x="476" y="356"/>
                  </a:lnTo>
                  <a:cubicBezTo>
                    <a:pt x="375" y="356"/>
                    <a:pt x="315" y="331"/>
                    <a:pt x="280" y="308"/>
                  </a:cubicBezTo>
                  <a:cubicBezTo>
                    <a:pt x="262" y="296"/>
                    <a:pt x="251" y="284"/>
                    <a:pt x="244" y="276"/>
                  </a:cubicBezTo>
                  <a:cubicBezTo>
                    <a:pt x="241" y="271"/>
                    <a:pt x="239" y="268"/>
                    <a:pt x="237" y="266"/>
                  </a:cubicBezTo>
                  <a:lnTo>
                    <a:pt x="236" y="263"/>
                  </a:lnTo>
                  <a:lnTo>
                    <a:pt x="236" y="263"/>
                  </a:lnTo>
                  <a:lnTo>
                    <a:pt x="236" y="263"/>
                  </a:lnTo>
                  <a:lnTo>
                    <a:pt x="226" y="267"/>
                  </a:lnTo>
                  <a:lnTo>
                    <a:pt x="236" y="263"/>
                  </a:lnTo>
                  <a:lnTo>
                    <a:pt x="236" y="263"/>
                  </a:lnTo>
                  <a:lnTo>
                    <a:pt x="226" y="267"/>
                  </a:lnTo>
                  <a:lnTo>
                    <a:pt x="236" y="263"/>
                  </a:lnTo>
                  <a:lnTo>
                    <a:pt x="231" y="253"/>
                  </a:lnTo>
                  <a:lnTo>
                    <a:pt x="18" y="253"/>
                  </a:lnTo>
                  <a:lnTo>
                    <a:pt x="18" y="270"/>
                  </a:lnTo>
                  <a:lnTo>
                    <a:pt x="35" y="271"/>
                  </a:lnTo>
                  <a:cubicBezTo>
                    <a:pt x="39" y="219"/>
                    <a:pt x="55" y="180"/>
                    <a:pt x="80" y="148"/>
                  </a:cubicBezTo>
                  <a:cubicBezTo>
                    <a:pt x="117" y="101"/>
                    <a:pt x="173" y="72"/>
                    <a:pt x="235" y="55"/>
                  </a:cubicBezTo>
                  <a:cubicBezTo>
                    <a:pt x="297" y="38"/>
                    <a:pt x="364" y="33"/>
                    <a:pt x="419" y="33"/>
                  </a:cubicBezTo>
                  <a:cubicBezTo>
                    <a:pt x="454" y="33"/>
                    <a:pt x="484" y="35"/>
                    <a:pt x="505" y="37"/>
                  </a:cubicBezTo>
                  <a:cubicBezTo>
                    <a:pt x="515" y="38"/>
                    <a:pt x="524" y="39"/>
                    <a:pt x="529" y="39"/>
                  </a:cubicBezTo>
                  <a:cubicBezTo>
                    <a:pt x="532" y="40"/>
                    <a:pt x="534" y="40"/>
                    <a:pt x="536" y="40"/>
                  </a:cubicBezTo>
                  <a:lnTo>
                    <a:pt x="538" y="41"/>
                  </a:lnTo>
                  <a:lnTo>
                    <a:pt x="543" y="8"/>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9" name="Freeform 1106">
              <a:extLst>
                <a:ext uri="{FF2B5EF4-FFF2-40B4-BE49-F238E27FC236}">
                  <a16:creationId xmlns:a16="http://schemas.microsoft.com/office/drawing/2014/main" id="{8178E6B8-DF72-6B9D-684E-4D0A4B013F4B}"/>
                </a:ext>
              </a:extLst>
            </p:cNvPr>
            <p:cNvSpPr>
              <a:spLocks/>
            </p:cNvSpPr>
            <p:nvPr/>
          </p:nvSpPr>
          <p:spPr bwMode="auto">
            <a:xfrm>
              <a:off x="3716338" y="3362325"/>
              <a:ext cx="61913" cy="98425"/>
            </a:xfrm>
            <a:custGeom>
              <a:avLst/>
              <a:gdLst>
                <a:gd name="T0" fmla="*/ 4 w 297"/>
                <a:gd name="T1" fmla="*/ 34 h 483"/>
                <a:gd name="T2" fmla="*/ 4 w 297"/>
                <a:gd name="T3" fmla="*/ 34 h 483"/>
                <a:gd name="T4" fmla="*/ 19 w 297"/>
                <a:gd name="T5" fmla="*/ 34 h 483"/>
                <a:gd name="T6" fmla="*/ 163 w 297"/>
                <a:gd name="T7" fmla="*/ 79 h 483"/>
                <a:gd name="T8" fmla="*/ 233 w 297"/>
                <a:gd name="T9" fmla="*/ 170 h 483"/>
                <a:gd name="T10" fmla="*/ 264 w 297"/>
                <a:gd name="T11" fmla="*/ 341 h 483"/>
                <a:gd name="T12" fmla="*/ 261 w 297"/>
                <a:gd name="T13" fmla="*/ 398 h 483"/>
                <a:gd name="T14" fmla="*/ 206 w 297"/>
                <a:gd name="T15" fmla="*/ 450 h 483"/>
                <a:gd name="T16" fmla="*/ 206 w 297"/>
                <a:gd name="T17" fmla="*/ 483 h 483"/>
                <a:gd name="T18" fmla="*/ 295 w 297"/>
                <a:gd name="T19" fmla="*/ 401 h 483"/>
                <a:gd name="T20" fmla="*/ 297 w 297"/>
                <a:gd name="T21" fmla="*/ 341 h 483"/>
                <a:gd name="T22" fmla="*/ 263 w 297"/>
                <a:gd name="T23" fmla="*/ 157 h 483"/>
                <a:gd name="T24" fmla="*/ 136 w 297"/>
                <a:gd name="T25" fmla="*/ 25 h 483"/>
                <a:gd name="T26" fmla="*/ 19 w 297"/>
                <a:gd name="T27" fmla="*/ 0 h 483"/>
                <a:gd name="T28" fmla="*/ 0 w 297"/>
                <a:gd name="T29" fmla="*/ 1 h 483"/>
                <a:gd name="T30" fmla="*/ 4 w 297"/>
                <a:gd name="T31" fmla="*/ 34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7" h="483">
                  <a:moveTo>
                    <a:pt x="4" y="34"/>
                  </a:moveTo>
                  <a:lnTo>
                    <a:pt x="4" y="34"/>
                  </a:lnTo>
                  <a:cubicBezTo>
                    <a:pt x="5" y="34"/>
                    <a:pt x="10" y="34"/>
                    <a:pt x="19" y="34"/>
                  </a:cubicBezTo>
                  <a:cubicBezTo>
                    <a:pt x="48" y="34"/>
                    <a:pt x="110" y="39"/>
                    <a:pt x="163" y="79"/>
                  </a:cubicBezTo>
                  <a:cubicBezTo>
                    <a:pt x="189" y="100"/>
                    <a:pt x="214" y="128"/>
                    <a:pt x="233" y="170"/>
                  </a:cubicBezTo>
                  <a:cubicBezTo>
                    <a:pt x="251" y="212"/>
                    <a:pt x="264" y="267"/>
                    <a:pt x="264" y="341"/>
                  </a:cubicBezTo>
                  <a:cubicBezTo>
                    <a:pt x="264" y="359"/>
                    <a:pt x="263" y="378"/>
                    <a:pt x="261" y="398"/>
                  </a:cubicBezTo>
                  <a:cubicBezTo>
                    <a:pt x="259" y="428"/>
                    <a:pt x="235" y="450"/>
                    <a:pt x="206" y="450"/>
                  </a:cubicBezTo>
                  <a:lnTo>
                    <a:pt x="206" y="483"/>
                  </a:lnTo>
                  <a:cubicBezTo>
                    <a:pt x="253" y="483"/>
                    <a:pt x="291" y="447"/>
                    <a:pt x="295" y="401"/>
                  </a:cubicBezTo>
                  <a:cubicBezTo>
                    <a:pt x="296" y="380"/>
                    <a:pt x="297" y="360"/>
                    <a:pt x="297" y="341"/>
                  </a:cubicBezTo>
                  <a:cubicBezTo>
                    <a:pt x="297" y="264"/>
                    <a:pt x="284" y="204"/>
                    <a:pt x="263" y="157"/>
                  </a:cubicBezTo>
                  <a:cubicBezTo>
                    <a:pt x="232" y="86"/>
                    <a:pt x="183" y="46"/>
                    <a:pt x="136" y="25"/>
                  </a:cubicBezTo>
                  <a:cubicBezTo>
                    <a:pt x="89" y="4"/>
                    <a:pt x="44" y="0"/>
                    <a:pt x="19" y="0"/>
                  </a:cubicBezTo>
                  <a:cubicBezTo>
                    <a:pt x="8" y="0"/>
                    <a:pt x="0" y="1"/>
                    <a:pt x="0" y="1"/>
                  </a:cubicBezTo>
                  <a:lnTo>
                    <a:pt x="4" y="34"/>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0" name="Freeform 1107">
              <a:extLst>
                <a:ext uri="{FF2B5EF4-FFF2-40B4-BE49-F238E27FC236}">
                  <a16:creationId xmlns:a16="http://schemas.microsoft.com/office/drawing/2014/main" id="{AF35E4FE-AFD8-17D7-430B-7BBBAEF34300}"/>
                </a:ext>
              </a:extLst>
            </p:cNvPr>
            <p:cNvSpPr>
              <a:spLocks/>
            </p:cNvSpPr>
            <p:nvPr/>
          </p:nvSpPr>
          <p:spPr bwMode="auto">
            <a:xfrm>
              <a:off x="3625851" y="3400425"/>
              <a:ext cx="139700" cy="136525"/>
            </a:xfrm>
            <a:custGeom>
              <a:avLst/>
              <a:gdLst>
                <a:gd name="T0" fmla="*/ 12 w 677"/>
                <a:gd name="T1" fmla="*/ 191 h 657"/>
                <a:gd name="T2" fmla="*/ 32 w 677"/>
                <a:gd name="T3" fmla="*/ 263 h 657"/>
                <a:gd name="T4" fmla="*/ 0 w 677"/>
                <a:gd name="T5" fmla="*/ 383 h 657"/>
                <a:gd name="T6" fmla="*/ 142 w 677"/>
                <a:gd name="T7" fmla="*/ 631 h 657"/>
                <a:gd name="T8" fmla="*/ 286 w 677"/>
                <a:gd name="T9" fmla="*/ 640 h 657"/>
                <a:gd name="T10" fmla="*/ 307 w 677"/>
                <a:gd name="T11" fmla="*/ 657 h 657"/>
                <a:gd name="T12" fmla="*/ 582 w 677"/>
                <a:gd name="T13" fmla="*/ 553 h 657"/>
                <a:gd name="T14" fmla="*/ 621 w 677"/>
                <a:gd name="T15" fmla="*/ 401 h 657"/>
                <a:gd name="T16" fmla="*/ 621 w 677"/>
                <a:gd name="T17" fmla="*/ 402 h 657"/>
                <a:gd name="T18" fmla="*/ 604 w 677"/>
                <a:gd name="T19" fmla="*/ 328 h 657"/>
                <a:gd name="T20" fmla="*/ 606 w 677"/>
                <a:gd name="T21" fmla="*/ 345 h 657"/>
                <a:gd name="T22" fmla="*/ 606 w 677"/>
                <a:gd name="T23" fmla="*/ 202 h 657"/>
                <a:gd name="T24" fmla="*/ 590 w 677"/>
                <a:gd name="T25" fmla="*/ 219 h 657"/>
                <a:gd name="T26" fmla="*/ 608 w 677"/>
                <a:gd name="T27" fmla="*/ 185 h 657"/>
                <a:gd name="T28" fmla="*/ 561 w 677"/>
                <a:gd name="T29" fmla="*/ 13 h 657"/>
                <a:gd name="T30" fmla="*/ 568 w 677"/>
                <a:gd name="T31" fmla="*/ 106 h 657"/>
                <a:gd name="T32" fmla="*/ 574 w 677"/>
                <a:gd name="T33" fmla="*/ 209 h 657"/>
                <a:gd name="T34" fmla="*/ 574 w 677"/>
                <a:gd name="T35" fmla="*/ 217 h 657"/>
                <a:gd name="T36" fmla="*/ 606 w 677"/>
                <a:gd name="T37" fmla="*/ 235 h 657"/>
                <a:gd name="T38" fmla="*/ 606 w 677"/>
                <a:gd name="T39" fmla="*/ 311 h 657"/>
                <a:gd name="T40" fmla="*/ 588 w 677"/>
                <a:gd name="T41" fmla="*/ 311 h 657"/>
                <a:gd name="T42" fmla="*/ 588 w 677"/>
                <a:gd name="T43" fmla="*/ 404 h 657"/>
                <a:gd name="T44" fmla="*/ 556 w 677"/>
                <a:gd name="T45" fmla="*/ 533 h 657"/>
                <a:gd name="T46" fmla="*/ 307 w 677"/>
                <a:gd name="T47" fmla="*/ 624 h 657"/>
                <a:gd name="T48" fmla="*/ 288 w 677"/>
                <a:gd name="T49" fmla="*/ 623 h 657"/>
                <a:gd name="T50" fmla="*/ 286 w 677"/>
                <a:gd name="T51" fmla="*/ 623 h 657"/>
                <a:gd name="T52" fmla="*/ 155 w 677"/>
                <a:gd name="T53" fmla="*/ 600 h 657"/>
                <a:gd name="T54" fmla="*/ 33 w 677"/>
                <a:gd name="T55" fmla="*/ 383 h 657"/>
                <a:gd name="T56" fmla="*/ 46 w 677"/>
                <a:gd name="T57" fmla="*/ 276 h 657"/>
                <a:gd name="T58" fmla="*/ 48 w 677"/>
                <a:gd name="T59" fmla="*/ 268 h 657"/>
                <a:gd name="T60" fmla="*/ 49 w 677"/>
                <a:gd name="T61" fmla="*/ 264 h 657"/>
                <a:gd name="T62" fmla="*/ 45 w 677"/>
                <a:gd name="T63" fmla="*/ 191 h 657"/>
                <a:gd name="T64" fmla="*/ 50 w 677"/>
                <a:gd name="T65" fmla="*/ 0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77" h="657">
                  <a:moveTo>
                    <a:pt x="50" y="0"/>
                  </a:moveTo>
                  <a:cubicBezTo>
                    <a:pt x="30" y="42"/>
                    <a:pt x="12" y="104"/>
                    <a:pt x="12" y="191"/>
                  </a:cubicBezTo>
                  <a:cubicBezTo>
                    <a:pt x="12" y="214"/>
                    <a:pt x="13" y="238"/>
                    <a:pt x="16" y="264"/>
                  </a:cubicBezTo>
                  <a:lnTo>
                    <a:pt x="32" y="263"/>
                  </a:lnTo>
                  <a:lnTo>
                    <a:pt x="16" y="258"/>
                  </a:lnTo>
                  <a:cubicBezTo>
                    <a:pt x="16" y="259"/>
                    <a:pt x="0" y="314"/>
                    <a:pt x="0" y="383"/>
                  </a:cubicBezTo>
                  <a:cubicBezTo>
                    <a:pt x="0" y="441"/>
                    <a:pt x="11" y="508"/>
                    <a:pt x="53" y="563"/>
                  </a:cubicBezTo>
                  <a:cubicBezTo>
                    <a:pt x="74" y="591"/>
                    <a:pt x="103" y="614"/>
                    <a:pt x="142" y="631"/>
                  </a:cubicBezTo>
                  <a:cubicBezTo>
                    <a:pt x="180" y="647"/>
                    <a:pt x="227" y="657"/>
                    <a:pt x="286" y="657"/>
                  </a:cubicBezTo>
                  <a:lnTo>
                    <a:pt x="286" y="640"/>
                  </a:lnTo>
                  <a:lnTo>
                    <a:pt x="285" y="657"/>
                  </a:lnTo>
                  <a:cubicBezTo>
                    <a:pt x="285" y="657"/>
                    <a:pt x="293" y="657"/>
                    <a:pt x="307" y="657"/>
                  </a:cubicBezTo>
                  <a:cubicBezTo>
                    <a:pt x="345" y="657"/>
                    <a:pt x="421" y="653"/>
                    <a:pt x="490" y="623"/>
                  </a:cubicBezTo>
                  <a:cubicBezTo>
                    <a:pt x="525" y="608"/>
                    <a:pt x="558" y="586"/>
                    <a:pt x="582" y="553"/>
                  </a:cubicBezTo>
                  <a:cubicBezTo>
                    <a:pt x="607" y="521"/>
                    <a:pt x="622" y="479"/>
                    <a:pt x="622" y="426"/>
                  </a:cubicBezTo>
                  <a:cubicBezTo>
                    <a:pt x="622" y="418"/>
                    <a:pt x="622" y="409"/>
                    <a:pt x="621" y="401"/>
                  </a:cubicBezTo>
                  <a:lnTo>
                    <a:pt x="604" y="402"/>
                  </a:lnTo>
                  <a:lnTo>
                    <a:pt x="621" y="402"/>
                  </a:lnTo>
                  <a:lnTo>
                    <a:pt x="621" y="328"/>
                  </a:lnTo>
                  <a:lnTo>
                    <a:pt x="604" y="328"/>
                  </a:lnTo>
                  <a:lnTo>
                    <a:pt x="604" y="345"/>
                  </a:lnTo>
                  <a:lnTo>
                    <a:pt x="606" y="345"/>
                  </a:lnTo>
                  <a:cubicBezTo>
                    <a:pt x="645" y="345"/>
                    <a:pt x="677" y="313"/>
                    <a:pt x="677" y="273"/>
                  </a:cubicBezTo>
                  <a:cubicBezTo>
                    <a:pt x="677" y="234"/>
                    <a:pt x="645" y="202"/>
                    <a:pt x="606" y="202"/>
                  </a:cubicBezTo>
                  <a:lnTo>
                    <a:pt x="590" y="202"/>
                  </a:lnTo>
                  <a:lnTo>
                    <a:pt x="590" y="219"/>
                  </a:lnTo>
                  <a:lnTo>
                    <a:pt x="607" y="220"/>
                  </a:lnTo>
                  <a:cubicBezTo>
                    <a:pt x="607" y="220"/>
                    <a:pt x="608" y="206"/>
                    <a:pt x="608" y="185"/>
                  </a:cubicBezTo>
                  <a:cubicBezTo>
                    <a:pt x="608" y="162"/>
                    <a:pt x="607" y="131"/>
                    <a:pt x="600" y="100"/>
                  </a:cubicBezTo>
                  <a:cubicBezTo>
                    <a:pt x="594" y="68"/>
                    <a:pt x="583" y="37"/>
                    <a:pt x="561" y="13"/>
                  </a:cubicBezTo>
                  <a:lnTo>
                    <a:pt x="537" y="36"/>
                  </a:lnTo>
                  <a:cubicBezTo>
                    <a:pt x="552" y="52"/>
                    <a:pt x="562" y="78"/>
                    <a:pt x="568" y="106"/>
                  </a:cubicBezTo>
                  <a:cubicBezTo>
                    <a:pt x="573" y="135"/>
                    <a:pt x="575" y="164"/>
                    <a:pt x="575" y="185"/>
                  </a:cubicBezTo>
                  <a:cubicBezTo>
                    <a:pt x="575" y="195"/>
                    <a:pt x="574" y="203"/>
                    <a:pt x="574" y="209"/>
                  </a:cubicBezTo>
                  <a:cubicBezTo>
                    <a:pt x="574" y="211"/>
                    <a:pt x="574" y="214"/>
                    <a:pt x="574" y="215"/>
                  </a:cubicBezTo>
                  <a:lnTo>
                    <a:pt x="574" y="217"/>
                  </a:lnTo>
                  <a:lnTo>
                    <a:pt x="572" y="235"/>
                  </a:lnTo>
                  <a:lnTo>
                    <a:pt x="606" y="235"/>
                  </a:lnTo>
                  <a:cubicBezTo>
                    <a:pt x="627" y="235"/>
                    <a:pt x="644" y="252"/>
                    <a:pt x="644" y="273"/>
                  </a:cubicBezTo>
                  <a:cubicBezTo>
                    <a:pt x="644" y="294"/>
                    <a:pt x="627" y="311"/>
                    <a:pt x="606" y="311"/>
                  </a:cubicBezTo>
                  <a:lnTo>
                    <a:pt x="604" y="311"/>
                  </a:lnTo>
                  <a:lnTo>
                    <a:pt x="588" y="311"/>
                  </a:lnTo>
                  <a:lnTo>
                    <a:pt x="588" y="403"/>
                  </a:lnTo>
                  <a:lnTo>
                    <a:pt x="588" y="404"/>
                  </a:lnTo>
                  <a:cubicBezTo>
                    <a:pt x="588" y="411"/>
                    <a:pt x="589" y="419"/>
                    <a:pt x="589" y="426"/>
                  </a:cubicBezTo>
                  <a:cubicBezTo>
                    <a:pt x="588" y="473"/>
                    <a:pt x="576" y="507"/>
                    <a:pt x="556" y="533"/>
                  </a:cubicBezTo>
                  <a:cubicBezTo>
                    <a:pt x="525" y="573"/>
                    <a:pt x="477" y="596"/>
                    <a:pt x="429" y="609"/>
                  </a:cubicBezTo>
                  <a:cubicBezTo>
                    <a:pt x="381" y="622"/>
                    <a:pt x="333" y="624"/>
                    <a:pt x="307" y="624"/>
                  </a:cubicBezTo>
                  <a:cubicBezTo>
                    <a:pt x="301" y="624"/>
                    <a:pt x="296" y="624"/>
                    <a:pt x="292" y="624"/>
                  </a:cubicBezTo>
                  <a:cubicBezTo>
                    <a:pt x="290" y="623"/>
                    <a:pt x="289" y="623"/>
                    <a:pt x="288" y="623"/>
                  </a:cubicBezTo>
                  <a:lnTo>
                    <a:pt x="287" y="623"/>
                  </a:lnTo>
                  <a:lnTo>
                    <a:pt x="286" y="623"/>
                  </a:lnTo>
                  <a:lnTo>
                    <a:pt x="286" y="623"/>
                  </a:lnTo>
                  <a:cubicBezTo>
                    <a:pt x="231" y="623"/>
                    <a:pt x="188" y="614"/>
                    <a:pt x="155" y="600"/>
                  </a:cubicBezTo>
                  <a:cubicBezTo>
                    <a:pt x="105" y="578"/>
                    <a:pt x="75" y="545"/>
                    <a:pt x="57" y="506"/>
                  </a:cubicBezTo>
                  <a:cubicBezTo>
                    <a:pt x="39" y="467"/>
                    <a:pt x="33" y="423"/>
                    <a:pt x="33" y="383"/>
                  </a:cubicBezTo>
                  <a:cubicBezTo>
                    <a:pt x="33" y="351"/>
                    <a:pt x="37" y="322"/>
                    <a:pt x="41" y="301"/>
                  </a:cubicBezTo>
                  <a:cubicBezTo>
                    <a:pt x="43" y="290"/>
                    <a:pt x="45" y="282"/>
                    <a:pt x="46" y="276"/>
                  </a:cubicBezTo>
                  <a:cubicBezTo>
                    <a:pt x="47" y="273"/>
                    <a:pt x="47" y="271"/>
                    <a:pt x="48" y="269"/>
                  </a:cubicBezTo>
                  <a:lnTo>
                    <a:pt x="48" y="268"/>
                  </a:lnTo>
                  <a:lnTo>
                    <a:pt x="48" y="267"/>
                  </a:lnTo>
                  <a:lnTo>
                    <a:pt x="49" y="264"/>
                  </a:lnTo>
                  <a:lnTo>
                    <a:pt x="49" y="261"/>
                  </a:lnTo>
                  <a:cubicBezTo>
                    <a:pt x="47" y="236"/>
                    <a:pt x="45" y="213"/>
                    <a:pt x="45" y="191"/>
                  </a:cubicBezTo>
                  <a:cubicBezTo>
                    <a:pt x="45" y="108"/>
                    <a:pt x="62" y="52"/>
                    <a:pt x="80" y="15"/>
                  </a:cubicBezTo>
                  <a:lnTo>
                    <a:pt x="5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1" name="Freeform 1108">
              <a:extLst>
                <a:ext uri="{FF2B5EF4-FFF2-40B4-BE49-F238E27FC236}">
                  <a16:creationId xmlns:a16="http://schemas.microsoft.com/office/drawing/2014/main" id="{89911108-4898-05F8-3D94-68D4B759B43B}"/>
                </a:ext>
              </a:extLst>
            </p:cNvPr>
            <p:cNvSpPr>
              <a:spLocks/>
            </p:cNvSpPr>
            <p:nvPr/>
          </p:nvSpPr>
          <p:spPr bwMode="auto">
            <a:xfrm>
              <a:off x="3656013" y="3462338"/>
              <a:ext cx="11113" cy="23813"/>
            </a:xfrm>
            <a:custGeom>
              <a:avLst/>
              <a:gdLst>
                <a:gd name="T0" fmla="*/ 39 w 57"/>
                <a:gd name="T1" fmla="*/ 0 h 113"/>
                <a:gd name="T2" fmla="*/ 20 w 57"/>
                <a:gd name="T3" fmla="*/ 18 h 113"/>
                <a:gd name="T4" fmla="*/ 0 w 57"/>
                <a:gd name="T5" fmla="*/ 70 h 113"/>
                <a:gd name="T6" fmla="*/ 12 w 57"/>
                <a:gd name="T7" fmla="*/ 113 h 113"/>
                <a:gd name="T8" fmla="*/ 41 w 57"/>
                <a:gd name="T9" fmla="*/ 97 h 113"/>
                <a:gd name="T10" fmla="*/ 34 w 57"/>
                <a:gd name="T11" fmla="*/ 70 h 113"/>
                <a:gd name="T12" fmla="*/ 46 w 57"/>
                <a:gd name="T13" fmla="*/ 39 h 113"/>
                <a:gd name="T14" fmla="*/ 54 w 57"/>
                <a:gd name="T15" fmla="*/ 31 h 113"/>
                <a:gd name="T16" fmla="*/ 57 w 57"/>
                <a:gd name="T17" fmla="*/ 29 h 113"/>
                <a:gd name="T18" fmla="*/ 57 w 57"/>
                <a:gd name="T19" fmla="*/ 28 h 113"/>
                <a:gd name="T20" fmla="*/ 57 w 57"/>
                <a:gd name="T21" fmla="*/ 28 h 113"/>
                <a:gd name="T22" fmla="*/ 57 w 57"/>
                <a:gd name="T23" fmla="*/ 28 h 113"/>
                <a:gd name="T24" fmla="*/ 57 w 57"/>
                <a:gd name="T25" fmla="*/ 28 h 113"/>
                <a:gd name="T26" fmla="*/ 57 w 57"/>
                <a:gd name="T27" fmla="*/ 28 h 113"/>
                <a:gd name="T28" fmla="*/ 57 w 57"/>
                <a:gd name="T29" fmla="*/ 28 h 113"/>
                <a:gd name="T30" fmla="*/ 39 w 57"/>
                <a:gd name="T31" fmla="*/ 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 h="113">
                  <a:moveTo>
                    <a:pt x="39" y="0"/>
                  </a:moveTo>
                  <a:cubicBezTo>
                    <a:pt x="38" y="1"/>
                    <a:pt x="29" y="7"/>
                    <a:pt x="20" y="18"/>
                  </a:cubicBezTo>
                  <a:cubicBezTo>
                    <a:pt x="10" y="29"/>
                    <a:pt x="0" y="47"/>
                    <a:pt x="0" y="70"/>
                  </a:cubicBezTo>
                  <a:cubicBezTo>
                    <a:pt x="0" y="83"/>
                    <a:pt x="4" y="98"/>
                    <a:pt x="12" y="113"/>
                  </a:cubicBezTo>
                  <a:lnTo>
                    <a:pt x="41" y="97"/>
                  </a:lnTo>
                  <a:cubicBezTo>
                    <a:pt x="36" y="86"/>
                    <a:pt x="34" y="78"/>
                    <a:pt x="34" y="70"/>
                  </a:cubicBezTo>
                  <a:cubicBezTo>
                    <a:pt x="34" y="57"/>
                    <a:pt x="39" y="47"/>
                    <a:pt x="46" y="39"/>
                  </a:cubicBezTo>
                  <a:cubicBezTo>
                    <a:pt x="49" y="36"/>
                    <a:pt x="52" y="33"/>
                    <a:pt x="54" y="31"/>
                  </a:cubicBezTo>
                  <a:lnTo>
                    <a:pt x="57" y="29"/>
                  </a:lnTo>
                  <a:lnTo>
                    <a:pt x="57" y="28"/>
                  </a:lnTo>
                  <a:lnTo>
                    <a:pt x="57" y="28"/>
                  </a:lnTo>
                  <a:lnTo>
                    <a:pt x="57" y="28"/>
                  </a:lnTo>
                  <a:lnTo>
                    <a:pt x="57" y="28"/>
                  </a:lnTo>
                  <a:lnTo>
                    <a:pt x="57" y="28"/>
                  </a:lnTo>
                  <a:lnTo>
                    <a:pt x="57" y="28"/>
                  </a:lnTo>
                  <a:lnTo>
                    <a:pt x="39"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2" name="Freeform 1109">
              <a:extLst>
                <a:ext uri="{FF2B5EF4-FFF2-40B4-BE49-F238E27FC236}">
                  <a16:creationId xmlns:a16="http://schemas.microsoft.com/office/drawing/2014/main" id="{51DF2C3A-7F36-6119-D83D-F68349A24FA9}"/>
                </a:ext>
              </a:extLst>
            </p:cNvPr>
            <p:cNvSpPr>
              <a:spLocks/>
            </p:cNvSpPr>
            <p:nvPr/>
          </p:nvSpPr>
          <p:spPr bwMode="auto">
            <a:xfrm>
              <a:off x="3654426" y="3497263"/>
              <a:ext cx="42863" cy="12700"/>
            </a:xfrm>
            <a:custGeom>
              <a:avLst/>
              <a:gdLst>
                <a:gd name="T0" fmla="*/ 0 w 208"/>
                <a:gd name="T1" fmla="*/ 29 h 56"/>
                <a:gd name="T2" fmla="*/ 108 w 208"/>
                <a:gd name="T3" fmla="*/ 56 h 56"/>
                <a:gd name="T4" fmla="*/ 208 w 208"/>
                <a:gd name="T5" fmla="*/ 29 h 56"/>
                <a:gd name="T6" fmla="*/ 191 w 208"/>
                <a:gd name="T7" fmla="*/ 0 h 56"/>
                <a:gd name="T8" fmla="*/ 108 w 208"/>
                <a:gd name="T9" fmla="*/ 23 h 56"/>
                <a:gd name="T10" fmla="*/ 42 w 208"/>
                <a:gd name="T11" fmla="*/ 12 h 56"/>
                <a:gd name="T12" fmla="*/ 23 w 208"/>
                <a:gd name="T13" fmla="*/ 4 h 56"/>
                <a:gd name="T14" fmla="*/ 18 w 208"/>
                <a:gd name="T15" fmla="*/ 1 h 56"/>
                <a:gd name="T16" fmla="*/ 17 w 208"/>
                <a:gd name="T17" fmla="*/ 1 h 56"/>
                <a:gd name="T18" fmla="*/ 16 w 208"/>
                <a:gd name="T19" fmla="*/ 0 h 56"/>
                <a:gd name="T20" fmla="*/ 15 w 208"/>
                <a:gd name="T21" fmla="*/ 2 h 56"/>
                <a:gd name="T22" fmla="*/ 16 w 208"/>
                <a:gd name="T23" fmla="*/ 0 h 56"/>
                <a:gd name="T24" fmla="*/ 16 w 208"/>
                <a:gd name="T25" fmla="*/ 0 h 56"/>
                <a:gd name="T26" fmla="*/ 15 w 208"/>
                <a:gd name="T27" fmla="*/ 2 h 56"/>
                <a:gd name="T28" fmla="*/ 16 w 208"/>
                <a:gd name="T29" fmla="*/ 0 h 56"/>
                <a:gd name="T30" fmla="*/ 0 w 208"/>
                <a:gd name="T31" fmla="*/ 29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8" h="56">
                  <a:moveTo>
                    <a:pt x="0" y="29"/>
                  </a:moveTo>
                  <a:cubicBezTo>
                    <a:pt x="1" y="30"/>
                    <a:pt x="46" y="56"/>
                    <a:pt x="108" y="56"/>
                  </a:cubicBezTo>
                  <a:cubicBezTo>
                    <a:pt x="138" y="56"/>
                    <a:pt x="173" y="49"/>
                    <a:pt x="208" y="29"/>
                  </a:cubicBezTo>
                  <a:lnTo>
                    <a:pt x="191" y="0"/>
                  </a:lnTo>
                  <a:cubicBezTo>
                    <a:pt x="162" y="17"/>
                    <a:pt x="133" y="23"/>
                    <a:pt x="108" y="23"/>
                  </a:cubicBezTo>
                  <a:cubicBezTo>
                    <a:pt x="82" y="23"/>
                    <a:pt x="58" y="17"/>
                    <a:pt x="42" y="12"/>
                  </a:cubicBezTo>
                  <a:cubicBezTo>
                    <a:pt x="34" y="9"/>
                    <a:pt x="27" y="6"/>
                    <a:pt x="23" y="4"/>
                  </a:cubicBezTo>
                  <a:cubicBezTo>
                    <a:pt x="21" y="3"/>
                    <a:pt x="19" y="2"/>
                    <a:pt x="18" y="1"/>
                  </a:cubicBezTo>
                  <a:lnTo>
                    <a:pt x="17" y="1"/>
                  </a:lnTo>
                  <a:lnTo>
                    <a:pt x="16" y="0"/>
                  </a:lnTo>
                  <a:lnTo>
                    <a:pt x="15" y="2"/>
                  </a:lnTo>
                  <a:lnTo>
                    <a:pt x="16" y="0"/>
                  </a:lnTo>
                  <a:lnTo>
                    <a:pt x="16" y="0"/>
                  </a:lnTo>
                  <a:lnTo>
                    <a:pt x="15" y="2"/>
                  </a:lnTo>
                  <a:lnTo>
                    <a:pt x="16" y="0"/>
                  </a:lnTo>
                  <a:lnTo>
                    <a:pt x="0" y="2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3" name="Rectangle 1110">
              <a:extLst>
                <a:ext uri="{FF2B5EF4-FFF2-40B4-BE49-F238E27FC236}">
                  <a16:creationId xmlns:a16="http://schemas.microsoft.com/office/drawing/2014/main" id="{C52EACCD-2841-CD6F-1636-2A18D52D5004}"/>
                </a:ext>
              </a:extLst>
            </p:cNvPr>
            <p:cNvSpPr>
              <a:spLocks noChangeArrowheads="1"/>
            </p:cNvSpPr>
            <p:nvPr/>
          </p:nvSpPr>
          <p:spPr bwMode="auto">
            <a:xfrm>
              <a:off x="3684588"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4" name="Rectangle 1111">
              <a:extLst>
                <a:ext uri="{FF2B5EF4-FFF2-40B4-BE49-F238E27FC236}">
                  <a16:creationId xmlns:a16="http://schemas.microsoft.com/office/drawing/2014/main" id="{32C58A98-E875-D524-1CE9-8F2B4BE7D9DC}"/>
                </a:ext>
              </a:extLst>
            </p:cNvPr>
            <p:cNvSpPr>
              <a:spLocks noChangeArrowheads="1"/>
            </p:cNvSpPr>
            <p:nvPr/>
          </p:nvSpPr>
          <p:spPr bwMode="auto">
            <a:xfrm>
              <a:off x="3636963"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5" name="Rectangle 1112">
              <a:extLst>
                <a:ext uri="{FF2B5EF4-FFF2-40B4-BE49-F238E27FC236}">
                  <a16:creationId xmlns:a16="http://schemas.microsoft.com/office/drawing/2014/main" id="{26D6C7FB-2BBF-A242-DBC1-FDB7BD562B4F}"/>
                </a:ext>
              </a:extLst>
            </p:cNvPr>
            <p:cNvSpPr>
              <a:spLocks noChangeArrowheads="1"/>
            </p:cNvSpPr>
            <p:nvPr/>
          </p:nvSpPr>
          <p:spPr bwMode="auto">
            <a:xfrm>
              <a:off x="3713163" y="3433763"/>
              <a:ext cx="34925"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6" name="Rectangle 1113">
              <a:extLst>
                <a:ext uri="{FF2B5EF4-FFF2-40B4-BE49-F238E27FC236}">
                  <a16:creationId xmlns:a16="http://schemas.microsoft.com/office/drawing/2014/main" id="{B0263338-7EAA-3121-AE9F-7DE893AEDE11}"/>
                </a:ext>
              </a:extLst>
            </p:cNvPr>
            <p:cNvSpPr>
              <a:spLocks noChangeArrowheads="1"/>
            </p:cNvSpPr>
            <p:nvPr/>
          </p:nvSpPr>
          <p:spPr bwMode="auto">
            <a:xfrm>
              <a:off x="3662363" y="3433763"/>
              <a:ext cx="1270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7" name="Rectangle 1114">
              <a:extLst>
                <a:ext uri="{FF2B5EF4-FFF2-40B4-BE49-F238E27FC236}">
                  <a16:creationId xmlns:a16="http://schemas.microsoft.com/office/drawing/2014/main" id="{9CF72DB1-0FC5-F4C0-1024-564B7EDDA030}"/>
                </a:ext>
              </a:extLst>
            </p:cNvPr>
            <p:cNvSpPr>
              <a:spLocks noChangeArrowheads="1"/>
            </p:cNvSpPr>
            <p:nvPr/>
          </p:nvSpPr>
          <p:spPr bwMode="auto">
            <a:xfrm>
              <a:off x="3657601" y="3400425"/>
              <a:ext cx="36513"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8" name="Freeform 1115">
              <a:extLst>
                <a:ext uri="{FF2B5EF4-FFF2-40B4-BE49-F238E27FC236}">
                  <a16:creationId xmlns:a16="http://schemas.microsoft.com/office/drawing/2014/main" id="{FFDE590D-F1A2-1D96-A0B3-311F505B3E3E}"/>
                </a:ext>
              </a:extLst>
            </p:cNvPr>
            <p:cNvSpPr>
              <a:spLocks/>
            </p:cNvSpPr>
            <p:nvPr/>
          </p:nvSpPr>
          <p:spPr bwMode="auto">
            <a:xfrm>
              <a:off x="3638551" y="3548063"/>
              <a:ext cx="66675" cy="53975"/>
            </a:xfrm>
            <a:custGeom>
              <a:avLst/>
              <a:gdLst>
                <a:gd name="T0" fmla="*/ 3 w 42"/>
                <a:gd name="T1" fmla="*/ 16 h 34"/>
                <a:gd name="T2" fmla="*/ 2 w 42"/>
                <a:gd name="T3" fmla="*/ 18 h 34"/>
                <a:gd name="T4" fmla="*/ 26 w 42"/>
                <a:gd name="T5" fmla="*/ 34 h 34"/>
                <a:gd name="T6" fmla="*/ 42 w 42"/>
                <a:gd name="T7" fmla="*/ 12 h 34"/>
                <a:gd name="T8" fmla="*/ 13 w 42"/>
                <a:gd name="T9" fmla="*/ 0 h 34"/>
                <a:gd name="T10" fmla="*/ 0 w 42"/>
                <a:gd name="T11" fmla="*/ 17 h 34"/>
                <a:gd name="T12" fmla="*/ 2 w 42"/>
                <a:gd name="T13" fmla="*/ 18 h 34"/>
                <a:gd name="T14" fmla="*/ 3 w 42"/>
                <a:gd name="T15" fmla="*/ 16 h 34"/>
                <a:gd name="T16" fmla="*/ 5 w 42"/>
                <a:gd name="T17" fmla="*/ 17 h 34"/>
                <a:gd name="T18" fmla="*/ 14 w 42"/>
                <a:gd name="T19" fmla="*/ 5 h 34"/>
                <a:gd name="T20" fmla="*/ 35 w 42"/>
                <a:gd name="T21" fmla="*/ 14 h 34"/>
                <a:gd name="T22" fmla="*/ 25 w 42"/>
                <a:gd name="T23" fmla="*/ 28 h 34"/>
                <a:gd name="T24" fmla="*/ 4 w 42"/>
                <a:gd name="T25" fmla="*/ 14 h 34"/>
                <a:gd name="T26" fmla="*/ 3 w 42"/>
                <a:gd name="T27" fmla="*/ 16 h 34"/>
                <a:gd name="T28" fmla="*/ 5 w 42"/>
                <a:gd name="T29" fmla="*/ 17 h 34"/>
                <a:gd name="T30" fmla="*/ 3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 y="16"/>
                  </a:moveTo>
                  <a:lnTo>
                    <a:pt x="2" y="18"/>
                  </a:lnTo>
                  <a:lnTo>
                    <a:pt x="26" y="34"/>
                  </a:lnTo>
                  <a:lnTo>
                    <a:pt x="42" y="12"/>
                  </a:lnTo>
                  <a:lnTo>
                    <a:pt x="13" y="0"/>
                  </a:lnTo>
                  <a:lnTo>
                    <a:pt x="0" y="17"/>
                  </a:lnTo>
                  <a:lnTo>
                    <a:pt x="2" y="18"/>
                  </a:lnTo>
                  <a:lnTo>
                    <a:pt x="3" y="16"/>
                  </a:lnTo>
                  <a:lnTo>
                    <a:pt x="5" y="17"/>
                  </a:lnTo>
                  <a:lnTo>
                    <a:pt x="14" y="5"/>
                  </a:lnTo>
                  <a:lnTo>
                    <a:pt x="35" y="14"/>
                  </a:lnTo>
                  <a:lnTo>
                    <a:pt x="25" y="28"/>
                  </a:lnTo>
                  <a:lnTo>
                    <a:pt x="4" y="14"/>
                  </a:lnTo>
                  <a:lnTo>
                    <a:pt x="3" y="16"/>
                  </a:lnTo>
                  <a:lnTo>
                    <a:pt x="5" y="17"/>
                  </a:lnTo>
                  <a:lnTo>
                    <a:pt x="3"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9" name="Freeform 1116">
              <a:extLst>
                <a:ext uri="{FF2B5EF4-FFF2-40B4-BE49-F238E27FC236}">
                  <a16:creationId xmlns:a16="http://schemas.microsoft.com/office/drawing/2014/main" id="{01C6A925-10C1-086D-5200-D9610F0E8BE7}"/>
                </a:ext>
              </a:extLst>
            </p:cNvPr>
            <p:cNvSpPr>
              <a:spLocks/>
            </p:cNvSpPr>
            <p:nvPr/>
          </p:nvSpPr>
          <p:spPr bwMode="auto">
            <a:xfrm>
              <a:off x="3694113" y="3548063"/>
              <a:ext cx="66675" cy="53975"/>
            </a:xfrm>
            <a:custGeom>
              <a:avLst/>
              <a:gdLst>
                <a:gd name="T0" fmla="*/ 39 w 42"/>
                <a:gd name="T1" fmla="*/ 16 h 34"/>
                <a:gd name="T2" fmla="*/ 38 w 42"/>
                <a:gd name="T3" fmla="*/ 14 h 34"/>
                <a:gd name="T4" fmla="*/ 17 w 42"/>
                <a:gd name="T5" fmla="*/ 28 h 34"/>
                <a:gd name="T6" fmla="*/ 7 w 42"/>
                <a:gd name="T7" fmla="*/ 14 h 34"/>
                <a:gd name="T8" fmla="*/ 28 w 42"/>
                <a:gd name="T9" fmla="*/ 5 h 34"/>
                <a:gd name="T10" fmla="*/ 38 w 42"/>
                <a:gd name="T11" fmla="*/ 17 h 34"/>
                <a:gd name="T12" fmla="*/ 39 w 42"/>
                <a:gd name="T13" fmla="*/ 16 h 34"/>
                <a:gd name="T14" fmla="*/ 38 w 42"/>
                <a:gd name="T15" fmla="*/ 14 h 34"/>
                <a:gd name="T16" fmla="*/ 39 w 42"/>
                <a:gd name="T17" fmla="*/ 16 h 34"/>
                <a:gd name="T18" fmla="*/ 41 w 42"/>
                <a:gd name="T19" fmla="*/ 15 h 34"/>
                <a:gd name="T20" fmla="*/ 30 w 42"/>
                <a:gd name="T21" fmla="*/ 0 h 34"/>
                <a:gd name="T22" fmla="*/ 0 w 42"/>
                <a:gd name="T23" fmla="*/ 12 h 34"/>
                <a:gd name="T24" fmla="*/ 16 w 42"/>
                <a:gd name="T25" fmla="*/ 34 h 34"/>
                <a:gd name="T26" fmla="*/ 42 w 42"/>
                <a:gd name="T27" fmla="*/ 17 h 34"/>
                <a:gd name="T28" fmla="*/ 41 w 42"/>
                <a:gd name="T29" fmla="*/ 15 h 34"/>
                <a:gd name="T30" fmla="*/ 39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9" y="16"/>
                  </a:moveTo>
                  <a:lnTo>
                    <a:pt x="38" y="14"/>
                  </a:lnTo>
                  <a:lnTo>
                    <a:pt x="17" y="28"/>
                  </a:lnTo>
                  <a:lnTo>
                    <a:pt x="7" y="14"/>
                  </a:lnTo>
                  <a:lnTo>
                    <a:pt x="28" y="5"/>
                  </a:lnTo>
                  <a:lnTo>
                    <a:pt x="38" y="17"/>
                  </a:lnTo>
                  <a:lnTo>
                    <a:pt x="39" y="16"/>
                  </a:lnTo>
                  <a:lnTo>
                    <a:pt x="38" y="14"/>
                  </a:lnTo>
                  <a:lnTo>
                    <a:pt x="39" y="16"/>
                  </a:lnTo>
                  <a:lnTo>
                    <a:pt x="41" y="15"/>
                  </a:lnTo>
                  <a:lnTo>
                    <a:pt x="30" y="0"/>
                  </a:lnTo>
                  <a:lnTo>
                    <a:pt x="0" y="12"/>
                  </a:lnTo>
                  <a:lnTo>
                    <a:pt x="16" y="34"/>
                  </a:lnTo>
                  <a:lnTo>
                    <a:pt x="42" y="17"/>
                  </a:lnTo>
                  <a:lnTo>
                    <a:pt x="41" y="15"/>
                  </a:lnTo>
                  <a:lnTo>
                    <a:pt x="39"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0" name="Freeform 1117">
              <a:extLst>
                <a:ext uri="{FF2B5EF4-FFF2-40B4-BE49-F238E27FC236}">
                  <a16:creationId xmlns:a16="http://schemas.microsoft.com/office/drawing/2014/main" id="{2962BF3A-0065-538F-7B2F-016D96F228FD}"/>
                </a:ext>
              </a:extLst>
            </p:cNvPr>
            <p:cNvSpPr>
              <a:spLocks/>
            </p:cNvSpPr>
            <p:nvPr/>
          </p:nvSpPr>
          <p:spPr bwMode="auto">
            <a:xfrm>
              <a:off x="3683001" y="3587750"/>
              <a:ext cx="31750" cy="15875"/>
            </a:xfrm>
            <a:custGeom>
              <a:avLst/>
              <a:gdLst>
                <a:gd name="T0" fmla="*/ 0 w 20"/>
                <a:gd name="T1" fmla="*/ 3 h 10"/>
                <a:gd name="T2" fmla="*/ 11 w 20"/>
                <a:gd name="T3" fmla="*/ 10 h 10"/>
                <a:gd name="T4" fmla="*/ 20 w 20"/>
                <a:gd name="T5" fmla="*/ 3 h 10"/>
                <a:gd name="T6" fmla="*/ 18 w 20"/>
                <a:gd name="T7" fmla="*/ 0 h 10"/>
                <a:gd name="T8" fmla="*/ 11 w 20"/>
                <a:gd name="T9" fmla="*/ 5 h 10"/>
                <a:gd name="T10" fmla="*/ 2 w 20"/>
                <a:gd name="T11" fmla="*/ 0 h 10"/>
                <a:gd name="T12" fmla="*/ 0 w 20"/>
                <a:gd name="T13" fmla="*/ 3 h 10"/>
              </a:gdLst>
              <a:ahLst/>
              <a:cxnLst>
                <a:cxn ang="0">
                  <a:pos x="T0" y="T1"/>
                </a:cxn>
                <a:cxn ang="0">
                  <a:pos x="T2" y="T3"/>
                </a:cxn>
                <a:cxn ang="0">
                  <a:pos x="T4" y="T5"/>
                </a:cxn>
                <a:cxn ang="0">
                  <a:pos x="T6" y="T7"/>
                </a:cxn>
                <a:cxn ang="0">
                  <a:pos x="T8" y="T9"/>
                </a:cxn>
                <a:cxn ang="0">
                  <a:pos x="T10" y="T11"/>
                </a:cxn>
                <a:cxn ang="0">
                  <a:pos x="T12" y="T13"/>
                </a:cxn>
              </a:cxnLst>
              <a:rect l="0" t="0" r="r" b="b"/>
              <a:pathLst>
                <a:path w="20" h="10">
                  <a:moveTo>
                    <a:pt x="0" y="3"/>
                  </a:moveTo>
                  <a:lnTo>
                    <a:pt x="11" y="10"/>
                  </a:lnTo>
                  <a:lnTo>
                    <a:pt x="20" y="3"/>
                  </a:lnTo>
                  <a:lnTo>
                    <a:pt x="18" y="0"/>
                  </a:lnTo>
                  <a:lnTo>
                    <a:pt x="11" y="5"/>
                  </a:lnTo>
                  <a:lnTo>
                    <a:pt x="2" y="0"/>
                  </a:lnTo>
                  <a:lnTo>
                    <a:pt x="0" y="3"/>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1" name="Freeform 1118">
              <a:extLst>
                <a:ext uri="{FF2B5EF4-FFF2-40B4-BE49-F238E27FC236}">
                  <a16:creationId xmlns:a16="http://schemas.microsoft.com/office/drawing/2014/main" id="{0EA88FF2-983B-EDA0-65E3-0EF219808302}"/>
                </a:ext>
              </a:extLst>
            </p:cNvPr>
            <p:cNvSpPr>
              <a:spLocks/>
            </p:cNvSpPr>
            <p:nvPr/>
          </p:nvSpPr>
          <p:spPr bwMode="auto">
            <a:xfrm>
              <a:off x="3675063" y="3590925"/>
              <a:ext cx="17463" cy="46038"/>
            </a:xfrm>
            <a:custGeom>
              <a:avLst/>
              <a:gdLst>
                <a:gd name="T0" fmla="*/ 51 w 84"/>
                <a:gd name="T1" fmla="*/ 0 h 227"/>
                <a:gd name="T2" fmla="*/ 0 w 84"/>
                <a:gd name="T3" fmla="*/ 219 h 227"/>
                <a:gd name="T4" fmla="*/ 33 w 84"/>
                <a:gd name="T5" fmla="*/ 227 h 227"/>
                <a:gd name="T6" fmla="*/ 84 w 84"/>
                <a:gd name="T7" fmla="*/ 7 h 227"/>
              </a:gdLst>
              <a:ahLst/>
              <a:cxnLst>
                <a:cxn ang="0">
                  <a:pos x="T0" y="T1"/>
                </a:cxn>
                <a:cxn ang="0">
                  <a:pos x="T2" y="T3"/>
                </a:cxn>
                <a:cxn ang="0">
                  <a:pos x="T4" y="T5"/>
                </a:cxn>
                <a:cxn ang="0">
                  <a:pos x="T6" y="T7"/>
                </a:cxn>
              </a:cxnLst>
              <a:rect l="0" t="0" r="r" b="b"/>
              <a:pathLst>
                <a:path w="84" h="227">
                  <a:moveTo>
                    <a:pt x="51" y="0"/>
                  </a:moveTo>
                  <a:lnTo>
                    <a:pt x="0" y="219"/>
                  </a:lnTo>
                  <a:lnTo>
                    <a:pt x="33" y="227"/>
                  </a:lnTo>
                  <a:lnTo>
                    <a:pt x="84" y="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2" name="Freeform 1119">
              <a:extLst>
                <a:ext uri="{FF2B5EF4-FFF2-40B4-BE49-F238E27FC236}">
                  <a16:creationId xmlns:a16="http://schemas.microsoft.com/office/drawing/2014/main" id="{4CE7E5BC-78C7-A032-73F6-0A25AB767CE5}"/>
                </a:ext>
              </a:extLst>
            </p:cNvPr>
            <p:cNvSpPr>
              <a:spLocks/>
            </p:cNvSpPr>
            <p:nvPr/>
          </p:nvSpPr>
          <p:spPr bwMode="auto">
            <a:xfrm>
              <a:off x="3708401" y="3590925"/>
              <a:ext cx="17463" cy="46038"/>
            </a:xfrm>
            <a:custGeom>
              <a:avLst/>
              <a:gdLst>
                <a:gd name="T0" fmla="*/ 0 w 83"/>
                <a:gd name="T1" fmla="*/ 7 h 227"/>
                <a:gd name="T2" fmla="*/ 51 w 83"/>
                <a:gd name="T3" fmla="*/ 227 h 227"/>
                <a:gd name="T4" fmla="*/ 83 w 83"/>
                <a:gd name="T5" fmla="*/ 219 h 227"/>
                <a:gd name="T6" fmla="*/ 33 w 83"/>
                <a:gd name="T7" fmla="*/ 0 h 227"/>
              </a:gdLst>
              <a:ahLst/>
              <a:cxnLst>
                <a:cxn ang="0">
                  <a:pos x="T0" y="T1"/>
                </a:cxn>
                <a:cxn ang="0">
                  <a:pos x="T2" y="T3"/>
                </a:cxn>
                <a:cxn ang="0">
                  <a:pos x="T4" y="T5"/>
                </a:cxn>
                <a:cxn ang="0">
                  <a:pos x="T6" y="T7"/>
                </a:cxn>
              </a:cxnLst>
              <a:rect l="0" t="0" r="r" b="b"/>
              <a:pathLst>
                <a:path w="83" h="227">
                  <a:moveTo>
                    <a:pt x="0" y="7"/>
                  </a:moveTo>
                  <a:lnTo>
                    <a:pt x="51" y="227"/>
                  </a:lnTo>
                  <a:lnTo>
                    <a:pt x="83" y="219"/>
                  </a:lnTo>
                  <a:lnTo>
                    <a:pt x="33"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33" name="Plan5" descr="{&quot;Key&quot;:&quot;POWER_USER_SHAPE_ICON&quot;,&quot;Value&quot;:&quot;POWER_USER_SHAPE_ICON_STYLE_1&quot;}">
            <a:extLst>
              <a:ext uri="{FF2B5EF4-FFF2-40B4-BE49-F238E27FC236}">
                <a16:creationId xmlns:a16="http://schemas.microsoft.com/office/drawing/2014/main" id="{DD7634C8-CE22-9851-7563-92D5CC10CF44}"/>
              </a:ext>
            </a:extLst>
          </p:cNvPr>
          <p:cNvGrpSpPr>
            <a:grpSpLocks noChangeAspect="1"/>
          </p:cNvGrpSpPr>
          <p:nvPr/>
        </p:nvGrpSpPr>
        <p:grpSpPr>
          <a:xfrm>
            <a:off x="4997023" y="5938083"/>
            <a:ext cx="359997" cy="393630"/>
            <a:chOff x="8462963" y="1682750"/>
            <a:chExt cx="706430" cy="762001"/>
          </a:xfrm>
        </p:grpSpPr>
        <p:sp>
          <p:nvSpPr>
            <p:cNvPr id="1134" name="Freeform 55">
              <a:extLst>
                <a:ext uri="{FF2B5EF4-FFF2-40B4-BE49-F238E27FC236}">
                  <a16:creationId xmlns:a16="http://schemas.microsoft.com/office/drawing/2014/main" id="{4516F38B-39F5-CDFC-8904-6529BDD08704}"/>
                </a:ext>
              </a:extLst>
            </p:cNvPr>
            <p:cNvSpPr>
              <a:spLocks/>
            </p:cNvSpPr>
            <p:nvPr/>
          </p:nvSpPr>
          <p:spPr bwMode="auto">
            <a:xfrm>
              <a:off x="8462963" y="2109788"/>
              <a:ext cx="317500" cy="244475"/>
            </a:xfrm>
            <a:custGeom>
              <a:avLst/>
              <a:gdLst>
                <a:gd name="T0" fmla="*/ 124 w 424"/>
                <a:gd name="T1" fmla="*/ 325 h 325"/>
                <a:gd name="T2" fmla="*/ 7 w 424"/>
                <a:gd name="T3" fmla="*/ 141 h 325"/>
                <a:gd name="T4" fmla="*/ 14 w 424"/>
                <a:gd name="T5" fmla="*/ 115 h 325"/>
                <a:gd name="T6" fmla="*/ 259 w 424"/>
                <a:gd name="T7" fmla="*/ 5 h 325"/>
                <a:gd name="T8" fmla="*/ 291 w 424"/>
                <a:gd name="T9" fmla="*/ 16 h 325"/>
                <a:gd name="T10" fmla="*/ 424 w 424"/>
                <a:gd name="T11" fmla="*/ 228 h 325"/>
              </a:gdLst>
              <a:ahLst/>
              <a:cxnLst>
                <a:cxn ang="0">
                  <a:pos x="T0" y="T1"/>
                </a:cxn>
                <a:cxn ang="0">
                  <a:pos x="T2" y="T3"/>
                </a:cxn>
                <a:cxn ang="0">
                  <a:pos x="T4" y="T5"/>
                </a:cxn>
                <a:cxn ang="0">
                  <a:pos x="T6" y="T7"/>
                </a:cxn>
                <a:cxn ang="0">
                  <a:pos x="T8" y="T9"/>
                </a:cxn>
                <a:cxn ang="0">
                  <a:pos x="T10" y="T11"/>
                </a:cxn>
              </a:cxnLst>
              <a:rect l="0" t="0" r="r" b="b"/>
              <a:pathLst>
                <a:path w="424" h="325">
                  <a:moveTo>
                    <a:pt x="124" y="325"/>
                  </a:moveTo>
                  <a:lnTo>
                    <a:pt x="7" y="141"/>
                  </a:lnTo>
                  <a:cubicBezTo>
                    <a:pt x="0" y="130"/>
                    <a:pt x="3" y="119"/>
                    <a:pt x="14" y="115"/>
                  </a:cubicBezTo>
                  <a:lnTo>
                    <a:pt x="259" y="5"/>
                  </a:lnTo>
                  <a:cubicBezTo>
                    <a:pt x="273" y="0"/>
                    <a:pt x="282" y="3"/>
                    <a:pt x="291" y="16"/>
                  </a:cubicBezTo>
                  <a:lnTo>
                    <a:pt x="424" y="228"/>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5" name="Freeform 56">
              <a:extLst>
                <a:ext uri="{FF2B5EF4-FFF2-40B4-BE49-F238E27FC236}">
                  <a16:creationId xmlns:a16="http://schemas.microsoft.com/office/drawing/2014/main" id="{A098F86B-AC38-DA77-E2C0-E2211F4F86C7}"/>
                </a:ext>
              </a:extLst>
            </p:cNvPr>
            <p:cNvSpPr>
              <a:spLocks/>
            </p:cNvSpPr>
            <p:nvPr/>
          </p:nvSpPr>
          <p:spPr bwMode="auto">
            <a:xfrm>
              <a:off x="8547093" y="2035175"/>
              <a:ext cx="622300" cy="409576"/>
            </a:xfrm>
            <a:custGeom>
              <a:avLst/>
              <a:gdLst>
                <a:gd name="T0" fmla="*/ 516 w 828"/>
                <a:gd name="T1" fmla="*/ 518 h 544"/>
                <a:gd name="T2" fmla="*/ 828 w 828"/>
                <a:gd name="T3" fmla="*/ 518 h 544"/>
                <a:gd name="T4" fmla="*/ 784 w 828"/>
                <a:gd name="T5" fmla="*/ 202 h 544"/>
                <a:gd name="T6" fmla="*/ 577 w 828"/>
                <a:gd name="T7" fmla="*/ 0 h 544"/>
                <a:gd name="T8" fmla="*/ 390 w 828"/>
                <a:gd name="T9" fmla="*/ 142 h 544"/>
                <a:gd name="T10" fmla="*/ 292 w 828"/>
                <a:gd name="T11" fmla="*/ 372 h 544"/>
                <a:gd name="T12" fmla="*/ 49 w 828"/>
                <a:gd name="T13" fmla="*/ 397 h 544"/>
                <a:gd name="T14" fmla="*/ 0 w 828"/>
                <a:gd name="T15" fmla="*/ 469 h 544"/>
                <a:gd name="T16" fmla="*/ 86 w 828"/>
                <a:gd name="T17" fmla="*/ 544 h 544"/>
                <a:gd name="T18" fmla="*/ 365 w 828"/>
                <a:gd name="T19" fmla="*/ 544 h 544"/>
                <a:gd name="T20" fmla="*/ 456 w 828"/>
                <a:gd name="T21" fmla="*/ 481 h 544"/>
                <a:gd name="T22" fmla="*/ 559 w 828"/>
                <a:gd name="T23" fmla="*/ 270 h 544"/>
                <a:gd name="T24" fmla="*/ 559 w 828"/>
                <a:gd name="T25" fmla="*/ 27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28" h="544">
                  <a:moveTo>
                    <a:pt x="516" y="518"/>
                  </a:moveTo>
                  <a:lnTo>
                    <a:pt x="828" y="518"/>
                  </a:lnTo>
                  <a:lnTo>
                    <a:pt x="784" y="202"/>
                  </a:lnTo>
                  <a:cubicBezTo>
                    <a:pt x="762" y="62"/>
                    <a:pt x="683" y="0"/>
                    <a:pt x="577" y="0"/>
                  </a:cubicBezTo>
                  <a:cubicBezTo>
                    <a:pt x="501" y="0"/>
                    <a:pt x="430" y="43"/>
                    <a:pt x="390" y="142"/>
                  </a:cubicBezTo>
                  <a:lnTo>
                    <a:pt x="292" y="372"/>
                  </a:lnTo>
                  <a:lnTo>
                    <a:pt x="49" y="397"/>
                  </a:lnTo>
                  <a:cubicBezTo>
                    <a:pt x="20" y="406"/>
                    <a:pt x="0" y="428"/>
                    <a:pt x="0" y="469"/>
                  </a:cubicBezTo>
                  <a:cubicBezTo>
                    <a:pt x="0" y="518"/>
                    <a:pt x="32" y="544"/>
                    <a:pt x="86" y="544"/>
                  </a:cubicBezTo>
                  <a:lnTo>
                    <a:pt x="365" y="544"/>
                  </a:lnTo>
                  <a:cubicBezTo>
                    <a:pt x="405" y="544"/>
                    <a:pt x="436" y="521"/>
                    <a:pt x="456" y="481"/>
                  </a:cubicBezTo>
                  <a:cubicBezTo>
                    <a:pt x="483" y="426"/>
                    <a:pt x="530" y="330"/>
                    <a:pt x="559" y="270"/>
                  </a:cubicBezTo>
                  <a:lnTo>
                    <a:pt x="559" y="270"/>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6" name="Line 57">
              <a:extLst>
                <a:ext uri="{FF2B5EF4-FFF2-40B4-BE49-F238E27FC236}">
                  <a16:creationId xmlns:a16="http://schemas.microsoft.com/office/drawing/2014/main" id="{2EC0E38F-96A2-86C0-2BD4-102256FDFD7C}"/>
                </a:ext>
              </a:extLst>
            </p:cNvPr>
            <p:cNvSpPr>
              <a:spLocks noChangeShapeType="1"/>
            </p:cNvSpPr>
            <p:nvPr/>
          </p:nvSpPr>
          <p:spPr bwMode="auto">
            <a:xfrm flipH="1">
              <a:off x="8593138" y="2265363"/>
              <a:ext cx="17463" cy="6667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7" name="Freeform 58">
              <a:extLst>
                <a:ext uri="{FF2B5EF4-FFF2-40B4-BE49-F238E27FC236}">
                  <a16:creationId xmlns:a16="http://schemas.microsoft.com/office/drawing/2014/main" id="{3225E61D-7026-35F2-B317-77543ABC3FF8}"/>
                </a:ext>
              </a:extLst>
            </p:cNvPr>
            <p:cNvSpPr>
              <a:spLocks/>
            </p:cNvSpPr>
            <p:nvPr/>
          </p:nvSpPr>
          <p:spPr bwMode="auto">
            <a:xfrm>
              <a:off x="8709025" y="1806575"/>
              <a:ext cx="279400" cy="204788"/>
            </a:xfrm>
            <a:custGeom>
              <a:avLst/>
              <a:gdLst>
                <a:gd name="T0" fmla="*/ 351 w 372"/>
                <a:gd name="T1" fmla="*/ 0 h 273"/>
                <a:gd name="T2" fmla="*/ 372 w 372"/>
                <a:gd name="T3" fmla="*/ 85 h 273"/>
                <a:gd name="T4" fmla="*/ 186 w 372"/>
                <a:gd name="T5" fmla="*/ 273 h 273"/>
                <a:gd name="T6" fmla="*/ 0 w 372"/>
                <a:gd name="T7" fmla="*/ 113 h 273"/>
              </a:gdLst>
              <a:ahLst/>
              <a:cxnLst>
                <a:cxn ang="0">
                  <a:pos x="T0" y="T1"/>
                </a:cxn>
                <a:cxn ang="0">
                  <a:pos x="T2" y="T3"/>
                </a:cxn>
                <a:cxn ang="0">
                  <a:pos x="T4" y="T5"/>
                </a:cxn>
                <a:cxn ang="0">
                  <a:pos x="T6" y="T7"/>
                </a:cxn>
              </a:cxnLst>
              <a:rect l="0" t="0" r="r" b="b"/>
              <a:pathLst>
                <a:path w="372" h="273">
                  <a:moveTo>
                    <a:pt x="351" y="0"/>
                  </a:moveTo>
                  <a:cubicBezTo>
                    <a:pt x="364" y="26"/>
                    <a:pt x="372" y="55"/>
                    <a:pt x="372" y="85"/>
                  </a:cubicBezTo>
                  <a:cubicBezTo>
                    <a:pt x="372" y="188"/>
                    <a:pt x="289" y="272"/>
                    <a:pt x="186" y="273"/>
                  </a:cubicBezTo>
                  <a:cubicBezTo>
                    <a:pt x="91" y="273"/>
                    <a:pt x="14" y="203"/>
                    <a:pt x="0" y="113"/>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8" name="Freeform 59">
              <a:extLst>
                <a:ext uri="{FF2B5EF4-FFF2-40B4-BE49-F238E27FC236}">
                  <a16:creationId xmlns:a16="http://schemas.microsoft.com/office/drawing/2014/main" id="{3B3DADD7-D6BA-FD05-6EF4-D332174E6EC2}"/>
                </a:ext>
              </a:extLst>
            </p:cNvPr>
            <p:cNvSpPr>
              <a:spLocks/>
            </p:cNvSpPr>
            <p:nvPr/>
          </p:nvSpPr>
          <p:spPr bwMode="auto">
            <a:xfrm>
              <a:off x="8667750" y="1682750"/>
              <a:ext cx="312738" cy="206375"/>
            </a:xfrm>
            <a:custGeom>
              <a:avLst/>
              <a:gdLst>
                <a:gd name="T0" fmla="*/ 418 w 418"/>
                <a:gd name="T1" fmla="*/ 145 h 274"/>
                <a:gd name="T2" fmla="*/ 222 w 418"/>
                <a:gd name="T3" fmla="*/ 0 h 274"/>
                <a:gd name="T4" fmla="*/ 165 w 418"/>
                <a:gd name="T5" fmla="*/ 9 h 274"/>
                <a:gd name="T6" fmla="*/ 37 w 418"/>
                <a:gd name="T7" fmla="*/ 274 h 274"/>
              </a:gdLst>
              <a:ahLst/>
              <a:cxnLst>
                <a:cxn ang="0">
                  <a:pos x="T0" y="T1"/>
                </a:cxn>
                <a:cxn ang="0">
                  <a:pos x="T2" y="T3"/>
                </a:cxn>
                <a:cxn ang="0">
                  <a:pos x="T4" y="T5"/>
                </a:cxn>
                <a:cxn ang="0">
                  <a:pos x="T6" y="T7"/>
                </a:cxn>
              </a:cxnLst>
              <a:rect l="0" t="0" r="r" b="b"/>
              <a:pathLst>
                <a:path w="418" h="274">
                  <a:moveTo>
                    <a:pt x="418" y="145"/>
                  </a:moveTo>
                  <a:cubicBezTo>
                    <a:pt x="396" y="67"/>
                    <a:pt x="314" y="0"/>
                    <a:pt x="222" y="0"/>
                  </a:cubicBezTo>
                  <a:cubicBezTo>
                    <a:pt x="203" y="0"/>
                    <a:pt x="184" y="3"/>
                    <a:pt x="165" y="9"/>
                  </a:cubicBezTo>
                  <a:cubicBezTo>
                    <a:pt x="61" y="43"/>
                    <a:pt x="0" y="154"/>
                    <a:pt x="37" y="274"/>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9" name="Line 60">
              <a:extLst>
                <a:ext uri="{FF2B5EF4-FFF2-40B4-BE49-F238E27FC236}">
                  <a16:creationId xmlns:a16="http://schemas.microsoft.com/office/drawing/2014/main" id="{5BDAB858-86FA-7D2D-A408-393C4430F48C}"/>
                </a:ext>
              </a:extLst>
            </p:cNvPr>
            <p:cNvSpPr>
              <a:spLocks noChangeShapeType="1"/>
            </p:cNvSpPr>
            <p:nvPr/>
          </p:nvSpPr>
          <p:spPr bwMode="auto">
            <a:xfrm flipH="1">
              <a:off x="8645525" y="1792288"/>
              <a:ext cx="347663" cy="11112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40" name="Team14" descr="{&quot;Key&quot;:&quot;POWER_USER_SHAPE_ICON&quot;,&quot;Value&quot;:&quot;POWER_USER_SHAPE_ICON_STYLE_1&quot;}">
            <a:extLst>
              <a:ext uri="{FF2B5EF4-FFF2-40B4-BE49-F238E27FC236}">
                <a16:creationId xmlns:a16="http://schemas.microsoft.com/office/drawing/2014/main" id="{B5A90F99-0792-D043-0B00-8AAAC617EC1C}"/>
              </a:ext>
            </a:extLst>
          </p:cNvPr>
          <p:cNvGrpSpPr>
            <a:grpSpLocks noChangeAspect="1"/>
          </p:cNvGrpSpPr>
          <p:nvPr>
            <p:custDataLst>
              <p:tags r:id="rId1"/>
            </p:custDataLst>
          </p:nvPr>
        </p:nvGrpSpPr>
        <p:grpSpPr>
          <a:xfrm>
            <a:off x="6377397" y="5943213"/>
            <a:ext cx="396000" cy="383370"/>
            <a:chOff x="8447088" y="3063875"/>
            <a:chExt cx="741362" cy="708025"/>
          </a:xfrm>
        </p:grpSpPr>
        <p:sp>
          <p:nvSpPr>
            <p:cNvPr id="1141" name="Oval 87">
              <a:extLst>
                <a:ext uri="{FF2B5EF4-FFF2-40B4-BE49-F238E27FC236}">
                  <a16:creationId xmlns:a16="http://schemas.microsoft.com/office/drawing/2014/main" id="{9645C6BF-09E7-8276-785F-F9840D42088D}"/>
                </a:ext>
              </a:extLst>
            </p:cNvPr>
            <p:cNvSpPr>
              <a:spLocks noChangeArrowheads="1"/>
            </p:cNvSpPr>
            <p:nvPr/>
          </p:nvSpPr>
          <p:spPr bwMode="auto">
            <a:xfrm>
              <a:off x="8521700" y="3227388"/>
              <a:ext cx="152400" cy="150813"/>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2" name="Oval 88">
              <a:extLst>
                <a:ext uri="{FF2B5EF4-FFF2-40B4-BE49-F238E27FC236}">
                  <a16:creationId xmlns:a16="http://schemas.microsoft.com/office/drawing/2014/main" id="{CC8DF309-6D59-D1BA-033D-AE2512F55E8A}"/>
                </a:ext>
              </a:extLst>
            </p:cNvPr>
            <p:cNvSpPr>
              <a:spLocks noChangeArrowheads="1"/>
            </p:cNvSpPr>
            <p:nvPr/>
          </p:nvSpPr>
          <p:spPr bwMode="auto">
            <a:xfrm>
              <a:off x="8623300" y="3063875"/>
              <a:ext cx="146050" cy="146050"/>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3" name="Oval 89">
              <a:extLst>
                <a:ext uri="{FF2B5EF4-FFF2-40B4-BE49-F238E27FC236}">
                  <a16:creationId xmlns:a16="http://schemas.microsoft.com/office/drawing/2014/main" id="{BAD5A86A-6AD9-2FEA-F625-BBA643B3282E}"/>
                </a:ext>
              </a:extLst>
            </p:cNvPr>
            <p:cNvSpPr>
              <a:spLocks noChangeArrowheads="1"/>
            </p:cNvSpPr>
            <p:nvPr/>
          </p:nvSpPr>
          <p:spPr bwMode="auto">
            <a:xfrm>
              <a:off x="8874127" y="3063875"/>
              <a:ext cx="147638" cy="146050"/>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4" name="Freeform 90">
              <a:extLst>
                <a:ext uri="{FF2B5EF4-FFF2-40B4-BE49-F238E27FC236}">
                  <a16:creationId xmlns:a16="http://schemas.microsoft.com/office/drawing/2014/main" id="{2BCE474F-43AE-F87F-85AC-F2818F0687DF}"/>
                </a:ext>
              </a:extLst>
            </p:cNvPr>
            <p:cNvSpPr>
              <a:spLocks/>
            </p:cNvSpPr>
            <p:nvPr/>
          </p:nvSpPr>
          <p:spPr bwMode="auto">
            <a:xfrm>
              <a:off x="8447088" y="3392488"/>
              <a:ext cx="87313" cy="76200"/>
            </a:xfrm>
            <a:custGeom>
              <a:avLst/>
              <a:gdLst>
                <a:gd name="T0" fmla="*/ 17 w 116"/>
                <a:gd name="T1" fmla="*/ 82 h 102"/>
                <a:gd name="T2" fmla="*/ 59 w 116"/>
                <a:gd name="T3" fmla="*/ 102 h 102"/>
                <a:gd name="T4" fmla="*/ 82 w 116"/>
                <a:gd name="T5" fmla="*/ 97 h 102"/>
                <a:gd name="T6" fmla="*/ 107 w 116"/>
                <a:gd name="T7" fmla="*/ 26 h 102"/>
                <a:gd name="T8" fmla="*/ 82 w 116"/>
                <a:gd name="T9" fmla="*/ 0 h 102"/>
                <a:gd name="T10" fmla="*/ 44 w 116"/>
                <a:gd name="T11" fmla="*/ 13 h 102"/>
                <a:gd name="T12" fmla="*/ 10 w 116"/>
                <a:gd name="T13" fmla="*/ 64 h 102"/>
                <a:gd name="T14" fmla="*/ 17 w 116"/>
                <a:gd name="T15" fmla="*/ 8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102">
                  <a:moveTo>
                    <a:pt x="17" y="82"/>
                  </a:moveTo>
                  <a:cubicBezTo>
                    <a:pt x="27" y="94"/>
                    <a:pt x="42" y="102"/>
                    <a:pt x="59" y="102"/>
                  </a:cubicBezTo>
                  <a:cubicBezTo>
                    <a:pt x="66" y="102"/>
                    <a:pt x="74" y="100"/>
                    <a:pt x="82" y="97"/>
                  </a:cubicBezTo>
                  <a:cubicBezTo>
                    <a:pt x="109" y="85"/>
                    <a:pt x="116" y="54"/>
                    <a:pt x="107" y="26"/>
                  </a:cubicBezTo>
                  <a:cubicBezTo>
                    <a:pt x="102" y="9"/>
                    <a:pt x="96" y="0"/>
                    <a:pt x="82" y="0"/>
                  </a:cubicBezTo>
                  <a:cubicBezTo>
                    <a:pt x="72" y="0"/>
                    <a:pt x="58" y="7"/>
                    <a:pt x="44" y="13"/>
                  </a:cubicBezTo>
                  <a:cubicBezTo>
                    <a:pt x="18" y="26"/>
                    <a:pt x="0" y="33"/>
                    <a:pt x="10" y="64"/>
                  </a:cubicBezTo>
                  <a:cubicBezTo>
                    <a:pt x="11" y="67"/>
                    <a:pt x="12" y="75"/>
                    <a:pt x="17" y="82"/>
                  </a:cubicBezTo>
                  <a:close/>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5" name="Oval 91">
              <a:extLst>
                <a:ext uri="{FF2B5EF4-FFF2-40B4-BE49-F238E27FC236}">
                  <a16:creationId xmlns:a16="http://schemas.microsoft.com/office/drawing/2014/main" id="{31D0A0D0-B00F-51E3-65B4-7C3BCD5C856D}"/>
                </a:ext>
              </a:extLst>
            </p:cNvPr>
            <p:cNvSpPr>
              <a:spLocks noChangeArrowheads="1"/>
            </p:cNvSpPr>
            <p:nvPr/>
          </p:nvSpPr>
          <p:spPr bwMode="auto">
            <a:xfrm>
              <a:off x="8742363" y="3208338"/>
              <a:ext cx="152400" cy="152400"/>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6" name="Freeform 92">
              <a:extLst>
                <a:ext uri="{FF2B5EF4-FFF2-40B4-BE49-F238E27FC236}">
                  <a16:creationId xmlns:a16="http://schemas.microsoft.com/office/drawing/2014/main" id="{F4133866-5016-835D-404F-D087797DD5B2}"/>
                </a:ext>
              </a:extLst>
            </p:cNvPr>
            <p:cNvSpPr>
              <a:spLocks/>
            </p:cNvSpPr>
            <p:nvPr/>
          </p:nvSpPr>
          <p:spPr bwMode="auto">
            <a:xfrm>
              <a:off x="8702675" y="3296042"/>
              <a:ext cx="265627" cy="474270"/>
            </a:xfrm>
            <a:custGeom>
              <a:avLst/>
              <a:gdLst>
                <a:gd name="T0" fmla="*/ 268 w 307"/>
                <a:gd name="T1" fmla="*/ 503 h 503"/>
                <a:gd name="T2" fmla="*/ 269 w 307"/>
                <a:gd name="T3" fmla="*/ 130 h 503"/>
                <a:gd name="T4" fmla="*/ 307 w 307"/>
                <a:gd name="T5" fmla="*/ 24 h 503"/>
                <a:gd name="T6" fmla="*/ 212 w 307"/>
                <a:gd name="T7" fmla="*/ 0 h 503"/>
                <a:gd name="T8" fmla="*/ 153 w 307"/>
                <a:gd name="T9" fmla="*/ 59 h 503"/>
                <a:gd name="T10" fmla="*/ 95 w 307"/>
                <a:gd name="T11" fmla="*/ 0 h 503"/>
                <a:gd name="T12" fmla="*/ 0 w 307"/>
                <a:gd name="T13" fmla="*/ 24 h 503"/>
                <a:gd name="T14" fmla="*/ 38 w 307"/>
                <a:gd name="T15" fmla="*/ 130 h 503"/>
                <a:gd name="T16" fmla="*/ 39 w 307"/>
                <a:gd name="T17" fmla="*/ 503 h 503"/>
                <a:gd name="T18" fmla="*/ 268 w 307"/>
                <a:gd name="T19" fmla="*/ 503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7" h="503">
                  <a:moveTo>
                    <a:pt x="268" y="503"/>
                  </a:moveTo>
                  <a:lnTo>
                    <a:pt x="269" y="130"/>
                  </a:lnTo>
                  <a:cubicBezTo>
                    <a:pt x="269" y="75"/>
                    <a:pt x="293" y="44"/>
                    <a:pt x="307" y="24"/>
                  </a:cubicBezTo>
                  <a:cubicBezTo>
                    <a:pt x="284" y="5"/>
                    <a:pt x="255" y="1"/>
                    <a:pt x="212" y="0"/>
                  </a:cubicBezTo>
                  <a:lnTo>
                    <a:pt x="153" y="59"/>
                  </a:lnTo>
                  <a:lnTo>
                    <a:pt x="95" y="0"/>
                  </a:lnTo>
                  <a:cubicBezTo>
                    <a:pt x="52" y="1"/>
                    <a:pt x="22" y="5"/>
                    <a:pt x="0" y="24"/>
                  </a:cubicBezTo>
                  <a:cubicBezTo>
                    <a:pt x="0" y="24"/>
                    <a:pt x="38" y="65"/>
                    <a:pt x="38" y="130"/>
                  </a:cubicBezTo>
                  <a:cubicBezTo>
                    <a:pt x="38" y="267"/>
                    <a:pt x="39" y="503"/>
                    <a:pt x="39" y="503"/>
                  </a:cubicBezTo>
                  <a:lnTo>
                    <a:pt x="268" y="503"/>
                  </a:lnTo>
                  <a:close/>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7" name="Freeform 93">
              <a:extLst>
                <a:ext uri="{FF2B5EF4-FFF2-40B4-BE49-F238E27FC236}">
                  <a16:creationId xmlns:a16="http://schemas.microsoft.com/office/drawing/2014/main" id="{112E861C-A0F9-6378-7F3A-8C6971144713}"/>
                </a:ext>
              </a:extLst>
            </p:cNvPr>
            <p:cNvSpPr>
              <a:spLocks/>
            </p:cNvSpPr>
            <p:nvPr/>
          </p:nvSpPr>
          <p:spPr bwMode="auto">
            <a:xfrm>
              <a:off x="8528050" y="3409950"/>
              <a:ext cx="184150" cy="42863"/>
            </a:xfrm>
            <a:custGeom>
              <a:avLst/>
              <a:gdLst>
                <a:gd name="T0" fmla="*/ 0 w 246"/>
                <a:gd name="T1" fmla="*/ 6 h 56"/>
                <a:gd name="T2" fmla="*/ 38 w 246"/>
                <a:gd name="T3" fmla="*/ 0 h 56"/>
                <a:gd name="T4" fmla="*/ 93 w 246"/>
                <a:gd name="T5" fmla="*/ 56 h 56"/>
                <a:gd name="T6" fmla="*/ 149 w 246"/>
                <a:gd name="T7" fmla="*/ 0 h 56"/>
                <a:gd name="T8" fmla="*/ 246 w 246"/>
                <a:gd name="T9" fmla="*/ 17 h 56"/>
              </a:gdLst>
              <a:ahLst/>
              <a:cxnLst>
                <a:cxn ang="0">
                  <a:pos x="T0" y="T1"/>
                </a:cxn>
                <a:cxn ang="0">
                  <a:pos x="T2" y="T3"/>
                </a:cxn>
                <a:cxn ang="0">
                  <a:pos x="T4" y="T5"/>
                </a:cxn>
                <a:cxn ang="0">
                  <a:pos x="T6" y="T7"/>
                </a:cxn>
                <a:cxn ang="0">
                  <a:pos x="T8" y="T9"/>
                </a:cxn>
              </a:cxnLst>
              <a:rect l="0" t="0" r="r" b="b"/>
              <a:pathLst>
                <a:path w="246" h="56">
                  <a:moveTo>
                    <a:pt x="0" y="6"/>
                  </a:moveTo>
                  <a:cubicBezTo>
                    <a:pt x="12" y="2"/>
                    <a:pt x="24" y="0"/>
                    <a:pt x="38" y="0"/>
                  </a:cubicBezTo>
                  <a:lnTo>
                    <a:pt x="93" y="56"/>
                  </a:lnTo>
                  <a:lnTo>
                    <a:pt x="149" y="0"/>
                  </a:lnTo>
                  <a:cubicBezTo>
                    <a:pt x="186" y="0"/>
                    <a:pt x="228" y="3"/>
                    <a:pt x="246" y="17"/>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8" name="Freeform 94">
              <a:extLst>
                <a:ext uri="{FF2B5EF4-FFF2-40B4-BE49-F238E27FC236}">
                  <a16:creationId xmlns:a16="http://schemas.microsoft.com/office/drawing/2014/main" id="{930F83DC-A699-FD30-2AE6-4BE135605D7A}"/>
                </a:ext>
              </a:extLst>
            </p:cNvPr>
            <p:cNvSpPr>
              <a:spLocks/>
            </p:cNvSpPr>
            <p:nvPr/>
          </p:nvSpPr>
          <p:spPr bwMode="auto">
            <a:xfrm>
              <a:off x="8462963" y="3463925"/>
              <a:ext cx="268288" cy="307975"/>
            </a:xfrm>
            <a:custGeom>
              <a:avLst/>
              <a:gdLst>
                <a:gd name="T0" fmla="*/ 12 w 358"/>
                <a:gd name="T1" fmla="*/ 0 h 409"/>
                <a:gd name="T2" fmla="*/ 6 w 358"/>
                <a:gd name="T3" fmla="*/ 17 h 409"/>
                <a:gd name="T4" fmla="*/ 0 w 358"/>
                <a:gd name="T5" fmla="*/ 62 h 409"/>
                <a:gd name="T6" fmla="*/ 1 w 358"/>
                <a:gd name="T7" fmla="*/ 258 h 409"/>
                <a:gd name="T8" fmla="*/ 60 w 358"/>
                <a:gd name="T9" fmla="*/ 311 h 409"/>
                <a:gd name="T10" fmla="*/ 60 w 358"/>
                <a:gd name="T11" fmla="*/ 409 h 409"/>
                <a:gd name="T12" fmla="*/ 290 w 358"/>
                <a:gd name="T13" fmla="*/ 408 h 409"/>
                <a:gd name="T14" fmla="*/ 291 w 358"/>
                <a:gd name="T15" fmla="*/ 77 h 409"/>
                <a:gd name="T16" fmla="*/ 358 w 358"/>
                <a:gd name="T17" fmla="*/ 95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8" h="409">
                  <a:moveTo>
                    <a:pt x="12" y="0"/>
                  </a:moveTo>
                  <a:cubicBezTo>
                    <a:pt x="9" y="7"/>
                    <a:pt x="7" y="13"/>
                    <a:pt x="6" y="17"/>
                  </a:cubicBezTo>
                  <a:cubicBezTo>
                    <a:pt x="2" y="31"/>
                    <a:pt x="0" y="46"/>
                    <a:pt x="0" y="62"/>
                  </a:cubicBezTo>
                  <a:cubicBezTo>
                    <a:pt x="0" y="62"/>
                    <a:pt x="1" y="258"/>
                    <a:pt x="1" y="258"/>
                  </a:cubicBezTo>
                  <a:cubicBezTo>
                    <a:pt x="1" y="288"/>
                    <a:pt x="23" y="311"/>
                    <a:pt x="60" y="311"/>
                  </a:cubicBezTo>
                  <a:lnTo>
                    <a:pt x="60" y="409"/>
                  </a:lnTo>
                  <a:lnTo>
                    <a:pt x="290" y="408"/>
                  </a:lnTo>
                  <a:lnTo>
                    <a:pt x="291" y="77"/>
                  </a:lnTo>
                  <a:cubicBezTo>
                    <a:pt x="309" y="83"/>
                    <a:pt x="358" y="95"/>
                    <a:pt x="358" y="95"/>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9" name="Oval 95">
              <a:extLst>
                <a:ext uri="{FF2B5EF4-FFF2-40B4-BE49-F238E27FC236}">
                  <a16:creationId xmlns:a16="http://schemas.microsoft.com/office/drawing/2014/main" id="{B89794F2-F90B-AC97-3F4E-E27B4E12A177}"/>
                </a:ext>
              </a:extLst>
            </p:cNvPr>
            <p:cNvSpPr>
              <a:spLocks noChangeArrowheads="1"/>
            </p:cNvSpPr>
            <p:nvPr/>
          </p:nvSpPr>
          <p:spPr bwMode="auto">
            <a:xfrm>
              <a:off x="8961438" y="3227388"/>
              <a:ext cx="152400" cy="150813"/>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0" name="Freeform 96">
              <a:extLst>
                <a:ext uri="{FF2B5EF4-FFF2-40B4-BE49-F238E27FC236}">
                  <a16:creationId xmlns:a16="http://schemas.microsoft.com/office/drawing/2014/main" id="{0319C832-88DC-9F7F-0388-AC0E570B13E2}"/>
                </a:ext>
              </a:extLst>
            </p:cNvPr>
            <p:cNvSpPr>
              <a:spLocks/>
            </p:cNvSpPr>
            <p:nvPr/>
          </p:nvSpPr>
          <p:spPr bwMode="auto">
            <a:xfrm>
              <a:off x="9102725" y="3392488"/>
              <a:ext cx="85725" cy="76200"/>
            </a:xfrm>
            <a:custGeom>
              <a:avLst/>
              <a:gdLst>
                <a:gd name="T0" fmla="*/ 99 w 116"/>
                <a:gd name="T1" fmla="*/ 82 h 102"/>
                <a:gd name="T2" fmla="*/ 57 w 116"/>
                <a:gd name="T3" fmla="*/ 102 h 102"/>
                <a:gd name="T4" fmla="*/ 34 w 116"/>
                <a:gd name="T5" fmla="*/ 97 h 102"/>
                <a:gd name="T6" fmla="*/ 9 w 116"/>
                <a:gd name="T7" fmla="*/ 26 h 102"/>
                <a:gd name="T8" fmla="*/ 34 w 116"/>
                <a:gd name="T9" fmla="*/ 0 h 102"/>
                <a:gd name="T10" fmla="*/ 72 w 116"/>
                <a:gd name="T11" fmla="*/ 13 h 102"/>
                <a:gd name="T12" fmla="*/ 106 w 116"/>
                <a:gd name="T13" fmla="*/ 64 h 102"/>
                <a:gd name="T14" fmla="*/ 99 w 116"/>
                <a:gd name="T15" fmla="*/ 8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102">
                  <a:moveTo>
                    <a:pt x="99" y="82"/>
                  </a:moveTo>
                  <a:cubicBezTo>
                    <a:pt x="89" y="94"/>
                    <a:pt x="74" y="102"/>
                    <a:pt x="57" y="102"/>
                  </a:cubicBezTo>
                  <a:cubicBezTo>
                    <a:pt x="50" y="102"/>
                    <a:pt x="42" y="100"/>
                    <a:pt x="34" y="97"/>
                  </a:cubicBezTo>
                  <a:cubicBezTo>
                    <a:pt x="7" y="85"/>
                    <a:pt x="0" y="54"/>
                    <a:pt x="9" y="26"/>
                  </a:cubicBezTo>
                  <a:cubicBezTo>
                    <a:pt x="14" y="9"/>
                    <a:pt x="20" y="0"/>
                    <a:pt x="34" y="0"/>
                  </a:cubicBezTo>
                  <a:cubicBezTo>
                    <a:pt x="44" y="0"/>
                    <a:pt x="58" y="7"/>
                    <a:pt x="72" y="13"/>
                  </a:cubicBezTo>
                  <a:cubicBezTo>
                    <a:pt x="98" y="26"/>
                    <a:pt x="116" y="33"/>
                    <a:pt x="106" y="64"/>
                  </a:cubicBezTo>
                  <a:cubicBezTo>
                    <a:pt x="105" y="67"/>
                    <a:pt x="104" y="75"/>
                    <a:pt x="99" y="82"/>
                  </a:cubicBezTo>
                  <a:close/>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1" name="Freeform 97">
              <a:extLst>
                <a:ext uri="{FF2B5EF4-FFF2-40B4-BE49-F238E27FC236}">
                  <a16:creationId xmlns:a16="http://schemas.microsoft.com/office/drawing/2014/main" id="{7DE4F6DD-B247-9509-E17F-C8962FDC122E}"/>
                </a:ext>
              </a:extLst>
            </p:cNvPr>
            <p:cNvSpPr>
              <a:spLocks/>
            </p:cNvSpPr>
            <p:nvPr/>
          </p:nvSpPr>
          <p:spPr bwMode="auto">
            <a:xfrm>
              <a:off x="8923338" y="3409950"/>
              <a:ext cx="184150" cy="42863"/>
            </a:xfrm>
            <a:custGeom>
              <a:avLst/>
              <a:gdLst>
                <a:gd name="T0" fmla="*/ 246 w 246"/>
                <a:gd name="T1" fmla="*/ 6 h 56"/>
                <a:gd name="T2" fmla="*/ 208 w 246"/>
                <a:gd name="T3" fmla="*/ 0 h 56"/>
                <a:gd name="T4" fmla="*/ 153 w 246"/>
                <a:gd name="T5" fmla="*/ 56 h 56"/>
                <a:gd name="T6" fmla="*/ 97 w 246"/>
                <a:gd name="T7" fmla="*/ 0 h 56"/>
                <a:gd name="T8" fmla="*/ 0 w 246"/>
                <a:gd name="T9" fmla="*/ 17 h 56"/>
              </a:gdLst>
              <a:ahLst/>
              <a:cxnLst>
                <a:cxn ang="0">
                  <a:pos x="T0" y="T1"/>
                </a:cxn>
                <a:cxn ang="0">
                  <a:pos x="T2" y="T3"/>
                </a:cxn>
                <a:cxn ang="0">
                  <a:pos x="T4" y="T5"/>
                </a:cxn>
                <a:cxn ang="0">
                  <a:pos x="T6" y="T7"/>
                </a:cxn>
                <a:cxn ang="0">
                  <a:pos x="T8" y="T9"/>
                </a:cxn>
              </a:cxnLst>
              <a:rect l="0" t="0" r="r" b="b"/>
              <a:pathLst>
                <a:path w="246" h="56">
                  <a:moveTo>
                    <a:pt x="246" y="6"/>
                  </a:moveTo>
                  <a:cubicBezTo>
                    <a:pt x="234" y="2"/>
                    <a:pt x="222" y="0"/>
                    <a:pt x="208" y="0"/>
                  </a:cubicBezTo>
                  <a:lnTo>
                    <a:pt x="153" y="56"/>
                  </a:lnTo>
                  <a:lnTo>
                    <a:pt x="97" y="0"/>
                  </a:lnTo>
                  <a:cubicBezTo>
                    <a:pt x="61" y="0"/>
                    <a:pt x="18" y="3"/>
                    <a:pt x="0" y="17"/>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2" name="Freeform 98">
              <a:extLst>
                <a:ext uri="{FF2B5EF4-FFF2-40B4-BE49-F238E27FC236}">
                  <a16:creationId xmlns:a16="http://schemas.microsoft.com/office/drawing/2014/main" id="{CF292C1D-31C7-E302-BE51-B720F0BB1885}"/>
                </a:ext>
              </a:extLst>
            </p:cNvPr>
            <p:cNvSpPr>
              <a:spLocks/>
            </p:cNvSpPr>
            <p:nvPr/>
          </p:nvSpPr>
          <p:spPr bwMode="auto">
            <a:xfrm>
              <a:off x="8904288" y="3463925"/>
              <a:ext cx="269875" cy="307975"/>
            </a:xfrm>
            <a:custGeom>
              <a:avLst/>
              <a:gdLst>
                <a:gd name="T0" fmla="*/ 0 w 358"/>
                <a:gd name="T1" fmla="*/ 95 h 409"/>
                <a:gd name="T2" fmla="*/ 67 w 358"/>
                <a:gd name="T3" fmla="*/ 77 h 409"/>
                <a:gd name="T4" fmla="*/ 68 w 358"/>
                <a:gd name="T5" fmla="*/ 408 h 409"/>
                <a:gd name="T6" fmla="*/ 298 w 358"/>
                <a:gd name="T7" fmla="*/ 409 h 409"/>
                <a:gd name="T8" fmla="*/ 298 w 358"/>
                <a:gd name="T9" fmla="*/ 311 h 409"/>
                <a:gd name="T10" fmla="*/ 357 w 358"/>
                <a:gd name="T11" fmla="*/ 258 h 409"/>
                <a:gd name="T12" fmla="*/ 358 w 358"/>
                <a:gd name="T13" fmla="*/ 62 h 409"/>
                <a:gd name="T14" fmla="*/ 352 w 358"/>
                <a:gd name="T15" fmla="*/ 17 h 409"/>
                <a:gd name="T16" fmla="*/ 346 w 358"/>
                <a:gd name="T17" fmla="*/ 0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8" h="409">
                  <a:moveTo>
                    <a:pt x="0" y="95"/>
                  </a:moveTo>
                  <a:cubicBezTo>
                    <a:pt x="0" y="95"/>
                    <a:pt x="49" y="83"/>
                    <a:pt x="67" y="77"/>
                  </a:cubicBezTo>
                  <a:lnTo>
                    <a:pt x="68" y="408"/>
                  </a:lnTo>
                  <a:lnTo>
                    <a:pt x="298" y="409"/>
                  </a:lnTo>
                  <a:lnTo>
                    <a:pt x="298" y="311"/>
                  </a:lnTo>
                  <a:cubicBezTo>
                    <a:pt x="335" y="311"/>
                    <a:pt x="357" y="288"/>
                    <a:pt x="357" y="258"/>
                  </a:cubicBezTo>
                  <a:cubicBezTo>
                    <a:pt x="357" y="258"/>
                    <a:pt x="358" y="62"/>
                    <a:pt x="358" y="62"/>
                  </a:cubicBezTo>
                  <a:cubicBezTo>
                    <a:pt x="358" y="46"/>
                    <a:pt x="356" y="31"/>
                    <a:pt x="352" y="17"/>
                  </a:cubicBezTo>
                  <a:cubicBezTo>
                    <a:pt x="351" y="13"/>
                    <a:pt x="349" y="7"/>
                    <a:pt x="346" y="0"/>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53" name="Presentation9" descr="{&quot;Key&quot;:&quot;POWER_USER_SHAPE_ICON&quot;,&quot;Value&quot;:&quot;POWER_USER_SHAPE_ICON_STYLE_1&quot;}">
            <a:extLst>
              <a:ext uri="{FF2B5EF4-FFF2-40B4-BE49-F238E27FC236}">
                <a16:creationId xmlns:a16="http://schemas.microsoft.com/office/drawing/2014/main" id="{EE28E1E2-137C-7110-FE29-130319FC66F2}"/>
              </a:ext>
            </a:extLst>
          </p:cNvPr>
          <p:cNvGrpSpPr>
            <a:grpSpLocks noChangeAspect="1"/>
          </p:cNvGrpSpPr>
          <p:nvPr>
            <p:custDataLst>
              <p:tags r:id="rId2"/>
            </p:custDataLst>
          </p:nvPr>
        </p:nvGrpSpPr>
        <p:grpSpPr>
          <a:xfrm>
            <a:off x="7686114" y="6020604"/>
            <a:ext cx="396000" cy="307732"/>
            <a:chOff x="6796088" y="1851026"/>
            <a:chExt cx="884238" cy="677862"/>
          </a:xfrm>
          <a:noFill/>
        </p:grpSpPr>
        <p:sp>
          <p:nvSpPr>
            <p:cNvPr id="1154" name="Freeform 157">
              <a:extLst>
                <a:ext uri="{FF2B5EF4-FFF2-40B4-BE49-F238E27FC236}">
                  <a16:creationId xmlns:a16="http://schemas.microsoft.com/office/drawing/2014/main" id="{B6B69DFE-8266-017B-CA3D-D15A487B8E4A}"/>
                </a:ext>
              </a:extLst>
            </p:cNvPr>
            <p:cNvSpPr>
              <a:spLocks/>
            </p:cNvSpPr>
            <p:nvPr/>
          </p:nvSpPr>
          <p:spPr bwMode="auto">
            <a:xfrm>
              <a:off x="7018338" y="1851026"/>
              <a:ext cx="661988" cy="512763"/>
            </a:xfrm>
            <a:custGeom>
              <a:avLst/>
              <a:gdLst>
                <a:gd name="T0" fmla="*/ 54 w 870"/>
                <a:gd name="T1" fmla="*/ 54 h 673"/>
                <a:gd name="T2" fmla="*/ 816 w 870"/>
                <a:gd name="T3" fmla="*/ 54 h 673"/>
                <a:gd name="T4" fmla="*/ 816 w 870"/>
                <a:gd name="T5" fmla="*/ 619 h 673"/>
                <a:gd name="T6" fmla="*/ 394 w 870"/>
                <a:gd name="T7" fmla="*/ 619 h 673"/>
                <a:gd name="T8" fmla="*/ 295 w 870"/>
                <a:gd name="T9" fmla="*/ 673 h 673"/>
                <a:gd name="T10" fmla="*/ 817 w 870"/>
                <a:gd name="T11" fmla="*/ 673 h 673"/>
                <a:gd name="T12" fmla="*/ 870 w 870"/>
                <a:gd name="T13" fmla="*/ 620 h 673"/>
                <a:gd name="T14" fmla="*/ 870 w 870"/>
                <a:gd name="T15" fmla="*/ 53 h 673"/>
                <a:gd name="T16" fmla="*/ 817 w 870"/>
                <a:gd name="T17" fmla="*/ 0 h 673"/>
                <a:gd name="T18" fmla="*/ 53 w 870"/>
                <a:gd name="T19" fmla="*/ 0 h 673"/>
                <a:gd name="T20" fmla="*/ 0 w 870"/>
                <a:gd name="T21" fmla="*/ 53 h 673"/>
                <a:gd name="T22" fmla="*/ 0 w 870"/>
                <a:gd name="T23" fmla="*/ 185 h 673"/>
                <a:gd name="T24" fmla="*/ 54 w 870"/>
                <a:gd name="T25" fmla="*/ 215 h 673"/>
                <a:gd name="T26" fmla="*/ 54 w 870"/>
                <a:gd name="T27" fmla="*/ 54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0" h="673">
                  <a:moveTo>
                    <a:pt x="54" y="54"/>
                  </a:moveTo>
                  <a:lnTo>
                    <a:pt x="816" y="54"/>
                  </a:lnTo>
                  <a:lnTo>
                    <a:pt x="816" y="619"/>
                  </a:lnTo>
                  <a:lnTo>
                    <a:pt x="394" y="619"/>
                  </a:lnTo>
                  <a:cubicBezTo>
                    <a:pt x="363" y="638"/>
                    <a:pt x="330" y="656"/>
                    <a:pt x="295" y="673"/>
                  </a:cubicBezTo>
                  <a:lnTo>
                    <a:pt x="817" y="673"/>
                  </a:lnTo>
                  <a:cubicBezTo>
                    <a:pt x="846" y="673"/>
                    <a:pt x="870" y="650"/>
                    <a:pt x="870" y="620"/>
                  </a:cubicBezTo>
                  <a:lnTo>
                    <a:pt x="870" y="53"/>
                  </a:lnTo>
                  <a:cubicBezTo>
                    <a:pt x="870" y="23"/>
                    <a:pt x="846" y="0"/>
                    <a:pt x="817" y="0"/>
                  </a:cubicBezTo>
                  <a:lnTo>
                    <a:pt x="53" y="0"/>
                  </a:lnTo>
                  <a:cubicBezTo>
                    <a:pt x="24" y="0"/>
                    <a:pt x="0" y="23"/>
                    <a:pt x="0" y="53"/>
                  </a:cubicBezTo>
                  <a:lnTo>
                    <a:pt x="0" y="185"/>
                  </a:lnTo>
                  <a:cubicBezTo>
                    <a:pt x="20" y="192"/>
                    <a:pt x="38" y="202"/>
                    <a:pt x="54" y="215"/>
                  </a:cubicBezTo>
                  <a:lnTo>
                    <a:pt x="54" y="54"/>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5" name="Freeform 158">
              <a:extLst>
                <a:ext uri="{FF2B5EF4-FFF2-40B4-BE49-F238E27FC236}">
                  <a16:creationId xmlns:a16="http://schemas.microsoft.com/office/drawing/2014/main" id="{ED024208-8D08-7FBC-D925-D75F884B86D4}"/>
                </a:ext>
              </a:extLst>
            </p:cNvPr>
            <p:cNvSpPr>
              <a:spLocks/>
            </p:cNvSpPr>
            <p:nvPr/>
          </p:nvSpPr>
          <p:spPr bwMode="auto">
            <a:xfrm>
              <a:off x="6796088" y="2162175"/>
              <a:ext cx="573088" cy="366713"/>
            </a:xfrm>
            <a:custGeom>
              <a:avLst/>
              <a:gdLst>
                <a:gd name="T0" fmla="*/ 122 w 753"/>
                <a:gd name="T1" fmla="*/ 359 h 482"/>
                <a:gd name="T2" fmla="*/ 154 w 753"/>
                <a:gd name="T3" fmla="*/ 359 h 482"/>
                <a:gd name="T4" fmla="*/ 164 w 753"/>
                <a:gd name="T5" fmla="*/ 482 h 482"/>
                <a:gd name="T6" fmla="*/ 399 w 753"/>
                <a:gd name="T7" fmla="*/ 482 h 482"/>
                <a:gd name="T8" fmla="*/ 399 w 753"/>
                <a:gd name="T9" fmla="*/ 279 h 482"/>
                <a:gd name="T10" fmla="*/ 716 w 753"/>
                <a:gd name="T11" fmla="*/ 121 h 482"/>
                <a:gd name="T12" fmla="*/ 727 w 753"/>
                <a:gd name="T13" fmla="*/ 23 h 482"/>
                <a:gd name="T14" fmla="*/ 679 w 753"/>
                <a:gd name="T15" fmla="*/ 0 h 482"/>
                <a:gd name="T16" fmla="*/ 653 w 753"/>
                <a:gd name="T17" fmla="*/ 7 h 482"/>
                <a:gd name="T18" fmla="*/ 317 w 753"/>
                <a:gd name="T19" fmla="*/ 123 h 482"/>
                <a:gd name="T20" fmla="*/ 230 w 753"/>
                <a:gd name="T21" fmla="*/ 190 h 482"/>
                <a:gd name="T22" fmla="*/ 149 w 753"/>
                <a:gd name="T23" fmla="*/ 129 h 482"/>
                <a:gd name="T24" fmla="*/ 0 w 753"/>
                <a:gd name="T25" fmla="*/ 309 h 482"/>
                <a:gd name="T26" fmla="*/ 0 w 753"/>
                <a:gd name="T27" fmla="*/ 482 h 482"/>
                <a:gd name="T28" fmla="*/ 122 w 753"/>
                <a:gd name="T29" fmla="*/ 482 h 482"/>
                <a:gd name="T30" fmla="*/ 122 w 753"/>
                <a:gd name="T31" fmla="*/ 359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3" h="482">
                  <a:moveTo>
                    <a:pt x="122" y="359"/>
                  </a:moveTo>
                  <a:lnTo>
                    <a:pt x="154" y="359"/>
                  </a:lnTo>
                  <a:lnTo>
                    <a:pt x="164" y="482"/>
                  </a:lnTo>
                  <a:lnTo>
                    <a:pt x="399" y="482"/>
                  </a:lnTo>
                  <a:lnTo>
                    <a:pt x="399" y="279"/>
                  </a:lnTo>
                  <a:cubicBezTo>
                    <a:pt x="529" y="237"/>
                    <a:pt x="643" y="176"/>
                    <a:pt x="716" y="121"/>
                  </a:cubicBezTo>
                  <a:cubicBezTo>
                    <a:pt x="747" y="98"/>
                    <a:pt x="753" y="55"/>
                    <a:pt x="727" y="23"/>
                  </a:cubicBezTo>
                  <a:cubicBezTo>
                    <a:pt x="715" y="9"/>
                    <a:pt x="697" y="0"/>
                    <a:pt x="679" y="0"/>
                  </a:cubicBezTo>
                  <a:cubicBezTo>
                    <a:pt x="670" y="0"/>
                    <a:pt x="661" y="3"/>
                    <a:pt x="653" y="7"/>
                  </a:cubicBezTo>
                  <a:cubicBezTo>
                    <a:pt x="488" y="100"/>
                    <a:pt x="404" y="119"/>
                    <a:pt x="317" y="123"/>
                  </a:cubicBezTo>
                  <a:lnTo>
                    <a:pt x="230" y="190"/>
                  </a:lnTo>
                  <a:lnTo>
                    <a:pt x="149" y="129"/>
                  </a:lnTo>
                  <a:cubicBezTo>
                    <a:pt x="60" y="145"/>
                    <a:pt x="0" y="199"/>
                    <a:pt x="0" y="309"/>
                  </a:cubicBezTo>
                  <a:lnTo>
                    <a:pt x="0" y="482"/>
                  </a:lnTo>
                  <a:lnTo>
                    <a:pt x="122" y="482"/>
                  </a:lnTo>
                  <a:lnTo>
                    <a:pt x="122" y="359"/>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6" name="Oval 159">
              <a:extLst>
                <a:ext uri="{FF2B5EF4-FFF2-40B4-BE49-F238E27FC236}">
                  <a16:creationId xmlns:a16="http://schemas.microsoft.com/office/drawing/2014/main" id="{25938DBE-2444-82EF-C03C-0A8F9BD9B5F9}"/>
                </a:ext>
              </a:extLst>
            </p:cNvPr>
            <p:cNvSpPr>
              <a:spLocks noChangeArrowheads="1"/>
            </p:cNvSpPr>
            <p:nvPr/>
          </p:nvSpPr>
          <p:spPr bwMode="auto">
            <a:xfrm>
              <a:off x="6867526" y="2022475"/>
              <a:ext cx="206375" cy="204788"/>
            </a:xfrm>
            <a:prstGeom prst="ellipse">
              <a:avLst/>
            </a:pr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7" name="Freeform 160">
              <a:extLst>
                <a:ext uri="{FF2B5EF4-FFF2-40B4-BE49-F238E27FC236}">
                  <a16:creationId xmlns:a16="http://schemas.microsoft.com/office/drawing/2014/main" id="{2C2A6A46-1C9D-91B7-9236-B53A92D3DC65}"/>
                </a:ext>
              </a:extLst>
            </p:cNvPr>
            <p:cNvSpPr>
              <a:spLocks/>
            </p:cNvSpPr>
            <p:nvPr/>
          </p:nvSpPr>
          <p:spPr bwMode="auto">
            <a:xfrm>
              <a:off x="7173913" y="1997075"/>
              <a:ext cx="382588" cy="165100"/>
            </a:xfrm>
            <a:custGeom>
              <a:avLst/>
              <a:gdLst>
                <a:gd name="T0" fmla="*/ 489 w 503"/>
                <a:gd name="T1" fmla="*/ 117 h 216"/>
                <a:gd name="T2" fmla="*/ 494 w 503"/>
                <a:gd name="T3" fmla="*/ 111 h 216"/>
                <a:gd name="T4" fmla="*/ 502 w 503"/>
                <a:gd name="T5" fmla="*/ 8 h 216"/>
                <a:gd name="T6" fmla="*/ 500 w 503"/>
                <a:gd name="T7" fmla="*/ 2 h 216"/>
                <a:gd name="T8" fmla="*/ 494 w 503"/>
                <a:gd name="T9" fmla="*/ 0 h 216"/>
                <a:gd name="T10" fmla="*/ 391 w 503"/>
                <a:gd name="T11" fmla="*/ 9 h 216"/>
                <a:gd name="T12" fmla="*/ 385 w 503"/>
                <a:gd name="T13" fmla="*/ 14 h 216"/>
                <a:gd name="T14" fmla="*/ 387 w 503"/>
                <a:gd name="T15" fmla="*/ 21 h 216"/>
                <a:gd name="T16" fmla="*/ 416 w 503"/>
                <a:gd name="T17" fmla="*/ 50 h 216"/>
                <a:gd name="T18" fmla="*/ 292 w 503"/>
                <a:gd name="T19" fmla="*/ 152 h 216"/>
                <a:gd name="T20" fmla="*/ 190 w 503"/>
                <a:gd name="T21" fmla="*/ 73 h 216"/>
                <a:gd name="T22" fmla="*/ 161 w 503"/>
                <a:gd name="T23" fmla="*/ 72 h 216"/>
                <a:gd name="T24" fmla="*/ 0 w 503"/>
                <a:gd name="T25" fmla="*/ 174 h 216"/>
                <a:gd name="T26" fmla="*/ 27 w 503"/>
                <a:gd name="T27" fmla="*/ 216 h 216"/>
                <a:gd name="T28" fmla="*/ 173 w 503"/>
                <a:gd name="T29" fmla="*/ 124 h 216"/>
                <a:gd name="T30" fmla="*/ 278 w 503"/>
                <a:gd name="T31" fmla="*/ 205 h 216"/>
                <a:gd name="T32" fmla="*/ 309 w 503"/>
                <a:gd name="T33" fmla="*/ 204 h 216"/>
                <a:gd name="T34" fmla="*/ 452 w 503"/>
                <a:gd name="T35" fmla="*/ 86 h 216"/>
                <a:gd name="T36" fmla="*/ 482 w 503"/>
                <a:gd name="T37" fmla="*/ 116 h 216"/>
                <a:gd name="T38" fmla="*/ 489 w 503"/>
                <a:gd name="T39" fmla="*/ 117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3" h="216">
                  <a:moveTo>
                    <a:pt x="489" y="117"/>
                  </a:moveTo>
                  <a:cubicBezTo>
                    <a:pt x="492" y="116"/>
                    <a:pt x="494" y="114"/>
                    <a:pt x="494" y="111"/>
                  </a:cubicBezTo>
                  <a:lnTo>
                    <a:pt x="502" y="8"/>
                  </a:lnTo>
                  <a:cubicBezTo>
                    <a:pt x="503" y="6"/>
                    <a:pt x="502" y="4"/>
                    <a:pt x="500" y="2"/>
                  </a:cubicBezTo>
                  <a:cubicBezTo>
                    <a:pt x="499" y="0"/>
                    <a:pt x="497" y="0"/>
                    <a:pt x="494" y="0"/>
                  </a:cubicBezTo>
                  <a:lnTo>
                    <a:pt x="391" y="9"/>
                  </a:lnTo>
                  <a:cubicBezTo>
                    <a:pt x="388" y="9"/>
                    <a:pt x="386" y="11"/>
                    <a:pt x="385" y="14"/>
                  </a:cubicBezTo>
                  <a:cubicBezTo>
                    <a:pt x="384" y="16"/>
                    <a:pt x="385" y="19"/>
                    <a:pt x="387" y="21"/>
                  </a:cubicBezTo>
                  <a:lnTo>
                    <a:pt x="416" y="50"/>
                  </a:lnTo>
                  <a:lnTo>
                    <a:pt x="292" y="152"/>
                  </a:lnTo>
                  <a:lnTo>
                    <a:pt x="190" y="73"/>
                  </a:lnTo>
                  <a:cubicBezTo>
                    <a:pt x="182" y="67"/>
                    <a:pt x="170" y="66"/>
                    <a:pt x="161" y="72"/>
                  </a:cubicBezTo>
                  <a:lnTo>
                    <a:pt x="0" y="174"/>
                  </a:lnTo>
                  <a:lnTo>
                    <a:pt x="27" y="216"/>
                  </a:lnTo>
                  <a:lnTo>
                    <a:pt x="173" y="124"/>
                  </a:lnTo>
                  <a:lnTo>
                    <a:pt x="278" y="205"/>
                  </a:lnTo>
                  <a:cubicBezTo>
                    <a:pt x="287" y="212"/>
                    <a:pt x="300" y="212"/>
                    <a:pt x="309" y="204"/>
                  </a:cubicBezTo>
                  <a:lnTo>
                    <a:pt x="452" y="86"/>
                  </a:lnTo>
                  <a:lnTo>
                    <a:pt x="482" y="116"/>
                  </a:lnTo>
                  <a:cubicBezTo>
                    <a:pt x="485" y="119"/>
                    <a:pt x="488" y="118"/>
                    <a:pt x="489" y="117"/>
                  </a:cubicBez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158" name="Rectangle 1157">
            <a:extLst>
              <a:ext uri="{FF2B5EF4-FFF2-40B4-BE49-F238E27FC236}">
                <a16:creationId xmlns:a16="http://schemas.microsoft.com/office/drawing/2014/main" id="{AD45B670-CB53-4243-3880-7102A37195AA}"/>
              </a:ext>
            </a:extLst>
          </p:cNvPr>
          <p:cNvSpPr/>
          <p:nvPr/>
        </p:nvSpPr>
        <p:spPr>
          <a:xfrm>
            <a:off x="656917" y="5549255"/>
            <a:ext cx="1313426" cy="923160"/>
          </a:xfrm>
          <a:prstGeom prst="rect">
            <a:avLst/>
          </a:prstGeom>
          <a:solidFill>
            <a:srgbClr val="E0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prstClr val="black"/>
                </a:solidFill>
                <a:effectLst/>
                <a:uLnTx/>
                <a:uFillTx/>
                <a:latin typeface="Ubuntu"/>
                <a:ea typeface="+mn-ea"/>
                <a:cs typeface="+mn-cs"/>
              </a:rPr>
              <a:t>Actors</a:t>
            </a:r>
            <a:endParaRPr kumimoji="0" lang="en-US" sz="1100" b="1" i="0" u="none" strike="noStrike" kern="1200" cap="none" spc="0" normalizeH="0" baseline="0" noProof="0" err="1">
              <a:ln>
                <a:noFill/>
              </a:ln>
              <a:solidFill>
                <a:prstClr val="black"/>
              </a:solidFill>
              <a:effectLst/>
              <a:uLnTx/>
              <a:uFillTx/>
              <a:latin typeface="Ubuntu"/>
              <a:ea typeface="+mn-ea"/>
              <a:cs typeface="+mn-cs"/>
            </a:endParaRPr>
          </a:p>
        </p:txBody>
      </p:sp>
      <p:sp>
        <p:nvSpPr>
          <p:cNvPr id="1159" name="Rectangle 1158">
            <a:extLst>
              <a:ext uri="{FF2B5EF4-FFF2-40B4-BE49-F238E27FC236}">
                <a16:creationId xmlns:a16="http://schemas.microsoft.com/office/drawing/2014/main" id="{026DAA9C-19E5-89FE-4068-A40C00742867}"/>
              </a:ext>
            </a:extLst>
          </p:cNvPr>
          <p:cNvSpPr/>
          <p:nvPr/>
        </p:nvSpPr>
        <p:spPr>
          <a:xfrm>
            <a:off x="8556998" y="5558710"/>
            <a:ext cx="1323195" cy="923160"/>
          </a:xfrm>
          <a:prstGeom prst="rect">
            <a:avLst/>
          </a:prstGeom>
          <a:solidFill>
            <a:srgbClr val="E0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Test teams</a:t>
            </a:r>
            <a:endParaRPr kumimoji="0" lang="en-US" sz="1000" b="0" i="0" u="none" strike="noStrike" kern="1200" cap="none" spc="0" normalizeH="0" baseline="0" noProof="0" err="1">
              <a:ln>
                <a:noFill/>
              </a:ln>
              <a:solidFill>
                <a:prstClr val="black"/>
              </a:solidFill>
              <a:effectLst/>
              <a:uLnTx/>
              <a:uFillTx/>
              <a:latin typeface="Ubuntu"/>
              <a:ea typeface="+mn-ea"/>
              <a:cs typeface="+mn-cs"/>
            </a:endParaRPr>
          </a:p>
        </p:txBody>
      </p:sp>
      <p:grpSp>
        <p:nvGrpSpPr>
          <p:cNvPr id="1160" name="Customer_satisfaction5" descr="{&quot;Key&quot;:&quot;POWER_USER_SHAPE_ICON&quot;,&quot;Value&quot;:&quot;POWER_USER_SHAPE_ICON_STYLE_1&quot;}">
            <a:extLst>
              <a:ext uri="{FF2B5EF4-FFF2-40B4-BE49-F238E27FC236}">
                <a16:creationId xmlns:a16="http://schemas.microsoft.com/office/drawing/2014/main" id="{4A823E44-1BB7-84D2-D1C3-78E1433F5EEA}"/>
              </a:ext>
            </a:extLst>
          </p:cNvPr>
          <p:cNvGrpSpPr>
            <a:grpSpLocks noChangeAspect="1"/>
          </p:cNvGrpSpPr>
          <p:nvPr/>
        </p:nvGrpSpPr>
        <p:grpSpPr>
          <a:xfrm>
            <a:off x="8941819" y="5915907"/>
            <a:ext cx="432000" cy="425471"/>
            <a:chOff x="8404226" y="2581275"/>
            <a:chExt cx="630238" cy="620713"/>
          </a:xfrm>
          <a:noFill/>
        </p:grpSpPr>
        <p:sp>
          <p:nvSpPr>
            <p:cNvPr id="1161" name="Freeform 981">
              <a:extLst>
                <a:ext uri="{FF2B5EF4-FFF2-40B4-BE49-F238E27FC236}">
                  <a16:creationId xmlns:a16="http://schemas.microsoft.com/office/drawing/2014/main" id="{5EB50532-E01C-3BEE-3B81-1E92D988CE31}"/>
                </a:ext>
              </a:extLst>
            </p:cNvPr>
            <p:cNvSpPr>
              <a:spLocks/>
            </p:cNvSpPr>
            <p:nvPr/>
          </p:nvSpPr>
          <p:spPr bwMode="auto">
            <a:xfrm>
              <a:off x="8967788" y="3032125"/>
              <a:ext cx="1588" cy="3175"/>
            </a:xfrm>
            <a:custGeom>
              <a:avLst/>
              <a:gdLst>
                <a:gd name="T0" fmla="*/ 0 w 3"/>
                <a:gd name="T1" fmla="*/ 4 h 4"/>
                <a:gd name="T2" fmla="*/ 3 w 3"/>
                <a:gd name="T3" fmla="*/ 0 h 4"/>
                <a:gd name="T4" fmla="*/ 3 w 3"/>
                <a:gd name="T5" fmla="*/ 0 h 4"/>
                <a:gd name="T6" fmla="*/ 0 w 3"/>
                <a:gd name="T7" fmla="*/ 4 h 4"/>
              </a:gdLst>
              <a:ahLst/>
              <a:cxnLst>
                <a:cxn ang="0">
                  <a:pos x="T0" y="T1"/>
                </a:cxn>
                <a:cxn ang="0">
                  <a:pos x="T2" y="T3"/>
                </a:cxn>
                <a:cxn ang="0">
                  <a:pos x="T4" y="T5"/>
                </a:cxn>
                <a:cxn ang="0">
                  <a:pos x="T6" y="T7"/>
                </a:cxn>
              </a:cxnLst>
              <a:rect l="0" t="0" r="r" b="b"/>
              <a:pathLst>
                <a:path w="3" h="4">
                  <a:moveTo>
                    <a:pt x="0" y="4"/>
                  </a:moveTo>
                  <a:cubicBezTo>
                    <a:pt x="1" y="3"/>
                    <a:pt x="2" y="2"/>
                    <a:pt x="3" y="0"/>
                  </a:cubicBezTo>
                  <a:cubicBezTo>
                    <a:pt x="3" y="0"/>
                    <a:pt x="3" y="0"/>
                    <a:pt x="3" y="0"/>
                  </a:cubicBezTo>
                  <a:cubicBezTo>
                    <a:pt x="2" y="1"/>
                    <a:pt x="1" y="3"/>
                    <a:pt x="0" y="4"/>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2" name="Freeform 982">
              <a:extLst>
                <a:ext uri="{FF2B5EF4-FFF2-40B4-BE49-F238E27FC236}">
                  <a16:creationId xmlns:a16="http://schemas.microsoft.com/office/drawing/2014/main" id="{05BFFE41-54D9-9E2D-A116-7E3B256843D7}"/>
                </a:ext>
              </a:extLst>
            </p:cNvPr>
            <p:cNvSpPr>
              <a:spLocks/>
            </p:cNvSpPr>
            <p:nvPr/>
          </p:nvSpPr>
          <p:spPr bwMode="auto">
            <a:xfrm>
              <a:off x="8626476" y="2995613"/>
              <a:ext cx="134938" cy="57150"/>
            </a:xfrm>
            <a:custGeom>
              <a:avLst/>
              <a:gdLst>
                <a:gd name="T0" fmla="*/ 183 w 183"/>
                <a:gd name="T1" fmla="*/ 0 h 76"/>
                <a:gd name="T2" fmla="*/ 91 w 183"/>
                <a:gd name="T3" fmla="*/ 59 h 76"/>
                <a:gd name="T4" fmla="*/ 0 w 183"/>
                <a:gd name="T5" fmla="*/ 0 h 76"/>
                <a:gd name="T6" fmla="*/ 0 w 183"/>
                <a:gd name="T7" fmla="*/ 35 h 76"/>
                <a:gd name="T8" fmla="*/ 91 w 183"/>
                <a:gd name="T9" fmla="*/ 76 h 76"/>
                <a:gd name="T10" fmla="*/ 183 w 183"/>
                <a:gd name="T11" fmla="*/ 35 h 76"/>
                <a:gd name="T12" fmla="*/ 183 w 183"/>
                <a:gd name="T13" fmla="*/ 0 h 76"/>
              </a:gdLst>
              <a:ahLst/>
              <a:cxnLst>
                <a:cxn ang="0">
                  <a:pos x="T0" y="T1"/>
                </a:cxn>
                <a:cxn ang="0">
                  <a:pos x="T2" y="T3"/>
                </a:cxn>
                <a:cxn ang="0">
                  <a:pos x="T4" y="T5"/>
                </a:cxn>
                <a:cxn ang="0">
                  <a:pos x="T6" y="T7"/>
                </a:cxn>
                <a:cxn ang="0">
                  <a:pos x="T8" y="T9"/>
                </a:cxn>
                <a:cxn ang="0">
                  <a:pos x="T10" y="T11"/>
                </a:cxn>
                <a:cxn ang="0">
                  <a:pos x="T12" y="T13"/>
                </a:cxn>
              </a:cxnLst>
              <a:rect l="0" t="0" r="r" b="b"/>
              <a:pathLst>
                <a:path w="183" h="76">
                  <a:moveTo>
                    <a:pt x="183" y="0"/>
                  </a:moveTo>
                  <a:cubicBezTo>
                    <a:pt x="181" y="7"/>
                    <a:pt x="163" y="59"/>
                    <a:pt x="91" y="59"/>
                  </a:cubicBezTo>
                  <a:cubicBezTo>
                    <a:pt x="19" y="59"/>
                    <a:pt x="2" y="7"/>
                    <a:pt x="0" y="0"/>
                  </a:cubicBezTo>
                  <a:lnTo>
                    <a:pt x="0" y="35"/>
                  </a:lnTo>
                  <a:cubicBezTo>
                    <a:pt x="15" y="54"/>
                    <a:pt x="42" y="76"/>
                    <a:pt x="91" y="76"/>
                  </a:cubicBezTo>
                  <a:cubicBezTo>
                    <a:pt x="141" y="76"/>
                    <a:pt x="168" y="54"/>
                    <a:pt x="183" y="35"/>
                  </a:cubicBezTo>
                  <a:lnTo>
                    <a:pt x="183"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3" name="Freeform 983">
              <a:extLst>
                <a:ext uri="{FF2B5EF4-FFF2-40B4-BE49-F238E27FC236}">
                  <a16:creationId xmlns:a16="http://schemas.microsoft.com/office/drawing/2014/main" id="{30ACCC85-2D63-A654-4DFC-6135BC7DC2E0}"/>
                </a:ext>
              </a:extLst>
            </p:cNvPr>
            <p:cNvSpPr>
              <a:spLocks noEditPoints="1"/>
            </p:cNvSpPr>
            <p:nvPr/>
          </p:nvSpPr>
          <p:spPr bwMode="auto">
            <a:xfrm>
              <a:off x="8562976" y="2581275"/>
              <a:ext cx="261938" cy="223838"/>
            </a:xfrm>
            <a:custGeom>
              <a:avLst/>
              <a:gdLst>
                <a:gd name="T0" fmla="*/ 160 w 353"/>
                <a:gd name="T1" fmla="*/ 0 h 300"/>
                <a:gd name="T2" fmla="*/ 0 w 353"/>
                <a:gd name="T3" fmla="*/ 163 h 300"/>
                <a:gd name="T4" fmla="*/ 26 w 353"/>
                <a:gd name="T5" fmla="*/ 300 h 300"/>
                <a:gd name="T6" fmla="*/ 35 w 353"/>
                <a:gd name="T7" fmla="*/ 180 h 300"/>
                <a:gd name="T8" fmla="*/ 44 w 353"/>
                <a:gd name="T9" fmla="*/ 158 h 300"/>
                <a:gd name="T10" fmla="*/ 141 w 353"/>
                <a:gd name="T11" fmla="*/ 180 h 300"/>
                <a:gd name="T12" fmla="*/ 283 w 353"/>
                <a:gd name="T13" fmla="*/ 134 h 300"/>
                <a:gd name="T14" fmla="*/ 300 w 353"/>
                <a:gd name="T15" fmla="*/ 145 h 300"/>
                <a:gd name="T16" fmla="*/ 326 w 353"/>
                <a:gd name="T17" fmla="*/ 300 h 300"/>
                <a:gd name="T18" fmla="*/ 353 w 353"/>
                <a:gd name="T19" fmla="*/ 163 h 300"/>
                <a:gd name="T20" fmla="*/ 282 w 353"/>
                <a:gd name="T21" fmla="*/ 39 h 300"/>
                <a:gd name="T22" fmla="*/ 160 w 353"/>
                <a:gd name="T23" fmla="*/ 0 h 300"/>
                <a:gd name="T24" fmla="*/ 160 w 353"/>
                <a:gd name="T25" fmla="*/ 16 h 300"/>
                <a:gd name="T26" fmla="*/ 270 w 353"/>
                <a:gd name="T27" fmla="*/ 50 h 300"/>
                <a:gd name="T28" fmla="*/ 275 w 353"/>
                <a:gd name="T29" fmla="*/ 56 h 300"/>
                <a:gd name="T30" fmla="*/ 282 w 353"/>
                <a:gd name="T31" fmla="*/ 56 h 300"/>
                <a:gd name="T32" fmla="*/ 336 w 353"/>
                <a:gd name="T33" fmla="*/ 163 h 300"/>
                <a:gd name="T34" fmla="*/ 335 w 353"/>
                <a:gd name="T35" fmla="*/ 189 h 300"/>
                <a:gd name="T36" fmla="*/ 314 w 353"/>
                <a:gd name="T37" fmla="*/ 137 h 300"/>
                <a:gd name="T38" fmla="*/ 283 w 353"/>
                <a:gd name="T39" fmla="*/ 117 h 300"/>
                <a:gd name="T40" fmla="*/ 241 w 353"/>
                <a:gd name="T41" fmla="*/ 133 h 300"/>
                <a:gd name="T42" fmla="*/ 141 w 353"/>
                <a:gd name="T43" fmla="*/ 164 h 300"/>
                <a:gd name="T44" fmla="*/ 63 w 353"/>
                <a:gd name="T45" fmla="*/ 147 h 300"/>
                <a:gd name="T46" fmla="*/ 44 w 353"/>
                <a:gd name="T47" fmla="*/ 141 h 300"/>
                <a:gd name="T48" fmla="*/ 44 w 353"/>
                <a:gd name="T49" fmla="*/ 141 h 300"/>
                <a:gd name="T50" fmla="*/ 19 w 353"/>
                <a:gd name="T51" fmla="*/ 178 h 300"/>
                <a:gd name="T52" fmla="*/ 17 w 353"/>
                <a:gd name="T53" fmla="*/ 189 h 300"/>
                <a:gd name="T54" fmla="*/ 17 w 353"/>
                <a:gd name="T55" fmla="*/ 163 h 300"/>
                <a:gd name="T56" fmla="*/ 160 w 353"/>
                <a:gd name="T57" fmla="*/ 16 h 300"/>
                <a:gd name="T58" fmla="*/ 160 w 353"/>
                <a:gd name="T59" fmla="*/ 16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53" h="300">
                  <a:moveTo>
                    <a:pt x="160" y="0"/>
                  </a:moveTo>
                  <a:cubicBezTo>
                    <a:pt x="27" y="0"/>
                    <a:pt x="0" y="83"/>
                    <a:pt x="0" y="163"/>
                  </a:cubicBezTo>
                  <a:cubicBezTo>
                    <a:pt x="0" y="250"/>
                    <a:pt x="26" y="300"/>
                    <a:pt x="26" y="300"/>
                  </a:cubicBezTo>
                  <a:cubicBezTo>
                    <a:pt x="29" y="268"/>
                    <a:pt x="29" y="229"/>
                    <a:pt x="35" y="180"/>
                  </a:cubicBezTo>
                  <a:cubicBezTo>
                    <a:pt x="37" y="164"/>
                    <a:pt x="39" y="158"/>
                    <a:pt x="44" y="158"/>
                  </a:cubicBezTo>
                  <a:cubicBezTo>
                    <a:pt x="54" y="158"/>
                    <a:pt x="76" y="180"/>
                    <a:pt x="141" y="180"/>
                  </a:cubicBezTo>
                  <a:cubicBezTo>
                    <a:pt x="218" y="180"/>
                    <a:pt x="259" y="134"/>
                    <a:pt x="283" y="134"/>
                  </a:cubicBezTo>
                  <a:cubicBezTo>
                    <a:pt x="290" y="134"/>
                    <a:pt x="295" y="137"/>
                    <a:pt x="300" y="145"/>
                  </a:cubicBezTo>
                  <a:cubicBezTo>
                    <a:pt x="335" y="207"/>
                    <a:pt x="321" y="261"/>
                    <a:pt x="326" y="300"/>
                  </a:cubicBezTo>
                  <a:cubicBezTo>
                    <a:pt x="326" y="300"/>
                    <a:pt x="353" y="248"/>
                    <a:pt x="353" y="163"/>
                  </a:cubicBezTo>
                  <a:cubicBezTo>
                    <a:pt x="353" y="111"/>
                    <a:pt x="344" y="39"/>
                    <a:pt x="282" y="39"/>
                  </a:cubicBezTo>
                  <a:cubicBezTo>
                    <a:pt x="256" y="9"/>
                    <a:pt x="214" y="0"/>
                    <a:pt x="160" y="0"/>
                  </a:cubicBezTo>
                  <a:close/>
                  <a:moveTo>
                    <a:pt x="160" y="16"/>
                  </a:moveTo>
                  <a:cubicBezTo>
                    <a:pt x="216" y="16"/>
                    <a:pt x="250" y="27"/>
                    <a:pt x="270" y="50"/>
                  </a:cubicBezTo>
                  <a:lnTo>
                    <a:pt x="275" y="56"/>
                  </a:lnTo>
                  <a:lnTo>
                    <a:pt x="282" y="56"/>
                  </a:lnTo>
                  <a:cubicBezTo>
                    <a:pt x="296" y="56"/>
                    <a:pt x="336" y="56"/>
                    <a:pt x="336" y="163"/>
                  </a:cubicBezTo>
                  <a:cubicBezTo>
                    <a:pt x="336" y="172"/>
                    <a:pt x="336" y="181"/>
                    <a:pt x="335" y="189"/>
                  </a:cubicBezTo>
                  <a:cubicBezTo>
                    <a:pt x="331" y="172"/>
                    <a:pt x="325" y="155"/>
                    <a:pt x="314" y="137"/>
                  </a:cubicBezTo>
                  <a:cubicBezTo>
                    <a:pt x="305" y="121"/>
                    <a:pt x="292" y="117"/>
                    <a:pt x="283" y="117"/>
                  </a:cubicBezTo>
                  <a:cubicBezTo>
                    <a:pt x="270" y="117"/>
                    <a:pt x="258" y="124"/>
                    <a:pt x="241" y="133"/>
                  </a:cubicBezTo>
                  <a:cubicBezTo>
                    <a:pt x="217" y="147"/>
                    <a:pt x="186" y="164"/>
                    <a:pt x="141" y="164"/>
                  </a:cubicBezTo>
                  <a:cubicBezTo>
                    <a:pt x="98" y="164"/>
                    <a:pt x="76" y="153"/>
                    <a:pt x="63" y="147"/>
                  </a:cubicBezTo>
                  <a:cubicBezTo>
                    <a:pt x="56" y="144"/>
                    <a:pt x="50" y="141"/>
                    <a:pt x="44" y="141"/>
                  </a:cubicBezTo>
                  <a:lnTo>
                    <a:pt x="44" y="141"/>
                  </a:lnTo>
                  <a:cubicBezTo>
                    <a:pt x="23" y="141"/>
                    <a:pt x="20" y="163"/>
                    <a:pt x="19" y="178"/>
                  </a:cubicBezTo>
                  <a:cubicBezTo>
                    <a:pt x="18" y="182"/>
                    <a:pt x="18" y="185"/>
                    <a:pt x="17" y="189"/>
                  </a:cubicBezTo>
                  <a:cubicBezTo>
                    <a:pt x="17" y="181"/>
                    <a:pt x="17" y="172"/>
                    <a:pt x="17" y="163"/>
                  </a:cubicBezTo>
                  <a:cubicBezTo>
                    <a:pt x="17" y="63"/>
                    <a:pt x="62" y="16"/>
                    <a:pt x="160" y="16"/>
                  </a:cubicBezTo>
                  <a:lnTo>
                    <a:pt x="160" y="16"/>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4" name="Freeform 984">
              <a:extLst>
                <a:ext uri="{FF2B5EF4-FFF2-40B4-BE49-F238E27FC236}">
                  <a16:creationId xmlns:a16="http://schemas.microsoft.com/office/drawing/2014/main" id="{94200CDB-E6D2-C93C-C109-B5AAA33E514A}"/>
                </a:ext>
              </a:extLst>
            </p:cNvPr>
            <p:cNvSpPr>
              <a:spLocks/>
            </p:cNvSpPr>
            <p:nvPr/>
          </p:nvSpPr>
          <p:spPr bwMode="auto">
            <a:xfrm>
              <a:off x="8755063" y="2916238"/>
              <a:ext cx="12700" cy="101600"/>
            </a:xfrm>
            <a:custGeom>
              <a:avLst/>
              <a:gdLst>
                <a:gd name="T0" fmla="*/ 17 w 17"/>
                <a:gd name="T1" fmla="*/ 0 h 137"/>
                <a:gd name="T2" fmla="*/ 14 w 17"/>
                <a:gd name="T3" fmla="*/ 0 h 137"/>
                <a:gd name="T4" fmla="*/ 0 w 17"/>
                <a:gd name="T5" fmla="*/ 16 h 137"/>
                <a:gd name="T6" fmla="*/ 1 w 17"/>
                <a:gd name="T7" fmla="*/ 16 h 137"/>
                <a:gd name="T8" fmla="*/ 1 w 17"/>
                <a:gd name="T9" fmla="*/ 137 h 137"/>
                <a:gd name="T10" fmla="*/ 17 w 17"/>
                <a:gd name="T11" fmla="*/ 79 h 137"/>
                <a:gd name="T12" fmla="*/ 17 w 17"/>
                <a:gd name="T13" fmla="*/ 0 h 137"/>
              </a:gdLst>
              <a:ahLst/>
              <a:cxnLst>
                <a:cxn ang="0">
                  <a:pos x="T0" y="T1"/>
                </a:cxn>
                <a:cxn ang="0">
                  <a:pos x="T2" y="T3"/>
                </a:cxn>
                <a:cxn ang="0">
                  <a:pos x="T4" y="T5"/>
                </a:cxn>
                <a:cxn ang="0">
                  <a:pos x="T6" y="T7"/>
                </a:cxn>
                <a:cxn ang="0">
                  <a:pos x="T8" y="T9"/>
                </a:cxn>
                <a:cxn ang="0">
                  <a:pos x="T10" y="T11"/>
                </a:cxn>
                <a:cxn ang="0">
                  <a:pos x="T12" y="T13"/>
                </a:cxn>
              </a:cxnLst>
              <a:rect l="0" t="0" r="r" b="b"/>
              <a:pathLst>
                <a:path w="17" h="137">
                  <a:moveTo>
                    <a:pt x="17" y="0"/>
                  </a:moveTo>
                  <a:lnTo>
                    <a:pt x="14" y="0"/>
                  </a:lnTo>
                  <a:cubicBezTo>
                    <a:pt x="10" y="0"/>
                    <a:pt x="5" y="0"/>
                    <a:pt x="0" y="16"/>
                  </a:cubicBezTo>
                  <a:lnTo>
                    <a:pt x="1" y="16"/>
                  </a:lnTo>
                  <a:lnTo>
                    <a:pt x="1" y="137"/>
                  </a:lnTo>
                  <a:lnTo>
                    <a:pt x="17" y="79"/>
                  </a:lnTo>
                  <a:lnTo>
                    <a:pt x="17" y="0"/>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5" name="Freeform 985">
              <a:extLst>
                <a:ext uri="{FF2B5EF4-FFF2-40B4-BE49-F238E27FC236}">
                  <a16:creationId xmlns:a16="http://schemas.microsoft.com/office/drawing/2014/main" id="{EE629328-43CB-4394-98BA-8BE1DADC27C0}"/>
                </a:ext>
              </a:extLst>
            </p:cNvPr>
            <p:cNvSpPr>
              <a:spLocks/>
            </p:cNvSpPr>
            <p:nvPr/>
          </p:nvSpPr>
          <p:spPr bwMode="auto">
            <a:xfrm>
              <a:off x="8618538" y="2916238"/>
              <a:ext cx="14288" cy="101600"/>
            </a:xfrm>
            <a:custGeom>
              <a:avLst/>
              <a:gdLst>
                <a:gd name="T0" fmla="*/ 17 w 18"/>
                <a:gd name="T1" fmla="*/ 16 h 137"/>
                <a:gd name="T2" fmla="*/ 18 w 18"/>
                <a:gd name="T3" fmla="*/ 16 h 137"/>
                <a:gd name="T4" fmla="*/ 3 w 18"/>
                <a:gd name="T5" fmla="*/ 0 h 137"/>
                <a:gd name="T6" fmla="*/ 0 w 18"/>
                <a:gd name="T7" fmla="*/ 0 h 137"/>
                <a:gd name="T8" fmla="*/ 0 w 18"/>
                <a:gd name="T9" fmla="*/ 79 h 137"/>
                <a:gd name="T10" fmla="*/ 17 w 18"/>
                <a:gd name="T11" fmla="*/ 137 h 137"/>
                <a:gd name="T12" fmla="*/ 17 w 18"/>
                <a:gd name="T13" fmla="*/ 16 h 137"/>
              </a:gdLst>
              <a:ahLst/>
              <a:cxnLst>
                <a:cxn ang="0">
                  <a:pos x="T0" y="T1"/>
                </a:cxn>
                <a:cxn ang="0">
                  <a:pos x="T2" y="T3"/>
                </a:cxn>
                <a:cxn ang="0">
                  <a:pos x="T4" y="T5"/>
                </a:cxn>
                <a:cxn ang="0">
                  <a:pos x="T6" y="T7"/>
                </a:cxn>
                <a:cxn ang="0">
                  <a:pos x="T8" y="T9"/>
                </a:cxn>
                <a:cxn ang="0">
                  <a:pos x="T10" y="T11"/>
                </a:cxn>
                <a:cxn ang="0">
                  <a:pos x="T12" y="T13"/>
                </a:cxn>
              </a:cxnLst>
              <a:rect l="0" t="0" r="r" b="b"/>
              <a:pathLst>
                <a:path w="18" h="137">
                  <a:moveTo>
                    <a:pt x="17" y="16"/>
                  </a:moveTo>
                  <a:lnTo>
                    <a:pt x="18" y="16"/>
                  </a:lnTo>
                  <a:cubicBezTo>
                    <a:pt x="13" y="0"/>
                    <a:pt x="8" y="0"/>
                    <a:pt x="3" y="0"/>
                  </a:cubicBezTo>
                  <a:lnTo>
                    <a:pt x="0" y="0"/>
                  </a:lnTo>
                  <a:lnTo>
                    <a:pt x="0" y="79"/>
                  </a:lnTo>
                  <a:lnTo>
                    <a:pt x="17" y="137"/>
                  </a:lnTo>
                  <a:lnTo>
                    <a:pt x="17"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6" name="Freeform 986">
              <a:extLst>
                <a:ext uri="{FF2B5EF4-FFF2-40B4-BE49-F238E27FC236}">
                  <a16:creationId xmlns:a16="http://schemas.microsoft.com/office/drawing/2014/main" id="{CC68C1D3-9E18-0323-BEFF-B9D160204446}"/>
                </a:ext>
              </a:extLst>
            </p:cNvPr>
            <p:cNvSpPr>
              <a:spLocks/>
            </p:cNvSpPr>
            <p:nvPr/>
          </p:nvSpPr>
          <p:spPr bwMode="auto">
            <a:xfrm>
              <a:off x="8702676" y="2967038"/>
              <a:ext cx="153988" cy="227013"/>
            </a:xfrm>
            <a:custGeom>
              <a:avLst/>
              <a:gdLst>
                <a:gd name="T0" fmla="*/ 169 w 208"/>
                <a:gd name="T1" fmla="*/ 100 h 305"/>
                <a:gd name="T2" fmla="*/ 208 w 208"/>
                <a:gd name="T3" fmla="*/ 80 h 305"/>
                <a:gd name="T4" fmla="*/ 177 w 208"/>
                <a:gd name="T5" fmla="*/ 23 h 305"/>
                <a:gd name="T6" fmla="*/ 82 w 208"/>
                <a:gd name="T7" fmla="*/ 0 h 305"/>
                <a:gd name="T8" fmla="*/ 0 w 208"/>
                <a:gd name="T9" fmla="*/ 305 h 305"/>
                <a:gd name="T10" fmla="*/ 18 w 208"/>
                <a:gd name="T11" fmla="*/ 305 h 305"/>
                <a:gd name="T12" fmla="*/ 94 w 208"/>
                <a:gd name="T13" fmla="*/ 20 h 305"/>
                <a:gd name="T14" fmla="*/ 166 w 208"/>
                <a:gd name="T15" fmla="*/ 38 h 305"/>
                <a:gd name="T16" fmla="*/ 185 w 208"/>
                <a:gd name="T17" fmla="*/ 73 h 305"/>
                <a:gd name="T18" fmla="*/ 141 w 208"/>
                <a:gd name="T19" fmla="*/ 95 h 305"/>
                <a:gd name="T20" fmla="*/ 177 w 208"/>
                <a:gd name="T21" fmla="*/ 132 h 305"/>
                <a:gd name="T22" fmla="*/ 60 w 208"/>
                <a:gd name="T23" fmla="*/ 300 h 305"/>
                <a:gd name="T24" fmla="*/ 84 w 208"/>
                <a:gd name="T25" fmla="*/ 286 h 305"/>
                <a:gd name="T26" fmla="*/ 199 w 208"/>
                <a:gd name="T27" fmla="*/ 130 h 305"/>
                <a:gd name="T28" fmla="*/ 169 w 208"/>
                <a:gd name="T29" fmla="*/ 100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8" h="305">
                  <a:moveTo>
                    <a:pt x="169" y="100"/>
                  </a:moveTo>
                  <a:lnTo>
                    <a:pt x="208" y="80"/>
                  </a:lnTo>
                  <a:lnTo>
                    <a:pt x="177" y="23"/>
                  </a:lnTo>
                  <a:lnTo>
                    <a:pt x="82" y="0"/>
                  </a:lnTo>
                  <a:lnTo>
                    <a:pt x="0" y="305"/>
                  </a:lnTo>
                  <a:cubicBezTo>
                    <a:pt x="6" y="305"/>
                    <a:pt x="12" y="305"/>
                    <a:pt x="18" y="305"/>
                  </a:cubicBezTo>
                  <a:lnTo>
                    <a:pt x="94" y="20"/>
                  </a:lnTo>
                  <a:lnTo>
                    <a:pt x="166" y="38"/>
                  </a:lnTo>
                  <a:lnTo>
                    <a:pt x="185" y="73"/>
                  </a:lnTo>
                  <a:lnTo>
                    <a:pt x="141" y="95"/>
                  </a:lnTo>
                  <a:lnTo>
                    <a:pt x="177" y="132"/>
                  </a:lnTo>
                  <a:lnTo>
                    <a:pt x="60" y="300"/>
                  </a:lnTo>
                  <a:cubicBezTo>
                    <a:pt x="68" y="298"/>
                    <a:pt x="76" y="288"/>
                    <a:pt x="84" y="286"/>
                  </a:cubicBezTo>
                  <a:lnTo>
                    <a:pt x="199" y="130"/>
                  </a:lnTo>
                  <a:lnTo>
                    <a:pt x="169" y="10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7" name="Freeform 987">
              <a:extLst>
                <a:ext uri="{FF2B5EF4-FFF2-40B4-BE49-F238E27FC236}">
                  <a16:creationId xmlns:a16="http://schemas.microsoft.com/office/drawing/2014/main" id="{448AE483-F66D-4F32-4EC8-ABB49AD01E8B}"/>
                </a:ext>
              </a:extLst>
            </p:cNvPr>
            <p:cNvSpPr>
              <a:spLocks/>
            </p:cNvSpPr>
            <p:nvPr/>
          </p:nvSpPr>
          <p:spPr bwMode="auto">
            <a:xfrm>
              <a:off x="8531226" y="2967038"/>
              <a:ext cx="153988" cy="227013"/>
            </a:xfrm>
            <a:custGeom>
              <a:avLst/>
              <a:gdLst>
                <a:gd name="T0" fmla="*/ 30 w 208"/>
                <a:gd name="T1" fmla="*/ 132 h 305"/>
                <a:gd name="T2" fmla="*/ 67 w 208"/>
                <a:gd name="T3" fmla="*/ 95 h 305"/>
                <a:gd name="T4" fmla="*/ 22 w 208"/>
                <a:gd name="T5" fmla="*/ 73 h 305"/>
                <a:gd name="T6" fmla="*/ 42 w 208"/>
                <a:gd name="T7" fmla="*/ 38 h 305"/>
                <a:gd name="T8" fmla="*/ 113 w 208"/>
                <a:gd name="T9" fmla="*/ 20 h 305"/>
                <a:gd name="T10" fmla="*/ 190 w 208"/>
                <a:gd name="T11" fmla="*/ 305 h 305"/>
                <a:gd name="T12" fmla="*/ 208 w 208"/>
                <a:gd name="T13" fmla="*/ 305 h 305"/>
                <a:gd name="T14" fmla="*/ 125 w 208"/>
                <a:gd name="T15" fmla="*/ 0 h 305"/>
                <a:gd name="T16" fmla="*/ 30 w 208"/>
                <a:gd name="T17" fmla="*/ 23 h 305"/>
                <a:gd name="T18" fmla="*/ 0 w 208"/>
                <a:gd name="T19" fmla="*/ 80 h 305"/>
                <a:gd name="T20" fmla="*/ 39 w 208"/>
                <a:gd name="T21" fmla="*/ 100 h 305"/>
                <a:gd name="T22" fmla="*/ 8 w 208"/>
                <a:gd name="T23" fmla="*/ 130 h 305"/>
                <a:gd name="T24" fmla="*/ 123 w 208"/>
                <a:gd name="T25" fmla="*/ 286 h 305"/>
                <a:gd name="T26" fmla="*/ 147 w 208"/>
                <a:gd name="T27" fmla="*/ 300 h 305"/>
                <a:gd name="T28" fmla="*/ 30 w 208"/>
                <a:gd name="T29" fmla="*/ 132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8" h="305">
                  <a:moveTo>
                    <a:pt x="30" y="132"/>
                  </a:moveTo>
                  <a:lnTo>
                    <a:pt x="67" y="95"/>
                  </a:lnTo>
                  <a:lnTo>
                    <a:pt x="22" y="73"/>
                  </a:lnTo>
                  <a:lnTo>
                    <a:pt x="42" y="38"/>
                  </a:lnTo>
                  <a:lnTo>
                    <a:pt x="113" y="20"/>
                  </a:lnTo>
                  <a:lnTo>
                    <a:pt x="190" y="305"/>
                  </a:lnTo>
                  <a:cubicBezTo>
                    <a:pt x="196" y="305"/>
                    <a:pt x="202" y="305"/>
                    <a:pt x="208" y="305"/>
                  </a:cubicBezTo>
                  <a:lnTo>
                    <a:pt x="125" y="0"/>
                  </a:lnTo>
                  <a:lnTo>
                    <a:pt x="30" y="23"/>
                  </a:lnTo>
                  <a:lnTo>
                    <a:pt x="0" y="80"/>
                  </a:lnTo>
                  <a:lnTo>
                    <a:pt x="39" y="100"/>
                  </a:lnTo>
                  <a:lnTo>
                    <a:pt x="8" y="130"/>
                  </a:lnTo>
                  <a:lnTo>
                    <a:pt x="123" y="286"/>
                  </a:lnTo>
                  <a:cubicBezTo>
                    <a:pt x="131" y="288"/>
                    <a:pt x="139" y="298"/>
                    <a:pt x="147" y="300"/>
                  </a:cubicBezTo>
                  <a:lnTo>
                    <a:pt x="30" y="13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8" name="Freeform 988">
              <a:extLst>
                <a:ext uri="{FF2B5EF4-FFF2-40B4-BE49-F238E27FC236}">
                  <a16:creationId xmlns:a16="http://schemas.microsoft.com/office/drawing/2014/main" id="{4CAAA9B3-6E63-71E2-2F33-E020934A996D}"/>
                </a:ext>
              </a:extLst>
            </p:cNvPr>
            <p:cNvSpPr>
              <a:spLocks/>
            </p:cNvSpPr>
            <p:nvPr/>
          </p:nvSpPr>
          <p:spPr bwMode="auto">
            <a:xfrm>
              <a:off x="8569326" y="2806700"/>
              <a:ext cx="247650" cy="155575"/>
            </a:xfrm>
            <a:custGeom>
              <a:avLst/>
              <a:gdLst>
                <a:gd name="T0" fmla="*/ 316 w 333"/>
                <a:gd name="T1" fmla="*/ 17 h 208"/>
                <a:gd name="T2" fmla="*/ 316 w 333"/>
                <a:gd name="T3" fmla="*/ 16 h 208"/>
                <a:gd name="T4" fmla="*/ 316 w 333"/>
                <a:gd name="T5" fmla="*/ 16 h 208"/>
                <a:gd name="T6" fmla="*/ 299 w 333"/>
                <a:gd name="T7" fmla="*/ 32 h 208"/>
                <a:gd name="T8" fmla="*/ 166 w 333"/>
                <a:gd name="T9" fmla="*/ 192 h 208"/>
                <a:gd name="T10" fmla="*/ 33 w 333"/>
                <a:gd name="T11" fmla="*/ 32 h 208"/>
                <a:gd name="T12" fmla="*/ 17 w 333"/>
                <a:gd name="T13" fmla="*/ 16 h 208"/>
                <a:gd name="T14" fmla="*/ 17 w 333"/>
                <a:gd name="T15" fmla="*/ 16 h 208"/>
                <a:gd name="T16" fmla="*/ 16 w 333"/>
                <a:gd name="T17" fmla="*/ 17 h 208"/>
                <a:gd name="T18" fmla="*/ 0 w 333"/>
                <a:gd name="T19" fmla="*/ 0 h 208"/>
                <a:gd name="T20" fmla="*/ 0 w 333"/>
                <a:gd name="T21" fmla="*/ 17 h 208"/>
                <a:gd name="T22" fmla="*/ 16 w 333"/>
                <a:gd name="T23" fmla="*/ 33 h 208"/>
                <a:gd name="T24" fmla="*/ 17 w 333"/>
                <a:gd name="T25" fmla="*/ 33 h 208"/>
                <a:gd name="T26" fmla="*/ 166 w 333"/>
                <a:gd name="T27" fmla="*/ 208 h 208"/>
                <a:gd name="T28" fmla="*/ 316 w 333"/>
                <a:gd name="T29" fmla="*/ 33 h 208"/>
                <a:gd name="T30" fmla="*/ 316 w 333"/>
                <a:gd name="T31" fmla="*/ 33 h 208"/>
                <a:gd name="T32" fmla="*/ 333 w 333"/>
                <a:gd name="T33" fmla="*/ 17 h 208"/>
                <a:gd name="T34" fmla="*/ 333 w 333"/>
                <a:gd name="T35" fmla="*/ 0 h 208"/>
                <a:gd name="T36" fmla="*/ 316 w 333"/>
                <a:gd name="T37" fmla="*/ 1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33" h="208">
                  <a:moveTo>
                    <a:pt x="316" y="17"/>
                  </a:moveTo>
                  <a:cubicBezTo>
                    <a:pt x="316" y="17"/>
                    <a:pt x="316" y="16"/>
                    <a:pt x="316" y="16"/>
                  </a:cubicBezTo>
                  <a:lnTo>
                    <a:pt x="316" y="16"/>
                  </a:lnTo>
                  <a:cubicBezTo>
                    <a:pt x="307" y="16"/>
                    <a:pt x="300" y="23"/>
                    <a:pt x="299" y="32"/>
                  </a:cubicBezTo>
                  <a:cubicBezTo>
                    <a:pt x="295" y="110"/>
                    <a:pt x="226" y="192"/>
                    <a:pt x="166" y="192"/>
                  </a:cubicBezTo>
                  <a:cubicBezTo>
                    <a:pt x="106" y="192"/>
                    <a:pt x="38" y="110"/>
                    <a:pt x="33" y="32"/>
                  </a:cubicBezTo>
                  <a:cubicBezTo>
                    <a:pt x="33" y="23"/>
                    <a:pt x="26" y="16"/>
                    <a:pt x="17" y="16"/>
                  </a:cubicBezTo>
                  <a:lnTo>
                    <a:pt x="17" y="16"/>
                  </a:lnTo>
                  <a:cubicBezTo>
                    <a:pt x="17" y="16"/>
                    <a:pt x="16" y="17"/>
                    <a:pt x="16" y="17"/>
                  </a:cubicBezTo>
                  <a:cubicBezTo>
                    <a:pt x="7" y="17"/>
                    <a:pt x="0" y="9"/>
                    <a:pt x="0" y="0"/>
                  </a:cubicBezTo>
                  <a:lnTo>
                    <a:pt x="0" y="17"/>
                  </a:lnTo>
                  <a:cubicBezTo>
                    <a:pt x="0" y="26"/>
                    <a:pt x="7" y="33"/>
                    <a:pt x="16" y="33"/>
                  </a:cubicBezTo>
                  <a:cubicBezTo>
                    <a:pt x="16" y="33"/>
                    <a:pt x="17" y="33"/>
                    <a:pt x="17" y="33"/>
                  </a:cubicBezTo>
                  <a:cubicBezTo>
                    <a:pt x="21" y="114"/>
                    <a:pt x="94" y="208"/>
                    <a:pt x="166" y="208"/>
                  </a:cubicBezTo>
                  <a:cubicBezTo>
                    <a:pt x="239" y="208"/>
                    <a:pt x="311" y="114"/>
                    <a:pt x="316" y="33"/>
                  </a:cubicBezTo>
                  <a:cubicBezTo>
                    <a:pt x="316" y="33"/>
                    <a:pt x="316" y="33"/>
                    <a:pt x="316" y="33"/>
                  </a:cubicBezTo>
                  <a:cubicBezTo>
                    <a:pt x="325" y="33"/>
                    <a:pt x="333" y="26"/>
                    <a:pt x="333" y="17"/>
                  </a:cubicBezTo>
                  <a:lnTo>
                    <a:pt x="333" y="0"/>
                  </a:lnTo>
                  <a:cubicBezTo>
                    <a:pt x="333" y="9"/>
                    <a:pt x="325" y="17"/>
                    <a:pt x="316" y="17"/>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9" name="Freeform 989">
              <a:extLst>
                <a:ext uri="{FF2B5EF4-FFF2-40B4-BE49-F238E27FC236}">
                  <a16:creationId xmlns:a16="http://schemas.microsoft.com/office/drawing/2014/main" id="{893F2CA7-3AD8-0FD7-462C-F1EF36E9DC38}"/>
                </a:ext>
              </a:extLst>
            </p:cNvPr>
            <p:cNvSpPr>
              <a:spLocks/>
            </p:cNvSpPr>
            <p:nvPr/>
          </p:nvSpPr>
          <p:spPr bwMode="auto">
            <a:xfrm>
              <a:off x="8763001" y="2968625"/>
              <a:ext cx="193675" cy="49213"/>
            </a:xfrm>
            <a:custGeom>
              <a:avLst/>
              <a:gdLst>
                <a:gd name="T0" fmla="*/ 211 w 262"/>
                <a:gd name="T1" fmla="*/ 66 h 66"/>
                <a:gd name="T2" fmla="*/ 241 w 262"/>
                <a:gd name="T3" fmla="*/ 63 h 66"/>
                <a:gd name="T4" fmla="*/ 262 w 262"/>
                <a:gd name="T5" fmla="*/ 65 h 66"/>
                <a:gd name="T6" fmla="*/ 243 w 262"/>
                <a:gd name="T7" fmla="*/ 57 h 66"/>
                <a:gd name="T8" fmla="*/ 161 w 262"/>
                <a:gd name="T9" fmla="*/ 38 h 66"/>
                <a:gd name="T10" fmla="*/ 0 w 262"/>
                <a:gd name="T11" fmla="*/ 0 h 66"/>
                <a:gd name="T12" fmla="*/ 0 w 262"/>
                <a:gd name="T13" fmla="*/ 18 h 66"/>
                <a:gd name="T14" fmla="*/ 157 w 262"/>
                <a:gd name="T15" fmla="*/ 54 h 66"/>
                <a:gd name="T16" fmla="*/ 211 w 262"/>
                <a:gd name="T17"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2" h="66">
                  <a:moveTo>
                    <a:pt x="211" y="66"/>
                  </a:moveTo>
                  <a:cubicBezTo>
                    <a:pt x="221" y="64"/>
                    <a:pt x="231" y="63"/>
                    <a:pt x="241" y="63"/>
                  </a:cubicBezTo>
                  <a:cubicBezTo>
                    <a:pt x="248" y="63"/>
                    <a:pt x="255" y="64"/>
                    <a:pt x="262" y="65"/>
                  </a:cubicBezTo>
                  <a:cubicBezTo>
                    <a:pt x="255" y="61"/>
                    <a:pt x="249" y="58"/>
                    <a:pt x="243" y="57"/>
                  </a:cubicBezTo>
                  <a:cubicBezTo>
                    <a:pt x="220" y="51"/>
                    <a:pt x="192" y="45"/>
                    <a:pt x="161" y="38"/>
                  </a:cubicBezTo>
                  <a:cubicBezTo>
                    <a:pt x="114" y="27"/>
                    <a:pt x="51" y="13"/>
                    <a:pt x="0" y="0"/>
                  </a:cubicBezTo>
                  <a:lnTo>
                    <a:pt x="0" y="18"/>
                  </a:lnTo>
                  <a:cubicBezTo>
                    <a:pt x="39" y="27"/>
                    <a:pt x="91" y="39"/>
                    <a:pt x="157" y="54"/>
                  </a:cubicBezTo>
                  <a:cubicBezTo>
                    <a:pt x="176" y="58"/>
                    <a:pt x="195" y="63"/>
                    <a:pt x="211" y="66"/>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0" name="Freeform 990">
              <a:extLst>
                <a:ext uri="{FF2B5EF4-FFF2-40B4-BE49-F238E27FC236}">
                  <a16:creationId xmlns:a16="http://schemas.microsoft.com/office/drawing/2014/main" id="{446FFC54-0A90-1074-0E14-B805389E37E2}"/>
                </a:ext>
              </a:extLst>
            </p:cNvPr>
            <p:cNvSpPr>
              <a:spLocks/>
            </p:cNvSpPr>
            <p:nvPr/>
          </p:nvSpPr>
          <p:spPr bwMode="auto">
            <a:xfrm>
              <a:off x="8404226" y="2968625"/>
              <a:ext cx="449263" cy="233363"/>
            </a:xfrm>
            <a:custGeom>
              <a:avLst/>
              <a:gdLst>
                <a:gd name="T0" fmla="*/ 598 w 604"/>
                <a:gd name="T1" fmla="*/ 243 h 313"/>
                <a:gd name="T2" fmla="*/ 389 w 604"/>
                <a:gd name="T3" fmla="*/ 296 h 313"/>
                <a:gd name="T4" fmla="*/ 22 w 604"/>
                <a:gd name="T5" fmla="*/ 93 h 313"/>
                <a:gd name="T6" fmla="*/ 57 w 604"/>
                <a:gd name="T7" fmla="*/ 73 h 313"/>
                <a:gd name="T8" fmla="*/ 142 w 604"/>
                <a:gd name="T9" fmla="*/ 53 h 313"/>
                <a:gd name="T10" fmla="*/ 299 w 604"/>
                <a:gd name="T11" fmla="*/ 17 h 313"/>
                <a:gd name="T12" fmla="*/ 299 w 604"/>
                <a:gd name="T13" fmla="*/ 0 h 313"/>
                <a:gd name="T14" fmla="*/ 139 w 604"/>
                <a:gd name="T15" fmla="*/ 37 h 313"/>
                <a:gd name="T16" fmla="*/ 53 w 604"/>
                <a:gd name="T17" fmla="*/ 56 h 313"/>
                <a:gd name="T18" fmla="*/ 0 w 604"/>
                <a:gd name="T19" fmla="*/ 89 h 313"/>
                <a:gd name="T20" fmla="*/ 389 w 604"/>
                <a:gd name="T21" fmla="*/ 313 h 313"/>
                <a:gd name="T22" fmla="*/ 604 w 604"/>
                <a:gd name="T23" fmla="*/ 258 h 313"/>
                <a:gd name="T24" fmla="*/ 598 w 604"/>
                <a:gd name="T25" fmla="*/ 243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04" h="313">
                  <a:moveTo>
                    <a:pt x="598" y="243"/>
                  </a:moveTo>
                  <a:cubicBezTo>
                    <a:pt x="536" y="277"/>
                    <a:pt x="465" y="296"/>
                    <a:pt x="389" y="296"/>
                  </a:cubicBezTo>
                  <a:cubicBezTo>
                    <a:pt x="235" y="296"/>
                    <a:pt x="99" y="215"/>
                    <a:pt x="22" y="93"/>
                  </a:cubicBezTo>
                  <a:cubicBezTo>
                    <a:pt x="33" y="83"/>
                    <a:pt x="45" y="76"/>
                    <a:pt x="57" y="73"/>
                  </a:cubicBezTo>
                  <a:cubicBezTo>
                    <a:pt x="81" y="67"/>
                    <a:pt x="110" y="60"/>
                    <a:pt x="142" y="53"/>
                  </a:cubicBezTo>
                  <a:cubicBezTo>
                    <a:pt x="208" y="38"/>
                    <a:pt x="260" y="26"/>
                    <a:pt x="299" y="17"/>
                  </a:cubicBezTo>
                  <a:lnTo>
                    <a:pt x="299" y="0"/>
                  </a:lnTo>
                  <a:cubicBezTo>
                    <a:pt x="249" y="12"/>
                    <a:pt x="187" y="26"/>
                    <a:pt x="139" y="37"/>
                  </a:cubicBezTo>
                  <a:cubicBezTo>
                    <a:pt x="107" y="44"/>
                    <a:pt x="77" y="52"/>
                    <a:pt x="53" y="56"/>
                  </a:cubicBezTo>
                  <a:cubicBezTo>
                    <a:pt x="33" y="60"/>
                    <a:pt x="10" y="78"/>
                    <a:pt x="0" y="89"/>
                  </a:cubicBezTo>
                  <a:cubicBezTo>
                    <a:pt x="78" y="223"/>
                    <a:pt x="223" y="313"/>
                    <a:pt x="389" y="313"/>
                  </a:cubicBezTo>
                  <a:cubicBezTo>
                    <a:pt x="467" y="313"/>
                    <a:pt x="541" y="293"/>
                    <a:pt x="604" y="258"/>
                  </a:cubicBezTo>
                  <a:cubicBezTo>
                    <a:pt x="602" y="253"/>
                    <a:pt x="600" y="248"/>
                    <a:pt x="598" y="243"/>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1" name="Freeform 991">
              <a:extLst>
                <a:ext uri="{FF2B5EF4-FFF2-40B4-BE49-F238E27FC236}">
                  <a16:creationId xmlns:a16="http://schemas.microsoft.com/office/drawing/2014/main" id="{A516A30F-901E-D5C7-4443-A4E201FFF5C7}"/>
                </a:ext>
              </a:extLst>
            </p:cNvPr>
            <p:cNvSpPr>
              <a:spLocks/>
            </p:cNvSpPr>
            <p:nvPr/>
          </p:nvSpPr>
          <p:spPr bwMode="auto">
            <a:xfrm>
              <a:off x="8855076" y="3027363"/>
              <a:ext cx="173038" cy="174625"/>
            </a:xfrm>
            <a:custGeom>
              <a:avLst/>
              <a:gdLst>
                <a:gd name="T0" fmla="*/ 212 w 233"/>
                <a:gd name="T1" fmla="*/ 85 h 233"/>
                <a:gd name="T2" fmla="*/ 217 w 233"/>
                <a:gd name="T3" fmla="*/ 116 h 233"/>
                <a:gd name="T4" fmla="*/ 117 w 233"/>
                <a:gd name="T5" fmla="*/ 216 h 233"/>
                <a:gd name="T6" fmla="*/ 17 w 233"/>
                <a:gd name="T7" fmla="*/ 116 h 233"/>
                <a:gd name="T8" fmla="*/ 117 w 233"/>
                <a:gd name="T9" fmla="*/ 16 h 233"/>
                <a:gd name="T10" fmla="*/ 184 w 233"/>
                <a:gd name="T11" fmla="*/ 42 h 233"/>
                <a:gd name="T12" fmla="*/ 195 w 233"/>
                <a:gd name="T13" fmla="*/ 30 h 233"/>
                <a:gd name="T14" fmla="*/ 117 w 233"/>
                <a:gd name="T15" fmla="*/ 0 h 233"/>
                <a:gd name="T16" fmla="*/ 0 w 233"/>
                <a:gd name="T17" fmla="*/ 116 h 233"/>
                <a:gd name="T18" fmla="*/ 117 w 233"/>
                <a:gd name="T19" fmla="*/ 233 h 233"/>
                <a:gd name="T20" fmla="*/ 233 w 233"/>
                <a:gd name="T21" fmla="*/ 116 h 233"/>
                <a:gd name="T22" fmla="*/ 224 w 233"/>
                <a:gd name="T23" fmla="*/ 72 h 233"/>
                <a:gd name="T24" fmla="*/ 212 w 233"/>
                <a:gd name="T25" fmla="*/ 85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3" h="233">
                  <a:moveTo>
                    <a:pt x="212" y="85"/>
                  </a:moveTo>
                  <a:cubicBezTo>
                    <a:pt x="215" y="95"/>
                    <a:pt x="217" y="106"/>
                    <a:pt x="217" y="116"/>
                  </a:cubicBezTo>
                  <a:cubicBezTo>
                    <a:pt x="217" y="171"/>
                    <a:pt x="172" y="216"/>
                    <a:pt x="117" y="216"/>
                  </a:cubicBezTo>
                  <a:cubicBezTo>
                    <a:pt x="62" y="216"/>
                    <a:pt x="17" y="171"/>
                    <a:pt x="17" y="116"/>
                  </a:cubicBezTo>
                  <a:cubicBezTo>
                    <a:pt x="17" y="61"/>
                    <a:pt x="62" y="16"/>
                    <a:pt x="117" y="16"/>
                  </a:cubicBezTo>
                  <a:cubicBezTo>
                    <a:pt x="142" y="16"/>
                    <a:pt x="166" y="26"/>
                    <a:pt x="184" y="42"/>
                  </a:cubicBezTo>
                  <a:lnTo>
                    <a:pt x="195" y="30"/>
                  </a:lnTo>
                  <a:cubicBezTo>
                    <a:pt x="174" y="11"/>
                    <a:pt x="147" y="0"/>
                    <a:pt x="117" y="0"/>
                  </a:cubicBezTo>
                  <a:cubicBezTo>
                    <a:pt x="52" y="0"/>
                    <a:pt x="0" y="52"/>
                    <a:pt x="0" y="116"/>
                  </a:cubicBezTo>
                  <a:cubicBezTo>
                    <a:pt x="0" y="181"/>
                    <a:pt x="52" y="233"/>
                    <a:pt x="117" y="233"/>
                  </a:cubicBezTo>
                  <a:cubicBezTo>
                    <a:pt x="181" y="233"/>
                    <a:pt x="233" y="181"/>
                    <a:pt x="233" y="116"/>
                  </a:cubicBezTo>
                  <a:cubicBezTo>
                    <a:pt x="233" y="101"/>
                    <a:pt x="230" y="85"/>
                    <a:pt x="224" y="72"/>
                  </a:cubicBezTo>
                  <a:lnTo>
                    <a:pt x="212" y="85"/>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2" name="Freeform 992">
              <a:extLst>
                <a:ext uri="{FF2B5EF4-FFF2-40B4-BE49-F238E27FC236}">
                  <a16:creationId xmlns:a16="http://schemas.microsoft.com/office/drawing/2014/main" id="{EC7CCF05-15D1-C75A-034A-880061B8C93E}"/>
                </a:ext>
              </a:extLst>
            </p:cNvPr>
            <p:cNvSpPr>
              <a:spLocks/>
            </p:cNvSpPr>
            <p:nvPr/>
          </p:nvSpPr>
          <p:spPr bwMode="auto">
            <a:xfrm>
              <a:off x="8893176" y="3040063"/>
              <a:ext cx="141288" cy="106363"/>
            </a:xfrm>
            <a:custGeom>
              <a:avLst/>
              <a:gdLst>
                <a:gd name="T0" fmla="*/ 64 w 190"/>
                <a:gd name="T1" fmla="*/ 144 h 144"/>
                <a:gd name="T2" fmla="*/ 64 w 190"/>
                <a:gd name="T3" fmla="*/ 144 h 144"/>
                <a:gd name="T4" fmla="*/ 58 w 190"/>
                <a:gd name="T5" fmla="*/ 141 h 144"/>
                <a:gd name="T6" fmla="*/ 0 w 190"/>
                <a:gd name="T7" fmla="*/ 72 h 144"/>
                <a:gd name="T8" fmla="*/ 13 w 190"/>
                <a:gd name="T9" fmla="*/ 61 h 144"/>
                <a:gd name="T10" fmla="*/ 65 w 190"/>
                <a:gd name="T11" fmla="*/ 123 h 144"/>
                <a:gd name="T12" fmla="*/ 178 w 190"/>
                <a:gd name="T13" fmla="*/ 0 h 144"/>
                <a:gd name="T14" fmla="*/ 190 w 190"/>
                <a:gd name="T15" fmla="*/ 11 h 144"/>
                <a:gd name="T16" fmla="*/ 71 w 190"/>
                <a:gd name="T17" fmla="*/ 142 h 144"/>
                <a:gd name="T18" fmla="*/ 64 w 190"/>
                <a:gd name="T1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0" h="144">
                  <a:moveTo>
                    <a:pt x="64" y="144"/>
                  </a:moveTo>
                  <a:lnTo>
                    <a:pt x="64" y="144"/>
                  </a:lnTo>
                  <a:cubicBezTo>
                    <a:pt x="62" y="144"/>
                    <a:pt x="60" y="143"/>
                    <a:pt x="58" y="141"/>
                  </a:cubicBezTo>
                  <a:lnTo>
                    <a:pt x="0" y="72"/>
                  </a:lnTo>
                  <a:lnTo>
                    <a:pt x="13" y="61"/>
                  </a:lnTo>
                  <a:lnTo>
                    <a:pt x="65" y="123"/>
                  </a:lnTo>
                  <a:lnTo>
                    <a:pt x="178" y="0"/>
                  </a:lnTo>
                  <a:lnTo>
                    <a:pt x="190" y="11"/>
                  </a:lnTo>
                  <a:lnTo>
                    <a:pt x="71" y="142"/>
                  </a:lnTo>
                  <a:cubicBezTo>
                    <a:pt x="69" y="143"/>
                    <a:pt x="67" y="144"/>
                    <a:pt x="64" y="144"/>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74" name="Play2" descr="{&quot;Key&quot;:&quot;POWER_USER_SHAPE_ICON&quot;,&quot;Value&quot;:&quot;POWER_USER_SHAPE_ICON_STYLE_1&quot;}">
            <a:extLst>
              <a:ext uri="{FF2B5EF4-FFF2-40B4-BE49-F238E27FC236}">
                <a16:creationId xmlns:a16="http://schemas.microsoft.com/office/drawing/2014/main" id="{F77200CF-D636-CE32-9C32-FC75FC010643}"/>
              </a:ext>
            </a:extLst>
          </p:cNvPr>
          <p:cNvGrpSpPr>
            <a:grpSpLocks noChangeAspect="1"/>
          </p:cNvGrpSpPr>
          <p:nvPr>
            <p:custDataLst>
              <p:tags r:id="rId3"/>
            </p:custDataLst>
          </p:nvPr>
        </p:nvGrpSpPr>
        <p:grpSpPr bwMode="auto">
          <a:xfrm>
            <a:off x="435114" y="1590601"/>
            <a:ext cx="432000" cy="432891"/>
            <a:chOff x="2347" y="664"/>
            <a:chExt cx="2910" cy="2916"/>
          </a:xfrm>
          <a:solidFill>
            <a:schemeClr val="bg1"/>
          </a:solidFill>
        </p:grpSpPr>
        <p:sp>
          <p:nvSpPr>
            <p:cNvPr id="1175" name="Freeform 496">
              <a:extLst>
                <a:ext uri="{FF2B5EF4-FFF2-40B4-BE49-F238E27FC236}">
                  <a16:creationId xmlns:a16="http://schemas.microsoft.com/office/drawing/2014/main" id="{68D37ED1-467D-3106-2D83-5A3EBBE154B5}"/>
                </a:ext>
              </a:extLst>
            </p:cNvPr>
            <p:cNvSpPr>
              <a:spLocks noEditPoints="1"/>
            </p:cNvSpPr>
            <p:nvPr/>
          </p:nvSpPr>
          <p:spPr bwMode="auto">
            <a:xfrm>
              <a:off x="2347" y="664"/>
              <a:ext cx="2910" cy="2916"/>
            </a:xfrm>
            <a:custGeom>
              <a:avLst/>
              <a:gdLst>
                <a:gd name="T0" fmla="*/ 366 w 733"/>
                <a:gd name="T1" fmla="*/ 66 h 733"/>
                <a:gd name="T2" fmla="*/ 666 w 733"/>
                <a:gd name="T3" fmla="*/ 366 h 733"/>
                <a:gd name="T4" fmla="*/ 366 w 733"/>
                <a:gd name="T5" fmla="*/ 666 h 733"/>
                <a:gd name="T6" fmla="*/ 66 w 733"/>
                <a:gd name="T7" fmla="*/ 366 h 733"/>
                <a:gd name="T8" fmla="*/ 366 w 733"/>
                <a:gd name="T9" fmla="*/ 66 h 733"/>
                <a:gd name="T10" fmla="*/ 366 w 733"/>
                <a:gd name="T11" fmla="*/ 733 h 733"/>
                <a:gd name="T12" fmla="*/ 733 w 733"/>
                <a:gd name="T13" fmla="*/ 366 h 733"/>
                <a:gd name="T14" fmla="*/ 366 w 733"/>
                <a:gd name="T15" fmla="*/ 0 h 733"/>
                <a:gd name="T16" fmla="*/ 0 w 733"/>
                <a:gd name="T17" fmla="*/ 366 h 733"/>
                <a:gd name="T18" fmla="*/ 366 w 733"/>
                <a:gd name="T19" fmla="*/ 733 h 7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33" h="733">
                  <a:moveTo>
                    <a:pt x="366" y="66"/>
                  </a:moveTo>
                  <a:cubicBezTo>
                    <a:pt x="532" y="66"/>
                    <a:pt x="666" y="201"/>
                    <a:pt x="666" y="366"/>
                  </a:cubicBezTo>
                  <a:cubicBezTo>
                    <a:pt x="666" y="532"/>
                    <a:pt x="532" y="666"/>
                    <a:pt x="366" y="666"/>
                  </a:cubicBezTo>
                  <a:cubicBezTo>
                    <a:pt x="201" y="666"/>
                    <a:pt x="66" y="532"/>
                    <a:pt x="66" y="366"/>
                  </a:cubicBezTo>
                  <a:cubicBezTo>
                    <a:pt x="66" y="201"/>
                    <a:pt x="201" y="66"/>
                    <a:pt x="366" y="66"/>
                  </a:cubicBezTo>
                  <a:close/>
                  <a:moveTo>
                    <a:pt x="366" y="733"/>
                  </a:moveTo>
                  <a:cubicBezTo>
                    <a:pt x="569" y="733"/>
                    <a:pt x="733" y="569"/>
                    <a:pt x="733" y="366"/>
                  </a:cubicBezTo>
                  <a:cubicBezTo>
                    <a:pt x="733" y="164"/>
                    <a:pt x="569" y="0"/>
                    <a:pt x="366" y="0"/>
                  </a:cubicBezTo>
                  <a:cubicBezTo>
                    <a:pt x="164" y="0"/>
                    <a:pt x="0" y="164"/>
                    <a:pt x="0" y="366"/>
                  </a:cubicBezTo>
                  <a:cubicBezTo>
                    <a:pt x="0" y="569"/>
                    <a:pt x="164" y="733"/>
                    <a:pt x="366" y="733"/>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6" name="Freeform 497">
              <a:extLst>
                <a:ext uri="{FF2B5EF4-FFF2-40B4-BE49-F238E27FC236}">
                  <a16:creationId xmlns:a16="http://schemas.microsoft.com/office/drawing/2014/main" id="{131405E7-9436-56A3-B37A-C08B8521BC22}"/>
                </a:ext>
              </a:extLst>
            </p:cNvPr>
            <p:cNvSpPr>
              <a:spLocks/>
            </p:cNvSpPr>
            <p:nvPr/>
          </p:nvSpPr>
          <p:spPr bwMode="auto">
            <a:xfrm>
              <a:off x="3403" y="1412"/>
              <a:ext cx="1060" cy="1412"/>
            </a:xfrm>
            <a:custGeom>
              <a:avLst/>
              <a:gdLst>
                <a:gd name="T0" fmla="*/ 17 w 267"/>
                <a:gd name="T1" fmla="*/ 351 h 355"/>
                <a:gd name="T2" fmla="*/ 34 w 267"/>
                <a:gd name="T3" fmla="*/ 355 h 355"/>
                <a:gd name="T4" fmla="*/ 50 w 267"/>
                <a:gd name="T5" fmla="*/ 351 h 355"/>
                <a:gd name="T6" fmla="*/ 250 w 267"/>
                <a:gd name="T7" fmla="*/ 207 h 355"/>
                <a:gd name="T8" fmla="*/ 267 w 267"/>
                <a:gd name="T9" fmla="*/ 178 h 355"/>
                <a:gd name="T10" fmla="*/ 250 w 267"/>
                <a:gd name="T11" fmla="*/ 149 h 355"/>
                <a:gd name="T12" fmla="*/ 50 w 267"/>
                <a:gd name="T13" fmla="*/ 6 h 355"/>
                <a:gd name="T14" fmla="*/ 17 w 267"/>
                <a:gd name="T15" fmla="*/ 6 h 355"/>
                <a:gd name="T16" fmla="*/ 0 w 267"/>
                <a:gd name="T17" fmla="*/ 35 h 355"/>
                <a:gd name="T18" fmla="*/ 0 w 267"/>
                <a:gd name="T19" fmla="*/ 322 h 355"/>
                <a:gd name="T20" fmla="*/ 17 w 267"/>
                <a:gd name="T21" fmla="*/ 351 h 3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7" h="355">
                  <a:moveTo>
                    <a:pt x="17" y="351"/>
                  </a:moveTo>
                  <a:cubicBezTo>
                    <a:pt x="22" y="354"/>
                    <a:pt x="28" y="355"/>
                    <a:pt x="34" y="355"/>
                  </a:cubicBezTo>
                  <a:cubicBezTo>
                    <a:pt x="39" y="355"/>
                    <a:pt x="45" y="354"/>
                    <a:pt x="50" y="351"/>
                  </a:cubicBezTo>
                  <a:lnTo>
                    <a:pt x="250" y="207"/>
                  </a:lnTo>
                  <a:cubicBezTo>
                    <a:pt x="261" y="201"/>
                    <a:pt x="267" y="190"/>
                    <a:pt x="267" y="178"/>
                  </a:cubicBezTo>
                  <a:cubicBezTo>
                    <a:pt x="267" y="166"/>
                    <a:pt x="261" y="155"/>
                    <a:pt x="250" y="149"/>
                  </a:cubicBezTo>
                  <a:lnTo>
                    <a:pt x="50" y="6"/>
                  </a:lnTo>
                  <a:cubicBezTo>
                    <a:pt x="40" y="0"/>
                    <a:pt x="27" y="0"/>
                    <a:pt x="17" y="6"/>
                  </a:cubicBezTo>
                  <a:cubicBezTo>
                    <a:pt x="7" y="12"/>
                    <a:pt x="0" y="23"/>
                    <a:pt x="0" y="35"/>
                  </a:cubicBezTo>
                  <a:lnTo>
                    <a:pt x="0" y="322"/>
                  </a:lnTo>
                  <a:cubicBezTo>
                    <a:pt x="0" y="334"/>
                    <a:pt x="7" y="345"/>
                    <a:pt x="17" y="351"/>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77" name="Pedagogy" descr="{&quot;Key&quot;:&quot;POWER_USER_SHAPE_ICON&quot;,&quot;Value&quot;:&quot;POWER_USER_SHAPE_ICON_STYLE_1&quot;}">
            <a:extLst>
              <a:ext uri="{FF2B5EF4-FFF2-40B4-BE49-F238E27FC236}">
                <a16:creationId xmlns:a16="http://schemas.microsoft.com/office/drawing/2014/main" id="{DDC4F90C-8EEF-8100-5B3D-D300EF273141}"/>
              </a:ext>
            </a:extLst>
          </p:cNvPr>
          <p:cNvGrpSpPr>
            <a:grpSpLocks noChangeAspect="1"/>
          </p:cNvGrpSpPr>
          <p:nvPr>
            <p:custDataLst>
              <p:tags r:id="rId4"/>
            </p:custDataLst>
          </p:nvPr>
        </p:nvGrpSpPr>
        <p:grpSpPr>
          <a:xfrm>
            <a:off x="468546" y="2290460"/>
            <a:ext cx="432000" cy="484523"/>
            <a:chOff x="5837239" y="3568700"/>
            <a:chExt cx="522288" cy="585788"/>
          </a:xfrm>
          <a:solidFill>
            <a:schemeClr val="bg1"/>
          </a:solidFill>
        </p:grpSpPr>
        <p:sp>
          <p:nvSpPr>
            <p:cNvPr id="1178" name="Freeform 48">
              <a:extLst>
                <a:ext uri="{FF2B5EF4-FFF2-40B4-BE49-F238E27FC236}">
                  <a16:creationId xmlns:a16="http://schemas.microsoft.com/office/drawing/2014/main" id="{362FDD25-C4E5-0836-A936-AFB7CAACF3F0}"/>
                </a:ext>
              </a:extLst>
            </p:cNvPr>
            <p:cNvSpPr>
              <a:spLocks noEditPoints="1"/>
            </p:cNvSpPr>
            <p:nvPr/>
          </p:nvSpPr>
          <p:spPr bwMode="auto">
            <a:xfrm>
              <a:off x="5873751" y="3608388"/>
              <a:ext cx="122238" cy="122238"/>
            </a:xfrm>
            <a:custGeom>
              <a:avLst/>
              <a:gdLst>
                <a:gd name="T0" fmla="*/ 144 w 178"/>
                <a:gd name="T1" fmla="*/ 90 h 179"/>
                <a:gd name="T2" fmla="*/ 89 w 178"/>
                <a:gd name="T3" fmla="*/ 144 h 179"/>
                <a:gd name="T4" fmla="*/ 34 w 178"/>
                <a:gd name="T5" fmla="*/ 90 h 179"/>
                <a:gd name="T6" fmla="*/ 89 w 178"/>
                <a:gd name="T7" fmla="*/ 35 h 179"/>
                <a:gd name="T8" fmla="*/ 144 w 178"/>
                <a:gd name="T9" fmla="*/ 90 h 179"/>
                <a:gd name="T10" fmla="*/ 0 w 178"/>
                <a:gd name="T11" fmla="*/ 90 h 179"/>
                <a:gd name="T12" fmla="*/ 89 w 178"/>
                <a:gd name="T13" fmla="*/ 179 h 179"/>
                <a:gd name="T14" fmla="*/ 178 w 178"/>
                <a:gd name="T15" fmla="*/ 90 h 179"/>
                <a:gd name="T16" fmla="*/ 89 w 178"/>
                <a:gd name="T17" fmla="*/ 0 h 179"/>
                <a:gd name="T18" fmla="*/ 0 w 178"/>
                <a:gd name="T19" fmla="*/ 90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8" h="179">
                  <a:moveTo>
                    <a:pt x="144" y="90"/>
                  </a:moveTo>
                  <a:cubicBezTo>
                    <a:pt x="144" y="120"/>
                    <a:pt x="119" y="144"/>
                    <a:pt x="89" y="144"/>
                  </a:cubicBezTo>
                  <a:cubicBezTo>
                    <a:pt x="59" y="144"/>
                    <a:pt x="34" y="120"/>
                    <a:pt x="34" y="90"/>
                  </a:cubicBezTo>
                  <a:cubicBezTo>
                    <a:pt x="34" y="59"/>
                    <a:pt x="59" y="35"/>
                    <a:pt x="89" y="35"/>
                  </a:cubicBezTo>
                  <a:cubicBezTo>
                    <a:pt x="119" y="35"/>
                    <a:pt x="144" y="59"/>
                    <a:pt x="144" y="90"/>
                  </a:cubicBezTo>
                  <a:close/>
                  <a:moveTo>
                    <a:pt x="0" y="90"/>
                  </a:moveTo>
                  <a:cubicBezTo>
                    <a:pt x="0" y="139"/>
                    <a:pt x="40" y="179"/>
                    <a:pt x="89" y="179"/>
                  </a:cubicBezTo>
                  <a:cubicBezTo>
                    <a:pt x="138" y="179"/>
                    <a:pt x="178" y="139"/>
                    <a:pt x="178" y="90"/>
                  </a:cubicBezTo>
                  <a:cubicBezTo>
                    <a:pt x="178" y="40"/>
                    <a:pt x="138" y="0"/>
                    <a:pt x="89" y="0"/>
                  </a:cubicBezTo>
                  <a:cubicBezTo>
                    <a:pt x="40" y="0"/>
                    <a:pt x="0" y="40"/>
                    <a:pt x="0" y="9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9" name="Freeform 49">
              <a:extLst>
                <a:ext uri="{FF2B5EF4-FFF2-40B4-BE49-F238E27FC236}">
                  <a16:creationId xmlns:a16="http://schemas.microsoft.com/office/drawing/2014/main" id="{A31960E7-483A-52CB-79B3-A4BBD68A7C94}"/>
                </a:ext>
              </a:extLst>
            </p:cNvPr>
            <p:cNvSpPr>
              <a:spLocks/>
            </p:cNvSpPr>
            <p:nvPr/>
          </p:nvSpPr>
          <p:spPr bwMode="auto">
            <a:xfrm>
              <a:off x="5837239" y="3568700"/>
              <a:ext cx="522288" cy="415925"/>
            </a:xfrm>
            <a:custGeom>
              <a:avLst/>
              <a:gdLst>
                <a:gd name="T0" fmla="*/ 17 w 763"/>
                <a:gd name="T1" fmla="*/ 246 h 607"/>
                <a:gd name="T2" fmla="*/ 34 w 763"/>
                <a:gd name="T3" fmla="*/ 229 h 607"/>
                <a:gd name="T4" fmla="*/ 34 w 763"/>
                <a:gd name="T5" fmla="*/ 35 h 607"/>
                <a:gd name="T6" fmla="*/ 694 w 763"/>
                <a:gd name="T7" fmla="*/ 35 h 607"/>
                <a:gd name="T8" fmla="*/ 694 w 763"/>
                <a:gd name="T9" fmla="*/ 494 h 607"/>
                <a:gd name="T10" fmla="*/ 338 w 763"/>
                <a:gd name="T11" fmla="*/ 494 h 607"/>
                <a:gd name="T12" fmla="*/ 321 w 763"/>
                <a:gd name="T13" fmla="*/ 512 h 607"/>
                <a:gd name="T14" fmla="*/ 338 w 763"/>
                <a:gd name="T15" fmla="*/ 529 h 607"/>
                <a:gd name="T16" fmla="*/ 706 w 763"/>
                <a:gd name="T17" fmla="*/ 529 h 607"/>
                <a:gd name="T18" fmla="*/ 728 w 763"/>
                <a:gd name="T19" fmla="*/ 551 h 607"/>
                <a:gd name="T20" fmla="*/ 706 w 763"/>
                <a:gd name="T21" fmla="*/ 573 h 607"/>
                <a:gd name="T22" fmla="*/ 304 w 763"/>
                <a:gd name="T23" fmla="*/ 573 h 607"/>
                <a:gd name="T24" fmla="*/ 287 w 763"/>
                <a:gd name="T25" fmla="*/ 590 h 607"/>
                <a:gd name="T26" fmla="*/ 304 w 763"/>
                <a:gd name="T27" fmla="*/ 607 h 607"/>
                <a:gd name="T28" fmla="*/ 706 w 763"/>
                <a:gd name="T29" fmla="*/ 607 h 607"/>
                <a:gd name="T30" fmla="*/ 763 w 763"/>
                <a:gd name="T31" fmla="*/ 551 h 607"/>
                <a:gd name="T32" fmla="*/ 729 w 763"/>
                <a:gd name="T33" fmla="*/ 499 h 607"/>
                <a:gd name="T34" fmla="*/ 729 w 763"/>
                <a:gd name="T35" fmla="*/ 18 h 607"/>
                <a:gd name="T36" fmla="*/ 712 w 763"/>
                <a:gd name="T37" fmla="*/ 0 h 607"/>
                <a:gd name="T38" fmla="*/ 17 w 763"/>
                <a:gd name="T39" fmla="*/ 0 h 607"/>
                <a:gd name="T40" fmla="*/ 0 w 763"/>
                <a:gd name="T41" fmla="*/ 18 h 607"/>
                <a:gd name="T42" fmla="*/ 0 w 763"/>
                <a:gd name="T43" fmla="*/ 229 h 607"/>
                <a:gd name="T44" fmla="*/ 17 w 763"/>
                <a:gd name="T45" fmla="*/ 246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63" h="607">
                  <a:moveTo>
                    <a:pt x="17" y="246"/>
                  </a:moveTo>
                  <a:cubicBezTo>
                    <a:pt x="27" y="246"/>
                    <a:pt x="34" y="239"/>
                    <a:pt x="34" y="229"/>
                  </a:cubicBezTo>
                  <a:lnTo>
                    <a:pt x="34" y="35"/>
                  </a:lnTo>
                  <a:lnTo>
                    <a:pt x="694" y="35"/>
                  </a:lnTo>
                  <a:lnTo>
                    <a:pt x="694" y="494"/>
                  </a:lnTo>
                  <a:lnTo>
                    <a:pt x="338" y="494"/>
                  </a:lnTo>
                  <a:cubicBezTo>
                    <a:pt x="328" y="494"/>
                    <a:pt x="321" y="502"/>
                    <a:pt x="321" y="512"/>
                  </a:cubicBezTo>
                  <a:cubicBezTo>
                    <a:pt x="321" y="521"/>
                    <a:pt x="328" y="529"/>
                    <a:pt x="338" y="529"/>
                  </a:cubicBezTo>
                  <a:lnTo>
                    <a:pt x="706" y="529"/>
                  </a:lnTo>
                  <a:cubicBezTo>
                    <a:pt x="718" y="529"/>
                    <a:pt x="728" y="539"/>
                    <a:pt x="728" y="551"/>
                  </a:cubicBezTo>
                  <a:cubicBezTo>
                    <a:pt x="728" y="563"/>
                    <a:pt x="718" y="573"/>
                    <a:pt x="706" y="573"/>
                  </a:cubicBezTo>
                  <a:lnTo>
                    <a:pt x="304" y="573"/>
                  </a:lnTo>
                  <a:cubicBezTo>
                    <a:pt x="294" y="573"/>
                    <a:pt x="287" y="581"/>
                    <a:pt x="287" y="590"/>
                  </a:cubicBezTo>
                  <a:cubicBezTo>
                    <a:pt x="287" y="600"/>
                    <a:pt x="294" y="607"/>
                    <a:pt x="304" y="607"/>
                  </a:cubicBezTo>
                  <a:lnTo>
                    <a:pt x="706" y="607"/>
                  </a:lnTo>
                  <a:cubicBezTo>
                    <a:pt x="737" y="607"/>
                    <a:pt x="763" y="582"/>
                    <a:pt x="763" y="551"/>
                  </a:cubicBezTo>
                  <a:cubicBezTo>
                    <a:pt x="763" y="528"/>
                    <a:pt x="749" y="508"/>
                    <a:pt x="729" y="499"/>
                  </a:cubicBezTo>
                  <a:lnTo>
                    <a:pt x="729" y="18"/>
                  </a:lnTo>
                  <a:cubicBezTo>
                    <a:pt x="729" y="8"/>
                    <a:pt x="721" y="0"/>
                    <a:pt x="712" y="0"/>
                  </a:cubicBezTo>
                  <a:lnTo>
                    <a:pt x="17" y="0"/>
                  </a:lnTo>
                  <a:cubicBezTo>
                    <a:pt x="8" y="0"/>
                    <a:pt x="0" y="8"/>
                    <a:pt x="0" y="18"/>
                  </a:cubicBezTo>
                  <a:lnTo>
                    <a:pt x="0" y="229"/>
                  </a:lnTo>
                  <a:cubicBezTo>
                    <a:pt x="0" y="239"/>
                    <a:pt x="8" y="246"/>
                    <a:pt x="17" y="246"/>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0" name="Freeform 50">
              <a:extLst>
                <a:ext uri="{FF2B5EF4-FFF2-40B4-BE49-F238E27FC236}">
                  <a16:creationId xmlns:a16="http://schemas.microsoft.com/office/drawing/2014/main" id="{A03120B7-8A8E-3091-08A2-508C807977D1}"/>
                </a:ext>
              </a:extLst>
            </p:cNvPr>
            <p:cNvSpPr>
              <a:spLocks noEditPoints="1"/>
            </p:cNvSpPr>
            <p:nvPr/>
          </p:nvSpPr>
          <p:spPr bwMode="auto">
            <a:xfrm>
              <a:off x="6034089" y="3995738"/>
              <a:ext cx="325438" cy="158750"/>
            </a:xfrm>
            <a:custGeom>
              <a:avLst/>
              <a:gdLst>
                <a:gd name="T0" fmla="*/ 35 w 476"/>
                <a:gd name="T1" fmla="*/ 198 h 232"/>
                <a:gd name="T2" fmla="*/ 96 w 476"/>
                <a:gd name="T3" fmla="*/ 143 h 232"/>
                <a:gd name="T4" fmla="*/ 152 w 476"/>
                <a:gd name="T5" fmla="*/ 177 h 232"/>
                <a:gd name="T6" fmla="*/ 167 w 476"/>
                <a:gd name="T7" fmla="*/ 187 h 232"/>
                <a:gd name="T8" fmla="*/ 167 w 476"/>
                <a:gd name="T9" fmla="*/ 187 h 232"/>
                <a:gd name="T10" fmla="*/ 182 w 476"/>
                <a:gd name="T11" fmla="*/ 177 h 232"/>
                <a:gd name="T12" fmla="*/ 238 w 476"/>
                <a:gd name="T13" fmla="*/ 143 h 232"/>
                <a:gd name="T14" fmla="*/ 293 w 476"/>
                <a:gd name="T15" fmla="*/ 177 h 232"/>
                <a:gd name="T16" fmla="*/ 308 w 476"/>
                <a:gd name="T17" fmla="*/ 187 h 232"/>
                <a:gd name="T18" fmla="*/ 308 w 476"/>
                <a:gd name="T19" fmla="*/ 187 h 232"/>
                <a:gd name="T20" fmla="*/ 324 w 476"/>
                <a:gd name="T21" fmla="*/ 177 h 232"/>
                <a:gd name="T22" fmla="*/ 379 w 476"/>
                <a:gd name="T23" fmla="*/ 143 h 232"/>
                <a:gd name="T24" fmla="*/ 441 w 476"/>
                <a:gd name="T25" fmla="*/ 198 h 232"/>
                <a:gd name="T26" fmla="*/ 35 w 476"/>
                <a:gd name="T27" fmla="*/ 198 h 232"/>
                <a:gd name="T28" fmla="*/ 96 w 476"/>
                <a:gd name="T29" fmla="*/ 35 h 232"/>
                <a:gd name="T30" fmla="*/ 124 w 476"/>
                <a:gd name="T31" fmla="*/ 63 h 232"/>
                <a:gd name="T32" fmla="*/ 96 w 476"/>
                <a:gd name="T33" fmla="*/ 91 h 232"/>
                <a:gd name="T34" fmla="*/ 68 w 476"/>
                <a:gd name="T35" fmla="*/ 63 h 232"/>
                <a:gd name="T36" fmla="*/ 96 w 476"/>
                <a:gd name="T37" fmla="*/ 35 h 232"/>
                <a:gd name="T38" fmla="*/ 238 w 476"/>
                <a:gd name="T39" fmla="*/ 35 h 232"/>
                <a:gd name="T40" fmla="*/ 266 w 476"/>
                <a:gd name="T41" fmla="*/ 63 h 232"/>
                <a:gd name="T42" fmla="*/ 238 w 476"/>
                <a:gd name="T43" fmla="*/ 91 h 232"/>
                <a:gd name="T44" fmla="*/ 210 w 476"/>
                <a:gd name="T45" fmla="*/ 63 h 232"/>
                <a:gd name="T46" fmla="*/ 238 w 476"/>
                <a:gd name="T47" fmla="*/ 35 h 232"/>
                <a:gd name="T48" fmla="*/ 379 w 476"/>
                <a:gd name="T49" fmla="*/ 35 h 232"/>
                <a:gd name="T50" fmla="*/ 407 w 476"/>
                <a:gd name="T51" fmla="*/ 63 h 232"/>
                <a:gd name="T52" fmla="*/ 379 w 476"/>
                <a:gd name="T53" fmla="*/ 91 h 232"/>
                <a:gd name="T54" fmla="*/ 351 w 476"/>
                <a:gd name="T55" fmla="*/ 63 h 232"/>
                <a:gd name="T56" fmla="*/ 379 w 476"/>
                <a:gd name="T57" fmla="*/ 35 h 232"/>
                <a:gd name="T58" fmla="*/ 414 w 476"/>
                <a:gd name="T59" fmla="*/ 115 h 232"/>
                <a:gd name="T60" fmla="*/ 442 w 476"/>
                <a:gd name="T61" fmla="*/ 63 h 232"/>
                <a:gd name="T62" fmla="*/ 379 w 476"/>
                <a:gd name="T63" fmla="*/ 0 h 232"/>
                <a:gd name="T64" fmla="*/ 317 w 476"/>
                <a:gd name="T65" fmla="*/ 63 h 232"/>
                <a:gd name="T66" fmla="*/ 344 w 476"/>
                <a:gd name="T67" fmla="*/ 115 h 232"/>
                <a:gd name="T68" fmla="*/ 308 w 476"/>
                <a:gd name="T69" fmla="*/ 139 h 232"/>
                <a:gd name="T70" fmla="*/ 273 w 476"/>
                <a:gd name="T71" fmla="*/ 115 h 232"/>
                <a:gd name="T72" fmla="*/ 300 w 476"/>
                <a:gd name="T73" fmla="*/ 63 h 232"/>
                <a:gd name="T74" fmla="*/ 238 w 476"/>
                <a:gd name="T75" fmla="*/ 0 h 232"/>
                <a:gd name="T76" fmla="*/ 175 w 476"/>
                <a:gd name="T77" fmla="*/ 63 h 232"/>
                <a:gd name="T78" fmla="*/ 202 w 476"/>
                <a:gd name="T79" fmla="*/ 115 h 232"/>
                <a:gd name="T80" fmla="*/ 167 w 476"/>
                <a:gd name="T81" fmla="*/ 139 h 232"/>
                <a:gd name="T82" fmla="*/ 131 w 476"/>
                <a:gd name="T83" fmla="*/ 115 h 232"/>
                <a:gd name="T84" fmla="*/ 159 w 476"/>
                <a:gd name="T85" fmla="*/ 63 h 232"/>
                <a:gd name="T86" fmla="*/ 96 w 476"/>
                <a:gd name="T87" fmla="*/ 0 h 232"/>
                <a:gd name="T88" fmla="*/ 34 w 476"/>
                <a:gd name="T89" fmla="*/ 63 h 232"/>
                <a:gd name="T90" fmla="*/ 61 w 476"/>
                <a:gd name="T91" fmla="*/ 115 h 232"/>
                <a:gd name="T92" fmla="*/ 0 w 476"/>
                <a:gd name="T93" fmla="*/ 205 h 232"/>
                <a:gd name="T94" fmla="*/ 0 w 476"/>
                <a:gd name="T95" fmla="*/ 215 h 232"/>
                <a:gd name="T96" fmla="*/ 17 w 476"/>
                <a:gd name="T97" fmla="*/ 232 h 232"/>
                <a:gd name="T98" fmla="*/ 458 w 476"/>
                <a:gd name="T99" fmla="*/ 232 h 232"/>
                <a:gd name="T100" fmla="*/ 476 w 476"/>
                <a:gd name="T101" fmla="*/ 215 h 232"/>
                <a:gd name="T102" fmla="*/ 476 w 476"/>
                <a:gd name="T103" fmla="*/ 205 h 232"/>
                <a:gd name="T104" fmla="*/ 414 w 476"/>
                <a:gd name="T105" fmla="*/ 115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76" h="232">
                  <a:moveTo>
                    <a:pt x="35" y="198"/>
                  </a:moveTo>
                  <a:cubicBezTo>
                    <a:pt x="38" y="167"/>
                    <a:pt x="64" y="143"/>
                    <a:pt x="96" y="143"/>
                  </a:cubicBezTo>
                  <a:cubicBezTo>
                    <a:pt x="120" y="143"/>
                    <a:pt x="141" y="156"/>
                    <a:pt x="152" y="177"/>
                  </a:cubicBezTo>
                  <a:cubicBezTo>
                    <a:pt x="154" y="183"/>
                    <a:pt x="160" y="187"/>
                    <a:pt x="167" y="187"/>
                  </a:cubicBezTo>
                  <a:lnTo>
                    <a:pt x="167" y="187"/>
                  </a:lnTo>
                  <a:cubicBezTo>
                    <a:pt x="174" y="187"/>
                    <a:pt x="179" y="183"/>
                    <a:pt x="182" y="177"/>
                  </a:cubicBezTo>
                  <a:cubicBezTo>
                    <a:pt x="193" y="156"/>
                    <a:pt x="214" y="143"/>
                    <a:pt x="238" y="143"/>
                  </a:cubicBezTo>
                  <a:cubicBezTo>
                    <a:pt x="261" y="143"/>
                    <a:pt x="282" y="156"/>
                    <a:pt x="293" y="177"/>
                  </a:cubicBezTo>
                  <a:cubicBezTo>
                    <a:pt x="296" y="183"/>
                    <a:pt x="302" y="187"/>
                    <a:pt x="308" y="187"/>
                  </a:cubicBezTo>
                  <a:lnTo>
                    <a:pt x="308" y="187"/>
                  </a:lnTo>
                  <a:cubicBezTo>
                    <a:pt x="315" y="187"/>
                    <a:pt x="321" y="183"/>
                    <a:pt x="324" y="177"/>
                  </a:cubicBezTo>
                  <a:cubicBezTo>
                    <a:pt x="335" y="156"/>
                    <a:pt x="356" y="143"/>
                    <a:pt x="379" y="143"/>
                  </a:cubicBezTo>
                  <a:cubicBezTo>
                    <a:pt x="411" y="143"/>
                    <a:pt x="437" y="167"/>
                    <a:pt x="441" y="198"/>
                  </a:cubicBezTo>
                  <a:lnTo>
                    <a:pt x="35" y="198"/>
                  </a:lnTo>
                  <a:close/>
                  <a:moveTo>
                    <a:pt x="96" y="35"/>
                  </a:moveTo>
                  <a:cubicBezTo>
                    <a:pt x="112" y="35"/>
                    <a:pt x="124" y="47"/>
                    <a:pt x="124" y="63"/>
                  </a:cubicBezTo>
                  <a:cubicBezTo>
                    <a:pt x="124" y="79"/>
                    <a:pt x="112" y="91"/>
                    <a:pt x="96" y="91"/>
                  </a:cubicBezTo>
                  <a:cubicBezTo>
                    <a:pt x="81" y="91"/>
                    <a:pt x="68" y="79"/>
                    <a:pt x="68" y="63"/>
                  </a:cubicBezTo>
                  <a:cubicBezTo>
                    <a:pt x="68" y="47"/>
                    <a:pt x="81" y="35"/>
                    <a:pt x="96" y="35"/>
                  </a:cubicBezTo>
                  <a:close/>
                  <a:moveTo>
                    <a:pt x="238" y="35"/>
                  </a:moveTo>
                  <a:cubicBezTo>
                    <a:pt x="253" y="35"/>
                    <a:pt x="266" y="47"/>
                    <a:pt x="266" y="63"/>
                  </a:cubicBezTo>
                  <a:cubicBezTo>
                    <a:pt x="266" y="79"/>
                    <a:pt x="253" y="91"/>
                    <a:pt x="238" y="91"/>
                  </a:cubicBezTo>
                  <a:cubicBezTo>
                    <a:pt x="222" y="91"/>
                    <a:pt x="210" y="79"/>
                    <a:pt x="210" y="63"/>
                  </a:cubicBezTo>
                  <a:cubicBezTo>
                    <a:pt x="210" y="47"/>
                    <a:pt x="222" y="35"/>
                    <a:pt x="238" y="35"/>
                  </a:cubicBezTo>
                  <a:close/>
                  <a:moveTo>
                    <a:pt x="379" y="35"/>
                  </a:moveTo>
                  <a:cubicBezTo>
                    <a:pt x="395" y="35"/>
                    <a:pt x="407" y="47"/>
                    <a:pt x="407" y="63"/>
                  </a:cubicBezTo>
                  <a:cubicBezTo>
                    <a:pt x="407" y="79"/>
                    <a:pt x="395" y="91"/>
                    <a:pt x="379" y="91"/>
                  </a:cubicBezTo>
                  <a:cubicBezTo>
                    <a:pt x="364" y="91"/>
                    <a:pt x="351" y="79"/>
                    <a:pt x="351" y="63"/>
                  </a:cubicBezTo>
                  <a:cubicBezTo>
                    <a:pt x="351" y="47"/>
                    <a:pt x="364" y="35"/>
                    <a:pt x="379" y="35"/>
                  </a:cubicBezTo>
                  <a:close/>
                  <a:moveTo>
                    <a:pt x="414" y="115"/>
                  </a:moveTo>
                  <a:cubicBezTo>
                    <a:pt x="431" y="103"/>
                    <a:pt x="442" y="84"/>
                    <a:pt x="442" y="63"/>
                  </a:cubicBezTo>
                  <a:cubicBezTo>
                    <a:pt x="442" y="28"/>
                    <a:pt x="414" y="0"/>
                    <a:pt x="379" y="0"/>
                  </a:cubicBezTo>
                  <a:cubicBezTo>
                    <a:pt x="345" y="0"/>
                    <a:pt x="317" y="28"/>
                    <a:pt x="317" y="63"/>
                  </a:cubicBezTo>
                  <a:cubicBezTo>
                    <a:pt x="317" y="84"/>
                    <a:pt x="327" y="103"/>
                    <a:pt x="344" y="115"/>
                  </a:cubicBezTo>
                  <a:cubicBezTo>
                    <a:pt x="330" y="120"/>
                    <a:pt x="318" y="128"/>
                    <a:pt x="308" y="139"/>
                  </a:cubicBezTo>
                  <a:cubicBezTo>
                    <a:pt x="299" y="128"/>
                    <a:pt x="286" y="120"/>
                    <a:pt x="273" y="115"/>
                  </a:cubicBezTo>
                  <a:cubicBezTo>
                    <a:pt x="289" y="103"/>
                    <a:pt x="300" y="84"/>
                    <a:pt x="300" y="63"/>
                  </a:cubicBezTo>
                  <a:cubicBezTo>
                    <a:pt x="300" y="28"/>
                    <a:pt x="272" y="0"/>
                    <a:pt x="238" y="0"/>
                  </a:cubicBezTo>
                  <a:cubicBezTo>
                    <a:pt x="203" y="0"/>
                    <a:pt x="175" y="28"/>
                    <a:pt x="175" y="63"/>
                  </a:cubicBezTo>
                  <a:cubicBezTo>
                    <a:pt x="175" y="84"/>
                    <a:pt x="186" y="103"/>
                    <a:pt x="202" y="115"/>
                  </a:cubicBezTo>
                  <a:cubicBezTo>
                    <a:pt x="189" y="120"/>
                    <a:pt x="177" y="128"/>
                    <a:pt x="167" y="139"/>
                  </a:cubicBezTo>
                  <a:cubicBezTo>
                    <a:pt x="157" y="128"/>
                    <a:pt x="145" y="120"/>
                    <a:pt x="131" y="115"/>
                  </a:cubicBezTo>
                  <a:cubicBezTo>
                    <a:pt x="148" y="103"/>
                    <a:pt x="159" y="84"/>
                    <a:pt x="159" y="63"/>
                  </a:cubicBezTo>
                  <a:cubicBezTo>
                    <a:pt x="159" y="28"/>
                    <a:pt x="131" y="0"/>
                    <a:pt x="96" y="0"/>
                  </a:cubicBezTo>
                  <a:cubicBezTo>
                    <a:pt x="62" y="0"/>
                    <a:pt x="34" y="28"/>
                    <a:pt x="34" y="63"/>
                  </a:cubicBezTo>
                  <a:cubicBezTo>
                    <a:pt x="34" y="84"/>
                    <a:pt x="44" y="103"/>
                    <a:pt x="61" y="115"/>
                  </a:cubicBezTo>
                  <a:cubicBezTo>
                    <a:pt x="25" y="129"/>
                    <a:pt x="0" y="164"/>
                    <a:pt x="0" y="205"/>
                  </a:cubicBezTo>
                  <a:lnTo>
                    <a:pt x="0" y="215"/>
                  </a:lnTo>
                  <a:cubicBezTo>
                    <a:pt x="0" y="224"/>
                    <a:pt x="7" y="232"/>
                    <a:pt x="17" y="232"/>
                  </a:cubicBezTo>
                  <a:lnTo>
                    <a:pt x="458" y="232"/>
                  </a:lnTo>
                  <a:cubicBezTo>
                    <a:pt x="468" y="232"/>
                    <a:pt x="476" y="224"/>
                    <a:pt x="476" y="215"/>
                  </a:cubicBezTo>
                  <a:lnTo>
                    <a:pt x="476" y="205"/>
                  </a:lnTo>
                  <a:cubicBezTo>
                    <a:pt x="476" y="164"/>
                    <a:pt x="450" y="129"/>
                    <a:pt x="414" y="115"/>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1" name="Freeform 51">
              <a:extLst>
                <a:ext uri="{FF2B5EF4-FFF2-40B4-BE49-F238E27FC236}">
                  <a16:creationId xmlns:a16="http://schemas.microsoft.com/office/drawing/2014/main" id="{4465F310-F719-AF09-0516-788D25F3452B}"/>
                </a:ext>
              </a:extLst>
            </p:cNvPr>
            <p:cNvSpPr>
              <a:spLocks noEditPoints="1"/>
            </p:cNvSpPr>
            <p:nvPr/>
          </p:nvSpPr>
          <p:spPr bwMode="auto">
            <a:xfrm>
              <a:off x="5837239" y="3652838"/>
              <a:ext cx="419100" cy="501650"/>
            </a:xfrm>
            <a:custGeom>
              <a:avLst/>
              <a:gdLst>
                <a:gd name="T0" fmla="*/ 254 w 613"/>
                <a:gd name="T1" fmla="*/ 282 h 733"/>
                <a:gd name="T2" fmla="*/ 244 w 613"/>
                <a:gd name="T3" fmla="*/ 415 h 733"/>
                <a:gd name="T4" fmla="*/ 224 w 613"/>
                <a:gd name="T5" fmla="*/ 432 h 733"/>
                <a:gd name="T6" fmla="*/ 200 w 613"/>
                <a:gd name="T7" fmla="*/ 699 h 733"/>
                <a:gd name="T8" fmla="*/ 177 w 613"/>
                <a:gd name="T9" fmla="*/ 469 h 733"/>
                <a:gd name="T10" fmla="*/ 144 w 613"/>
                <a:gd name="T11" fmla="*/ 437 h 733"/>
                <a:gd name="T12" fmla="*/ 112 w 613"/>
                <a:gd name="T13" fmla="*/ 469 h 733"/>
                <a:gd name="T14" fmla="*/ 88 w 613"/>
                <a:gd name="T15" fmla="*/ 699 h 733"/>
                <a:gd name="T16" fmla="*/ 64 w 613"/>
                <a:gd name="T17" fmla="*/ 432 h 733"/>
                <a:gd name="T18" fmla="*/ 45 w 613"/>
                <a:gd name="T19" fmla="*/ 415 h 733"/>
                <a:gd name="T20" fmla="*/ 34 w 613"/>
                <a:gd name="T21" fmla="*/ 195 h 733"/>
                <a:gd name="T22" fmla="*/ 129 w 613"/>
                <a:gd name="T23" fmla="*/ 212 h 733"/>
                <a:gd name="T24" fmla="*/ 159 w 613"/>
                <a:gd name="T25" fmla="*/ 212 h 733"/>
                <a:gd name="T26" fmla="*/ 213 w 613"/>
                <a:gd name="T27" fmla="*/ 164 h 733"/>
                <a:gd name="T28" fmla="*/ 245 w 613"/>
                <a:gd name="T29" fmla="*/ 179 h 733"/>
                <a:gd name="T30" fmla="*/ 247 w 613"/>
                <a:gd name="T31" fmla="*/ 181 h 733"/>
                <a:gd name="T32" fmla="*/ 342 w 613"/>
                <a:gd name="T33" fmla="*/ 245 h 733"/>
                <a:gd name="T34" fmla="*/ 434 w 613"/>
                <a:gd name="T35" fmla="*/ 159 h 733"/>
                <a:gd name="T36" fmla="*/ 457 w 613"/>
                <a:gd name="T37" fmla="*/ 181 h 733"/>
                <a:gd name="T38" fmla="*/ 348 w 613"/>
                <a:gd name="T39" fmla="*/ 305 h 733"/>
                <a:gd name="T40" fmla="*/ 317 w 613"/>
                <a:gd name="T41" fmla="*/ 307 h 733"/>
                <a:gd name="T42" fmla="*/ 265 w 613"/>
                <a:gd name="T43" fmla="*/ 266 h 733"/>
                <a:gd name="T44" fmla="*/ 292 w 613"/>
                <a:gd name="T45" fmla="*/ 330 h 733"/>
                <a:gd name="T46" fmla="*/ 331 w 613"/>
                <a:gd name="T47" fmla="*/ 347 h 733"/>
                <a:gd name="T48" fmla="*/ 475 w 613"/>
                <a:gd name="T49" fmla="*/ 222 h 733"/>
                <a:gd name="T50" fmla="*/ 484 w 613"/>
                <a:gd name="T51" fmla="*/ 154 h 733"/>
                <a:gd name="T52" fmla="*/ 606 w 613"/>
                <a:gd name="T53" fmla="*/ 7 h 733"/>
                <a:gd name="T54" fmla="*/ 459 w 613"/>
                <a:gd name="T55" fmla="*/ 130 h 733"/>
                <a:gd name="T56" fmla="*/ 392 w 613"/>
                <a:gd name="T57" fmla="*/ 142 h 733"/>
                <a:gd name="T58" fmla="*/ 270 w 613"/>
                <a:gd name="T59" fmla="*/ 156 h 733"/>
                <a:gd name="T60" fmla="*/ 265 w 613"/>
                <a:gd name="T61" fmla="*/ 151 h 733"/>
                <a:gd name="T62" fmla="*/ 185 w 613"/>
                <a:gd name="T63" fmla="*/ 123 h 733"/>
                <a:gd name="T64" fmla="*/ 163 w 613"/>
                <a:gd name="T65" fmla="*/ 132 h 733"/>
                <a:gd name="T66" fmla="*/ 126 w 613"/>
                <a:gd name="T67" fmla="*/ 132 h 733"/>
                <a:gd name="T68" fmla="*/ 103 w 613"/>
                <a:gd name="T69" fmla="*/ 123 h 733"/>
                <a:gd name="T70" fmla="*/ 0 w 613"/>
                <a:gd name="T71" fmla="*/ 194 h 733"/>
                <a:gd name="T72" fmla="*/ 30 w 613"/>
                <a:gd name="T73" fmla="*/ 446 h 733"/>
                <a:gd name="T74" fmla="*/ 88 w 613"/>
                <a:gd name="T75" fmla="*/ 733 h 733"/>
                <a:gd name="T76" fmla="*/ 200 w 613"/>
                <a:gd name="T77" fmla="*/ 733 h 733"/>
                <a:gd name="T78" fmla="*/ 259 w 613"/>
                <a:gd name="T79" fmla="*/ 446 h 733"/>
                <a:gd name="T80" fmla="*/ 289 w 613"/>
                <a:gd name="T81" fmla="*/ 327 h 7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13" h="733">
                  <a:moveTo>
                    <a:pt x="265" y="266"/>
                  </a:moveTo>
                  <a:cubicBezTo>
                    <a:pt x="259" y="268"/>
                    <a:pt x="254" y="275"/>
                    <a:pt x="254" y="282"/>
                  </a:cubicBezTo>
                  <a:lnTo>
                    <a:pt x="254" y="403"/>
                  </a:lnTo>
                  <a:cubicBezTo>
                    <a:pt x="254" y="409"/>
                    <a:pt x="250" y="414"/>
                    <a:pt x="244" y="415"/>
                  </a:cubicBezTo>
                  <a:cubicBezTo>
                    <a:pt x="243" y="415"/>
                    <a:pt x="242" y="415"/>
                    <a:pt x="241" y="415"/>
                  </a:cubicBezTo>
                  <a:cubicBezTo>
                    <a:pt x="232" y="415"/>
                    <a:pt x="224" y="422"/>
                    <a:pt x="224" y="432"/>
                  </a:cubicBezTo>
                  <a:lnTo>
                    <a:pt x="224" y="675"/>
                  </a:lnTo>
                  <a:cubicBezTo>
                    <a:pt x="224" y="688"/>
                    <a:pt x="214" y="699"/>
                    <a:pt x="200" y="699"/>
                  </a:cubicBezTo>
                  <a:cubicBezTo>
                    <a:pt x="187" y="699"/>
                    <a:pt x="177" y="688"/>
                    <a:pt x="177" y="675"/>
                  </a:cubicBezTo>
                  <a:lnTo>
                    <a:pt x="177" y="469"/>
                  </a:lnTo>
                  <a:cubicBezTo>
                    <a:pt x="177" y="452"/>
                    <a:pt x="163" y="437"/>
                    <a:pt x="145" y="437"/>
                  </a:cubicBezTo>
                  <a:lnTo>
                    <a:pt x="144" y="437"/>
                  </a:lnTo>
                  <a:lnTo>
                    <a:pt x="144" y="437"/>
                  </a:lnTo>
                  <a:cubicBezTo>
                    <a:pt x="126" y="437"/>
                    <a:pt x="112" y="452"/>
                    <a:pt x="112" y="469"/>
                  </a:cubicBezTo>
                  <a:lnTo>
                    <a:pt x="112" y="675"/>
                  </a:lnTo>
                  <a:cubicBezTo>
                    <a:pt x="112" y="688"/>
                    <a:pt x="101" y="699"/>
                    <a:pt x="88" y="699"/>
                  </a:cubicBezTo>
                  <a:cubicBezTo>
                    <a:pt x="75" y="699"/>
                    <a:pt x="64" y="688"/>
                    <a:pt x="64" y="675"/>
                  </a:cubicBezTo>
                  <a:lnTo>
                    <a:pt x="64" y="432"/>
                  </a:lnTo>
                  <a:cubicBezTo>
                    <a:pt x="64" y="422"/>
                    <a:pt x="57" y="415"/>
                    <a:pt x="47" y="415"/>
                  </a:cubicBezTo>
                  <a:cubicBezTo>
                    <a:pt x="46" y="415"/>
                    <a:pt x="45" y="415"/>
                    <a:pt x="45" y="415"/>
                  </a:cubicBezTo>
                  <a:cubicBezTo>
                    <a:pt x="39" y="414"/>
                    <a:pt x="34" y="409"/>
                    <a:pt x="34" y="403"/>
                  </a:cubicBezTo>
                  <a:lnTo>
                    <a:pt x="34" y="195"/>
                  </a:lnTo>
                  <a:cubicBezTo>
                    <a:pt x="38" y="171"/>
                    <a:pt x="78" y="162"/>
                    <a:pt x="101" y="159"/>
                  </a:cubicBezTo>
                  <a:lnTo>
                    <a:pt x="129" y="212"/>
                  </a:lnTo>
                  <a:cubicBezTo>
                    <a:pt x="132" y="218"/>
                    <a:pt x="138" y="221"/>
                    <a:pt x="144" y="221"/>
                  </a:cubicBezTo>
                  <a:cubicBezTo>
                    <a:pt x="151" y="221"/>
                    <a:pt x="156" y="218"/>
                    <a:pt x="159" y="212"/>
                  </a:cubicBezTo>
                  <a:lnTo>
                    <a:pt x="188" y="159"/>
                  </a:lnTo>
                  <a:cubicBezTo>
                    <a:pt x="195" y="160"/>
                    <a:pt x="204" y="162"/>
                    <a:pt x="213" y="164"/>
                  </a:cubicBezTo>
                  <a:cubicBezTo>
                    <a:pt x="215" y="165"/>
                    <a:pt x="216" y="165"/>
                    <a:pt x="218" y="165"/>
                  </a:cubicBezTo>
                  <a:cubicBezTo>
                    <a:pt x="222" y="166"/>
                    <a:pt x="235" y="172"/>
                    <a:pt x="245" y="179"/>
                  </a:cubicBezTo>
                  <a:cubicBezTo>
                    <a:pt x="245" y="180"/>
                    <a:pt x="246" y="180"/>
                    <a:pt x="246" y="181"/>
                  </a:cubicBezTo>
                  <a:cubicBezTo>
                    <a:pt x="247" y="181"/>
                    <a:pt x="247" y="181"/>
                    <a:pt x="247" y="181"/>
                  </a:cubicBezTo>
                  <a:lnTo>
                    <a:pt x="318" y="245"/>
                  </a:lnTo>
                  <a:cubicBezTo>
                    <a:pt x="325" y="252"/>
                    <a:pt x="335" y="251"/>
                    <a:pt x="342" y="245"/>
                  </a:cubicBezTo>
                  <a:lnTo>
                    <a:pt x="417" y="166"/>
                  </a:lnTo>
                  <a:cubicBezTo>
                    <a:pt x="421" y="161"/>
                    <a:pt x="427" y="159"/>
                    <a:pt x="434" y="159"/>
                  </a:cubicBezTo>
                  <a:cubicBezTo>
                    <a:pt x="440" y="159"/>
                    <a:pt x="445" y="161"/>
                    <a:pt x="450" y="165"/>
                  </a:cubicBezTo>
                  <a:cubicBezTo>
                    <a:pt x="454" y="169"/>
                    <a:pt x="457" y="175"/>
                    <a:pt x="457" y="181"/>
                  </a:cubicBezTo>
                  <a:cubicBezTo>
                    <a:pt x="457" y="187"/>
                    <a:pt x="455" y="193"/>
                    <a:pt x="450" y="198"/>
                  </a:cubicBezTo>
                  <a:lnTo>
                    <a:pt x="348" y="305"/>
                  </a:lnTo>
                  <a:cubicBezTo>
                    <a:pt x="344" y="310"/>
                    <a:pt x="338" y="312"/>
                    <a:pt x="331" y="312"/>
                  </a:cubicBezTo>
                  <a:cubicBezTo>
                    <a:pt x="326" y="312"/>
                    <a:pt x="321" y="310"/>
                    <a:pt x="317" y="307"/>
                  </a:cubicBezTo>
                  <a:lnTo>
                    <a:pt x="284" y="270"/>
                  </a:lnTo>
                  <a:cubicBezTo>
                    <a:pt x="279" y="265"/>
                    <a:pt x="272" y="263"/>
                    <a:pt x="265" y="266"/>
                  </a:cubicBezTo>
                  <a:close/>
                  <a:moveTo>
                    <a:pt x="289" y="327"/>
                  </a:moveTo>
                  <a:lnTo>
                    <a:pt x="292" y="330"/>
                  </a:lnTo>
                  <a:cubicBezTo>
                    <a:pt x="292" y="331"/>
                    <a:pt x="292" y="331"/>
                    <a:pt x="293" y="332"/>
                  </a:cubicBezTo>
                  <a:cubicBezTo>
                    <a:pt x="303" y="341"/>
                    <a:pt x="317" y="347"/>
                    <a:pt x="331" y="347"/>
                  </a:cubicBezTo>
                  <a:cubicBezTo>
                    <a:pt x="347" y="347"/>
                    <a:pt x="362" y="340"/>
                    <a:pt x="373" y="329"/>
                  </a:cubicBezTo>
                  <a:lnTo>
                    <a:pt x="475" y="222"/>
                  </a:lnTo>
                  <a:cubicBezTo>
                    <a:pt x="486" y="210"/>
                    <a:pt x="492" y="196"/>
                    <a:pt x="491" y="180"/>
                  </a:cubicBezTo>
                  <a:cubicBezTo>
                    <a:pt x="491" y="171"/>
                    <a:pt x="489" y="162"/>
                    <a:pt x="484" y="154"/>
                  </a:cubicBezTo>
                  <a:lnTo>
                    <a:pt x="606" y="31"/>
                  </a:lnTo>
                  <a:cubicBezTo>
                    <a:pt x="613" y="24"/>
                    <a:pt x="613" y="13"/>
                    <a:pt x="606" y="7"/>
                  </a:cubicBezTo>
                  <a:cubicBezTo>
                    <a:pt x="599" y="0"/>
                    <a:pt x="588" y="0"/>
                    <a:pt x="582" y="7"/>
                  </a:cubicBezTo>
                  <a:lnTo>
                    <a:pt x="459" y="130"/>
                  </a:lnTo>
                  <a:cubicBezTo>
                    <a:pt x="451" y="126"/>
                    <a:pt x="443" y="124"/>
                    <a:pt x="434" y="124"/>
                  </a:cubicBezTo>
                  <a:cubicBezTo>
                    <a:pt x="418" y="124"/>
                    <a:pt x="403" y="131"/>
                    <a:pt x="392" y="142"/>
                  </a:cubicBezTo>
                  <a:lnTo>
                    <a:pt x="329" y="209"/>
                  </a:lnTo>
                  <a:lnTo>
                    <a:pt x="270" y="156"/>
                  </a:lnTo>
                  <a:cubicBezTo>
                    <a:pt x="269" y="154"/>
                    <a:pt x="267" y="153"/>
                    <a:pt x="266" y="152"/>
                  </a:cubicBezTo>
                  <a:cubicBezTo>
                    <a:pt x="266" y="152"/>
                    <a:pt x="265" y="151"/>
                    <a:pt x="265" y="151"/>
                  </a:cubicBezTo>
                  <a:cubicBezTo>
                    <a:pt x="254" y="144"/>
                    <a:pt x="234" y="132"/>
                    <a:pt x="221" y="131"/>
                  </a:cubicBezTo>
                  <a:cubicBezTo>
                    <a:pt x="207" y="127"/>
                    <a:pt x="194" y="125"/>
                    <a:pt x="185" y="123"/>
                  </a:cubicBezTo>
                  <a:cubicBezTo>
                    <a:pt x="184" y="123"/>
                    <a:pt x="182" y="123"/>
                    <a:pt x="181" y="123"/>
                  </a:cubicBezTo>
                  <a:cubicBezTo>
                    <a:pt x="174" y="122"/>
                    <a:pt x="166" y="125"/>
                    <a:pt x="163" y="132"/>
                  </a:cubicBezTo>
                  <a:lnTo>
                    <a:pt x="144" y="167"/>
                  </a:lnTo>
                  <a:lnTo>
                    <a:pt x="126" y="132"/>
                  </a:lnTo>
                  <a:cubicBezTo>
                    <a:pt x="122" y="125"/>
                    <a:pt x="115" y="122"/>
                    <a:pt x="108" y="123"/>
                  </a:cubicBezTo>
                  <a:cubicBezTo>
                    <a:pt x="106" y="123"/>
                    <a:pt x="105" y="123"/>
                    <a:pt x="103" y="123"/>
                  </a:cubicBezTo>
                  <a:cubicBezTo>
                    <a:pt x="77" y="127"/>
                    <a:pt x="6" y="138"/>
                    <a:pt x="0" y="192"/>
                  </a:cubicBezTo>
                  <a:cubicBezTo>
                    <a:pt x="0" y="193"/>
                    <a:pt x="0" y="194"/>
                    <a:pt x="0" y="194"/>
                  </a:cubicBezTo>
                  <a:lnTo>
                    <a:pt x="0" y="403"/>
                  </a:lnTo>
                  <a:cubicBezTo>
                    <a:pt x="0" y="423"/>
                    <a:pt x="12" y="440"/>
                    <a:pt x="30" y="446"/>
                  </a:cubicBezTo>
                  <a:lnTo>
                    <a:pt x="30" y="675"/>
                  </a:lnTo>
                  <a:cubicBezTo>
                    <a:pt x="30" y="707"/>
                    <a:pt x="56" y="733"/>
                    <a:pt x="88" y="733"/>
                  </a:cubicBezTo>
                  <a:cubicBezTo>
                    <a:pt x="115" y="733"/>
                    <a:pt x="137" y="715"/>
                    <a:pt x="144" y="690"/>
                  </a:cubicBezTo>
                  <a:cubicBezTo>
                    <a:pt x="151" y="715"/>
                    <a:pt x="174" y="733"/>
                    <a:pt x="200" y="733"/>
                  </a:cubicBezTo>
                  <a:cubicBezTo>
                    <a:pt x="233" y="733"/>
                    <a:pt x="259" y="707"/>
                    <a:pt x="259" y="675"/>
                  </a:cubicBezTo>
                  <a:lnTo>
                    <a:pt x="259" y="446"/>
                  </a:lnTo>
                  <a:cubicBezTo>
                    <a:pt x="276" y="440"/>
                    <a:pt x="289" y="423"/>
                    <a:pt x="289" y="403"/>
                  </a:cubicBezTo>
                  <a:lnTo>
                    <a:pt x="289" y="327"/>
                  </a:ln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82" name="Checklist" descr="{&quot;Key&quot;:&quot;POWER_USER_SHAPE_ICON&quot;,&quot;Value&quot;:&quot;POWER_USER_SHAPE_ICON_STYLE_1&quot;}">
            <a:extLst>
              <a:ext uri="{FF2B5EF4-FFF2-40B4-BE49-F238E27FC236}">
                <a16:creationId xmlns:a16="http://schemas.microsoft.com/office/drawing/2014/main" id="{6D4419A7-7E1E-1F1C-142A-AE9716946D0E}"/>
              </a:ext>
            </a:extLst>
          </p:cNvPr>
          <p:cNvGrpSpPr>
            <a:grpSpLocks noChangeAspect="1"/>
          </p:cNvGrpSpPr>
          <p:nvPr>
            <p:custDataLst>
              <p:tags r:id="rId5"/>
            </p:custDataLst>
          </p:nvPr>
        </p:nvGrpSpPr>
        <p:grpSpPr bwMode="auto">
          <a:xfrm>
            <a:off x="491771" y="2997916"/>
            <a:ext cx="432000" cy="571310"/>
            <a:chOff x="91" y="47"/>
            <a:chExt cx="307" cy="406"/>
          </a:xfrm>
          <a:solidFill>
            <a:schemeClr val="bg1"/>
          </a:solidFill>
        </p:grpSpPr>
        <p:sp>
          <p:nvSpPr>
            <p:cNvPr id="1183" name="Checklist">
              <a:extLst>
                <a:ext uri="{FF2B5EF4-FFF2-40B4-BE49-F238E27FC236}">
                  <a16:creationId xmlns:a16="http://schemas.microsoft.com/office/drawing/2014/main" id="{FEF771D1-9E75-CA41-7721-C776FA25E4AC}"/>
                </a:ext>
              </a:extLst>
            </p:cNvPr>
            <p:cNvSpPr>
              <a:spLocks/>
            </p:cNvSpPr>
            <p:nvPr>
              <p:custDataLst>
                <p:tags r:id="rId7"/>
              </p:custDataLst>
            </p:nvPr>
          </p:nvSpPr>
          <p:spPr bwMode="auto">
            <a:xfrm>
              <a:off x="136" y="326"/>
              <a:ext cx="76" cy="75"/>
            </a:xfrm>
            <a:custGeom>
              <a:avLst/>
              <a:gdLst>
                <a:gd name="T0" fmla="*/ 174 w 194"/>
                <a:gd name="T1" fmla="*/ 193 h 193"/>
                <a:gd name="T2" fmla="*/ 21 w 194"/>
                <a:gd name="T3" fmla="*/ 193 h 193"/>
                <a:gd name="T4" fmla="*/ 0 w 194"/>
                <a:gd name="T5" fmla="*/ 172 h 193"/>
                <a:gd name="T6" fmla="*/ 0 w 194"/>
                <a:gd name="T7" fmla="*/ 20 h 193"/>
                <a:gd name="T8" fmla="*/ 21 w 194"/>
                <a:gd name="T9" fmla="*/ 0 h 193"/>
                <a:gd name="T10" fmla="*/ 174 w 194"/>
                <a:gd name="T11" fmla="*/ 0 h 193"/>
                <a:gd name="T12" fmla="*/ 194 w 194"/>
                <a:gd name="T13" fmla="*/ 20 h 193"/>
                <a:gd name="T14" fmla="*/ 194 w 194"/>
                <a:gd name="T15" fmla="*/ 172 h 193"/>
                <a:gd name="T16" fmla="*/ 174 w 194"/>
                <a:gd name="T17" fmla="*/ 193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4" h="193">
                  <a:moveTo>
                    <a:pt x="174" y="193"/>
                  </a:moveTo>
                  <a:lnTo>
                    <a:pt x="21" y="193"/>
                  </a:lnTo>
                  <a:cubicBezTo>
                    <a:pt x="9" y="193"/>
                    <a:pt x="0" y="183"/>
                    <a:pt x="0" y="172"/>
                  </a:cubicBezTo>
                  <a:lnTo>
                    <a:pt x="0" y="20"/>
                  </a:lnTo>
                  <a:cubicBezTo>
                    <a:pt x="0" y="9"/>
                    <a:pt x="9" y="0"/>
                    <a:pt x="21" y="0"/>
                  </a:cubicBezTo>
                  <a:lnTo>
                    <a:pt x="174" y="0"/>
                  </a:lnTo>
                  <a:cubicBezTo>
                    <a:pt x="185" y="0"/>
                    <a:pt x="194" y="9"/>
                    <a:pt x="194" y="20"/>
                  </a:cubicBezTo>
                  <a:lnTo>
                    <a:pt x="194" y="172"/>
                  </a:lnTo>
                  <a:cubicBezTo>
                    <a:pt x="194" y="183"/>
                    <a:pt x="185" y="193"/>
                    <a:pt x="174" y="193"/>
                  </a:cubicBez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4" name="Checklist">
              <a:extLst>
                <a:ext uri="{FF2B5EF4-FFF2-40B4-BE49-F238E27FC236}">
                  <a16:creationId xmlns:a16="http://schemas.microsoft.com/office/drawing/2014/main" id="{B6068EBB-92D1-06D8-E052-46C370044F3D}"/>
                </a:ext>
              </a:extLst>
            </p:cNvPr>
            <p:cNvSpPr>
              <a:spLocks noEditPoints="1"/>
            </p:cNvSpPr>
            <p:nvPr>
              <p:custDataLst>
                <p:tags r:id="rId8"/>
              </p:custDataLst>
            </p:nvPr>
          </p:nvSpPr>
          <p:spPr bwMode="auto">
            <a:xfrm>
              <a:off x="91" y="47"/>
              <a:ext cx="307" cy="406"/>
            </a:xfrm>
            <a:custGeom>
              <a:avLst/>
              <a:gdLst>
                <a:gd name="T0" fmla="*/ 714 w 787"/>
                <a:gd name="T1" fmla="*/ 1038 h 1038"/>
                <a:gd name="T2" fmla="*/ 72 w 787"/>
                <a:gd name="T3" fmla="*/ 1038 h 1038"/>
                <a:gd name="T4" fmla="*/ 0 w 787"/>
                <a:gd name="T5" fmla="*/ 965 h 1038"/>
                <a:gd name="T6" fmla="*/ 0 w 787"/>
                <a:gd name="T7" fmla="*/ 72 h 1038"/>
                <a:gd name="T8" fmla="*/ 72 w 787"/>
                <a:gd name="T9" fmla="*/ 0 h 1038"/>
                <a:gd name="T10" fmla="*/ 714 w 787"/>
                <a:gd name="T11" fmla="*/ 0 h 1038"/>
                <a:gd name="T12" fmla="*/ 787 w 787"/>
                <a:gd name="T13" fmla="*/ 72 h 1038"/>
                <a:gd name="T14" fmla="*/ 787 w 787"/>
                <a:gd name="T15" fmla="*/ 965 h 1038"/>
                <a:gd name="T16" fmla="*/ 714 w 787"/>
                <a:gd name="T17" fmla="*/ 1038 h 1038"/>
                <a:gd name="T18" fmla="*/ 72 w 787"/>
                <a:gd name="T19" fmla="*/ 17 h 1038"/>
                <a:gd name="T20" fmla="*/ 17 w 787"/>
                <a:gd name="T21" fmla="*/ 72 h 1038"/>
                <a:gd name="T22" fmla="*/ 17 w 787"/>
                <a:gd name="T23" fmla="*/ 965 h 1038"/>
                <a:gd name="T24" fmla="*/ 72 w 787"/>
                <a:gd name="T25" fmla="*/ 1020 h 1038"/>
                <a:gd name="T26" fmla="*/ 714 w 787"/>
                <a:gd name="T27" fmla="*/ 1020 h 1038"/>
                <a:gd name="T28" fmla="*/ 770 w 787"/>
                <a:gd name="T29" fmla="*/ 965 h 1038"/>
                <a:gd name="T30" fmla="*/ 770 w 787"/>
                <a:gd name="T31" fmla="*/ 72 h 1038"/>
                <a:gd name="T32" fmla="*/ 714 w 787"/>
                <a:gd name="T33" fmla="*/ 17 h 1038"/>
                <a:gd name="T34" fmla="*/ 72 w 787"/>
                <a:gd name="T35" fmla="*/ 17 h 10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87" h="1038">
                  <a:moveTo>
                    <a:pt x="714" y="1038"/>
                  </a:moveTo>
                  <a:lnTo>
                    <a:pt x="72" y="1038"/>
                  </a:lnTo>
                  <a:cubicBezTo>
                    <a:pt x="32" y="1038"/>
                    <a:pt x="0" y="1005"/>
                    <a:pt x="0" y="965"/>
                  </a:cubicBezTo>
                  <a:lnTo>
                    <a:pt x="0" y="72"/>
                  </a:lnTo>
                  <a:cubicBezTo>
                    <a:pt x="0" y="32"/>
                    <a:pt x="32" y="0"/>
                    <a:pt x="72" y="0"/>
                  </a:cubicBezTo>
                  <a:lnTo>
                    <a:pt x="714" y="0"/>
                  </a:lnTo>
                  <a:cubicBezTo>
                    <a:pt x="754" y="0"/>
                    <a:pt x="787" y="32"/>
                    <a:pt x="787" y="72"/>
                  </a:cubicBezTo>
                  <a:lnTo>
                    <a:pt x="787" y="965"/>
                  </a:lnTo>
                  <a:cubicBezTo>
                    <a:pt x="787" y="1005"/>
                    <a:pt x="754" y="1038"/>
                    <a:pt x="714" y="1038"/>
                  </a:cubicBezTo>
                  <a:close/>
                  <a:moveTo>
                    <a:pt x="72" y="17"/>
                  </a:moveTo>
                  <a:cubicBezTo>
                    <a:pt x="41" y="17"/>
                    <a:pt x="17" y="42"/>
                    <a:pt x="17" y="72"/>
                  </a:cubicBezTo>
                  <a:lnTo>
                    <a:pt x="17" y="965"/>
                  </a:lnTo>
                  <a:cubicBezTo>
                    <a:pt x="17" y="996"/>
                    <a:pt x="41" y="1020"/>
                    <a:pt x="72" y="1020"/>
                  </a:cubicBezTo>
                  <a:lnTo>
                    <a:pt x="714" y="1020"/>
                  </a:lnTo>
                  <a:cubicBezTo>
                    <a:pt x="745" y="1020"/>
                    <a:pt x="770" y="996"/>
                    <a:pt x="770" y="965"/>
                  </a:cubicBezTo>
                  <a:lnTo>
                    <a:pt x="770" y="72"/>
                  </a:lnTo>
                  <a:cubicBezTo>
                    <a:pt x="770" y="42"/>
                    <a:pt x="745" y="17"/>
                    <a:pt x="714" y="17"/>
                  </a:cubicBezTo>
                  <a:lnTo>
                    <a:pt x="72" y="17"/>
                  </a:ln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5" name="Checklist">
              <a:extLst>
                <a:ext uri="{FF2B5EF4-FFF2-40B4-BE49-F238E27FC236}">
                  <a16:creationId xmlns:a16="http://schemas.microsoft.com/office/drawing/2014/main" id="{E0D6AAC6-39FC-7814-FA87-576B5165C661}"/>
                </a:ext>
              </a:extLst>
            </p:cNvPr>
            <p:cNvSpPr>
              <a:spLocks/>
            </p:cNvSpPr>
            <p:nvPr>
              <p:custDataLst>
                <p:tags r:id="rId9"/>
              </p:custDataLst>
            </p:nvPr>
          </p:nvSpPr>
          <p:spPr bwMode="auto">
            <a:xfrm>
              <a:off x="136" y="99"/>
              <a:ext cx="76" cy="76"/>
            </a:xfrm>
            <a:custGeom>
              <a:avLst/>
              <a:gdLst>
                <a:gd name="T0" fmla="*/ 174 w 194"/>
                <a:gd name="T1" fmla="*/ 194 h 194"/>
                <a:gd name="T2" fmla="*/ 21 w 194"/>
                <a:gd name="T3" fmla="*/ 194 h 194"/>
                <a:gd name="T4" fmla="*/ 0 w 194"/>
                <a:gd name="T5" fmla="*/ 173 h 194"/>
                <a:gd name="T6" fmla="*/ 0 w 194"/>
                <a:gd name="T7" fmla="*/ 20 h 194"/>
                <a:gd name="T8" fmla="*/ 21 w 194"/>
                <a:gd name="T9" fmla="*/ 0 h 194"/>
                <a:gd name="T10" fmla="*/ 174 w 194"/>
                <a:gd name="T11" fmla="*/ 0 h 194"/>
                <a:gd name="T12" fmla="*/ 194 w 194"/>
                <a:gd name="T13" fmla="*/ 20 h 194"/>
                <a:gd name="T14" fmla="*/ 194 w 194"/>
                <a:gd name="T15" fmla="*/ 172 h 194"/>
                <a:gd name="T16" fmla="*/ 174 w 194"/>
                <a:gd name="T17" fmla="*/ 194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4" h="194">
                  <a:moveTo>
                    <a:pt x="174" y="194"/>
                  </a:moveTo>
                  <a:lnTo>
                    <a:pt x="21" y="194"/>
                  </a:lnTo>
                  <a:cubicBezTo>
                    <a:pt x="9" y="194"/>
                    <a:pt x="0" y="184"/>
                    <a:pt x="0" y="173"/>
                  </a:cubicBezTo>
                  <a:lnTo>
                    <a:pt x="0" y="20"/>
                  </a:lnTo>
                  <a:cubicBezTo>
                    <a:pt x="0" y="9"/>
                    <a:pt x="9" y="0"/>
                    <a:pt x="21" y="0"/>
                  </a:cubicBezTo>
                  <a:lnTo>
                    <a:pt x="174" y="0"/>
                  </a:lnTo>
                  <a:cubicBezTo>
                    <a:pt x="185" y="0"/>
                    <a:pt x="194" y="9"/>
                    <a:pt x="194" y="20"/>
                  </a:cubicBezTo>
                  <a:lnTo>
                    <a:pt x="194" y="172"/>
                  </a:lnTo>
                  <a:cubicBezTo>
                    <a:pt x="194" y="184"/>
                    <a:pt x="185" y="194"/>
                    <a:pt x="174" y="194"/>
                  </a:cubicBez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6" name="Checklist">
              <a:extLst>
                <a:ext uri="{FF2B5EF4-FFF2-40B4-BE49-F238E27FC236}">
                  <a16:creationId xmlns:a16="http://schemas.microsoft.com/office/drawing/2014/main" id="{CBB25675-30B5-2858-2FFF-B2F0FEC5E110}"/>
                </a:ext>
              </a:extLst>
            </p:cNvPr>
            <p:cNvSpPr>
              <a:spLocks noEditPoints="1"/>
            </p:cNvSpPr>
            <p:nvPr>
              <p:custDataLst>
                <p:tags r:id="rId10"/>
              </p:custDataLst>
            </p:nvPr>
          </p:nvSpPr>
          <p:spPr bwMode="auto">
            <a:xfrm>
              <a:off x="132" y="95"/>
              <a:ext cx="83" cy="83"/>
            </a:xfrm>
            <a:custGeom>
              <a:avLst/>
              <a:gdLst>
                <a:gd name="T0" fmla="*/ 183 w 212"/>
                <a:gd name="T1" fmla="*/ 211 h 211"/>
                <a:gd name="T2" fmla="*/ 30 w 212"/>
                <a:gd name="T3" fmla="*/ 211 h 211"/>
                <a:gd name="T4" fmla="*/ 0 w 212"/>
                <a:gd name="T5" fmla="*/ 182 h 211"/>
                <a:gd name="T6" fmla="*/ 0 w 212"/>
                <a:gd name="T7" fmla="*/ 29 h 211"/>
                <a:gd name="T8" fmla="*/ 30 w 212"/>
                <a:gd name="T9" fmla="*/ 0 h 211"/>
                <a:gd name="T10" fmla="*/ 183 w 212"/>
                <a:gd name="T11" fmla="*/ 0 h 211"/>
                <a:gd name="T12" fmla="*/ 212 w 212"/>
                <a:gd name="T13" fmla="*/ 29 h 211"/>
                <a:gd name="T14" fmla="*/ 212 w 212"/>
                <a:gd name="T15" fmla="*/ 181 h 211"/>
                <a:gd name="T16" fmla="*/ 183 w 212"/>
                <a:gd name="T17" fmla="*/ 211 h 211"/>
                <a:gd name="T18" fmla="*/ 30 w 212"/>
                <a:gd name="T19" fmla="*/ 17 h 211"/>
                <a:gd name="T20" fmla="*/ 18 w 212"/>
                <a:gd name="T21" fmla="*/ 29 h 211"/>
                <a:gd name="T22" fmla="*/ 18 w 212"/>
                <a:gd name="T23" fmla="*/ 181 h 211"/>
                <a:gd name="T24" fmla="*/ 30 w 212"/>
                <a:gd name="T25" fmla="*/ 193 h 211"/>
                <a:gd name="T26" fmla="*/ 183 w 212"/>
                <a:gd name="T27" fmla="*/ 193 h 211"/>
                <a:gd name="T28" fmla="*/ 195 w 212"/>
                <a:gd name="T29" fmla="*/ 181 h 211"/>
                <a:gd name="T30" fmla="*/ 195 w 212"/>
                <a:gd name="T31" fmla="*/ 29 h 211"/>
                <a:gd name="T32" fmla="*/ 183 w 212"/>
                <a:gd name="T33" fmla="*/ 17 h 211"/>
                <a:gd name="T34" fmla="*/ 30 w 212"/>
                <a:gd name="T35" fmla="*/ 1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211">
                  <a:moveTo>
                    <a:pt x="183" y="211"/>
                  </a:moveTo>
                  <a:lnTo>
                    <a:pt x="30" y="211"/>
                  </a:lnTo>
                  <a:cubicBezTo>
                    <a:pt x="13" y="211"/>
                    <a:pt x="0" y="198"/>
                    <a:pt x="0" y="182"/>
                  </a:cubicBezTo>
                  <a:lnTo>
                    <a:pt x="0" y="29"/>
                  </a:lnTo>
                  <a:cubicBezTo>
                    <a:pt x="0" y="13"/>
                    <a:pt x="13" y="0"/>
                    <a:pt x="30" y="0"/>
                  </a:cubicBezTo>
                  <a:lnTo>
                    <a:pt x="183" y="0"/>
                  </a:lnTo>
                  <a:cubicBezTo>
                    <a:pt x="199" y="0"/>
                    <a:pt x="212" y="13"/>
                    <a:pt x="212" y="29"/>
                  </a:cubicBezTo>
                  <a:lnTo>
                    <a:pt x="212" y="181"/>
                  </a:lnTo>
                  <a:cubicBezTo>
                    <a:pt x="212" y="198"/>
                    <a:pt x="199" y="211"/>
                    <a:pt x="183" y="211"/>
                  </a:cubicBezTo>
                  <a:close/>
                  <a:moveTo>
                    <a:pt x="30" y="17"/>
                  </a:moveTo>
                  <a:cubicBezTo>
                    <a:pt x="23" y="17"/>
                    <a:pt x="18" y="22"/>
                    <a:pt x="18" y="29"/>
                  </a:cubicBezTo>
                  <a:lnTo>
                    <a:pt x="18" y="181"/>
                  </a:lnTo>
                  <a:cubicBezTo>
                    <a:pt x="18" y="188"/>
                    <a:pt x="23" y="193"/>
                    <a:pt x="30" y="193"/>
                  </a:cubicBezTo>
                  <a:lnTo>
                    <a:pt x="183" y="193"/>
                  </a:lnTo>
                  <a:cubicBezTo>
                    <a:pt x="190" y="193"/>
                    <a:pt x="195" y="188"/>
                    <a:pt x="195" y="181"/>
                  </a:cubicBezTo>
                  <a:lnTo>
                    <a:pt x="195" y="29"/>
                  </a:lnTo>
                  <a:cubicBezTo>
                    <a:pt x="195" y="22"/>
                    <a:pt x="190" y="17"/>
                    <a:pt x="183" y="17"/>
                  </a:cubicBezTo>
                  <a:lnTo>
                    <a:pt x="30" y="17"/>
                  </a:ln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7" name="Checklist">
              <a:extLst>
                <a:ext uri="{FF2B5EF4-FFF2-40B4-BE49-F238E27FC236}">
                  <a16:creationId xmlns:a16="http://schemas.microsoft.com/office/drawing/2014/main" id="{E43DB4B2-8B65-8AEE-52B9-C99E93A4E635}"/>
                </a:ext>
              </a:extLst>
            </p:cNvPr>
            <p:cNvSpPr>
              <a:spLocks/>
            </p:cNvSpPr>
            <p:nvPr>
              <p:custDataLst>
                <p:tags r:id="rId11"/>
              </p:custDataLst>
            </p:nvPr>
          </p:nvSpPr>
          <p:spPr bwMode="auto">
            <a:xfrm>
              <a:off x="136" y="212"/>
              <a:ext cx="76" cy="76"/>
            </a:xfrm>
            <a:custGeom>
              <a:avLst/>
              <a:gdLst>
                <a:gd name="T0" fmla="*/ 174 w 194"/>
                <a:gd name="T1" fmla="*/ 194 h 194"/>
                <a:gd name="T2" fmla="*/ 21 w 194"/>
                <a:gd name="T3" fmla="*/ 194 h 194"/>
                <a:gd name="T4" fmla="*/ 0 w 194"/>
                <a:gd name="T5" fmla="*/ 173 h 194"/>
                <a:gd name="T6" fmla="*/ 0 w 194"/>
                <a:gd name="T7" fmla="*/ 20 h 194"/>
                <a:gd name="T8" fmla="*/ 21 w 194"/>
                <a:gd name="T9" fmla="*/ 0 h 194"/>
                <a:gd name="T10" fmla="*/ 174 w 194"/>
                <a:gd name="T11" fmla="*/ 0 h 194"/>
                <a:gd name="T12" fmla="*/ 194 w 194"/>
                <a:gd name="T13" fmla="*/ 20 h 194"/>
                <a:gd name="T14" fmla="*/ 194 w 194"/>
                <a:gd name="T15" fmla="*/ 173 h 194"/>
                <a:gd name="T16" fmla="*/ 174 w 194"/>
                <a:gd name="T17" fmla="*/ 194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4" h="194">
                  <a:moveTo>
                    <a:pt x="174" y="194"/>
                  </a:moveTo>
                  <a:lnTo>
                    <a:pt x="21" y="194"/>
                  </a:lnTo>
                  <a:cubicBezTo>
                    <a:pt x="9" y="194"/>
                    <a:pt x="0" y="184"/>
                    <a:pt x="0" y="173"/>
                  </a:cubicBezTo>
                  <a:lnTo>
                    <a:pt x="0" y="20"/>
                  </a:lnTo>
                  <a:cubicBezTo>
                    <a:pt x="0" y="9"/>
                    <a:pt x="9" y="0"/>
                    <a:pt x="21" y="0"/>
                  </a:cubicBezTo>
                  <a:lnTo>
                    <a:pt x="174" y="0"/>
                  </a:lnTo>
                  <a:cubicBezTo>
                    <a:pt x="185" y="0"/>
                    <a:pt x="194" y="9"/>
                    <a:pt x="194" y="20"/>
                  </a:cubicBezTo>
                  <a:lnTo>
                    <a:pt x="194" y="173"/>
                  </a:lnTo>
                  <a:cubicBezTo>
                    <a:pt x="194" y="184"/>
                    <a:pt x="185" y="194"/>
                    <a:pt x="174" y="194"/>
                  </a:cubicBez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8" name="Checklist">
              <a:extLst>
                <a:ext uri="{FF2B5EF4-FFF2-40B4-BE49-F238E27FC236}">
                  <a16:creationId xmlns:a16="http://schemas.microsoft.com/office/drawing/2014/main" id="{39211342-0351-318A-4015-E5FB928969D3}"/>
                </a:ext>
              </a:extLst>
            </p:cNvPr>
            <p:cNvSpPr>
              <a:spLocks noEditPoints="1"/>
            </p:cNvSpPr>
            <p:nvPr>
              <p:custDataLst>
                <p:tags r:id="rId12"/>
              </p:custDataLst>
            </p:nvPr>
          </p:nvSpPr>
          <p:spPr bwMode="auto">
            <a:xfrm>
              <a:off x="132" y="209"/>
              <a:ext cx="83" cy="82"/>
            </a:xfrm>
            <a:custGeom>
              <a:avLst/>
              <a:gdLst>
                <a:gd name="T0" fmla="*/ 183 w 212"/>
                <a:gd name="T1" fmla="*/ 211 h 211"/>
                <a:gd name="T2" fmla="*/ 30 w 212"/>
                <a:gd name="T3" fmla="*/ 211 h 211"/>
                <a:gd name="T4" fmla="*/ 0 w 212"/>
                <a:gd name="T5" fmla="*/ 182 h 211"/>
                <a:gd name="T6" fmla="*/ 0 w 212"/>
                <a:gd name="T7" fmla="*/ 29 h 211"/>
                <a:gd name="T8" fmla="*/ 30 w 212"/>
                <a:gd name="T9" fmla="*/ 0 h 211"/>
                <a:gd name="T10" fmla="*/ 183 w 212"/>
                <a:gd name="T11" fmla="*/ 0 h 211"/>
                <a:gd name="T12" fmla="*/ 212 w 212"/>
                <a:gd name="T13" fmla="*/ 29 h 211"/>
                <a:gd name="T14" fmla="*/ 212 w 212"/>
                <a:gd name="T15" fmla="*/ 182 h 211"/>
                <a:gd name="T16" fmla="*/ 183 w 212"/>
                <a:gd name="T17" fmla="*/ 211 h 211"/>
                <a:gd name="T18" fmla="*/ 30 w 212"/>
                <a:gd name="T19" fmla="*/ 17 h 211"/>
                <a:gd name="T20" fmla="*/ 18 w 212"/>
                <a:gd name="T21" fmla="*/ 29 h 211"/>
                <a:gd name="T22" fmla="*/ 18 w 212"/>
                <a:gd name="T23" fmla="*/ 182 h 211"/>
                <a:gd name="T24" fmla="*/ 30 w 212"/>
                <a:gd name="T25" fmla="*/ 194 h 211"/>
                <a:gd name="T26" fmla="*/ 183 w 212"/>
                <a:gd name="T27" fmla="*/ 194 h 211"/>
                <a:gd name="T28" fmla="*/ 195 w 212"/>
                <a:gd name="T29" fmla="*/ 182 h 211"/>
                <a:gd name="T30" fmla="*/ 195 w 212"/>
                <a:gd name="T31" fmla="*/ 29 h 211"/>
                <a:gd name="T32" fmla="*/ 183 w 212"/>
                <a:gd name="T33" fmla="*/ 17 h 211"/>
                <a:gd name="T34" fmla="*/ 30 w 212"/>
                <a:gd name="T35" fmla="*/ 1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211">
                  <a:moveTo>
                    <a:pt x="183" y="211"/>
                  </a:moveTo>
                  <a:lnTo>
                    <a:pt x="30" y="211"/>
                  </a:lnTo>
                  <a:cubicBezTo>
                    <a:pt x="13" y="211"/>
                    <a:pt x="0" y="198"/>
                    <a:pt x="0" y="182"/>
                  </a:cubicBezTo>
                  <a:lnTo>
                    <a:pt x="0" y="29"/>
                  </a:lnTo>
                  <a:cubicBezTo>
                    <a:pt x="0" y="13"/>
                    <a:pt x="13" y="0"/>
                    <a:pt x="30" y="0"/>
                  </a:cubicBezTo>
                  <a:lnTo>
                    <a:pt x="183" y="0"/>
                  </a:lnTo>
                  <a:cubicBezTo>
                    <a:pt x="199" y="0"/>
                    <a:pt x="212" y="13"/>
                    <a:pt x="212" y="29"/>
                  </a:cubicBezTo>
                  <a:lnTo>
                    <a:pt x="212" y="182"/>
                  </a:lnTo>
                  <a:cubicBezTo>
                    <a:pt x="212" y="198"/>
                    <a:pt x="199" y="211"/>
                    <a:pt x="183" y="211"/>
                  </a:cubicBezTo>
                  <a:close/>
                  <a:moveTo>
                    <a:pt x="30" y="17"/>
                  </a:moveTo>
                  <a:cubicBezTo>
                    <a:pt x="23" y="17"/>
                    <a:pt x="18" y="22"/>
                    <a:pt x="18" y="29"/>
                  </a:cubicBezTo>
                  <a:lnTo>
                    <a:pt x="18" y="182"/>
                  </a:lnTo>
                  <a:cubicBezTo>
                    <a:pt x="18" y="189"/>
                    <a:pt x="23" y="194"/>
                    <a:pt x="30" y="194"/>
                  </a:cubicBezTo>
                  <a:lnTo>
                    <a:pt x="183" y="194"/>
                  </a:lnTo>
                  <a:cubicBezTo>
                    <a:pt x="190" y="194"/>
                    <a:pt x="195" y="189"/>
                    <a:pt x="195" y="182"/>
                  </a:cubicBezTo>
                  <a:lnTo>
                    <a:pt x="195" y="29"/>
                  </a:lnTo>
                  <a:cubicBezTo>
                    <a:pt x="195" y="22"/>
                    <a:pt x="190" y="17"/>
                    <a:pt x="183" y="17"/>
                  </a:cubicBezTo>
                  <a:lnTo>
                    <a:pt x="30" y="17"/>
                  </a:ln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9" name="Checklist">
              <a:extLst>
                <a:ext uri="{FF2B5EF4-FFF2-40B4-BE49-F238E27FC236}">
                  <a16:creationId xmlns:a16="http://schemas.microsoft.com/office/drawing/2014/main" id="{967BE611-C425-D85B-3C77-E81CA1395C83}"/>
                </a:ext>
              </a:extLst>
            </p:cNvPr>
            <p:cNvSpPr>
              <a:spLocks noEditPoints="1"/>
            </p:cNvSpPr>
            <p:nvPr>
              <p:custDataLst>
                <p:tags r:id="rId13"/>
              </p:custDataLst>
            </p:nvPr>
          </p:nvSpPr>
          <p:spPr bwMode="auto">
            <a:xfrm>
              <a:off x="132" y="322"/>
              <a:ext cx="83" cy="82"/>
            </a:xfrm>
            <a:custGeom>
              <a:avLst/>
              <a:gdLst>
                <a:gd name="T0" fmla="*/ 183 w 212"/>
                <a:gd name="T1" fmla="*/ 210 h 210"/>
                <a:gd name="T2" fmla="*/ 30 w 212"/>
                <a:gd name="T3" fmla="*/ 210 h 210"/>
                <a:gd name="T4" fmla="*/ 0 w 212"/>
                <a:gd name="T5" fmla="*/ 181 h 210"/>
                <a:gd name="T6" fmla="*/ 0 w 212"/>
                <a:gd name="T7" fmla="*/ 29 h 210"/>
                <a:gd name="T8" fmla="*/ 30 w 212"/>
                <a:gd name="T9" fmla="*/ 0 h 210"/>
                <a:gd name="T10" fmla="*/ 183 w 212"/>
                <a:gd name="T11" fmla="*/ 0 h 210"/>
                <a:gd name="T12" fmla="*/ 212 w 212"/>
                <a:gd name="T13" fmla="*/ 29 h 210"/>
                <a:gd name="T14" fmla="*/ 212 w 212"/>
                <a:gd name="T15" fmla="*/ 181 h 210"/>
                <a:gd name="T16" fmla="*/ 183 w 212"/>
                <a:gd name="T17" fmla="*/ 210 h 210"/>
                <a:gd name="T18" fmla="*/ 30 w 212"/>
                <a:gd name="T19" fmla="*/ 16 h 210"/>
                <a:gd name="T20" fmla="*/ 18 w 212"/>
                <a:gd name="T21" fmla="*/ 28 h 210"/>
                <a:gd name="T22" fmla="*/ 18 w 212"/>
                <a:gd name="T23" fmla="*/ 180 h 210"/>
                <a:gd name="T24" fmla="*/ 30 w 212"/>
                <a:gd name="T25" fmla="*/ 192 h 210"/>
                <a:gd name="T26" fmla="*/ 183 w 212"/>
                <a:gd name="T27" fmla="*/ 192 h 210"/>
                <a:gd name="T28" fmla="*/ 195 w 212"/>
                <a:gd name="T29" fmla="*/ 180 h 210"/>
                <a:gd name="T30" fmla="*/ 195 w 212"/>
                <a:gd name="T31" fmla="*/ 29 h 210"/>
                <a:gd name="T32" fmla="*/ 183 w 212"/>
                <a:gd name="T33" fmla="*/ 17 h 210"/>
                <a:gd name="T34" fmla="*/ 30 w 212"/>
                <a:gd name="T35" fmla="*/ 17 h 210"/>
                <a:gd name="T36" fmla="*/ 30 w 212"/>
                <a:gd name="T37" fmla="*/ 1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12" h="210">
                  <a:moveTo>
                    <a:pt x="183" y="210"/>
                  </a:moveTo>
                  <a:lnTo>
                    <a:pt x="30" y="210"/>
                  </a:lnTo>
                  <a:cubicBezTo>
                    <a:pt x="13" y="210"/>
                    <a:pt x="0" y="197"/>
                    <a:pt x="0" y="181"/>
                  </a:cubicBezTo>
                  <a:lnTo>
                    <a:pt x="0" y="29"/>
                  </a:lnTo>
                  <a:cubicBezTo>
                    <a:pt x="0" y="13"/>
                    <a:pt x="13" y="0"/>
                    <a:pt x="30" y="0"/>
                  </a:cubicBezTo>
                  <a:lnTo>
                    <a:pt x="183" y="0"/>
                  </a:lnTo>
                  <a:cubicBezTo>
                    <a:pt x="199" y="0"/>
                    <a:pt x="212" y="13"/>
                    <a:pt x="212" y="29"/>
                  </a:cubicBezTo>
                  <a:lnTo>
                    <a:pt x="212" y="181"/>
                  </a:lnTo>
                  <a:cubicBezTo>
                    <a:pt x="212" y="197"/>
                    <a:pt x="199" y="210"/>
                    <a:pt x="183" y="210"/>
                  </a:cubicBezTo>
                  <a:close/>
                  <a:moveTo>
                    <a:pt x="30" y="16"/>
                  </a:moveTo>
                  <a:cubicBezTo>
                    <a:pt x="23" y="16"/>
                    <a:pt x="18" y="21"/>
                    <a:pt x="18" y="28"/>
                  </a:cubicBezTo>
                  <a:lnTo>
                    <a:pt x="18" y="180"/>
                  </a:lnTo>
                  <a:cubicBezTo>
                    <a:pt x="18" y="187"/>
                    <a:pt x="23" y="192"/>
                    <a:pt x="30" y="192"/>
                  </a:cubicBezTo>
                  <a:lnTo>
                    <a:pt x="183" y="192"/>
                  </a:lnTo>
                  <a:cubicBezTo>
                    <a:pt x="190" y="192"/>
                    <a:pt x="195" y="187"/>
                    <a:pt x="195" y="180"/>
                  </a:cubicBezTo>
                  <a:lnTo>
                    <a:pt x="195" y="29"/>
                  </a:lnTo>
                  <a:cubicBezTo>
                    <a:pt x="195" y="22"/>
                    <a:pt x="190" y="17"/>
                    <a:pt x="183" y="17"/>
                  </a:cubicBezTo>
                  <a:lnTo>
                    <a:pt x="30" y="17"/>
                  </a:lnTo>
                  <a:lnTo>
                    <a:pt x="30" y="16"/>
                  </a:ln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0" name="Checklist">
              <a:extLst>
                <a:ext uri="{FF2B5EF4-FFF2-40B4-BE49-F238E27FC236}">
                  <a16:creationId xmlns:a16="http://schemas.microsoft.com/office/drawing/2014/main" id="{B11EB431-BCFF-F903-FA88-8F3AA4610BD4}"/>
                </a:ext>
              </a:extLst>
            </p:cNvPr>
            <p:cNvSpPr>
              <a:spLocks noEditPoints="1"/>
            </p:cNvSpPr>
            <p:nvPr>
              <p:custDataLst>
                <p:tags r:id="rId14"/>
              </p:custDataLst>
            </p:nvPr>
          </p:nvSpPr>
          <p:spPr bwMode="auto">
            <a:xfrm>
              <a:off x="132" y="95"/>
              <a:ext cx="83" cy="83"/>
            </a:xfrm>
            <a:custGeom>
              <a:avLst/>
              <a:gdLst>
                <a:gd name="T0" fmla="*/ 183 w 212"/>
                <a:gd name="T1" fmla="*/ 211 h 211"/>
                <a:gd name="T2" fmla="*/ 30 w 212"/>
                <a:gd name="T3" fmla="*/ 211 h 211"/>
                <a:gd name="T4" fmla="*/ 0 w 212"/>
                <a:gd name="T5" fmla="*/ 182 h 211"/>
                <a:gd name="T6" fmla="*/ 0 w 212"/>
                <a:gd name="T7" fmla="*/ 29 h 211"/>
                <a:gd name="T8" fmla="*/ 30 w 212"/>
                <a:gd name="T9" fmla="*/ 0 h 211"/>
                <a:gd name="T10" fmla="*/ 183 w 212"/>
                <a:gd name="T11" fmla="*/ 0 h 211"/>
                <a:gd name="T12" fmla="*/ 212 w 212"/>
                <a:gd name="T13" fmla="*/ 29 h 211"/>
                <a:gd name="T14" fmla="*/ 212 w 212"/>
                <a:gd name="T15" fmla="*/ 181 h 211"/>
                <a:gd name="T16" fmla="*/ 183 w 212"/>
                <a:gd name="T17" fmla="*/ 211 h 211"/>
                <a:gd name="T18" fmla="*/ 30 w 212"/>
                <a:gd name="T19" fmla="*/ 17 h 211"/>
                <a:gd name="T20" fmla="*/ 18 w 212"/>
                <a:gd name="T21" fmla="*/ 29 h 211"/>
                <a:gd name="T22" fmla="*/ 18 w 212"/>
                <a:gd name="T23" fmla="*/ 181 h 211"/>
                <a:gd name="T24" fmla="*/ 30 w 212"/>
                <a:gd name="T25" fmla="*/ 193 h 211"/>
                <a:gd name="T26" fmla="*/ 183 w 212"/>
                <a:gd name="T27" fmla="*/ 193 h 211"/>
                <a:gd name="T28" fmla="*/ 195 w 212"/>
                <a:gd name="T29" fmla="*/ 181 h 211"/>
                <a:gd name="T30" fmla="*/ 195 w 212"/>
                <a:gd name="T31" fmla="*/ 29 h 211"/>
                <a:gd name="T32" fmla="*/ 183 w 212"/>
                <a:gd name="T33" fmla="*/ 17 h 211"/>
                <a:gd name="T34" fmla="*/ 30 w 212"/>
                <a:gd name="T35" fmla="*/ 1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211">
                  <a:moveTo>
                    <a:pt x="183" y="211"/>
                  </a:moveTo>
                  <a:lnTo>
                    <a:pt x="30" y="211"/>
                  </a:lnTo>
                  <a:cubicBezTo>
                    <a:pt x="13" y="211"/>
                    <a:pt x="0" y="198"/>
                    <a:pt x="0" y="182"/>
                  </a:cubicBezTo>
                  <a:lnTo>
                    <a:pt x="0" y="29"/>
                  </a:lnTo>
                  <a:cubicBezTo>
                    <a:pt x="0" y="13"/>
                    <a:pt x="13" y="0"/>
                    <a:pt x="30" y="0"/>
                  </a:cubicBezTo>
                  <a:lnTo>
                    <a:pt x="183" y="0"/>
                  </a:lnTo>
                  <a:cubicBezTo>
                    <a:pt x="199" y="0"/>
                    <a:pt x="212" y="13"/>
                    <a:pt x="212" y="29"/>
                  </a:cubicBezTo>
                  <a:lnTo>
                    <a:pt x="212" y="181"/>
                  </a:lnTo>
                  <a:cubicBezTo>
                    <a:pt x="212" y="198"/>
                    <a:pt x="199" y="211"/>
                    <a:pt x="183" y="211"/>
                  </a:cubicBezTo>
                  <a:close/>
                  <a:moveTo>
                    <a:pt x="30" y="17"/>
                  </a:moveTo>
                  <a:cubicBezTo>
                    <a:pt x="23" y="17"/>
                    <a:pt x="18" y="22"/>
                    <a:pt x="18" y="29"/>
                  </a:cubicBezTo>
                  <a:lnTo>
                    <a:pt x="18" y="181"/>
                  </a:lnTo>
                  <a:cubicBezTo>
                    <a:pt x="18" y="188"/>
                    <a:pt x="23" y="193"/>
                    <a:pt x="30" y="193"/>
                  </a:cubicBezTo>
                  <a:lnTo>
                    <a:pt x="183" y="193"/>
                  </a:lnTo>
                  <a:cubicBezTo>
                    <a:pt x="190" y="193"/>
                    <a:pt x="195" y="188"/>
                    <a:pt x="195" y="181"/>
                  </a:cubicBezTo>
                  <a:lnTo>
                    <a:pt x="195" y="29"/>
                  </a:lnTo>
                  <a:cubicBezTo>
                    <a:pt x="195" y="22"/>
                    <a:pt x="190" y="17"/>
                    <a:pt x="183" y="17"/>
                  </a:cubicBezTo>
                  <a:lnTo>
                    <a:pt x="30" y="17"/>
                  </a:ln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1" name="Checklist">
              <a:extLst>
                <a:ext uri="{FF2B5EF4-FFF2-40B4-BE49-F238E27FC236}">
                  <a16:creationId xmlns:a16="http://schemas.microsoft.com/office/drawing/2014/main" id="{45ADC912-B6BF-8B5A-1A52-B16DF272BFE5}"/>
                </a:ext>
              </a:extLst>
            </p:cNvPr>
            <p:cNvSpPr>
              <a:spLocks noEditPoints="1"/>
            </p:cNvSpPr>
            <p:nvPr>
              <p:custDataLst>
                <p:tags r:id="rId15"/>
              </p:custDataLst>
            </p:nvPr>
          </p:nvSpPr>
          <p:spPr bwMode="auto">
            <a:xfrm>
              <a:off x="132" y="209"/>
              <a:ext cx="83" cy="82"/>
            </a:xfrm>
            <a:custGeom>
              <a:avLst/>
              <a:gdLst>
                <a:gd name="T0" fmla="*/ 183 w 212"/>
                <a:gd name="T1" fmla="*/ 211 h 211"/>
                <a:gd name="T2" fmla="*/ 30 w 212"/>
                <a:gd name="T3" fmla="*/ 211 h 211"/>
                <a:gd name="T4" fmla="*/ 0 w 212"/>
                <a:gd name="T5" fmla="*/ 182 h 211"/>
                <a:gd name="T6" fmla="*/ 0 w 212"/>
                <a:gd name="T7" fmla="*/ 29 h 211"/>
                <a:gd name="T8" fmla="*/ 30 w 212"/>
                <a:gd name="T9" fmla="*/ 0 h 211"/>
                <a:gd name="T10" fmla="*/ 183 w 212"/>
                <a:gd name="T11" fmla="*/ 0 h 211"/>
                <a:gd name="T12" fmla="*/ 212 w 212"/>
                <a:gd name="T13" fmla="*/ 29 h 211"/>
                <a:gd name="T14" fmla="*/ 212 w 212"/>
                <a:gd name="T15" fmla="*/ 182 h 211"/>
                <a:gd name="T16" fmla="*/ 183 w 212"/>
                <a:gd name="T17" fmla="*/ 211 h 211"/>
                <a:gd name="T18" fmla="*/ 30 w 212"/>
                <a:gd name="T19" fmla="*/ 17 h 211"/>
                <a:gd name="T20" fmla="*/ 18 w 212"/>
                <a:gd name="T21" fmla="*/ 29 h 211"/>
                <a:gd name="T22" fmla="*/ 18 w 212"/>
                <a:gd name="T23" fmla="*/ 182 h 211"/>
                <a:gd name="T24" fmla="*/ 30 w 212"/>
                <a:gd name="T25" fmla="*/ 194 h 211"/>
                <a:gd name="T26" fmla="*/ 183 w 212"/>
                <a:gd name="T27" fmla="*/ 194 h 211"/>
                <a:gd name="T28" fmla="*/ 195 w 212"/>
                <a:gd name="T29" fmla="*/ 182 h 211"/>
                <a:gd name="T30" fmla="*/ 195 w 212"/>
                <a:gd name="T31" fmla="*/ 29 h 211"/>
                <a:gd name="T32" fmla="*/ 183 w 212"/>
                <a:gd name="T33" fmla="*/ 17 h 211"/>
                <a:gd name="T34" fmla="*/ 30 w 212"/>
                <a:gd name="T35" fmla="*/ 1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211">
                  <a:moveTo>
                    <a:pt x="183" y="211"/>
                  </a:moveTo>
                  <a:lnTo>
                    <a:pt x="30" y="211"/>
                  </a:lnTo>
                  <a:cubicBezTo>
                    <a:pt x="13" y="211"/>
                    <a:pt x="0" y="198"/>
                    <a:pt x="0" y="182"/>
                  </a:cubicBezTo>
                  <a:lnTo>
                    <a:pt x="0" y="29"/>
                  </a:lnTo>
                  <a:cubicBezTo>
                    <a:pt x="0" y="13"/>
                    <a:pt x="13" y="0"/>
                    <a:pt x="30" y="0"/>
                  </a:cubicBezTo>
                  <a:lnTo>
                    <a:pt x="183" y="0"/>
                  </a:lnTo>
                  <a:cubicBezTo>
                    <a:pt x="199" y="0"/>
                    <a:pt x="212" y="13"/>
                    <a:pt x="212" y="29"/>
                  </a:cubicBezTo>
                  <a:lnTo>
                    <a:pt x="212" y="182"/>
                  </a:lnTo>
                  <a:cubicBezTo>
                    <a:pt x="212" y="198"/>
                    <a:pt x="199" y="211"/>
                    <a:pt x="183" y="211"/>
                  </a:cubicBezTo>
                  <a:close/>
                  <a:moveTo>
                    <a:pt x="30" y="17"/>
                  </a:moveTo>
                  <a:cubicBezTo>
                    <a:pt x="23" y="17"/>
                    <a:pt x="18" y="22"/>
                    <a:pt x="18" y="29"/>
                  </a:cubicBezTo>
                  <a:lnTo>
                    <a:pt x="18" y="182"/>
                  </a:lnTo>
                  <a:cubicBezTo>
                    <a:pt x="18" y="189"/>
                    <a:pt x="23" y="194"/>
                    <a:pt x="30" y="194"/>
                  </a:cubicBezTo>
                  <a:lnTo>
                    <a:pt x="183" y="194"/>
                  </a:lnTo>
                  <a:cubicBezTo>
                    <a:pt x="190" y="194"/>
                    <a:pt x="195" y="189"/>
                    <a:pt x="195" y="182"/>
                  </a:cubicBezTo>
                  <a:lnTo>
                    <a:pt x="195" y="29"/>
                  </a:lnTo>
                  <a:cubicBezTo>
                    <a:pt x="195" y="22"/>
                    <a:pt x="190" y="17"/>
                    <a:pt x="183" y="17"/>
                  </a:cubicBezTo>
                  <a:lnTo>
                    <a:pt x="30" y="17"/>
                  </a:ln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2" name="Checklist">
              <a:extLst>
                <a:ext uri="{FF2B5EF4-FFF2-40B4-BE49-F238E27FC236}">
                  <a16:creationId xmlns:a16="http://schemas.microsoft.com/office/drawing/2014/main" id="{F03DE743-4C39-396B-59DC-F504A5ED045B}"/>
                </a:ext>
              </a:extLst>
            </p:cNvPr>
            <p:cNvSpPr>
              <a:spLocks noEditPoints="1"/>
            </p:cNvSpPr>
            <p:nvPr>
              <p:custDataLst>
                <p:tags r:id="rId16"/>
              </p:custDataLst>
            </p:nvPr>
          </p:nvSpPr>
          <p:spPr bwMode="auto">
            <a:xfrm>
              <a:off x="132" y="322"/>
              <a:ext cx="83" cy="82"/>
            </a:xfrm>
            <a:custGeom>
              <a:avLst/>
              <a:gdLst>
                <a:gd name="T0" fmla="*/ 183 w 212"/>
                <a:gd name="T1" fmla="*/ 210 h 210"/>
                <a:gd name="T2" fmla="*/ 30 w 212"/>
                <a:gd name="T3" fmla="*/ 210 h 210"/>
                <a:gd name="T4" fmla="*/ 0 w 212"/>
                <a:gd name="T5" fmla="*/ 181 h 210"/>
                <a:gd name="T6" fmla="*/ 0 w 212"/>
                <a:gd name="T7" fmla="*/ 29 h 210"/>
                <a:gd name="T8" fmla="*/ 30 w 212"/>
                <a:gd name="T9" fmla="*/ 0 h 210"/>
                <a:gd name="T10" fmla="*/ 183 w 212"/>
                <a:gd name="T11" fmla="*/ 0 h 210"/>
                <a:gd name="T12" fmla="*/ 212 w 212"/>
                <a:gd name="T13" fmla="*/ 29 h 210"/>
                <a:gd name="T14" fmla="*/ 212 w 212"/>
                <a:gd name="T15" fmla="*/ 181 h 210"/>
                <a:gd name="T16" fmla="*/ 183 w 212"/>
                <a:gd name="T17" fmla="*/ 210 h 210"/>
                <a:gd name="T18" fmla="*/ 30 w 212"/>
                <a:gd name="T19" fmla="*/ 16 h 210"/>
                <a:gd name="T20" fmla="*/ 18 w 212"/>
                <a:gd name="T21" fmla="*/ 28 h 210"/>
                <a:gd name="T22" fmla="*/ 18 w 212"/>
                <a:gd name="T23" fmla="*/ 180 h 210"/>
                <a:gd name="T24" fmla="*/ 30 w 212"/>
                <a:gd name="T25" fmla="*/ 192 h 210"/>
                <a:gd name="T26" fmla="*/ 183 w 212"/>
                <a:gd name="T27" fmla="*/ 192 h 210"/>
                <a:gd name="T28" fmla="*/ 195 w 212"/>
                <a:gd name="T29" fmla="*/ 180 h 210"/>
                <a:gd name="T30" fmla="*/ 195 w 212"/>
                <a:gd name="T31" fmla="*/ 29 h 210"/>
                <a:gd name="T32" fmla="*/ 183 w 212"/>
                <a:gd name="T33" fmla="*/ 17 h 210"/>
                <a:gd name="T34" fmla="*/ 30 w 212"/>
                <a:gd name="T35" fmla="*/ 17 h 210"/>
                <a:gd name="T36" fmla="*/ 30 w 212"/>
                <a:gd name="T37" fmla="*/ 1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12" h="210">
                  <a:moveTo>
                    <a:pt x="183" y="210"/>
                  </a:moveTo>
                  <a:lnTo>
                    <a:pt x="30" y="210"/>
                  </a:lnTo>
                  <a:cubicBezTo>
                    <a:pt x="13" y="210"/>
                    <a:pt x="0" y="197"/>
                    <a:pt x="0" y="181"/>
                  </a:cubicBezTo>
                  <a:lnTo>
                    <a:pt x="0" y="29"/>
                  </a:lnTo>
                  <a:cubicBezTo>
                    <a:pt x="0" y="13"/>
                    <a:pt x="13" y="0"/>
                    <a:pt x="30" y="0"/>
                  </a:cubicBezTo>
                  <a:lnTo>
                    <a:pt x="183" y="0"/>
                  </a:lnTo>
                  <a:cubicBezTo>
                    <a:pt x="199" y="0"/>
                    <a:pt x="212" y="13"/>
                    <a:pt x="212" y="29"/>
                  </a:cubicBezTo>
                  <a:lnTo>
                    <a:pt x="212" y="181"/>
                  </a:lnTo>
                  <a:cubicBezTo>
                    <a:pt x="212" y="197"/>
                    <a:pt x="199" y="210"/>
                    <a:pt x="183" y="210"/>
                  </a:cubicBezTo>
                  <a:close/>
                  <a:moveTo>
                    <a:pt x="30" y="16"/>
                  </a:moveTo>
                  <a:cubicBezTo>
                    <a:pt x="23" y="16"/>
                    <a:pt x="18" y="21"/>
                    <a:pt x="18" y="28"/>
                  </a:cubicBezTo>
                  <a:lnTo>
                    <a:pt x="18" y="180"/>
                  </a:lnTo>
                  <a:cubicBezTo>
                    <a:pt x="18" y="187"/>
                    <a:pt x="23" y="192"/>
                    <a:pt x="30" y="192"/>
                  </a:cubicBezTo>
                  <a:lnTo>
                    <a:pt x="183" y="192"/>
                  </a:lnTo>
                  <a:cubicBezTo>
                    <a:pt x="190" y="192"/>
                    <a:pt x="195" y="187"/>
                    <a:pt x="195" y="180"/>
                  </a:cubicBezTo>
                  <a:lnTo>
                    <a:pt x="195" y="29"/>
                  </a:lnTo>
                  <a:cubicBezTo>
                    <a:pt x="195" y="22"/>
                    <a:pt x="190" y="17"/>
                    <a:pt x="183" y="17"/>
                  </a:cubicBezTo>
                  <a:lnTo>
                    <a:pt x="30" y="17"/>
                  </a:lnTo>
                  <a:lnTo>
                    <a:pt x="30" y="16"/>
                  </a:ln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3" name="Checklist">
              <a:extLst>
                <a:ext uri="{FF2B5EF4-FFF2-40B4-BE49-F238E27FC236}">
                  <a16:creationId xmlns:a16="http://schemas.microsoft.com/office/drawing/2014/main" id="{3D737F26-93BD-2FCF-094C-039931B318B5}"/>
                </a:ext>
              </a:extLst>
            </p:cNvPr>
            <p:cNvSpPr>
              <a:spLocks/>
            </p:cNvSpPr>
            <p:nvPr>
              <p:custDataLst>
                <p:tags r:id="rId17"/>
              </p:custDataLst>
            </p:nvPr>
          </p:nvSpPr>
          <p:spPr bwMode="auto">
            <a:xfrm>
              <a:off x="256" y="133"/>
              <a:ext cx="99" cy="7"/>
            </a:xfrm>
            <a:custGeom>
              <a:avLst/>
              <a:gdLst>
                <a:gd name="T0" fmla="*/ 244 w 253"/>
                <a:gd name="T1" fmla="*/ 17 h 17"/>
                <a:gd name="T2" fmla="*/ 9 w 253"/>
                <a:gd name="T3" fmla="*/ 17 h 17"/>
                <a:gd name="T4" fmla="*/ 0 w 253"/>
                <a:gd name="T5" fmla="*/ 9 h 17"/>
                <a:gd name="T6" fmla="*/ 9 w 253"/>
                <a:gd name="T7" fmla="*/ 0 h 17"/>
                <a:gd name="T8" fmla="*/ 244 w 253"/>
                <a:gd name="T9" fmla="*/ 0 h 17"/>
                <a:gd name="T10" fmla="*/ 253 w 253"/>
                <a:gd name="T11" fmla="*/ 9 h 17"/>
                <a:gd name="T12" fmla="*/ 244 w 253"/>
                <a:gd name="T13" fmla="*/ 17 h 17"/>
              </a:gdLst>
              <a:ahLst/>
              <a:cxnLst>
                <a:cxn ang="0">
                  <a:pos x="T0" y="T1"/>
                </a:cxn>
                <a:cxn ang="0">
                  <a:pos x="T2" y="T3"/>
                </a:cxn>
                <a:cxn ang="0">
                  <a:pos x="T4" y="T5"/>
                </a:cxn>
                <a:cxn ang="0">
                  <a:pos x="T6" y="T7"/>
                </a:cxn>
                <a:cxn ang="0">
                  <a:pos x="T8" y="T9"/>
                </a:cxn>
                <a:cxn ang="0">
                  <a:pos x="T10" y="T11"/>
                </a:cxn>
                <a:cxn ang="0">
                  <a:pos x="T12" y="T13"/>
                </a:cxn>
              </a:cxnLst>
              <a:rect l="0" t="0" r="r" b="b"/>
              <a:pathLst>
                <a:path w="253" h="17">
                  <a:moveTo>
                    <a:pt x="244" y="17"/>
                  </a:moveTo>
                  <a:lnTo>
                    <a:pt x="9" y="17"/>
                  </a:lnTo>
                  <a:cubicBezTo>
                    <a:pt x="4" y="17"/>
                    <a:pt x="0" y="14"/>
                    <a:pt x="0" y="9"/>
                  </a:cubicBezTo>
                  <a:cubicBezTo>
                    <a:pt x="0" y="4"/>
                    <a:pt x="4" y="0"/>
                    <a:pt x="9" y="0"/>
                  </a:cubicBezTo>
                  <a:lnTo>
                    <a:pt x="244" y="0"/>
                  </a:lnTo>
                  <a:cubicBezTo>
                    <a:pt x="249" y="0"/>
                    <a:pt x="253" y="4"/>
                    <a:pt x="253" y="9"/>
                  </a:cubicBezTo>
                  <a:cubicBezTo>
                    <a:pt x="253" y="14"/>
                    <a:pt x="249" y="17"/>
                    <a:pt x="244" y="17"/>
                  </a:cubicBez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4" name="Checklist">
              <a:extLst>
                <a:ext uri="{FF2B5EF4-FFF2-40B4-BE49-F238E27FC236}">
                  <a16:creationId xmlns:a16="http://schemas.microsoft.com/office/drawing/2014/main" id="{030D91F8-81EE-6985-D844-A18BA40C213A}"/>
                </a:ext>
              </a:extLst>
            </p:cNvPr>
            <p:cNvSpPr>
              <a:spLocks/>
            </p:cNvSpPr>
            <p:nvPr>
              <p:custDataLst>
                <p:tags r:id="rId18"/>
              </p:custDataLst>
            </p:nvPr>
          </p:nvSpPr>
          <p:spPr bwMode="auto">
            <a:xfrm>
              <a:off x="256" y="246"/>
              <a:ext cx="99" cy="7"/>
            </a:xfrm>
            <a:custGeom>
              <a:avLst/>
              <a:gdLst>
                <a:gd name="T0" fmla="*/ 244 w 253"/>
                <a:gd name="T1" fmla="*/ 17 h 17"/>
                <a:gd name="T2" fmla="*/ 9 w 253"/>
                <a:gd name="T3" fmla="*/ 17 h 17"/>
                <a:gd name="T4" fmla="*/ 0 w 253"/>
                <a:gd name="T5" fmla="*/ 9 h 17"/>
                <a:gd name="T6" fmla="*/ 9 w 253"/>
                <a:gd name="T7" fmla="*/ 0 h 17"/>
                <a:gd name="T8" fmla="*/ 244 w 253"/>
                <a:gd name="T9" fmla="*/ 0 h 17"/>
                <a:gd name="T10" fmla="*/ 253 w 253"/>
                <a:gd name="T11" fmla="*/ 9 h 17"/>
                <a:gd name="T12" fmla="*/ 244 w 253"/>
                <a:gd name="T13" fmla="*/ 17 h 17"/>
              </a:gdLst>
              <a:ahLst/>
              <a:cxnLst>
                <a:cxn ang="0">
                  <a:pos x="T0" y="T1"/>
                </a:cxn>
                <a:cxn ang="0">
                  <a:pos x="T2" y="T3"/>
                </a:cxn>
                <a:cxn ang="0">
                  <a:pos x="T4" y="T5"/>
                </a:cxn>
                <a:cxn ang="0">
                  <a:pos x="T6" y="T7"/>
                </a:cxn>
                <a:cxn ang="0">
                  <a:pos x="T8" y="T9"/>
                </a:cxn>
                <a:cxn ang="0">
                  <a:pos x="T10" y="T11"/>
                </a:cxn>
                <a:cxn ang="0">
                  <a:pos x="T12" y="T13"/>
                </a:cxn>
              </a:cxnLst>
              <a:rect l="0" t="0" r="r" b="b"/>
              <a:pathLst>
                <a:path w="253" h="17">
                  <a:moveTo>
                    <a:pt x="244" y="17"/>
                  </a:moveTo>
                  <a:lnTo>
                    <a:pt x="9" y="17"/>
                  </a:lnTo>
                  <a:cubicBezTo>
                    <a:pt x="4" y="17"/>
                    <a:pt x="0" y="14"/>
                    <a:pt x="0" y="9"/>
                  </a:cubicBezTo>
                  <a:cubicBezTo>
                    <a:pt x="0" y="4"/>
                    <a:pt x="4" y="0"/>
                    <a:pt x="9" y="0"/>
                  </a:cubicBezTo>
                  <a:lnTo>
                    <a:pt x="244" y="0"/>
                  </a:lnTo>
                  <a:cubicBezTo>
                    <a:pt x="249" y="0"/>
                    <a:pt x="253" y="4"/>
                    <a:pt x="253" y="9"/>
                  </a:cubicBezTo>
                  <a:cubicBezTo>
                    <a:pt x="253" y="14"/>
                    <a:pt x="249" y="17"/>
                    <a:pt x="244" y="17"/>
                  </a:cubicBez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5" name="Checklist">
              <a:extLst>
                <a:ext uri="{FF2B5EF4-FFF2-40B4-BE49-F238E27FC236}">
                  <a16:creationId xmlns:a16="http://schemas.microsoft.com/office/drawing/2014/main" id="{398A6F78-E9D0-6C06-729E-602EB7EB05FC}"/>
                </a:ext>
              </a:extLst>
            </p:cNvPr>
            <p:cNvSpPr>
              <a:spLocks/>
            </p:cNvSpPr>
            <p:nvPr>
              <p:custDataLst>
                <p:tags r:id="rId19"/>
              </p:custDataLst>
            </p:nvPr>
          </p:nvSpPr>
          <p:spPr bwMode="auto">
            <a:xfrm>
              <a:off x="255" y="360"/>
              <a:ext cx="99" cy="6"/>
            </a:xfrm>
            <a:custGeom>
              <a:avLst/>
              <a:gdLst>
                <a:gd name="T0" fmla="*/ 244 w 253"/>
                <a:gd name="T1" fmla="*/ 17 h 17"/>
                <a:gd name="T2" fmla="*/ 9 w 253"/>
                <a:gd name="T3" fmla="*/ 17 h 17"/>
                <a:gd name="T4" fmla="*/ 0 w 253"/>
                <a:gd name="T5" fmla="*/ 9 h 17"/>
                <a:gd name="T6" fmla="*/ 9 w 253"/>
                <a:gd name="T7" fmla="*/ 0 h 17"/>
                <a:gd name="T8" fmla="*/ 244 w 253"/>
                <a:gd name="T9" fmla="*/ 0 h 17"/>
                <a:gd name="T10" fmla="*/ 253 w 253"/>
                <a:gd name="T11" fmla="*/ 9 h 17"/>
                <a:gd name="T12" fmla="*/ 244 w 253"/>
                <a:gd name="T13" fmla="*/ 17 h 17"/>
              </a:gdLst>
              <a:ahLst/>
              <a:cxnLst>
                <a:cxn ang="0">
                  <a:pos x="T0" y="T1"/>
                </a:cxn>
                <a:cxn ang="0">
                  <a:pos x="T2" y="T3"/>
                </a:cxn>
                <a:cxn ang="0">
                  <a:pos x="T4" y="T5"/>
                </a:cxn>
                <a:cxn ang="0">
                  <a:pos x="T6" y="T7"/>
                </a:cxn>
                <a:cxn ang="0">
                  <a:pos x="T8" y="T9"/>
                </a:cxn>
                <a:cxn ang="0">
                  <a:pos x="T10" y="T11"/>
                </a:cxn>
                <a:cxn ang="0">
                  <a:pos x="T12" y="T13"/>
                </a:cxn>
              </a:cxnLst>
              <a:rect l="0" t="0" r="r" b="b"/>
              <a:pathLst>
                <a:path w="253" h="17">
                  <a:moveTo>
                    <a:pt x="244" y="17"/>
                  </a:moveTo>
                  <a:lnTo>
                    <a:pt x="9" y="17"/>
                  </a:lnTo>
                  <a:cubicBezTo>
                    <a:pt x="4" y="17"/>
                    <a:pt x="0" y="14"/>
                    <a:pt x="0" y="9"/>
                  </a:cubicBezTo>
                  <a:cubicBezTo>
                    <a:pt x="0" y="4"/>
                    <a:pt x="4" y="0"/>
                    <a:pt x="9" y="0"/>
                  </a:cubicBezTo>
                  <a:lnTo>
                    <a:pt x="244" y="0"/>
                  </a:lnTo>
                  <a:cubicBezTo>
                    <a:pt x="250" y="0"/>
                    <a:pt x="253" y="4"/>
                    <a:pt x="253" y="9"/>
                  </a:cubicBezTo>
                  <a:cubicBezTo>
                    <a:pt x="253" y="14"/>
                    <a:pt x="249" y="17"/>
                    <a:pt x="244" y="17"/>
                  </a:cubicBez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96" name="Repeatability" descr="{&quot;Key&quot;:&quot;POWER_USER_SHAPE_ICON&quot;,&quot;Value&quot;:&quot;POWER_USER_SHAPE_ICON_STYLE_1&quot;}">
            <a:extLst>
              <a:ext uri="{FF2B5EF4-FFF2-40B4-BE49-F238E27FC236}">
                <a16:creationId xmlns:a16="http://schemas.microsoft.com/office/drawing/2014/main" id="{764D9D13-5843-4383-E185-F293CBCA31AD}"/>
              </a:ext>
            </a:extLst>
          </p:cNvPr>
          <p:cNvGrpSpPr>
            <a:grpSpLocks noChangeAspect="1"/>
          </p:cNvGrpSpPr>
          <p:nvPr/>
        </p:nvGrpSpPr>
        <p:grpSpPr>
          <a:xfrm>
            <a:off x="445781" y="3786688"/>
            <a:ext cx="432000" cy="472616"/>
            <a:chOff x="3697288" y="2995613"/>
            <a:chExt cx="742950" cy="812801"/>
          </a:xfrm>
          <a:solidFill>
            <a:schemeClr val="tx1">
              <a:lumMod val="50000"/>
              <a:lumOff val="50000"/>
            </a:schemeClr>
          </a:solidFill>
        </p:grpSpPr>
        <p:sp>
          <p:nvSpPr>
            <p:cNvPr id="1197" name="Freeform 440">
              <a:extLst>
                <a:ext uri="{FF2B5EF4-FFF2-40B4-BE49-F238E27FC236}">
                  <a16:creationId xmlns:a16="http://schemas.microsoft.com/office/drawing/2014/main" id="{F8ABE442-8130-8C95-10D5-B45F84E2917C}"/>
                </a:ext>
              </a:extLst>
            </p:cNvPr>
            <p:cNvSpPr>
              <a:spLocks/>
            </p:cNvSpPr>
            <p:nvPr/>
          </p:nvSpPr>
          <p:spPr bwMode="auto">
            <a:xfrm>
              <a:off x="3795713" y="3128963"/>
              <a:ext cx="546100" cy="547688"/>
            </a:xfrm>
            <a:custGeom>
              <a:avLst/>
              <a:gdLst>
                <a:gd name="T0" fmla="*/ 810 w 810"/>
                <a:gd name="T1" fmla="*/ 359 h 810"/>
                <a:gd name="T2" fmla="*/ 749 w 810"/>
                <a:gd name="T3" fmla="*/ 323 h 810"/>
                <a:gd name="T4" fmla="*/ 697 w 810"/>
                <a:gd name="T5" fmla="*/ 263 h 810"/>
                <a:gd name="T6" fmla="*/ 721 w 810"/>
                <a:gd name="T7" fmla="*/ 203 h 810"/>
                <a:gd name="T8" fmla="*/ 659 w 810"/>
                <a:gd name="T9" fmla="*/ 86 h 810"/>
                <a:gd name="T10" fmla="*/ 591 w 810"/>
                <a:gd name="T11" fmla="*/ 104 h 810"/>
                <a:gd name="T12" fmla="*/ 512 w 810"/>
                <a:gd name="T13" fmla="*/ 98 h 810"/>
                <a:gd name="T14" fmla="*/ 486 w 810"/>
                <a:gd name="T15" fmla="*/ 39 h 810"/>
                <a:gd name="T16" fmla="*/ 359 w 810"/>
                <a:gd name="T17" fmla="*/ 0 h 810"/>
                <a:gd name="T18" fmla="*/ 323 w 810"/>
                <a:gd name="T19" fmla="*/ 60 h 810"/>
                <a:gd name="T20" fmla="*/ 264 w 810"/>
                <a:gd name="T21" fmla="*/ 112 h 810"/>
                <a:gd name="T22" fmla="*/ 204 w 810"/>
                <a:gd name="T23" fmla="*/ 88 h 810"/>
                <a:gd name="T24" fmla="*/ 86 w 810"/>
                <a:gd name="T25" fmla="*/ 151 h 810"/>
                <a:gd name="T26" fmla="*/ 104 w 810"/>
                <a:gd name="T27" fmla="*/ 219 h 810"/>
                <a:gd name="T28" fmla="*/ 99 w 810"/>
                <a:gd name="T29" fmla="*/ 296 h 810"/>
                <a:gd name="T30" fmla="*/ 35 w 810"/>
                <a:gd name="T31" fmla="*/ 323 h 810"/>
                <a:gd name="T32" fmla="*/ 0 w 810"/>
                <a:gd name="T33" fmla="*/ 451 h 810"/>
                <a:gd name="T34" fmla="*/ 61 w 810"/>
                <a:gd name="T35" fmla="*/ 486 h 810"/>
                <a:gd name="T36" fmla="*/ 113 w 810"/>
                <a:gd name="T37" fmla="*/ 546 h 810"/>
                <a:gd name="T38" fmla="*/ 88 w 810"/>
                <a:gd name="T39" fmla="*/ 606 h 810"/>
                <a:gd name="T40" fmla="*/ 151 w 810"/>
                <a:gd name="T41" fmla="*/ 723 h 810"/>
                <a:gd name="T42" fmla="*/ 219 w 810"/>
                <a:gd name="T43" fmla="*/ 706 h 810"/>
                <a:gd name="T44" fmla="*/ 298 w 810"/>
                <a:gd name="T45" fmla="*/ 711 h 810"/>
                <a:gd name="T46" fmla="*/ 323 w 810"/>
                <a:gd name="T47" fmla="*/ 771 h 810"/>
                <a:gd name="T48" fmla="*/ 451 w 810"/>
                <a:gd name="T49" fmla="*/ 810 h 810"/>
                <a:gd name="T50" fmla="*/ 486 w 810"/>
                <a:gd name="T51" fmla="*/ 749 h 810"/>
                <a:gd name="T52" fmla="*/ 546 w 810"/>
                <a:gd name="T53" fmla="*/ 697 h 810"/>
                <a:gd name="T54" fmla="*/ 606 w 810"/>
                <a:gd name="T55" fmla="*/ 721 h 810"/>
                <a:gd name="T56" fmla="*/ 724 w 810"/>
                <a:gd name="T57" fmla="*/ 658 h 810"/>
                <a:gd name="T58" fmla="*/ 706 w 810"/>
                <a:gd name="T59" fmla="*/ 590 h 810"/>
                <a:gd name="T60" fmla="*/ 711 w 810"/>
                <a:gd name="T61" fmla="*/ 513 h 810"/>
                <a:gd name="T62" fmla="*/ 774 w 810"/>
                <a:gd name="T63" fmla="*/ 486 h 8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10" h="810">
                  <a:moveTo>
                    <a:pt x="810" y="451"/>
                  </a:moveTo>
                  <a:lnTo>
                    <a:pt x="810" y="359"/>
                  </a:lnTo>
                  <a:cubicBezTo>
                    <a:pt x="810" y="339"/>
                    <a:pt x="794" y="323"/>
                    <a:pt x="774" y="323"/>
                  </a:cubicBezTo>
                  <a:lnTo>
                    <a:pt x="749" y="323"/>
                  </a:lnTo>
                  <a:cubicBezTo>
                    <a:pt x="732" y="323"/>
                    <a:pt x="717" y="312"/>
                    <a:pt x="711" y="296"/>
                  </a:cubicBezTo>
                  <a:cubicBezTo>
                    <a:pt x="707" y="285"/>
                    <a:pt x="702" y="274"/>
                    <a:pt x="697" y="263"/>
                  </a:cubicBezTo>
                  <a:cubicBezTo>
                    <a:pt x="690" y="249"/>
                    <a:pt x="693" y="231"/>
                    <a:pt x="705" y="220"/>
                  </a:cubicBezTo>
                  <a:lnTo>
                    <a:pt x="721" y="203"/>
                  </a:lnTo>
                  <a:cubicBezTo>
                    <a:pt x="738" y="187"/>
                    <a:pt x="738" y="165"/>
                    <a:pt x="724" y="151"/>
                  </a:cubicBezTo>
                  <a:lnTo>
                    <a:pt x="659" y="86"/>
                  </a:lnTo>
                  <a:cubicBezTo>
                    <a:pt x="645" y="72"/>
                    <a:pt x="622" y="72"/>
                    <a:pt x="608" y="86"/>
                  </a:cubicBezTo>
                  <a:lnTo>
                    <a:pt x="591" y="104"/>
                  </a:lnTo>
                  <a:cubicBezTo>
                    <a:pt x="579" y="116"/>
                    <a:pt x="560" y="119"/>
                    <a:pt x="545" y="112"/>
                  </a:cubicBezTo>
                  <a:cubicBezTo>
                    <a:pt x="534" y="107"/>
                    <a:pt x="523" y="102"/>
                    <a:pt x="512" y="98"/>
                  </a:cubicBezTo>
                  <a:cubicBezTo>
                    <a:pt x="496" y="93"/>
                    <a:pt x="486" y="78"/>
                    <a:pt x="486" y="62"/>
                  </a:cubicBezTo>
                  <a:lnTo>
                    <a:pt x="486" y="39"/>
                  </a:lnTo>
                  <a:cubicBezTo>
                    <a:pt x="486" y="15"/>
                    <a:pt x="471" y="0"/>
                    <a:pt x="451" y="0"/>
                  </a:cubicBezTo>
                  <a:lnTo>
                    <a:pt x="359" y="0"/>
                  </a:lnTo>
                  <a:cubicBezTo>
                    <a:pt x="339" y="0"/>
                    <a:pt x="323" y="16"/>
                    <a:pt x="323" y="35"/>
                  </a:cubicBezTo>
                  <a:lnTo>
                    <a:pt x="323" y="60"/>
                  </a:lnTo>
                  <a:cubicBezTo>
                    <a:pt x="323" y="77"/>
                    <a:pt x="313" y="93"/>
                    <a:pt x="297" y="99"/>
                  </a:cubicBezTo>
                  <a:cubicBezTo>
                    <a:pt x="285" y="103"/>
                    <a:pt x="274" y="107"/>
                    <a:pt x="264" y="112"/>
                  </a:cubicBezTo>
                  <a:cubicBezTo>
                    <a:pt x="249" y="119"/>
                    <a:pt x="232" y="116"/>
                    <a:pt x="220" y="105"/>
                  </a:cubicBezTo>
                  <a:lnTo>
                    <a:pt x="204" y="88"/>
                  </a:lnTo>
                  <a:cubicBezTo>
                    <a:pt x="187" y="72"/>
                    <a:pt x="165" y="72"/>
                    <a:pt x="151" y="86"/>
                  </a:cubicBezTo>
                  <a:lnTo>
                    <a:pt x="86" y="151"/>
                  </a:lnTo>
                  <a:cubicBezTo>
                    <a:pt x="72" y="165"/>
                    <a:pt x="72" y="187"/>
                    <a:pt x="86" y="201"/>
                  </a:cubicBezTo>
                  <a:lnTo>
                    <a:pt x="104" y="219"/>
                  </a:lnTo>
                  <a:cubicBezTo>
                    <a:pt x="116" y="231"/>
                    <a:pt x="119" y="249"/>
                    <a:pt x="112" y="265"/>
                  </a:cubicBezTo>
                  <a:cubicBezTo>
                    <a:pt x="107" y="275"/>
                    <a:pt x="103" y="286"/>
                    <a:pt x="99" y="296"/>
                  </a:cubicBezTo>
                  <a:cubicBezTo>
                    <a:pt x="93" y="312"/>
                    <a:pt x="78" y="323"/>
                    <a:pt x="61" y="323"/>
                  </a:cubicBezTo>
                  <a:lnTo>
                    <a:pt x="35" y="323"/>
                  </a:lnTo>
                  <a:cubicBezTo>
                    <a:pt x="16" y="323"/>
                    <a:pt x="0" y="339"/>
                    <a:pt x="0" y="359"/>
                  </a:cubicBezTo>
                  <a:lnTo>
                    <a:pt x="0" y="451"/>
                  </a:lnTo>
                  <a:cubicBezTo>
                    <a:pt x="0" y="470"/>
                    <a:pt x="16" y="486"/>
                    <a:pt x="35" y="486"/>
                  </a:cubicBezTo>
                  <a:lnTo>
                    <a:pt x="61" y="486"/>
                  </a:lnTo>
                  <a:cubicBezTo>
                    <a:pt x="78" y="486"/>
                    <a:pt x="93" y="497"/>
                    <a:pt x="99" y="513"/>
                  </a:cubicBezTo>
                  <a:cubicBezTo>
                    <a:pt x="103" y="524"/>
                    <a:pt x="107" y="535"/>
                    <a:pt x="113" y="546"/>
                  </a:cubicBezTo>
                  <a:cubicBezTo>
                    <a:pt x="120" y="560"/>
                    <a:pt x="116" y="578"/>
                    <a:pt x="105" y="589"/>
                  </a:cubicBezTo>
                  <a:lnTo>
                    <a:pt x="88" y="606"/>
                  </a:lnTo>
                  <a:cubicBezTo>
                    <a:pt x="72" y="622"/>
                    <a:pt x="72" y="644"/>
                    <a:pt x="86" y="658"/>
                  </a:cubicBezTo>
                  <a:lnTo>
                    <a:pt x="151" y="723"/>
                  </a:lnTo>
                  <a:cubicBezTo>
                    <a:pt x="165" y="737"/>
                    <a:pt x="187" y="737"/>
                    <a:pt x="201" y="723"/>
                  </a:cubicBezTo>
                  <a:lnTo>
                    <a:pt x="219" y="706"/>
                  </a:lnTo>
                  <a:cubicBezTo>
                    <a:pt x="231" y="694"/>
                    <a:pt x="250" y="690"/>
                    <a:pt x="265" y="697"/>
                  </a:cubicBezTo>
                  <a:cubicBezTo>
                    <a:pt x="276" y="703"/>
                    <a:pt x="287" y="707"/>
                    <a:pt x="298" y="711"/>
                  </a:cubicBezTo>
                  <a:cubicBezTo>
                    <a:pt x="313" y="716"/>
                    <a:pt x="323" y="731"/>
                    <a:pt x="323" y="747"/>
                  </a:cubicBezTo>
                  <a:lnTo>
                    <a:pt x="323" y="771"/>
                  </a:lnTo>
                  <a:cubicBezTo>
                    <a:pt x="323" y="794"/>
                    <a:pt x="339" y="810"/>
                    <a:pt x="359" y="810"/>
                  </a:cubicBezTo>
                  <a:lnTo>
                    <a:pt x="451" y="810"/>
                  </a:lnTo>
                  <a:cubicBezTo>
                    <a:pt x="471" y="810"/>
                    <a:pt x="486" y="794"/>
                    <a:pt x="486" y="774"/>
                  </a:cubicBezTo>
                  <a:lnTo>
                    <a:pt x="486" y="749"/>
                  </a:lnTo>
                  <a:cubicBezTo>
                    <a:pt x="486" y="732"/>
                    <a:pt x="497" y="716"/>
                    <a:pt x="513" y="711"/>
                  </a:cubicBezTo>
                  <a:cubicBezTo>
                    <a:pt x="524" y="707"/>
                    <a:pt x="535" y="702"/>
                    <a:pt x="546" y="697"/>
                  </a:cubicBezTo>
                  <a:cubicBezTo>
                    <a:pt x="561" y="690"/>
                    <a:pt x="578" y="693"/>
                    <a:pt x="590" y="705"/>
                  </a:cubicBezTo>
                  <a:lnTo>
                    <a:pt x="606" y="721"/>
                  </a:lnTo>
                  <a:cubicBezTo>
                    <a:pt x="622" y="737"/>
                    <a:pt x="645" y="737"/>
                    <a:pt x="659" y="723"/>
                  </a:cubicBezTo>
                  <a:lnTo>
                    <a:pt x="724" y="658"/>
                  </a:lnTo>
                  <a:cubicBezTo>
                    <a:pt x="738" y="644"/>
                    <a:pt x="738" y="622"/>
                    <a:pt x="724" y="608"/>
                  </a:cubicBezTo>
                  <a:lnTo>
                    <a:pt x="706" y="590"/>
                  </a:lnTo>
                  <a:cubicBezTo>
                    <a:pt x="694" y="578"/>
                    <a:pt x="690" y="560"/>
                    <a:pt x="698" y="545"/>
                  </a:cubicBezTo>
                  <a:cubicBezTo>
                    <a:pt x="703" y="534"/>
                    <a:pt x="707" y="524"/>
                    <a:pt x="711" y="513"/>
                  </a:cubicBezTo>
                  <a:cubicBezTo>
                    <a:pt x="717" y="497"/>
                    <a:pt x="732" y="486"/>
                    <a:pt x="749" y="486"/>
                  </a:cubicBezTo>
                  <a:lnTo>
                    <a:pt x="774" y="486"/>
                  </a:lnTo>
                  <a:cubicBezTo>
                    <a:pt x="794" y="486"/>
                    <a:pt x="810" y="470"/>
                    <a:pt x="810" y="451"/>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8" name="Freeform 441">
              <a:extLst>
                <a:ext uri="{FF2B5EF4-FFF2-40B4-BE49-F238E27FC236}">
                  <a16:creationId xmlns:a16="http://schemas.microsoft.com/office/drawing/2014/main" id="{C4846165-7C95-5F2A-C202-639D2EAC83E1}"/>
                </a:ext>
              </a:extLst>
            </p:cNvPr>
            <p:cNvSpPr>
              <a:spLocks/>
            </p:cNvSpPr>
            <p:nvPr/>
          </p:nvSpPr>
          <p:spPr bwMode="auto">
            <a:xfrm>
              <a:off x="3935413" y="3267076"/>
              <a:ext cx="268288" cy="269875"/>
            </a:xfrm>
            <a:custGeom>
              <a:avLst/>
              <a:gdLst>
                <a:gd name="T0" fmla="*/ 229 w 400"/>
                <a:gd name="T1" fmla="*/ 381 h 400"/>
                <a:gd name="T2" fmla="*/ 19 w 400"/>
                <a:gd name="T3" fmla="*/ 171 h 400"/>
                <a:gd name="T4" fmla="*/ 171 w 400"/>
                <a:gd name="T5" fmla="*/ 19 h 400"/>
                <a:gd name="T6" fmla="*/ 381 w 400"/>
                <a:gd name="T7" fmla="*/ 229 h 400"/>
                <a:gd name="T8" fmla="*/ 229 w 400"/>
                <a:gd name="T9" fmla="*/ 381 h 400"/>
              </a:gdLst>
              <a:ahLst/>
              <a:cxnLst>
                <a:cxn ang="0">
                  <a:pos x="T0" y="T1"/>
                </a:cxn>
                <a:cxn ang="0">
                  <a:pos x="T2" y="T3"/>
                </a:cxn>
                <a:cxn ang="0">
                  <a:pos x="T4" y="T5"/>
                </a:cxn>
                <a:cxn ang="0">
                  <a:pos x="T6" y="T7"/>
                </a:cxn>
                <a:cxn ang="0">
                  <a:pos x="T8" y="T9"/>
                </a:cxn>
              </a:cxnLst>
              <a:rect l="0" t="0" r="r" b="b"/>
              <a:pathLst>
                <a:path w="400" h="400">
                  <a:moveTo>
                    <a:pt x="229" y="381"/>
                  </a:moveTo>
                  <a:cubicBezTo>
                    <a:pt x="105" y="400"/>
                    <a:pt x="0" y="294"/>
                    <a:pt x="19" y="171"/>
                  </a:cubicBezTo>
                  <a:cubicBezTo>
                    <a:pt x="31" y="93"/>
                    <a:pt x="94" y="30"/>
                    <a:pt x="171" y="19"/>
                  </a:cubicBezTo>
                  <a:cubicBezTo>
                    <a:pt x="295" y="0"/>
                    <a:pt x="400" y="105"/>
                    <a:pt x="381" y="229"/>
                  </a:cubicBezTo>
                  <a:cubicBezTo>
                    <a:pt x="369" y="306"/>
                    <a:pt x="306" y="369"/>
                    <a:pt x="229" y="381"/>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9" name="Freeform 442">
              <a:extLst>
                <a:ext uri="{FF2B5EF4-FFF2-40B4-BE49-F238E27FC236}">
                  <a16:creationId xmlns:a16="http://schemas.microsoft.com/office/drawing/2014/main" id="{ACAE7108-BD26-E45B-4CED-B268001C1394}"/>
                </a:ext>
              </a:extLst>
            </p:cNvPr>
            <p:cNvSpPr>
              <a:spLocks noEditPoints="1"/>
            </p:cNvSpPr>
            <p:nvPr/>
          </p:nvSpPr>
          <p:spPr bwMode="auto">
            <a:xfrm>
              <a:off x="3790951" y="3122613"/>
              <a:ext cx="557213" cy="558800"/>
            </a:xfrm>
            <a:custGeom>
              <a:avLst/>
              <a:gdLst>
                <a:gd name="T0" fmla="*/ 309 w 826"/>
                <a:gd name="T1" fmla="*/ 712 h 827"/>
                <a:gd name="T2" fmla="*/ 367 w 826"/>
                <a:gd name="T3" fmla="*/ 810 h 827"/>
                <a:gd name="T4" fmla="*/ 486 w 826"/>
                <a:gd name="T5" fmla="*/ 758 h 827"/>
                <a:gd name="T6" fmla="*/ 603 w 826"/>
                <a:gd name="T7" fmla="*/ 708 h 827"/>
                <a:gd name="T8" fmla="*/ 726 w 826"/>
                <a:gd name="T9" fmla="*/ 661 h 827"/>
                <a:gd name="T10" fmla="*/ 708 w 826"/>
                <a:gd name="T11" fmla="*/ 605 h 827"/>
                <a:gd name="T12" fmla="*/ 757 w 826"/>
                <a:gd name="T13" fmla="*/ 487 h 827"/>
                <a:gd name="T14" fmla="*/ 810 w 826"/>
                <a:gd name="T15" fmla="*/ 368 h 827"/>
                <a:gd name="T16" fmla="*/ 711 w 826"/>
                <a:gd name="T17" fmla="*/ 308 h 827"/>
                <a:gd name="T18" fmla="*/ 724 w 826"/>
                <a:gd name="T19" fmla="*/ 207 h 827"/>
                <a:gd name="T20" fmla="*/ 622 w 826"/>
                <a:gd name="T21" fmla="*/ 101 h 827"/>
                <a:gd name="T22" fmla="*/ 517 w 826"/>
                <a:gd name="T23" fmla="*/ 115 h 827"/>
                <a:gd name="T24" fmla="*/ 459 w 826"/>
                <a:gd name="T25" fmla="*/ 17 h 827"/>
                <a:gd name="T26" fmla="*/ 340 w 826"/>
                <a:gd name="T27" fmla="*/ 69 h 827"/>
                <a:gd name="T28" fmla="*/ 222 w 826"/>
                <a:gd name="T29" fmla="*/ 119 h 827"/>
                <a:gd name="T30" fmla="*/ 100 w 826"/>
                <a:gd name="T31" fmla="*/ 166 h 827"/>
                <a:gd name="T32" fmla="*/ 118 w 826"/>
                <a:gd name="T33" fmla="*/ 222 h 827"/>
                <a:gd name="T34" fmla="*/ 69 w 826"/>
                <a:gd name="T35" fmla="*/ 340 h 827"/>
                <a:gd name="T36" fmla="*/ 16 w 826"/>
                <a:gd name="T37" fmla="*/ 460 h 827"/>
                <a:gd name="T38" fmla="*/ 115 w 826"/>
                <a:gd name="T39" fmla="*/ 519 h 827"/>
                <a:gd name="T40" fmla="*/ 102 w 826"/>
                <a:gd name="T41" fmla="*/ 621 h 827"/>
                <a:gd name="T42" fmla="*/ 165 w 826"/>
                <a:gd name="T43" fmla="*/ 727 h 827"/>
                <a:gd name="T44" fmla="*/ 256 w 826"/>
                <a:gd name="T45" fmla="*/ 694 h 827"/>
                <a:gd name="T46" fmla="*/ 323 w 826"/>
                <a:gd name="T47" fmla="*/ 780 h 827"/>
                <a:gd name="T48" fmla="*/ 269 w 826"/>
                <a:gd name="T49" fmla="*/ 714 h 827"/>
                <a:gd name="T50" fmla="*/ 153 w 826"/>
                <a:gd name="T51" fmla="*/ 738 h 827"/>
                <a:gd name="T52" fmla="*/ 91 w 826"/>
                <a:gd name="T53" fmla="*/ 609 h 827"/>
                <a:gd name="T54" fmla="*/ 99 w 826"/>
                <a:gd name="T55" fmla="*/ 524 h 827"/>
                <a:gd name="T56" fmla="*/ 0 w 826"/>
                <a:gd name="T57" fmla="*/ 460 h 827"/>
                <a:gd name="T58" fmla="*/ 69 w 826"/>
                <a:gd name="T59" fmla="*/ 324 h 827"/>
                <a:gd name="T60" fmla="*/ 106 w 826"/>
                <a:gd name="T61" fmla="*/ 234 h 827"/>
                <a:gd name="T62" fmla="*/ 153 w 826"/>
                <a:gd name="T63" fmla="*/ 89 h 827"/>
                <a:gd name="T64" fmla="*/ 268 w 826"/>
                <a:gd name="T65" fmla="*/ 114 h 827"/>
                <a:gd name="T66" fmla="*/ 323 w 826"/>
                <a:gd name="T67" fmla="*/ 44 h 827"/>
                <a:gd name="T68" fmla="*/ 503 w 826"/>
                <a:gd name="T69" fmla="*/ 48 h 827"/>
                <a:gd name="T70" fmla="*/ 556 w 826"/>
                <a:gd name="T71" fmla="*/ 113 h 827"/>
                <a:gd name="T72" fmla="*/ 673 w 826"/>
                <a:gd name="T73" fmla="*/ 89 h 827"/>
                <a:gd name="T74" fmla="*/ 719 w 826"/>
                <a:gd name="T75" fmla="*/ 235 h 827"/>
                <a:gd name="T76" fmla="*/ 757 w 826"/>
                <a:gd name="T77" fmla="*/ 324 h 827"/>
                <a:gd name="T78" fmla="*/ 826 w 826"/>
                <a:gd name="T79" fmla="*/ 460 h 827"/>
                <a:gd name="T80" fmla="*/ 727 w 826"/>
                <a:gd name="T81" fmla="*/ 524 h 827"/>
                <a:gd name="T82" fmla="*/ 738 w 826"/>
                <a:gd name="T83" fmla="*/ 611 h 827"/>
                <a:gd name="T84" fmla="*/ 673 w 826"/>
                <a:gd name="T85" fmla="*/ 738 h 827"/>
                <a:gd name="T86" fmla="*/ 558 w 826"/>
                <a:gd name="T87" fmla="*/ 713 h 827"/>
                <a:gd name="T88" fmla="*/ 503 w 826"/>
                <a:gd name="T89" fmla="*/ 783 h 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26" h="827">
                  <a:moveTo>
                    <a:pt x="256" y="694"/>
                  </a:moveTo>
                  <a:cubicBezTo>
                    <a:pt x="263" y="694"/>
                    <a:pt x="270" y="696"/>
                    <a:pt x="277" y="699"/>
                  </a:cubicBezTo>
                  <a:cubicBezTo>
                    <a:pt x="287" y="704"/>
                    <a:pt x="298" y="708"/>
                    <a:pt x="309" y="712"/>
                  </a:cubicBezTo>
                  <a:cubicBezTo>
                    <a:pt x="327" y="719"/>
                    <a:pt x="340" y="736"/>
                    <a:pt x="340" y="756"/>
                  </a:cubicBezTo>
                  <a:lnTo>
                    <a:pt x="340" y="780"/>
                  </a:lnTo>
                  <a:cubicBezTo>
                    <a:pt x="340" y="797"/>
                    <a:pt x="351" y="810"/>
                    <a:pt x="367" y="810"/>
                  </a:cubicBezTo>
                  <a:lnTo>
                    <a:pt x="459" y="810"/>
                  </a:lnTo>
                  <a:cubicBezTo>
                    <a:pt x="474" y="810"/>
                    <a:pt x="486" y="798"/>
                    <a:pt x="486" y="783"/>
                  </a:cubicBezTo>
                  <a:lnTo>
                    <a:pt x="486" y="758"/>
                  </a:lnTo>
                  <a:cubicBezTo>
                    <a:pt x="486" y="737"/>
                    <a:pt x="499" y="718"/>
                    <a:pt x="518" y="712"/>
                  </a:cubicBezTo>
                  <a:cubicBezTo>
                    <a:pt x="529" y="708"/>
                    <a:pt x="540" y="703"/>
                    <a:pt x="550" y="698"/>
                  </a:cubicBezTo>
                  <a:cubicBezTo>
                    <a:pt x="568" y="690"/>
                    <a:pt x="589" y="694"/>
                    <a:pt x="603" y="708"/>
                  </a:cubicBezTo>
                  <a:lnTo>
                    <a:pt x="620" y="724"/>
                  </a:lnTo>
                  <a:cubicBezTo>
                    <a:pt x="632" y="737"/>
                    <a:pt x="650" y="738"/>
                    <a:pt x="661" y="727"/>
                  </a:cubicBezTo>
                  <a:lnTo>
                    <a:pt x="726" y="661"/>
                  </a:lnTo>
                  <a:cubicBezTo>
                    <a:pt x="731" y="656"/>
                    <a:pt x="734" y="650"/>
                    <a:pt x="734" y="642"/>
                  </a:cubicBezTo>
                  <a:cubicBezTo>
                    <a:pt x="734" y="635"/>
                    <a:pt x="731" y="628"/>
                    <a:pt x="726" y="623"/>
                  </a:cubicBezTo>
                  <a:lnTo>
                    <a:pt x="708" y="605"/>
                  </a:lnTo>
                  <a:cubicBezTo>
                    <a:pt x="693" y="590"/>
                    <a:pt x="689" y="568"/>
                    <a:pt x="698" y="550"/>
                  </a:cubicBezTo>
                  <a:cubicBezTo>
                    <a:pt x="703" y="540"/>
                    <a:pt x="707" y="529"/>
                    <a:pt x="711" y="519"/>
                  </a:cubicBezTo>
                  <a:cubicBezTo>
                    <a:pt x="718" y="500"/>
                    <a:pt x="736" y="487"/>
                    <a:pt x="757" y="487"/>
                  </a:cubicBezTo>
                  <a:lnTo>
                    <a:pt x="782" y="487"/>
                  </a:lnTo>
                  <a:cubicBezTo>
                    <a:pt x="797" y="487"/>
                    <a:pt x="810" y="475"/>
                    <a:pt x="810" y="460"/>
                  </a:cubicBezTo>
                  <a:lnTo>
                    <a:pt x="810" y="368"/>
                  </a:lnTo>
                  <a:cubicBezTo>
                    <a:pt x="810" y="353"/>
                    <a:pt x="797" y="340"/>
                    <a:pt x="782" y="340"/>
                  </a:cubicBezTo>
                  <a:lnTo>
                    <a:pt x="757" y="340"/>
                  </a:lnTo>
                  <a:cubicBezTo>
                    <a:pt x="736" y="340"/>
                    <a:pt x="718" y="327"/>
                    <a:pt x="711" y="308"/>
                  </a:cubicBezTo>
                  <a:cubicBezTo>
                    <a:pt x="707" y="297"/>
                    <a:pt x="703" y="286"/>
                    <a:pt x="698" y="276"/>
                  </a:cubicBezTo>
                  <a:cubicBezTo>
                    <a:pt x="689" y="258"/>
                    <a:pt x="693" y="237"/>
                    <a:pt x="707" y="223"/>
                  </a:cubicBezTo>
                  <a:lnTo>
                    <a:pt x="724" y="207"/>
                  </a:lnTo>
                  <a:cubicBezTo>
                    <a:pt x="736" y="194"/>
                    <a:pt x="737" y="177"/>
                    <a:pt x="726" y="166"/>
                  </a:cubicBezTo>
                  <a:lnTo>
                    <a:pt x="661" y="101"/>
                  </a:lnTo>
                  <a:cubicBezTo>
                    <a:pt x="650" y="90"/>
                    <a:pt x="633" y="90"/>
                    <a:pt x="622" y="101"/>
                  </a:cubicBezTo>
                  <a:lnTo>
                    <a:pt x="604" y="118"/>
                  </a:lnTo>
                  <a:cubicBezTo>
                    <a:pt x="590" y="133"/>
                    <a:pt x="568" y="137"/>
                    <a:pt x="549" y="128"/>
                  </a:cubicBezTo>
                  <a:cubicBezTo>
                    <a:pt x="539" y="123"/>
                    <a:pt x="528" y="119"/>
                    <a:pt x="517" y="115"/>
                  </a:cubicBezTo>
                  <a:cubicBezTo>
                    <a:pt x="499" y="109"/>
                    <a:pt x="486" y="91"/>
                    <a:pt x="486" y="71"/>
                  </a:cubicBezTo>
                  <a:lnTo>
                    <a:pt x="486" y="48"/>
                  </a:lnTo>
                  <a:cubicBezTo>
                    <a:pt x="486" y="30"/>
                    <a:pt x="475" y="17"/>
                    <a:pt x="459" y="17"/>
                  </a:cubicBezTo>
                  <a:lnTo>
                    <a:pt x="367" y="17"/>
                  </a:lnTo>
                  <a:cubicBezTo>
                    <a:pt x="352" y="17"/>
                    <a:pt x="340" y="29"/>
                    <a:pt x="340" y="44"/>
                  </a:cubicBezTo>
                  <a:lnTo>
                    <a:pt x="340" y="69"/>
                  </a:lnTo>
                  <a:cubicBezTo>
                    <a:pt x="340" y="90"/>
                    <a:pt x="327" y="109"/>
                    <a:pt x="308" y="115"/>
                  </a:cubicBezTo>
                  <a:cubicBezTo>
                    <a:pt x="297" y="119"/>
                    <a:pt x="286" y="124"/>
                    <a:pt x="275" y="129"/>
                  </a:cubicBezTo>
                  <a:cubicBezTo>
                    <a:pt x="258" y="137"/>
                    <a:pt x="236" y="134"/>
                    <a:pt x="222" y="119"/>
                  </a:cubicBezTo>
                  <a:lnTo>
                    <a:pt x="206" y="103"/>
                  </a:lnTo>
                  <a:cubicBezTo>
                    <a:pt x="193" y="90"/>
                    <a:pt x="176" y="89"/>
                    <a:pt x="165" y="101"/>
                  </a:cubicBezTo>
                  <a:lnTo>
                    <a:pt x="100" y="166"/>
                  </a:lnTo>
                  <a:cubicBezTo>
                    <a:pt x="95" y="171"/>
                    <a:pt x="92" y="178"/>
                    <a:pt x="92" y="185"/>
                  </a:cubicBezTo>
                  <a:cubicBezTo>
                    <a:pt x="92" y="192"/>
                    <a:pt x="95" y="199"/>
                    <a:pt x="100" y="204"/>
                  </a:cubicBezTo>
                  <a:lnTo>
                    <a:pt x="118" y="222"/>
                  </a:lnTo>
                  <a:cubicBezTo>
                    <a:pt x="132" y="237"/>
                    <a:pt x="136" y="259"/>
                    <a:pt x="128" y="277"/>
                  </a:cubicBezTo>
                  <a:cubicBezTo>
                    <a:pt x="123" y="287"/>
                    <a:pt x="118" y="298"/>
                    <a:pt x="115" y="308"/>
                  </a:cubicBezTo>
                  <a:cubicBezTo>
                    <a:pt x="108" y="327"/>
                    <a:pt x="90" y="340"/>
                    <a:pt x="69" y="340"/>
                  </a:cubicBezTo>
                  <a:lnTo>
                    <a:pt x="43" y="340"/>
                  </a:lnTo>
                  <a:cubicBezTo>
                    <a:pt x="28" y="340"/>
                    <a:pt x="16" y="353"/>
                    <a:pt x="16" y="368"/>
                  </a:cubicBezTo>
                  <a:lnTo>
                    <a:pt x="16" y="460"/>
                  </a:lnTo>
                  <a:cubicBezTo>
                    <a:pt x="16" y="475"/>
                    <a:pt x="28" y="487"/>
                    <a:pt x="43" y="487"/>
                  </a:cubicBezTo>
                  <a:lnTo>
                    <a:pt x="69" y="487"/>
                  </a:lnTo>
                  <a:cubicBezTo>
                    <a:pt x="90" y="487"/>
                    <a:pt x="108" y="500"/>
                    <a:pt x="115" y="519"/>
                  </a:cubicBezTo>
                  <a:cubicBezTo>
                    <a:pt x="119" y="530"/>
                    <a:pt x="123" y="541"/>
                    <a:pt x="128" y="551"/>
                  </a:cubicBezTo>
                  <a:cubicBezTo>
                    <a:pt x="137" y="569"/>
                    <a:pt x="133" y="590"/>
                    <a:pt x="119" y="604"/>
                  </a:cubicBezTo>
                  <a:lnTo>
                    <a:pt x="102" y="621"/>
                  </a:lnTo>
                  <a:cubicBezTo>
                    <a:pt x="96" y="627"/>
                    <a:pt x="92" y="635"/>
                    <a:pt x="92" y="642"/>
                  </a:cubicBezTo>
                  <a:cubicBezTo>
                    <a:pt x="92" y="649"/>
                    <a:pt x="95" y="656"/>
                    <a:pt x="100" y="661"/>
                  </a:cubicBezTo>
                  <a:lnTo>
                    <a:pt x="165" y="727"/>
                  </a:lnTo>
                  <a:cubicBezTo>
                    <a:pt x="176" y="737"/>
                    <a:pt x="193" y="737"/>
                    <a:pt x="203" y="727"/>
                  </a:cubicBezTo>
                  <a:lnTo>
                    <a:pt x="221" y="709"/>
                  </a:lnTo>
                  <a:cubicBezTo>
                    <a:pt x="231" y="699"/>
                    <a:pt x="243" y="694"/>
                    <a:pt x="256" y="694"/>
                  </a:cubicBezTo>
                  <a:close/>
                  <a:moveTo>
                    <a:pt x="459" y="827"/>
                  </a:moveTo>
                  <a:lnTo>
                    <a:pt x="367" y="827"/>
                  </a:lnTo>
                  <a:cubicBezTo>
                    <a:pt x="342" y="827"/>
                    <a:pt x="323" y="807"/>
                    <a:pt x="323" y="780"/>
                  </a:cubicBezTo>
                  <a:lnTo>
                    <a:pt x="323" y="756"/>
                  </a:lnTo>
                  <a:cubicBezTo>
                    <a:pt x="323" y="743"/>
                    <a:pt x="315" y="732"/>
                    <a:pt x="303" y="728"/>
                  </a:cubicBezTo>
                  <a:cubicBezTo>
                    <a:pt x="292" y="724"/>
                    <a:pt x="280" y="719"/>
                    <a:pt x="269" y="714"/>
                  </a:cubicBezTo>
                  <a:cubicBezTo>
                    <a:pt x="257" y="708"/>
                    <a:pt x="243" y="711"/>
                    <a:pt x="233" y="720"/>
                  </a:cubicBezTo>
                  <a:lnTo>
                    <a:pt x="215" y="738"/>
                  </a:lnTo>
                  <a:cubicBezTo>
                    <a:pt x="198" y="755"/>
                    <a:pt x="170" y="755"/>
                    <a:pt x="153" y="738"/>
                  </a:cubicBezTo>
                  <a:lnTo>
                    <a:pt x="88" y="673"/>
                  </a:lnTo>
                  <a:cubicBezTo>
                    <a:pt x="80" y="665"/>
                    <a:pt x="75" y="654"/>
                    <a:pt x="76" y="642"/>
                  </a:cubicBezTo>
                  <a:cubicBezTo>
                    <a:pt x="76" y="630"/>
                    <a:pt x="81" y="618"/>
                    <a:pt x="91" y="609"/>
                  </a:cubicBezTo>
                  <a:lnTo>
                    <a:pt x="107" y="592"/>
                  </a:lnTo>
                  <a:cubicBezTo>
                    <a:pt x="116" y="583"/>
                    <a:pt x="119" y="570"/>
                    <a:pt x="113" y="558"/>
                  </a:cubicBezTo>
                  <a:cubicBezTo>
                    <a:pt x="108" y="547"/>
                    <a:pt x="103" y="536"/>
                    <a:pt x="99" y="524"/>
                  </a:cubicBezTo>
                  <a:cubicBezTo>
                    <a:pt x="95" y="512"/>
                    <a:pt x="82" y="503"/>
                    <a:pt x="69" y="503"/>
                  </a:cubicBezTo>
                  <a:lnTo>
                    <a:pt x="43" y="503"/>
                  </a:lnTo>
                  <a:cubicBezTo>
                    <a:pt x="19" y="503"/>
                    <a:pt x="0" y="484"/>
                    <a:pt x="0" y="460"/>
                  </a:cubicBezTo>
                  <a:lnTo>
                    <a:pt x="0" y="368"/>
                  </a:lnTo>
                  <a:cubicBezTo>
                    <a:pt x="0" y="343"/>
                    <a:pt x="19" y="324"/>
                    <a:pt x="43" y="324"/>
                  </a:cubicBezTo>
                  <a:lnTo>
                    <a:pt x="69" y="324"/>
                  </a:lnTo>
                  <a:cubicBezTo>
                    <a:pt x="82" y="324"/>
                    <a:pt x="95" y="315"/>
                    <a:pt x="99" y="303"/>
                  </a:cubicBezTo>
                  <a:cubicBezTo>
                    <a:pt x="103" y="292"/>
                    <a:pt x="107" y="281"/>
                    <a:pt x="113" y="270"/>
                  </a:cubicBezTo>
                  <a:cubicBezTo>
                    <a:pt x="118" y="258"/>
                    <a:pt x="116" y="243"/>
                    <a:pt x="106" y="234"/>
                  </a:cubicBezTo>
                  <a:lnTo>
                    <a:pt x="88" y="216"/>
                  </a:lnTo>
                  <a:cubicBezTo>
                    <a:pt x="71" y="199"/>
                    <a:pt x="71" y="171"/>
                    <a:pt x="88" y="154"/>
                  </a:cubicBezTo>
                  <a:lnTo>
                    <a:pt x="153" y="89"/>
                  </a:lnTo>
                  <a:cubicBezTo>
                    <a:pt x="171" y="71"/>
                    <a:pt x="199" y="72"/>
                    <a:pt x="218" y="91"/>
                  </a:cubicBezTo>
                  <a:lnTo>
                    <a:pt x="234" y="108"/>
                  </a:lnTo>
                  <a:cubicBezTo>
                    <a:pt x="243" y="117"/>
                    <a:pt x="257" y="119"/>
                    <a:pt x="268" y="114"/>
                  </a:cubicBezTo>
                  <a:cubicBezTo>
                    <a:pt x="279" y="108"/>
                    <a:pt x="290" y="104"/>
                    <a:pt x="302" y="100"/>
                  </a:cubicBezTo>
                  <a:cubicBezTo>
                    <a:pt x="315" y="95"/>
                    <a:pt x="323" y="83"/>
                    <a:pt x="323" y="69"/>
                  </a:cubicBezTo>
                  <a:lnTo>
                    <a:pt x="323" y="44"/>
                  </a:lnTo>
                  <a:cubicBezTo>
                    <a:pt x="323" y="20"/>
                    <a:pt x="343" y="0"/>
                    <a:pt x="367" y="0"/>
                  </a:cubicBezTo>
                  <a:lnTo>
                    <a:pt x="459" y="0"/>
                  </a:lnTo>
                  <a:cubicBezTo>
                    <a:pt x="484" y="0"/>
                    <a:pt x="503" y="21"/>
                    <a:pt x="503" y="48"/>
                  </a:cubicBezTo>
                  <a:lnTo>
                    <a:pt x="503" y="71"/>
                  </a:lnTo>
                  <a:cubicBezTo>
                    <a:pt x="503" y="84"/>
                    <a:pt x="511" y="95"/>
                    <a:pt x="522" y="99"/>
                  </a:cubicBezTo>
                  <a:cubicBezTo>
                    <a:pt x="534" y="103"/>
                    <a:pt x="546" y="108"/>
                    <a:pt x="556" y="113"/>
                  </a:cubicBezTo>
                  <a:cubicBezTo>
                    <a:pt x="568" y="119"/>
                    <a:pt x="583" y="116"/>
                    <a:pt x="593" y="107"/>
                  </a:cubicBezTo>
                  <a:lnTo>
                    <a:pt x="611" y="89"/>
                  </a:lnTo>
                  <a:cubicBezTo>
                    <a:pt x="628" y="72"/>
                    <a:pt x="655" y="72"/>
                    <a:pt x="673" y="89"/>
                  </a:cubicBezTo>
                  <a:lnTo>
                    <a:pt x="738" y="154"/>
                  </a:lnTo>
                  <a:cubicBezTo>
                    <a:pt x="755" y="172"/>
                    <a:pt x="754" y="199"/>
                    <a:pt x="735" y="218"/>
                  </a:cubicBezTo>
                  <a:lnTo>
                    <a:pt x="719" y="235"/>
                  </a:lnTo>
                  <a:cubicBezTo>
                    <a:pt x="710" y="244"/>
                    <a:pt x="707" y="258"/>
                    <a:pt x="713" y="269"/>
                  </a:cubicBezTo>
                  <a:cubicBezTo>
                    <a:pt x="718" y="280"/>
                    <a:pt x="723" y="291"/>
                    <a:pt x="727" y="303"/>
                  </a:cubicBezTo>
                  <a:cubicBezTo>
                    <a:pt x="731" y="315"/>
                    <a:pt x="743" y="324"/>
                    <a:pt x="757" y="324"/>
                  </a:cubicBezTo>
                  <a:lnTo>
                    <a:pt x="782" y="324"/>
                  </a:lnTo>
                  <a:cubicBezTo>
                    <a:pt x="807" y="324"/>
                    <a:pt x="826" y="343"/>
                    <a:pt x="826" y="368"/>
                  </a:cubicBezTo>
                  <a:lnTo>
                    <a:pt x="826" y="460"/>
                  </a:lnTo>
                  <a:cubicBezTo>
                    <a:pt x="826" y="484"/>
                    <a:pt x="807" y="503"/>
                    <a:pt x="782" y="503"/>
                  </a:cubicBezTo>
                  <a:lnTo>
                    <a:pt x="757" y="503"/>
                  </a:lnTo>
                  <a:cubicBezTo>
                    <a:pt x="743" y="503"/>
                    <a:pt x="731" y="512"/>
                    <a:pt x="727" y="524"/>
                  </a:cubicBezTo>
                  <a:cubicBezTo>
                    <a:pt x="723" y="536"/>
                    <a:pt x="718" y="547"/>
                    <a:pt x="713" y="557"/>
                  </a:cubicBezTo>
                  <a:cubicBezTo>
                    <a:pt x="708" y="569"/>
                    <a:pt x="710" y="584"/>
                    <a:pt x="720" y="593"/>
                  </a:cubicBezTo>
                  <a:lnTo>
                    <a:pt x="738" y="611"/>
                  </a:lnTo>
                  <a:cubicBezTo>
                    <a:pt x="746" y="619"/>
                    <a:pt x="751" y="631"/>
                    <a:pt x="751" y="642"/>
                  </a:cubicBezTo>
                  <a:cubicBezTo>
                    <a:pt x="751" y="654"/>
                    <a:pt x="746" y="665"/>
                    <a:pt x="738" y="673"/>
                  </a:cubicBezTo>
                  <a:lnTo>
                    <a:pt x="673" y="738"/>
                  </a:lnTo>
                  <a:cubicBezTo>
                    <a:pt x="655" y="756"/>
                    <a:pt x="627" y="755"/>
                    <a:pt x="608" y="736"/>
                  </a:cubicBezTo>
                  <a:lnTo>
                    <a:pt x="592" y="719"/>
                  </a:lnTo>
                  <a:cubicBezTo>
                    <a:pt x="583" y="710"/>
                    <a:pt x="569" y="708"/>
                    <a:pt x="558" y="713"/>
                  </a:cubicBezTo>
                  <a:cubicBezTo>
                    <a:pt x="547" y="719"/>
                    <a:pt x="535" y="723"/>
                    <a:pt x="524" y="727"/>
                  </a:cubicBezTo>
                  <a:cubicBezTo>
                    <a:pt x="511" y="732"/>
                    <a:pt x="503" y="744"/>
                    <a:pt x="503" y="758"/>
                  </a:cubicBezTo>
                  <a:lnTo>
                    <a:pt x="503" y="783"/>
                  </a:lnTo>
                  <a:cubicBezTo>
                    <a:pt x="503" y="807"/>
                    <a:pt x="483" y="827"/>
                    <a:pt x="459" y="827"/>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0" name="Freeform 443">
              <a:extLst>
                <a:ext uri="{FF2B5EF4-FFF2-40B4-BE49-F238E27FC236}">
                  <a16:creationId xmlns:a16="http://schemas.microsoft.com/office/drawing/2014/main" id="{591293D4-CEF1-813F-9531-7546C72DA539}"/>
                </a:ext>
              </a:extLst>
            </p:cNvPr>
            <p:cNvSpPr>
              <a:spLocks noEditPoints="1"/>
            </p:cNvSpPr>
            <p:nvPr/>
          </p:nvSpPr>
          <p:spPr bwMode="auto">
            <a:xfrm>
              <a:off x="3935413" y="3268663"/>
              <a:ext cx="268288" cy="261938"/>
            </a:xfrm>
            <a:custGeom>
              <a:avLst/>
              <a:gdLst>
                <a:gd name="T0" fmla="*/ 199 w 398"/>
                <a:gd name="T1" fmla="*/ 24 h 390"/>
                <a:gd name="T2" fmla="*/ 171 w 398"/>
                <a:gd name="T3" fmla="*/ 26 h 390"/>
                <a:gd name="T4" fmla="*/ 26 w 398"/>
                <a:gd name="T5" fmla="*/ 171 h 390"/>
                <a:gd name="T6" fmla="*/ 75 w 398"/>
                <a:gd name="T7" fmla="*/ 322 h 390"/>
                <a:gd name="T8" fmla="*/ 227 w 398"/>
                <a:gd name="T9" fmla="*/ 371 h 390"/>
                <a:gd name="T10" fmla="*/ 227 w 398"/>
                <a:gd name="T11" fmla="*/ 371 h 390"/>
                <a:gd name="T12" fmla="*/ 372 w 398"/>
                <a:gd name="T13" fmla="*/ 226 h 390"/>
                <a:gd name="T14" fmla="*/ 323 w 398"/>
                <a:gd name="T15" fmla="*/ 75 h 390"/>
                <a:gd name="T16" fmla="*/ 199 w 398"/>
                <a:gd name="T17" fmla="*/ 24 h 390"/>
                <a:gd name="T18" fmla="*/ 199 w 398"/>
                <a:gd name="T19" fmla="*/ 390 h 390"/>
                <a:gd name="T20" fmla="*/ 63 w 398"/>
                <a:gd name="T21" fmla="*/ 334 h 390"/>
                <a:gd name="T22" fmla="*/ 10 w 398"/>
                <a:gd name="T23" fmla="*/ 168 h 390"/>
                <a:gd name="T24" fmla="*/ 169 w 398"/>
                <a:gd name="T25" fmla="*/ 9 h 390"/>
                <a:gd name="T26" fmla="*/ 334 w 398"/>
                <a:gd name="T27" fmla="*/ 63 h 390"/>
                <a:gd name="T28" fmla="*/ 388 w 398"/>
                <a:gd name="T29" fmla="*/ 229 h 390"/>
                <a:gd name="T30" fmla="*/ 229 w 398"/>
                <a:gd name="T31" fmla="*/ 388 h 390"/>
                <a:gd name="T32" fmla="*/ 229 w 398"/>
                <a:gd name="T33" fmla="*/ 388 h 390"/>
                <a:gd name="T34" fmla="*/ 199 w 398"/>
                <a:gd name="T35"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8" h="390">
                  <a:moveTo>
                    <a:pt x="199" y="24"/>
                  </a:moveTo>
                  <a:cubicBezTo>
                    <a:pt x="190" y="24"/>
                    <a:pt x="180" y="24"/>
                    <a:pt x="171" y="26"/>
                  </a:cubicBezTo>
                  <a:cubicBezTo>
                    <a:pt x="97" y="37"/>
                    <a:pt x="37" y="97"/>
                    <a:pt x="26" y="171"/>
                  </a:cubicBezTo>
                  <a:cubicBezTo>
                    <a:pt x="17" y="227"/>
                    <a:pt x="35" y="282"/>
                    <a:pt x="75" y="322"/>
                  </a:cubicBezTo>
                  <a:cubicBezTo>
                    <a:pt x="115" y="362"/>
                    <a:pt x="170" y="380"/>
                    <a:pt x="227" y="371"/>
                  </a:cubicBezTo>
                  <a:lnTo>
                    <a:pt x="227" y="371"/>
                  </a:lnTo>
                  <a:cubicBezTo>
                    <a:pt x="301" y="360"/>
                    <a:pt x="360" y="300"/>
                    <a:pt x="372" y="226"/>
                  </a:cubicBezTo>
                  <a:cubicBezTo>
                    <a:pt x="380" y="170"/>
                    <a:pt x="362" y="115"/>
                    <a:pt x="323" y="75"/>
                  </a:cubicBezTo>
                  <a:cubicBezTo>
                    <a:pt x="289" y="42"/>
                    <a:pt x="245" y="24"/>
                    <a:pt x="199" y="24"/>
                  </a:cubicBezTo>
                  <a:close/>
                  <a:moveTo>
                    <a:pt x="199" y="390"/>
                  </a:moveTo>
                  <a:cubicBezTo>
                    <a:pt x="148" y="390"/>
                    <a:pt x="100" y="370"/>
                    <a:pt x="63" y="334"/>
                  </a:cubicBezTo>
                  <a:cubicBezTo>
                    <a:pt x="20" y="290"/>
                    <a:pt x="0" y="230"/>
                    <a:pt x="10" y="168"/>
                  </a:cubicBezTo>
                  <a:cubicBezTo>
                    <a:pt x="22" y="87"/>
                    <a:pt x="87" y="22"/>
                    <a:pt x="169" y="9"/>
                  </a:cubicBezTo>
                  <a:cubicBezTo>
                    <a:pt x="230" y="0"/>
                    <a:pt x="291" y="19"/>
                    <a:pt x="334" y="63"/>
                  </a:cubicBezTo>
                  <a:cubicBezTo>
                    <a:pt x="378" y="107"/>
                    <a:pt x="398" y="167"/>
                    <a:pt x="388" y="229"/>
                  </a:cubicBezTo>
                  <a:cubicBezTo>
                    <a:pt x="376" y="310"/>
                    <a:pt x="310" y="375"/>
                    <a:pt x="229" y="388"/>
                  </a:cubicBezTo>
                  <a:lnTo>
                    <a:pt x="229" y="388"/>
                  </a:lnTo>
                  <a:cubicBezTo>
                    <a:pt x="219" y="389"/>
                    <a:pt x="209" y="390"/>
                    <a:pt x="199" y="390"/>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1" name="Freeform 444">
              <a:extLst>
                <a:ext uri="{FF2B5EF4-FFF2-40B4-BE49-F238E27FC236}">
                  <a16:creationId xmlns:a16="http://schemas.microsoft.com/office/drawing/2014/main" id="{9734972C-D276-D4A4-3B31-D779A4936CE9}"/>
                </a:ext>
              </a:extLst>
            </p:cNvPr>
            <p:cNvSpPr>
              <a:spLocks/>
            </p:cNvSpPr>
            <p:nvPr/>
          </p:nvSpPr>
          <p:spPr bwMode="auto">
            <a:xfrm>
              <a:off x="3697288" y="3030538"/>
              <a:ext cx="381000" cy="690563"/>
            </a:xfrm>
            <a:custGeom>
              <a:avLst/>
              <a:gdLst>
                <a:gd name="T0" fmla="*/ 269 w 563"/>
                <a:gd name="T1" fmla="*/ 1024 h 1024"/>
                <a:gd name="T2" fmla="*/ 162 w 563"/>
                <a:gd name="T3" fmla="*/ 940 h 1024"/>
                <a:gd name="T4" fmla="*/ 41 w 563"/>
                <a:gd name="T5" fmla="*/ 758 h 1024"/>
                <a:gd name="T6" fmla="*/ 0 w 563"/>
                <a:gd name="T7" fmla="*/ 551 h 1024"/>
                <a:gd name="T8" fmla="*/ 41 w 563"/>
                <a:gd name="T9" fmla="*/ 343 h 1024"/>
                <a:gd name="T10" fmla="*/ 162 w 563"/>
                <a:gd name="T11" fmla="*/ 161 h 1024"/>
                <a:gd name="T12" fmla="*/ 344 w 563"/>
                <a:gd name="T13" fmla="*/ 40 h 1024"/>
                <a:gd name="T14" fmla="*/ 563 w 563"/>
                <a:gd name="T15" fmla="*/ 0 h 1024"/>
                <a:gd name="T16" fmla="*/ 563 w 563"/>
                <a:gd name="T17" fmla="*/ 17 h 1024"/>
                <a:gd name="T18" fmla="*/ 350 w 563"/>
                <a:gd name="T19" fmla="*/ 56 h 1024"/>
                <a:gd name="T20" fmla="*/ 173 w 563"/>
                <a:gd name="T21" fmla="*/ 173 h 1024"/>
                <a:gd name="T22" fmla="*/ 56 w 563"/>
                <a:gd name="T23" fmla="*/ 350 h 1024"/>
                <a:gd name="T24" fmla="*/ 17 w 563"/>
                <a:gd name="T25" fmla="*/ 551 h 1024"/>
                <a:gd name="T26" fmla="*/ 56 w 563"/>
                <a:gd name="T27" fmla="*/ 752 h 1024"/>
                <a:gd name="T28" fmla="*/ 173 w 563"/>
                <a:gd name="T29" fmla="*/ 928 h 1024"/>
                <a:gd name="T30" fmla="*/ 277 w 563"/>
                <a:gd name="T31" fmla="*/ 1009 h 1024"/>
                <a:gd name="T32" fmla="*/ 269 w 563"/>
                <a:gd name="T33" fmla="*/ 1024 h 10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3" h="1024">
                  <a:moveTo>
                    <a:pt x="269" y="1024"/>
                  </a:moveTo>
                  <a:cubicBezTo>
                    <a:pt x="230" y="1000"/>
                    <a:pt x="194" y="972"/>
                    <a:pt x="162" y="940"/>
                  </a:cubicBezTo>
                  <a:cubicBezTo>
                    <a:pt x="109" y="887"/>
                    <a:pt x="68" y="826"/>
                    <a:pt x="41" y="758"/>
                  </a:cubicBezTo>
                  <a:cubicBezTo>
                    <a:pt x="14" y="692"/>
                    <a:pt x="0" y="622"/>
                    <a:pt x="0" y="551"/>
                  </a:cubicBezTo>
                  <a:cubicBezTo>
                    <a:pt x="0" y="479"/>
                    <a:pt x="14" y="409"/>
                    <a:pt x="41" y="343"/>
                  </a:cubicBezTo>
                  <a:cubicBezTo>
                    <a:pt x="68" y="275"/>
                    <a:pt x="109" y="214"/>
                    <a:pt x="162" y="161"/>
                  </a:cubicBezTo>
                  <a:cubicBezTo>
                    <a:pt x="214" y="109"/>
                    <a:pt x="275" y="68"/>
                    <a:pt x="344" y="40"/>
                  </a:cubicBezTo>
                  <a:cubicBezTo>
                    <a:pt x="406" y="15"/>
                    <a:pt x="488" y="0"/>
                    <a:pt x="563" y="0"/>
                  </a:cubicBezTo>
                  <a:lnTo>
                    <a:pt x="563" y="17"/>
                  </a:lnTo>
                  <a:cubicBezTo>
                    <a:pt x="490" y="17"/>
                    <a:pt x="410" y="31"/>
                    <a:pt x="350" y="56"/>
                  </a:cubicBezTo>
                  <a:cubicBezTo>
                    <a:pt x="284" y="83"/>
                    <a:pt x="224" y="122"/>
                    <a:pt x="173" y="173"/>
                  </a:cubicBezTo>
                  <a:cubicBezTo>
                    <a:pt x="122" y="224"/>
                    <a:pt x="83" y="283"/>
                    <a:pt x="56" y="350"/>
                  </a:cubicBezTo>
                  <a:cubicBezTo>
                    <a:pt x="30" y="414"/>
                    <a:pt x="17" y="481"/>
                    <a:pt x="17" y="551"/>
                  </a:cubicBezTo>
                  <a:cubicBezTo>
                    <a:pt x="17" y="620"/>
                    <a:pt x="30" y="688"/>
                    <a:pt x="56" y="752"/>
                  </a:cubicBezTo>
                  <a:cubicBezTo>
                    <a:pt x="83" y="818"/>
                    <a:pt x="122" y="877"/>
                    <a:pt x="173" y="928"/>
                  </a:cubicBezTo>
                  <a:cubicBezTo>
                    <a:pt x="205" y="959"/>
                    <a:pt x="240" y="987"/>
                    <a:pt x="277" y="1009"/>
                  </a:cubicBezTo>
                  <a:lnTo>
                    <a:pt x="269" y="1024"/>
                  </a:ln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2" name="Freeform 445">
              <a:extLst>
                <a:ext uri="{FF2B5EF4-FFF2-40B4-BE49-F238E27FC236}">
                  <a16:creationId xmlns:a16="http://schemas.microsoft.com/office/drawing/2014/main" id="{83FC3FD0-ED72-1667-2FCD-BD57DBD82FA6}"/>
                </a:ext>
              </a:extLst>
            </p:cNvPr>
            <p:cNvSpPr>
              <a:spLocks/>
            </p:cNvSpPr>
            <p:nvPr/>
          </p:nvSpPr>
          <p:spPr bwMode="auto">
            <a:xfrm>
              <a:off x="3905251" y="3725863"/>
              <a:ext cx="28575" cy="20638"/>
            </a:xfrm>
            <a:custGeom>
              <a:avLst/>
              <a:gdLst>
                <a:gd name="T0" fmla="*/ 37 w 43"/>
                <a:gd name="T1" fmla="*/ 32 h 32"/>
                <a:gd name="T2" fmla="*/ 0 w 43"/>
                <a:gd name="T3" fmla="*/ 15 h 32"/>
                <a:gd name="T4" fmla="*/ 7 w 43"/>
                <a:gd name="T5" fmla="*/ 0 h 32"/>
                <a:gd name="T6" fmla="*/ 43 w 43"/>
                <a:gd name="T7" fmla="*/ 16 h 32"/>
                <a:gd name="T8" fmla="*/ 37 w 43"/>
                <a:gd name="T9" fmla="*/ 32 h 32"/>
              </a:gdLst>
              <a:ahLst/>
              <a:cxnLst>
                <a:cxn ang="0">
                  <a:pos x="T0" y="T1"/>
                </a:cxn>
                <a:cxn ang="0">
                  <a:pos x="T2" y="T3"/>
                </a:cxn>
                <a:cxn ang="0">
                  <a:pos x="T4" y="T5"/>
                </a:cxn>
                <a:cxn ang="0">
                  <a:pos x="T6" y="T7"/>
                </a:cxn>
                <a:cxn ang="0">
                  <a:pos x="T8" y="T9"/>
                </a:cxn>
              </a:cxnLst>
              <a:rect l="0" t="0" r="r" b="b"/>
              <a:pathLst>
                <a:path w="43" h="32">
                  <a:moveTo>
                    <a:pt x="37" y="32"/>
                  </a:moveTo>
                  <a:cubicBezTo>
                    <a:pt x="24" y="27"/>
                    <a:pt x="12" y="21"/>
                    <a:pt x="0" y="15"/>
                  </a:cubicBezTo>
                  <a:lnTo>
                    <a:pt x="7" y="0"/>
                  </a:lnTo>
                  <a:cubicBezTo>
                    <a:pt x="19" y="6"/>
                    <a:pt x="31" y="12"/>
                    <a:pt x="43" y="16"/>
                  </a:cubicBezTo>
                  <a:lnTo>
                    <a:pt x="37" y="32"/>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3" name="Freeform 446">
              <a:extLst>
                <a:ext uri="{FF2B5EF4-FFF2-40B4-BE49-F238E27FC236}">
                  <a16:creationId xmlns:a16="http://schemas.microsoft.com/office/drawing/2014/main" id="{D2F89433-F7C4-4EB8-51F1-16C34BB08F27}"/>
                </a:ext>
              </a:extLst>
            </p:cNvPr>
            <p:cNvSpPr>
              <a:spLocks/>
            </p:cNvSpPr>
            <p:nvPr/>
          </p:nvSpPr>
          <p:spPr bwMode="auto">
            <a:xfrm>
              <a:off x="4068763" y="3082926"/>
              <a:ext cx="371475" cy="690563"/>
            </a:xfrm>
            <a:custGeom>
              <a:avLst/>
              <a:gdLst>
                <a:gd name="T0" fmla="*/ 0 w 551"/>
                <a:gd name="T1" fmla="*/ 1024 h 1024"/>
                <a:gd name="T2" fmla="*/ 0 w 551"/>
                <a:gd name="T3" fmla="*/ 1008 h 1024"/>
                <a:gd name="T4" fmla="*/ 201 w 551"/>
                <a:gd name="T5" fmla="*/ 968 h 1024"/>
                <a:gd name="T6" fmla="*/ 377 w 551"/>
                <a:gd name="T7" fmla="*/ 851 h 1024"/>
                <a:gd name="T8" fmla="*/ 495 w 551"/>
                <a:gd name="T9" fmla="*/ 675 h 1024"/>
                <a:gd name="T10" fmla="*/ 534 w 551"/>
                <a:gd name="T11" fmla="*/ 474 h 1024"/>
                <a:gd name="T12" fmla="*/ 495 w 551"/>
                <a:gd name="T13" fmla="*/ 273 h 1024"/>
                <a:gd name="T14" fmla="*/ 377 w 551"/>
                <a:gd name="T15" fmla="*/ 96 h 1024"/>
                <a:gd name="T16" fmla="*/ 272 w 551"/>
                <a:gd name="T17" fmla="*/ 14 h 1024"/>
                <a:gd name="T18" fmla="*/ 281 w 551"/>
                <a:gd name="T19" fmla="*/ 0 h 1024"/>
                <a:gd name="T20" fmla="*/ 389 w 551"/>
                <a:gd name="T21" fmla="*/ 84 h 1024"/>
                <a:gd name="T22" fmla="*/ 510 w 551"/>
                <a:gd name="T23" fmla="*/ 266 h 1024"/>
                <a:gd name="T24" fmla="*/ 551 w 551"/>
                <a:gd name="T25" fmla="*/ 474 h 1024"/>
                <a:gd name="T26" fmla="*/ 510 w 551"/>
                <a:gd name="T27" fmla="*/ 681 h 1024"/>
                <a:gd name="T28" fmla="*/ 389 w 551"/>
                <a:gd name="T29" fmla="*/ 863 h 1024"/>
                <a:gd name="T30" fmla="*/ 207 w 551"/>
                <a:gd name="T31" fmla="*/ 984 h 1024"/>
                <a:gd name="T32" fmla="*/ 0 w 551"/>
                <a:gd name="T33" fmla="*/ 1024 h 10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51" h="1024">
                  <a:moveTo>
                    <a:pt x="0" y="1024"/>
                  </a:moveTo>
                  <a:lnTo>
                    <a:pt x="0" y="1008"/>
                  </a:lnTo>
                  <a:cubicBezTo>
                    <a:pt x="69" y="1008"/>
                    <a:pt x="137" y="994"/>
                    <a:pt x="201" y="968"/>
                  </a:cubicBezTo>
                  <a:cubicBezTo>
                    <a:pt x="267" y="942"/>
                    <a:pt x="327" y="902"/>
                    <a:pt x="377" y="851"/>
                  </a:cubicBezTo>
                  <a:cubicBezTo>
                    <a:pt x="428" y="800"/>
                    <a:pt x="468" y="741"/>
                    <a:pt x="495" y="675"/>
                  </a:cubicBezTo>
                  <a:cubicBezTo>
                    <a:pt x="521" y="611"/>
                    <a:pt x="534" y="543"/>
                    <a:pt x="534" y="474"/>
                  </a:cubicBezTo>
                  <a:cubicBezTo>
                    <a:pt x="534" y="404"/>
                    <a:pt x="521" y="337"/>
                    <a:pt x="495" y="273"/>
                  </a:cubicBezTo>
                  <a:cubicBezTo>
                    <a:pt x="468" y="206"/>
                    <a:pt x="428" y="147"/>
                    <a:pt x="377" y="96"/>
                  </a:cubicBezTo>
                  <a:cubicBezTo>
                    <a:pt x="346" y="64"/>
                    <a:pt x="310" y="37"/>
                    <a:pt x="272" y="14"/>
                  </a:cubicBezTo>
                  <a:lnTo>
                    <a:pt x="281" y="0"/>
                  </a:lnTo>
                  <a:cubicBezTo>
                    <a:pt x="320" y="23"/>
                    <a:pt x="357" y="51"/>
                    <a:pt x="389" y="84"/>
                  </a:cubicBezTo>
                  <a:cubicBezTo>
                    <a:pt x="442" y="137"/>
                    <a:pt x="483" y="198"/>
                    <a:pt x="510" y="266"/>
                  </a:cubicBezTo>
                  <a:cubicBezTo>
                    <a:pt x="537" y="332"/>
                    <a:pt x="551" y="402"/>
                    <a:pt x="551" y="474"/>
                  </a:cubicBezTo>
                  <a:cubicBezTo>
                    <a:pt x="551" y="545"/>
                    <a:pt x="537" y="615"/>
                    <a:pt x="510" y="681"/>
                  </a:cubicBezTo>
                  <a:cubicBezTo>
                    <a:pt x="483" y="749"/>
                    <a:pt x="442" y="810"/>
                    <a:pt x="389" y="863"/>
                  </a:cubicBezTo>
                  <a:cubicBezTo>
                    <a:pt x="337" y="916"/>
                    <a:pt x="275" y="956"/>
                    <a:pt x="207" y="984"/>
                  </a:cubicBezTo>
                  <a:cubicBezTo>
                    <a:pt x="141" y="1011"/>
                    <a:pt x="71" y="1024"/>
                    <a:pt x="0" y="1024"/>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4" name="Freeform 447">
              <a:extLst>
                <a:ext uri="{FF2B5EF4-FFF2-40B4-BE49-F238E27FC236}">
                  <a16:creationId xmlns:a16="http://schemas.microsoft.com/office/drawing/2014/main" id="{C36B552B-3ABD-8CB1-D471-B89CABD0BD27}"/>
                </a:ext>
              </a:extLst>
            </p:cNvPr>
            <p:cNvSpPr>
              <a:spLocks/>
            </p:cNvSpPr>
            <p:nvPr/>
          </p:nvSpPr>
          <p:spPr bwMode="auto">
            <a:xfrm>
              <a:off x="4205288" y="3057526"/>
              <a:ext cx="26988" cy="20638"/>
            </a:xfrm>
            <a:custGeom>
              <a:avLst/>
              <a:gdLst>
                <a:gd name="T0" fmla="*/ 33 w 40"/>
                <a:gd name="T1" fmla="*/ 30 h 30"/>
                <a:gd name="T2" fmla="*/ 0 w 40"/>
                <a:gd name="T3" fmla="*/ 16 h 30"/>
                <a:gd name="T4" fmla="*/ 6 w 40"/>
                <a:gd name="T5" fmla="*/ 0 h 30"/>
                <a:gd name="T6" fmla="*/ 40 w 40"/>
                <a:gd name="T7" fmla="*/ 15 h 30"/>
                <a:gd name="T8" fmla="*/ 33 w 40"/>
                <a:gd name="T9" fmla="*/ 30 h 30"/>
              </a:gdLst>
              <a:ahLst/>
              <a:cxnLst>
                <a:cxn ang="0">
                  <a:pos x="T0" y="T1"/>
                </a:cxn>
                <a:cxn ang="0">
                  <a:pos x="T2" y="T3"/>
                </a:cxn>
                <a:cxn ang="0">
                  <a:pos x="T4" y="T5"/>
                </a:cxn>
                <a:cxn ang="0">
                  <a:pos x="T6" y="T7"/>
                </a:cxn>
                <a:cxn ang="0">
                  <a:pos x="T8" y="T9"/>
                </a:cxn>
              </a:cxnLst>
              <a:rect l="0" t="0" r="r" b="b"/>
              <a:pathLst>
                <a:path w="40" h="30">
                  <a:moveTo>
                    <a:pt x="33" y="30"/>
                  </a:moveTo>
                  <a:cubicBezTo>
                    <a:pt x="22" y="25"/>
                    <a:pt x="11" y="20"/>
                    <a:pt x="0" y="16"/>
                  </a:cubicBezTo>
                  <a:lnTo>
                    <a:pt x="6" y="0"/>
                  </a:lnTo>
                  <a:cubicBezTo>
                    <a:pt x="18" y="5"/>
                    <a:pt x="29" y="10"/>
                    <a:pt x="40" y="15"/>
                  </a:cubicBezTo>
                  <a:lnTo>
                    <a:pt x="33" y="30"/>
                  </a:ln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5" name="Freeform 448">
              <a:extLst>
                <a:ext uri="{FF2B5EF4-FFF2-40B4-BE49-F238E27FC236}">
                  <a16:creationId xmlns:a16="http://schemas.microsoft.com/office/drawing/2014/main" id="{0D253CF1-B75F-E95E-3720-480AF80A5ABF}"/>
                </a:ext>
              </a:extLst>
            </p:cNvPr>
            <p:cNvSpPr>
              <a:spLocks/>
            </p:cNvSpPr>
            <p:nvPr/>
          </p:nvSpPr>
          <p:spPr bwMode="auto">
            <a:xfrm>
              <a:off x="4037013" y="2995613"/>
              <a:ext cx="49213" cy="80963"/>
            </a:xfrm>
            <a:custGeom>
              <a:avLst/>
              <a:gdLst>
                <a:gd name="T0" fmla="*/ 6 w 31"/>
                <a:gd name="T1" fmla="*/ 51 h 51"/>
                <a:gd name="T2" fmla="*/ 0 w 31"/>
                <a:gd name="T3" fmla="*/ 46 h 51"/>
                <a:gd name="T4" fmla="*/ 21 w 31"/>
                <a:gd name="T5" fmla="*/ 25 h 51"/>
                <a:gd name="T6" fmla="*/ 0 w 31"/>
                <a:gd name="T7" fmla="*/ 4 h 51"/>
                <a:gd name="T8" fmla="*/ 6 w 31"/>
                <a:gd name="T9" fmla="*/ 0 h 51"/>
                <a:gd name="T10" fmla="*/ 31 w 31"/>
                <a:gd name="T11" fmla="*/ 25 h 51"/>
                <a:gd name="T12" fmla="*/ 6 w 31"/>
                <a:gd name="T13" fmla="*/ 51 h 51"/>
              </a:gdLst>
              <a:ahLst/>
              <a:cxnLst>
                <a:cxn ang="0">
                  <a:pos x="T0" y="T1"/>
                </a:cxn>
                <a:cxn ang="0">
                  <a:pos x="T2" y="T3"/>
                </a:cxn>
                <a:cxn ang="0">
                  <a:pos x="T4" y="T5"/>
                </a:cxn>
                <a:cxn ang="0">
                  <a:pos x="T6" y="T7"/>
                </a:cxn>
                <a:cxn ang="0">
                  <a:pos x="T8" y="T9"/>
                </a:cxn>
                <a:cxn ang="0">
                  <a:pos x="T10" y="T11"/>
                </a:cxn>
                <a:cxn ang="0">
                  <a:pos x="T12" y="T13"/>
                </a:cxn>
              </a:cxnLst>
              <a:rect l="0" t="0" r="r" b="b"/>
              <a:pathLst>
                <a:path w="31" h="51">
                  <a:moveTo>
                    <a:pt x="6" y="51"/>
                  </a:moveTo>
                  <a:lnTo>
                    <a:pt x="0" y="46"/>
                  </a:lnTo>
                  <a:lnTo>
                    <a:pt x="21" y="25"/>
                  </a:lnTo>
                  <a:lnTo>
                    <a:pt x="0" y="4"/>
                  </a:lnTo>
                  <a:lnTo>
                    <a:pt x="6" y="0"/>
                  </a:lnTo>
                  <a:lnTo>
                    <a:pt x="31" y="25"/>
                  </a:lnTo>
                  <a:lnTo>
                    <a:pt x="6" y="51"/>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6" name="Freeform 449">
              <a:extLst>
                <a:ext uri="{FF2B5EF4-FFF2-40B4-BE49-F238E27FC236}">
                  <a16:creationId xmlns:a16="http://schemas.microsoft.com/office/drawing/2014/main" id="{05EB53C9-F7D5-E11F-1F8A-7055F21984F5}"/>
                </a:ext>
              </a:extLst>
            </p:cNvPr>
            <p:cNvSpPr>
              <a:spLocks/>
            </p:cNvSpPr>
            <p:nvPr/>
          </p:nvSpPr>
          <p:spPr bwMode="auto">
            <a:xfrm>
              <a:off x="4060826" y="3727451"/>
              <a:ext cx="47625" cy="80963"/>
            </a:xfrm>
            <a:custGeom>
              <a:avLst/>
              <a:gdLst>
                <a:gd name="T0" fmla="*/ 25 w 30"/>
                <a:gd name="T1" fmla="*/ 51 h 51"/>
                <a:gd name="T2" fmla="*/ 0 w 30"/>
                <a:gd name="T3" fmla="*/ 26 h 51"/>
                <a:gd name="T4" fmla="*/ 25 w 30"/>
                <a:gd name="T5" fmla="*/ 0 h 51"/>
                <a:gd name="T6" fmla="*/ 30 w 30"/>
                <a:gd name="T7" fmla="*/ 5 h 51"/>
                <a:gd name="T8" fmla="*/ 9 w 30"/>
                <a:gd name="T9" fmla="*/ 26 h 51"/>
                <a:gd name="T10" fmla="*/ 30 w 30"/>
                <a:gd name="T11" fmla="*/ 47 h 51"/>
                <a:gd name="T12" fmla="*/ 25 w 30"/>
                <a:gd name="T13" fmla="*/ 51 h 51"/>
              </a:gdLst>
              <a:ahLst/>
              <a:cxnLst>
                <a:cxn ang="0">
                  <a:pos x="T0" y="T1"/>
                </a:cxn>
                <a:cxn ang="0">
                  <a:pos x="T2" y="T3"/>
                </a:cxn>
                <a:cxn ang="0">
                  <a:pos x="T4" y="T5"/>
                </a:cxn>
                <a:cxn ang="0">
                  <a:pos x="T6" y="T7"/>
                </a:cxn>
                <a:cxn ang="0">
                  <a:pos x="T8" y="T9"/>
                </a:cxn>
                <a:cxn ang="0">
                  <a:pos x="T10" y="T11"/>
                </a:cxn>
                <a:cxn ang="0">
                  <a:pos x="T12" y="T13"/>
                </a:cxn>
              </a:cxnLst>
              <a:rect l="0" t="0" r="r" b="b"/>
              <a:pathLst>
                <a:path w="30" h="51">
                  <a:moveTo>
                    <a:pt x="25" y="51"/>
                  </a:moveTo>
                  <a:lnTo>
                    <a:pt x="0" y="26"/>
                  </a:lnTo>
                  <a:lnTo>
                    <a:pt x="25" y="0"/>
                  </a:lnTo>
                  <a:lnTo>
                    <a:pt x="30" y="5"/>
                  </a:lnTo>
                  <a:lnTo>
                    <a:pt x="9" y="26"/>
                  </a:lnTo>
                  <a:lnTo>
                    <a:pt x="30" y="47"/>
                  </a:lnTo>
                  <a:lnTo>
                    <a:pt x="25" y="51"/>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211" name="Checklist4" descr="{&quot;Key&quot;:&quot;POWER_USER_SHAPE_ICON&quot;,&quot;Value&quot;:&quot;POWER_USER_SHAPE_ICON_STYLE_1&quot;}">
            <a:extLst>
              <a:ext uri="{FF2B5EF4-FFF2-40B4-BE49-F238E27FC236}">
                <a16:creationId xmlns:a16="http://schemas.microsoft.com/office/drawing/2014/main" id="{DA93E25D-6CA6-49C9-34FF-C8F1CD435741}"/>
              </a:ext>
            </a:extLst>
          </p:cNvPr>
          <p:cNvSpPr>
            <a:spLocks noChangeAspect="1" noEditPoints="1"/>
          </p:cNvSpPr>
          <p:nvPr>
            <p:custDataLst>
              <p:tags r:id="rId6"/>
            </p:custDataLst>
          </p:nvPr>
        </p:nvSpPr>
        <p:spPr bwMode="auto">
          <a:xfrm>
            <a:off x="445781" y="4334568"/>
            <a:ext cx="432000" cy="682351"/>
          </a:xfrm>
          <a:custGeom>
            <a:avLst/>
            <a:gdLst>
              <a:gd name="T0" fmla="*/ 741 w 978"/>
              <a:gd name="T1" fmla="*/ 651 h 1543"/>
              <a:gd name="T2" fmla="*/ 719 w 978"/>
              <a:gd name="T3" fmla="*/ 663 h 1543"/>
              <a:gd name="T4" fmla="*/ 616 w 978"/>
              <a:gd name="T5" fmla="*/ 553 h 1543"/>
              <a:gd name="T6" fmla="*/ 657 w 978"/>
              <a:gd name="T7" fmla="*/ 519 h 1543"/>
              <a:gd name="T8" fmla="*/ 803 w 978"/>
              <a:gd name="T9" fmla="*/ 467 h 1543"/>
              <a:gd name="T10" fmla="*/ 847 w 978"/>
              <a:gd name="T11" fmla="*/ 497 h 1543"/>
              <a:gd name="T12" fmla="*/ 741 w 978"/>
              <a:gd name="T13" fmla="*/ 1014 h 1543"/>
              <a:gd name="T14" fmla="*/ 719 w 978"/>
              <a:gd name="T15" fmla="*/ 1026 h 1543"/>
              <a:gd name="T16" fmla="*/ 616 w 978"/>
              <a:gd name="T17" fmla="*/ 916 h 1543"/>
              <a:gd name="T18" fmla="*/ 657 w 978"/>
              <a:gd name="T19" fmla="*/ 882 h 1543"/>
              <a:gd name="T20" fmla="*/ 803 w 978"/>
              <a:gd name="T21" fmla="*/ 830 h 1543"/>
              <a:gd name="T22" fmla="*/ 847 w 978"/>
              <a:gd name="T23" fmla="*/ 860 h 1543"/>
              <a:gd name="T24" fmla="*/ 815 w 978"/>
              <a:gd name="T25" fmla="*/ 1381 h 1543"/>
              <a:gd name="T26" fmla="*/ 770 w 978"/>
              <a:gd name="T27" fmla="*/ 1381 h 1543"/>
              <a:gd name="T28" fmla="*/ 666 w 978"/>
              <a:gd name="T29" fmla="*/ 1381 h 1543"/>
              <a:gd name="T30" fmla="*/ 621 w 978"/>
              <a:gd name="T31" fmla="*/ 1381 h 1543"/>
              <a:gd name="T32" fmla="*/ 673 w 978"/>
              <a:gd name="T33" fmla="*/ 1284 h 1543"/>
              <a:gd name="T34" fmla="*/ 621 w 978"/>
              <a:gd name="T35" fmla="*/ 1186 h 1543"/>
              <a:gd name="T36" fmla="*/ 718 w 978"/>
              <a:gd name="T37" fmla="*/ 1238 h 1543"/>
              <a:gd name="T38" fmla="*/ 815 w 978"/>
              <a:gd name="T39" fmla="*/ 1186 h 1543"/>
              <a:gd name="T40" fmla="*/ 763 w 978"/>
              <a:gd name="T41" fmla="*/ 1284 h 1543"/>
              <a:gd name="T42" fmla="*/ 465 w 978"/>
              <a:gd name="T43" fmla="*/ 539 h 1543"/>
              <a:gd name="T44" fmla="*/ 155 w 978"/>
              <a:gd name="T45" fmla="*/ 509 h 1543"/>
              <a:gd name="T46" fmla="*/ 465 w 978"/>
              <a:gd name="T47" fmla="*/ 480 h 1543"/>
              <a:gd name="T48" fmla="*/ 465 w 978"/>
              <a:gd name="T49" fmla="*/ 539 h 1543"/>
              <a:gd name="T50" fmla="*/ 185 w 978"/>
              <a:gd name="T51" fmla="*/ 671 h 1543"/>
              <a:gd name="T52" fmla="*/ 185 w 978"/>
              <a:gd name="T53" fmla="*/ 611 h 1543"/>
              <a:gd name="T54" fmla="*/ 495 w 978"/>
              <a:gd name="T55" fmla="*/ 641 h 1543"/>
              <a:gd name="T56" fmla="*/ 465 w 978"/>
              <a:gd name="T57" fmla="*/ 891 h 1543"/>
              <a:gd name="T58" fmla="*/ 155 w 978"/>
              <a:gd name="T59" fmla="*/ 861 h 1543"/>
              <a:gd name="T60" fmla="*/ 465 w 978"/>
              <a:gd name="T61" fmla="*/ 831 h 1543"/>
              <a:gd name="T62" fmla="*/ 465 w 978"/>
              <a:gd name="T63" fmla="*/ 891 h 1543"/>
              <a:gd name="T64" fmla="*/ 185 w 978"/>
              <a:gd name="T65" fmla="*/ 1022 h 1543"/>
              <a:gd name="T66" fmla="*/ 185 w 978"/>
              <a:gd name="T67" fmla="*/ 963 h 1543"/>
              <a:gd name="T68" fmla="*/ 495 w 978"/>
              <a:gd name="T69" fmla="*/ 992 h 1543"/>
              <a:gd name="T70" fmla="*/ 465 w 978"/>
              <a:gd name="T71" fmla="*/ 1243 h 1543"/>
              <a:gd name="T72" fmla="*/ 155 w 978"/>
              <a:gd name="T73" fmla="*/ 1213 h 1543"/>
              <a:gd name="T74" fmla="*/ 465 w 978"/>
              <a:gd name="T75" fmla="*/ 1183 h 1543"/>
              <a:gd name="T76" fmla="*/ 465 w 978"/>
              <a:gd name="T77" fmla="*/ 1243 h 1543"/>
              <a:gd name="T78" fmla="*/ 185 w 978"/>
              <a:gd name="T79" fmla="*/ 1374 h 1543"/>
              <a:gd name="T80" fmla="*/ 185 w 978"/>
              <a:gd name="T81" fmla="*/ 1314 h 1543"/>
              <a:gd name="T82" fmla="*/ 495 w 978"/>
              <a:gd name="T83" fmla="*/ 1344 h 1543"/>
              <a:gd name="T84" fmla="*/ 303 w 978"/>
              <a:gd name="T85" fmla="*/ 280 h 1543"/>
              <a:gd name="T86" fmla="*/ 677 w 978"/>
              <a:gd name="T87" fmla="*/ 198 h 1543"/>
              <a:gd name="T88" fmla="*/ 303 w 978"/>
              <a:gd name="T89" fmla="*/ 324 h 1543"/>
              <a:gd name="T90" fmla="*/ 484 w 978"/>
              <a:gd name="T91" fmla="*/ 60 h 1543"/>
              <a:gd name="T92" fmla="*/ 391 w 978"/>
              <a:gd name="T93" fmla="*/ 138 h 1543"/>
              <a:gd name="T94" fmla="*/ 872 w 978"/>
              <a:gd name="T95" fmla="*/ 221 h 1543"/>
              <a:gd name="T96" fmla="*/ 737 w 978"/>
              <a:gd name="T97" fmla="*/ 168 h 1543"/>
              <a:gd name="T98" fmla="*/ 637 w 978"/>
              <a:gd name="T99" fmla="*/ 138 h 1543"/>
              <a:gd name="T100" fmla="*/ 330 w 978"/>
              <a:gd name="T101" fmla="*/ 138 h 1543"/>
              <a:gd name="T102" fmla="*/ 244 w 978"/>
              <a:gd name="T103" fmla="*/ 168 h 1543"/>
              <a:gd name="T104" fmla="*/ 107 w 978"/>
              <a:gd name="T105" fmla="*/ 221 h 1543"/>
              <a:gd name="T106" fmla="*/ 0 w 978"/>
              <a:gd name="T107" fmla="*/ 1436 h 1543"/>
              <a:gd name="T108" fmla="*/ 872 w 978"/>
              <a:gd name="T109" fmla="*/ 1543 h 1543"/>
              <a:gd name="T110" fmla="*/ 978 w 978"/>
              <a:gd name="T111" fmla="*/ 327 h 1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78" h="1543">
                <a:moveTo>
                  <a:pt x="847" y="497"/>
                </a:moveTo>
                <a:lnTo>
                  <a:pt x="741" y="651"/>
                </a:lnTo>
                <a:cubicBezTo>
                  <a:pt x="736" y="658"/>
                  <a:pt x="728" y="662"/>
                  <a:pt x="720" y="663"/>
                </a:cubicBezTo>
                <a:cubicBezTo>
                  <a:pt x="719" y="663"/>
                  <a:pt x="719" y="663"/>
                  <a:pt x="719" y="663"/>
                </a:cubicBezTo>
                <a:cubicBezTo>
                  <a:pt x="711" y="663"/>
                  <a:pt x="703" y="659"/>
                  <a:pt x="698" y="653"/>
                </a:cubicBezTo>
                <a:lnTo>
                  <a:pt x="616" y="553"/>
                </a:lnTo>
                <a:cubicBezTo>
                  <a:pt x="607" y="541"/>
                  <a:pt x="608" y="525"/>
                  <a:pt x="620" y="515"/>
                </a:cubicBezTo>
                <a:cubicBezTo>
                  <a:pt x="631" y="506"/>
                  <a:pt x="648" y="508"/>
                  <a:pt x="657" y="519"/>
                </a:cubicBezTo>
                <a:lnTo>
                  <a:pt x="717" y="592"/>
                </a:lnTo>
                <a:lnTo>
                  <a:pt x="803" y="467"/>
                </a:lnTo>
                <a:cubicBezTo>
                  <a:pt x="811" y="455"/>
                  <a:pt x="828" y="452"/>
                  <a:pt x="840" y="460"/>
                </a:cubicBezTo>
                <a:cubicBezTo>
                  <a:pt x="852" y="468"/>
                  <a:pt x="855" y="485"/>
                  <a:pt x="847" y="497"/>
                </a:cubicBezTo>
                <a:close/>
                <a:moveTo>
                  <a:pt x="847" y="860"/>
                </a:moveTo>
                <a:lnTo>
                  <a:pt x="741" y="1014"/>
                </a:lnTo>
                <a:cubicBezTo>
                  <a:pt x="736" y="1021"/>
                  <a:pt x="728" y="1025"/>
                  <a:pt x="720" y="1026"/>
                </a:cubicBezTo>
                <a:cubicBezTo>
                  <a:pt x="719" y="1026"/>
                  <a:pt x="719" y="1026"/>
                  <a:pt x="719" y="1026"/>
                </a:cubicBezTo>
                <a:cubicBezTo>
                  <a:pt x="711" y="1026"/>
                  <a:pt x="703" y="1022"/>
                  <a:pt x="698" y="1016"/>
                </a:cubicBezTo>
                <a:lnTo>
                  <a:pt x="616" y="916"/>
                </a:lnTo>
                <a:cubicBezTo>
                  <a:pt x="607" y="904"/>
                  <a:pt x="608" y="888"/>
                  <a:pt x="620" y="878"/>
                </a:cubicBezTo>
                <a:cubicBezTo>
                  <a:pt x="631" y="869"/>
                  <a:pt x="648" y="871"/>
                  <a:pt x="657" y="882"/>
                </a:cubicBezTo>
                <a:lnTo>
                  <a:pt x="717" y="955"/>
                </a:lnTo>
                <a:lnTo>
                  <a:pt x="803" y="830"/>
                </a:lnTo>
                <a:cubicBezTo>
                  <a:pt x="811" y="818"/>
                  <a:pt x="828" y="815"/>
                  <a:pt x="840" y="823"/>
                </a:cubicBezTo>
                <a:cubicBezTo>
                  <a:pt x="852" y="831"/>
                  <a:pt x="855" y="848"/>
                  <a:pt x="847" y="860"/>
                </a:cubicBezTo>
                <a:close/>
                <a:moveTo>
                  <a:pt x="815" y="1336"/>
                </a:moveTo>
                <a:cubicBezTo>
                  <a:pt x="828" y="1348"/>
                  <a:pt x="828" y="1369"/>
                  <a:pt x="815" y="1381"/>
                </a:cubicBezTo>
                <a:cubicBezTo>
                  <a:pt x="809" y="1387"/>
                  <a:pt x="801" y="1390"/>
                  <a:pt x="793" y="1390"/>
                </a:cubicBezTo>
                <a:cubicBezTo>
                  <a:pt x="785" y="1390"/>
                  <a:pt x="776" y="1387"/>
                  <a:pt x="770" y="1381"/>
                </a:cubicBezTo>
                <a:lnTo>
                  <a:pt x="718" y="1329"/>
                </a:lnTo>
                <a:lnTo>
                  <a:pt x="666" y="1381"/>
                </a:lnTo>
                <a:cubicBezTo>
                  <a:pt x="660" y="1387"/>
                  <a:pt x="652" y="1390"/>
                  <a:pt x="643" y="1390"/>
                </a:cubicBezTo>
                <a:cubicBezTo>
                  <a:pt x="635" y="1390"/>
                  <a:pt x="627" y="1387"/>
                  <a:pt x="621" y="1381"/>
                </a:cubicBezTo>
                <a:cubicBezTo>
                  <a:pt x="608" y="1369"/>
                  <a:pt x="608" y="1348"/>
                  <a:pt x="621" y="1336"/>
                </a:cubicBezTo>
                <a:lnTo>
                  <a:pt x="673" y="1284"/>
                </a:lnTo>
                <a:lnTo>
                  <a:pt x="621" y="1232"/>
                </a:lnTo>
                <a:cubicBezTo>
                  <a:pt x="608" y="1219"/>
                  <a:pt x="608" y="1199"/>
                  <a:pt x="621" y="1186"/>
                </a:cubicBezTo>
                <a:cubicBezTo>
                  <a:pt x="633" y="1174"/>
                  <a:pt x="654" y="1174"/>
                  <a:pt x="666" y="1186"/>
                </a:cubicBezTo>
                <a:lnTo>
                  <a:pt x="718" y="1238"/>
                </a:lnTo>
                <a:lnTo>
                  <a:pt x="770" y="1186"/>
                </a:lnTo>
                <a:cubicBezTo>
                  <a:pt x="783" y="1174"/>
                  <a:pt x="803" y="1174"/>
                  <a:pt x="815" y="1186"/>
                </a:cubicBezTo>
                <a:cubicBezTo>
                  <a:pt x="828" y="1199"/>
                  <a:pt x="828" y="1219"/>
                  <a:pt x="815" y="1232"/>
                </a:cubicBezTo>
                <a:lnTo>
                  <a:pt x="763" y="1284"/>
                </a:lnTo>
                <a:lnTo>
                  <a:pt x="815" y="1336"/>
                </a:lnTo>
                <a:close/>
                <a:moveTo>
                  <a:pt x="465" y="539"/>
                </a:moveTo>
                <a:lnTo>
                  <a:pt x="185" y="539"/>
                </a:lnTo>
                <a:cubicBezTo>
                  <a:pt x="168" y="539"/>
                  <a:pt x="155" y="526"/>
                  <a:pt x="155" y="509"/>
                </a:cubicBezTo>
                <a:cubicBezTo>
                  <a:pt x="155" y="493"/>
                  <a:pt x="168" y="480"/>
                  <a:pt x="185" y="480"/>
                </a:cubicBezTo>
                <a:lnTo>
                  <a:pt x="465" y="480"/>
                </a:lnTo>
                <a:cubicBezTo>
                  <a:pt x="481" y="480"/>
                  <a:pt x="495" y="493"/>
                  <a:pt x="495" y="509"/>
                </a:cubicBezTo>
                <a:cubicBezTo>
                  <a:pt x="495" y="526"/>
                  <a:pt x="481" y="539"/>
                  <a:pt x="465" y="539"/>
                </a:cubicBezTo>
                <a:close/>
                <a:moveTo>
                  <a:pt x="465" y="671"/>
                </a:moveTo>
                <a:lnTo>
                  <a:pt x="185" y="671"/>
                </a:lnTo>
                <a:cubicBezTo>
                  <a:pt x="168" y="671"/>
                  <a:pt x="155" y="657"/>
                  <a:pt x="155" y="641"/>
                </a:cubicBezTo>
                <a:cubicBezTo>
                  <a:pt x="155" y="624"/>
                  <a:pt x="168" y="611"/>
                  <a:pt x="185" y="611"/>
                </a:cubicBezTo>
                <a:lnTo>
                  <a:pt x="465" y="611"/>
                </a:lnTo>
                <a:cubicBezTo>
                  <a:pt x="481" y="611"/>
                  <a:pt x="495" y="624"/>
                  <a:pt x="495" y="641"/>
                </a:cubicBezTo>
                <a:cubicBezTo>
                  <a:pt x="495" y="657"/>
                  <a:pt x="481" y="671"/>
                  <a:pt x="465" y="671"/>
                </a:cubicBezTo>
                <a:close/>
                <a:moveTo>
                  <a:pt x="465" y="891"/>
                </a:moveTo>
                <a:lnTo>
                  <a:pt x="185" y="891"/>
                </a:lnTo>
                <a:cubicBezTo>
                  <a:pt x="168" y="891"/>
                  <a:pt x="155" y="878"/>
                  <a:pt x="155" y="861"/>
                </a:cubicBezTo>
                <a:cubicBezTo>
                  <a:pt x="155" y="845"/>
                  <a:pt x="168" y="831"/>
                  <a:pt x="185" y="831"/>
                </a:cubicBezTo>
                <a:lnTo>
                  <a:pt x="465" y="831"/>
                </a:lnTo>
                <a:cubicBezTo>
                  <a:pt x="481" y="831"/>
                  <a:pt x="495" y="845"/>
                  <a:pt x="495" y="861"/>
                </a:cubicBezTo>
                <a:cubicBezTo>
                  <a:pt x="495" y="878"/>
                  <a:pt x="481" y="891"/>
                  <a:pt x="465" y="891"/>
                </a:cubicBezTo>
                <a:close/>
                <a:moveTo>
                  <a:pt x="465" y="1022"/>
                </a:moveTo>
                <a:lnTo>
                  <a:pt x="185" y="1022"/>
                </a:lnTo>
                <a:cubicBezTo>
                  <a:pt x="168" y="1022"/>
                  <a:pt x="155" y="1009"/>
                  <a:pt x="155" y="992"/>
                </a:cubicBezTo>
                <a:cubicBezTo>
                  <a:pt x="155" y="976"/>
                  <a:pt x="168" y="963"/>
                  <a:pt x="185" y="963"/>
                </a:cubicBezTo>
                <a:lnTo>
                  <a:pt x="465" y="963"/>
                </a:lnTo>
                <a:cubicBezTo>
                  <a:pt x="481" y="963"/>
                  <a:pt x="495" y="976"/>
                  <a:pt x="495" y="992"/>
                </a:cubicBezTo>
                <a:cubicBezTo>
                  <a:pt x="495" y="1009"/>
                  <a:pt x="481" y="1022"/>
                  <a:pt x="465" y="1022"/>
                </a:cubicBezTo>
                <a:close/>
                <a:moveTo>
                  <a:pt x="465" y="1243"/>
                </a:moveTo>
                <a:lnTo>
                  <a:pt x="185" y="1243"/>
                </a:lnTo>
                <a:cubicBezTo>
                  <a:pt x="168" y="1243"/>
                  <a:pt x="155" y="1229"/>
                  <a:pt x="155" y="1213"/>
                </a:cubicBezTo>
                <a:cubicBezTo>
                  <a:pt x="155" y="1196"/>
                  <a:pt x="168" y="1183"/>
                  <a:pt x="185" y="1183"/>
                </a:cubicBezTo>
                <a:lnTo>
                  <a:pt x="465" y="1183"/>
                </a:lnTo>
                <a:cubicBezTo>
                  <a:pt x="481" y="1183"/>
                  <a:pt x="495" y="1196"/>
                  <a:pt x="495" y="1213"/>
                </a:cubicBezTo>
                <a:cubicBezTo>
                  <a:pt x="495" y="1229"/>
                  <a:pt x="481" y="1243"/>
                  <a:pt x="465" y="1243"/>
                </a:cubicBezTo>
                <a:close/>
                <a:moveTo>
                  <a:pt x="465" y="1374"/>
                </a:moveTo>
                <a:lnTo>
                  <a:pt x="185" y="1374"/>
                </a:lnTo>
                <a:cubicBezTo>
                  <a:pt x="168" y="1374"/>
                  <a:pt x="155" y="1361"/>
                  <a:pt x="155" y="1344"/>
                </a:cubicBezTo>
                <a:cubicBezTo>
                  <a:pt x="155" y="1328"/>
                  <a:pt x="168" y="1314"/>
                  <a:pt x="185" y="1314"/>
                </a:cubicBezTo>
                <a:lnTo>
                  <a:pt x="465" y="1314"/>
                </a:lnTo>
                <a:cubicBezTo>
                  <a:pt x="481" y="1314"/>
                  <a:pt x="495" y="1328"/>
                  <a:pt x="495" y="1344"/>
                </a:cubicBezTo>
                <a:cubicBezTo>
                  <a:pt x="495" y="1361"/>
                  <a:pt x="481" y="1374"/>
                  <a:pt x="465" y="1374"/>
                </a:cubicBezTo>
                <a:close/>
                <a:moveTo>
                  <a:pt x="303" y="280"/>
                </a:moveTo>
                <a:lnTo>
                  <a:pt x="303" y="198"/>
                </a:lnTo>
                <a:lnTo>
                  <a:pt x="677" y="198"/>
                </a:lnTo>
                <a:lnTo>
                  <a:pt x="677" y="324"/>
                </a:lnTo>
                <a:lnTo>
                  <a:pt x="303" y="324"/>
                </a:lnTo>
                <a:lnTo>
                  <a:pt x="303" y="280"/>
                </a:lnTo>
                <a:close/>
                <a:moveTo>
                  <a:pt x="484" y="60"/>
                </a:moveTo>
                <a:cubicBezTo>
                  <a:pt x="530" y="60"/>
                  <a:pt x="569" y="94"/>
                  <a:pt x="577" y="138"/>
                </a:cubicBezTo>
                <a:lnTo>
                  <a:pt x="391" y="138"/>
                </a:lnTo>
                <a:cubicBezTo>
                  <a:pt x="398" y="94"/>
                  <a:pt x="437" y="60"/>
                  <a:pt x="484" y="60"/>
                </a:cubicBezTo>
                <a:close/>
                <a:moveTo>
                  <a:pt x="872" y="221"/>
                </a:moveTo>
                <a:lnTo>
                  <a:pt x="737" y="221"/>
                </a:lnTo>
                <a:lnTo>
                  <a:pt x="737" y="168"/>
                </a:lnTo>
                <a:cubicBezTo>
                  <a:pt x="737" y="152"/>
                  <a:pt x="723" y="138"/>
                  <a:pt x="707" y="138"/>
                </a:cubicBezTo>
                <a:lnTo>
                  <a:pt x="637" y="138"/>
                </a:lnTo>
                <a:cubicBezTo>
                  <a:pt x="629" y="61"/>
                  <a:pt x="563" y="0"/>
                  <a:pt x="484" y="0"/>
                </a:cubicBezTo>
                <a:cubicBezTo>
                  <a:pt x="404" y="0"/>
                  <a:pt x="338" y="61"/>
                  <a:pt x="330" y="138"/>
                </a:cubicBezTo>
                <a:lnTo>
                  <a:pt x="273" y="138"/>
                </a:lnTo>
                <a:cubicBezTo>
                  <a:pt x="257" y="138"/>
                  <a:pt x="244" y="152"/>
                  <a:pt x="244" y="168"/>
                </a:cubicBezTo>
                <a:lnTo>
                  <a:pt x="244" y="221"/>
                </a:lnTo>
                <a:lnTo>
                  <a:pt x="107" y="221"/>
                </a:lnTo>
                <a:cubicBezTo>
                  <a:pt x="48" y="221"/>
                  <a:pt x="0" y="268"/>
                  <a:pt x="0" y="327"/>
                </a:cubicBezTo>
                <a:lnTo>
                  <a:pt x="0" y="1436"/>
                </a:lnTo>
                <a:cubicBezTo>
                  <a:pt x="0" y="1495"/>
                  <a:pt x="48" y="1543"/>
                  <a:pt x="107" y="1543"/>
                </a:cubicBezTo>
                <a:lnTo>
                  <a:pt x="872" y="1543"/>
                </a:lnTo>
                <a:cubicBezTo>
                  <a:pt x="930" y="1543"/>
                  <a:pt x="978" y="1495"/>
                  <a:pt x="978" y="1436"/>
                </a:cubicBezTo>
                <a:lnTo>
                  <a:pt x="978" y="327"/>
                </a:lnTo>
                <a:cubicBezTo>
                  <a:pt x="978" y="268"/>
                  <a:pt x="930" y="221"/>
                  <a:pt x="872" y="221"/>
                </a:cubicBezTo>
                <a:close/>
              </a:path>
            </a:pathLst>
          </a:custGeom>
          <a:solidFill>
            <a:schemeClr val="tx1">
              <a:lumMod val="50000"/>
              <a:lumOff val="50000"/>
            </a:schemeClr>
          </a:solidFill>
          <a:ln w="19050">
            <a:solidFill>
              <a:schemeClr val="bg1"/>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212" name="Notepad" descr="{&quot;Key&quot;:&quot;POWER_USER_SHAPE_ICON&quot;,&quot;Value&quot;:&quot;POWER_USER_SHAPE_ICON_STYLE_1&quot;}">
            <a:extLst>
              <a:ext uri="{FF2B5EF4-FFF2-40B4-BE49-F238E27FC236}">
                <a16:creationId xmlns:a16="http://schemas.microsoft.com/office/drawing/2014/main" id="{BA09D25B-F593-7A5B-8D52-DEA5C373E874}"/>
              </a:ext>
            </a:extLst>
          </p:cNvPr>
          <p:cNvGrpSpPr>
            <a:grpSpLocks noChangeAspect="1"/>
          </p:cNvGrpSpPr>
          <p:nvPr/>
        </p:nvGrpSpPr>
        <p:grpSpPr>
          <a:xfrm>
            <a:off x="9784308" y="1565961"/>
            <a:ext cx="432000" cy="468097"/>
            <a:chOff x="6288088" y="2614613"/>
            <a:chExt cx="588963" cy="638175"/>
          </a:xfrm>
          <a:solidFill>
            <a:srgbClr val="677489"/>
          </a:solidFill>
        </p:grpSpPr>
        <p:sp>
          <p:nvSpPr>
            <p:cNvPr id="1213" name="Freeform 269">
              <a:extLst>
                <a:ext uri="{FF2B5EF4-FFF2-40B4-BE49-F238E27FC236}">
                  <a16:creationId xmlns:a16="http://schemas.microsoft.com/office/drawing/2014/main" id="{85DD6F31-0ECA-201A-5BA9-9AC072B5ABED}"/>
                </a:ext>
              </a:extLst>
            </p:cNvPr>
            <p:cNvSpPr>
              <a:spLocks/>
            </p:cNvSpPr>
            <p:nvPr/>
          </p:nvSpPr>
          <p:spPr bwMode="auto">
            <a:xfrm>
              <a:off x="6338888" y="2862263"/>
              <a:ext cx="320675" cy="20638"/>
            </a:xfrm>
            <a:custGeom>
              <a:avLst/>
              <a:gdLst>
                <a:gd name="T0" fmla="*/ 538 w 538"/>
                <a:gd name="T1" fmla="*/ 16 h 33"/>
                <a:gd name="T2" fmla="*/ 521 w 538"/>
                <a:gd name="T3" fmla="*/ 0 h 33"/>
                <a:gd name="T4" fmla="*/ 17 w 538"/>
                <a:gd name="T5" fmla="*/ 0 h 33"/>
                <a:gd name="T6" fmla="*/ 0 w 538"/>
                <a:gd name="T7" fmla="*/ 16 h 33"/>
                <a:gd name="T8" fmla="*/ 17 w 538"/>
                <a:gd name="T9" fmla="*/ 33 h 33"/>
                <a:gd name="T10" fmla="*/ 521 w 538"/>
                <a:gd name="T11" fmla="*/ 33 h 33"/>
                <a:gd name="T12" fmla="*/ 538 w 538"/>
                <a:gd name="T13" fmla="*/ 16 h 33"/>
              </a:gdLst>
              <a:ahLst/>
              <a:cxnLst>
                <a:cxn ang="0">
                  <a:pos x="T0" y="T1"/>
                </a:cxn>
                <a:cxn ang="0">
                  <a:pos x="T2" y="T3"/>
                </a:cxn>
                <a:cxn ang="0">
                  <a:pos x="T4" y="T5"/>
                </a:cxn>
                <a:cxn ang="0">
                  <a:pos x="T6" y="T7"/>
                </a:cxn>
                <a:cxn ang="0">
                  <a:pos x="T8" y="T9"/>
                </a:cxn>
                <a:cxn ang="0">
                  <a:pos x="T10" y="T11"/>
                </a:cxn>
                <a:cxn ang="0">
                  <a:pos x="T12" y="T13"/>
                </a:cxn>
              </a:cxnLst>
              <a:rect l="0" t="0" r="r" b="b"/>
              <a:pathLst>
                <a:path w="538" h="33">
                  <a:moveTo>
                    <a:pt x="538" y="16"/>
                  </a:moveTo>
                  <a:cubicBezTo>
                    <a:pt x="538" y="7"/>
                    <a:pt x="531" y="0"/>
                    <a:pt x="521" y="0"/>
                  </a:cubicBezTo>
                  <a:lnTo>
                    <a:pt x="17" y="0"/>
                  </a:lnTo>
                  <a:cubicBezTo>
                    <a:pt x="8" y="0"/>
                    <a:pt x="0" y="7"/>
                    <a:pt x="0" y="16"/>
                  </a:cubicBezTo>
                  <a:cubicBezTo>
                    <a:pt x="0" y="26"/>
                    <a:pt x="8" y="33"/>
                    <a:pt x="17" y="33"/>
                  </a:cubicBezTo>
                  <a:lnTo>
                    <a:pt x="521" y="33"/>
                  </a:lnTo>
                  <a:cubicBezTo>
                    <a:pt x="531" y="33"/>
                    <a:pt x="538" y="26"/>
                    <a:pt x="538" y="16"/>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4" name="Freeform 270">
              <a:extLst>
                <a:ext uri="{FF2B5EF4-FFF2-40B4-BE49-F238E27FC236}">
                  <a16:creationId xmlns:a16="http://schemas.microsoft.com/office/drawing/2014/main" id="{811757A3-D5C2-86DD-2E62-C6868E5761D4}"/>
                </a:ext>
              </a:extLst>
            </p:cNvPr>
            <p:cNvSpPr>
              <a:spLocks/>
            </p:cNvSpPr>
            <p:nvPr/>
          </p:nvSpPr>
          <p:spPr bwMode="auto">
            <a:xfrm>
              <a:off x="6338888" y="2938463"/>
              <a:ext cx="314325" cy="19050"/>
            </a:xfrm>
            <a:custGeom>
              <a:avLst/>
              <a:gdLst>
                <a:gd name="T0" fmla="*/ 526 w 526"/>
                <a:gd name="T1" fmla="*/ 17 h 33"/>
                <a:gd name="T2" fmla="*/ 510 w 526"/>
                <a:gd name="T3" fmla="*/ 0 h 33"/>
                <a:gd name="T4" fmla="*/ 17 w 526"/>
                <a:gd name="T5" fmla="*/ 0 h 33"/>
                <a:gd name="T6" fmla="*/ 0 w 526"/>
                <a:gd name="T7" fmla="*/ 17 h 33"/>
                <a:gd name="T8" fmla="*/ 17 w 526"/>
                <a:gd name="T9" fmla="*/ 33 h 33"/>
                <a:gd name="T10" fmla="*/ 510 w 526"/>
                <a:gd name="T11" fmla="*/ 33 h 33"/>
                <a:gd name="T12" fmla="*/ 526 w 526"/>
                <a:gd name="T13" fmla="*/ 17 h 33"/>
              </a:gdLst>
              <a:ahLst/>
              <a:cxnLst>
                <a:cxn ang="0">
                  <a:pos x="T0" y="T1"/>
                </a:cxn>
                <a:cxn ang="0">
                  <a:pos x="T2" y="T3"/>
                </a:cxn>
                <a:cxn ang="0">
                  <a:pos x="T4" y="T5"/>
                </a:cxn>
                <a:cxn ang="0">
                  <a:pos x="T6" y="T7"/>
                </a:cxn>
                <a:cxn ang="0">
                  <a:pos x="T8" y="T9"/>
                </a:cxn>
                <a:cxn ang="0">
                  <a:pos x="T10" y="T11"/>
                </a:cxn>
                <a:cxn ang="0">
                  <a:pos x="T12" y="T13"/>
                </a:cxn>
              </a:cxnLst>
              <a:rect l="0" t="0" r="r" b="b"/>
              <a:pathLst>
                <a:path w="526" h="33">
                  <a:moveTo>
                    <a:pt x="526" y="17"/>
                  </a:moveTo>
                  <a:cubicBezTo>
                    <a:pt x="526" y="7"/>
                    <a:pt x="519" y="0"/>
                    <a:pt x="510" y="0"/>
                  </a:cubicBezTo>
                  <a:lnTo>
                    <a:pt x="17" y="0"/>
                  </a:lnTo>
                  <a:cubicBezTo>
                    <a:pt x="8" y="0"/>
                    <a:pt x="0" y="7"/>
                    <a:pt x="0" y="17"/>
                  </a:cubicBezTo>
                  <a:cubicBezTo>
                    <a:pt x="0" y="26"/>
                    <a:pt x="8" y="33"/>
                    <a:pt x="17" y="33"/>
                  </a:cubicBezTo>
                  <a:lnTo>
                    <a:pt x="510" y="33"/>
                  </a:lnTo>
                  <a:cubicBezTo>
                    <a:pt x="519" y="33"/>
                    <a:pt x="526" y="26"/>
                    <a:pt x="526" y="17"/>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5" name="Freeform 271">
              <a:extLst>
                <a:ext uri="{FF2B5EF4-FFF2-40B4-BE49-F238E27FC236}">
                  <a16:creationId xmlns:a16="http://schemas.microsoft.com/office/drawing/2014/main" id="{1BD22944-8DB4-3F2F-2113-F595309C8CBF}"/>
                </a:ext>
              </a:extLst>
            </p:cNvPr>
            <p:cNvSpPr>
              <a:spLocks/>
            </p:cNvSpPr>
            <p:nvPr/>
          </p:nvSpPr>
          <p:spPr bwMode="auto">
            <a:xfrm>
              <a:off x="6338888" y="3013076"/>
              <a:ext cx="239713" cy="20638"/>
            </a:xfrm>
            <a:custGeom>
              <a:avLst/>
              <a:gdLst>
                <a:gd name="T0" fmla="*/ 402 w 402"/>
                <a:gd name="T1" fmla="*/ 17 h 33"/>
                <a:gd name="T2" fmla="*/ 386 w 402"/>
                <a:gd name="T3" fmla="*/ 0 h 33"/>
                <a:gd name="T4" fmla="*/ 17 w 402"/>
                <a:gd name="T5" fmla="*/ 0 h 33"/>
                <a:gd name="T6" fmla="*/ 0 w 402"/>
                <a:gd name="T7" fmla="*/ 17 h 33"/>
                <a:gd name="T8" fmla="*/ 17 w 402"/>
                <a:gd name="T9" fmla="*/ 33 h 33"/>
                <a:gd name="T10" fmla="*/ 386 w 402"/>
                <a:gd name="T11" fmla="*/ 33 h 33"/>
                <a:gd name="T12" fmla="*/ 402 w 402"/>
                <a:gd name="T13" fmla="*/ 17 h 33"/>
              </a:gdLst>
              <a:ahLst/>
              <a:cxnLst>
                <a:cxn ang="0">
                  <a:pos x="T0" y="T1"/>
                </a:cxn>
                <a:cxn ang="0">
                  <a:pos x="T2" y="T3"/>
                </a:cxn>
                <a:cxn ang="0">
                  <a:pos x="T4" y="T5"/>
                </a:cxn>
                <a:cxn ang="0">
                  <a:pos x="T6" y="T7"/>
                </a:cxn>
                <a:cxn ang="0">
                  <a:pos x="T8" y="T9"/>
                </a:cxn>
                <a:cxn ang="0">
                  <a:pos x="T10" y="T11"/>
                </a:cxn>
                <a:cxn ang="0">
                  <a:pos x="T12" y="T13"/>
                </a:cxn>
              </a:cxnLst>
              <a:rect l="0" t="0" r="r" b="b"/>
              <a:pathLst>
                <a:path w="402" h="33">
                  <a:moveTo>
                    <a:pt x="402" y="17"/>
                  </a:moveTo>
                  <a:cubicBezTo>
                    <a:pt x="402" y="7"/>
                    <a:pt x="395" y="0"/>
                    <a:pt x="386" y="0"/>
                  </a:cubicBezTo>
                  <a:lnTo>
                    <a:pt x="17" y="0"/>
                  </a:lnTo>
                  <a:cubicBezTo>
                    <a:pt x="8" y="0"/>
                    <a:pt x="0" y="7"/>
                    <a:pt x="0" y="17"/>
                  </a:cubicBezTo>
                  <a:cubicBezTo>
                    <a:pt x="0" y="26"/>
                    <a:pt x="8" y="33"/>
                    <a:pt x="17" y="33"/>
                  </a:cubicBezTo>
                  <a:lnTo>
                    <a:pt x="386" y="33"/>
                  </a:lnTo>
                  <a:cubicBezTo>
                    <a:pt x="395" y="33"/>
                    <a:pt x="402" y="26"/>
                    <a:pt x="402" y="17"/>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6" name="Freeform 272">
              <a:extLst>
                <a:ext uri="{FF2B5EF4-FFF2-40B4-BE49-F238E27FC236}">
                  <a16:creationId xmlns:a16="http://schemas.microsoft.com/office/drawing/2014/main" id="{4AABD28E-057D-9709-5F34-FED57969E5A9}"/>
                </a:ext>
              </a:extLst>
            </p:cNvPr>
            <p:cNvSpPr>
              <a:spLocks/>
            </p:cNvSpPr>
            <p:nvPr/>
          </p:nvSpPr>
          <p:spPr bwMode="auto">
            <a:xfrm>
              <a:off x="6338888" y="3089276"/>
              <a:ext cx="171450" cy="19050"/>
            </a:xfrm>
            <a:custGeom>
              <a:avLst/>
              <a:gdLst>
                <a:gd name="T0" fmla="*/ 17 w 286"/>
                <a:gd name="T1" fmla="*/ 0 h 34"/>
                <a:gd name="T2" fmla="*/ 0 w 286"/>
                <a:gd name="T3" fmla="*/ 17 h 34"/>
                <a:gd name="T4" fmla="*/ 17 w 286"/>
                <a:gd name="T5" fmla="*/ 34 h 34"/>
                <a:gd name="T6" fmla="*/ 269 w 286"/>
                <a:gd name="T7" fmla="*/ 34 h 34"/>
                <a:gd name="T8" fmla="*/ 286 w 286"/>
                <a:gd name="T9" fmla="*/ 17 h 34"/>
                <a:gd name="T10" fmla="*/ 269 w 286"/>
                <a:gd name="T11" fmla="*/ 0 h 34"/>
                <a:gd name="T12" fmla="*/ 17 w 286"/>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286" h="34">
                  <a:moveTo>
                    <a:pt x="17" y="0"/>
                  </a:moveTo>
                  <a:cubicBezTo>
                    <a:pt x="8" y="0"/>
                    <a:pt x="0" y="8"/>
                    <a:pt x="0" y="17"/>
                  </a:cubicBezTo>
                  <a:cubicBezTo>
                    <a:pt x="0" y="26"/>
                    <a:pt x="8" y="34"/>
                    <a:pt x="17" y="34"/>
                  </a:cubicBezTo>
                  <a:lnTo>
                    <a:pt x="269" y="34"/>
                  </a:lnTo>
                  <a:cubicBezTo>
                    <a:pt x="278" y="34"/>
                    <a:pt x="286" y="26"/>
                    <a:pt x="286" y="17"/>
                  </a:cubicBezTo>
                  <a:cubicBezTo>
                    <a:pt x="286" y="8"/>
                    <a:pt x="278" y="0"/>
                    <a:pt x="269" y="0"/>
                  </a:cubicBezTo>
                  <a:lnTo>
                    <a:pt x="17"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7" name="Freeform 273">
              <a:extLst>
                <a:ext uri="{FF2B5EF4-FFF2-40B4-BE49-F238E27FC236}">
                  <a16:creationId xmlns:a16="http://schemas.microsoft.com/office/drawing/2014/main" id="{F3821D5B-8CE0-3C10-3B45-14D96E8451C0}"/>
                </a:ext>
              </a:extLst>
            </p:cNvPr>
            <p:cNvSpPr>
              <a:spLocks/>
            </p:cNvSpPr>
            <p:nvPr/>
          </p:nvSpPr>
          <p:spPr bwMode="auto">
            <a:xfrm>
              <a:off x="6338888" y="2786063"/>
              <a:ext cx="320675" cy="20638"/>
            </a:xfrm>
            <a:custGeom>
              <a:avLst/>
              <a:gdLst>
                <a:gd name="T0" fmla="*/ 521 w 538"/>
                <a:gd name="T1" fmla="*/ 0 h 34"/>
                <a:gd name="T2" fmla="*/ 17 w 538"/>
                <a:gd name="T3" fmla="*/ 0 h 34"/>
                <a:gd name="T4" fmla="*/ 0 w 538"/>
                <a:gd name="T5" fmla="*/ 17 h 34"/>
                <a:gd name="T6" fmla="*/ 17 w 538"/>
                <a:gd name="T7" fmla="*/ 34 h 34"/>
                <a:gd name="T8" fmla="*/ 521 w 538"/>
                <a:gd name="T9" fmla="*/ 34 h 34"/>
                <a:gd name="T10" fmla="*/ 538 w 538"/>
                <a:gd name="T11" fmla="*/ 17 h 34"/>
                <a:gd name="T12" fmla="*/ 521 w 538"/>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538" h="34">
                  <a:moveTo>
                    <a:pt x="521" y="0"/>
                  </a:moveTo>
                  <a:lnTo>
                    <a:pt x="17" y="0"/>
                  </a:lnTo>
                  <a:cubicBezTo>
                    <a:pt x="8" y="0"/>
                    <a:pt x="0" y="8"/>
                    <a:pt x="0" y="17"/>
                  </a:cubicBezTo>
                  <a:cubicBezTo>
                    <a:pt x="0" y="26"/>
                    <a:pt x="8" y="34"/>
                    <a:pt x="17" y="34"/>
                  </a:cubicBezTo>
                  <a:lnTo>
                    <a:pt x="521" y="34"/>
                  </a:lnTo>
                  <a:cubicBezTo>
                    <a:pt x="531" y="34"/>
                    <a:pt x="538" y="26"/>
                    <a:pt x="538" y="17"/>
                  </a:cubicBezTo>
                  <a:cubicBezTo>
                    <a:pt x="538" y="8"/>
                    <a:pt x="531" y="0"/>
                    <a:pt x="521" y="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8" name="Freeform 274">
              <a:extLst>
                <a:ext uri="{FF2B5EF4-FFF2-40B4-BE49-F238E27FC236}">
                  <a16:creationId xmlns:a16="http://schemas.microsoft.com/office/drawing/2014/main" id="{4B3B1BA2-5677-1CAB-5ED6-899C9EF57BB8}"/>
                </a:ext>
              </a:extLst>
            </p:cNvPr>
            <p:cNvSpPr>
              <a:spLocks/>
            </p:cNvSpPr>
            <p:nvPr/>
          </p:nvSpPr>
          <p:spPr bwMode="auto">
            <a:xfrm>
              <a:off x="6338888" y="2711451"/>
              <a:ext cx="320675" cy="20638"/>
            </a:xfrm>
            <a:custGeom>
              <a:avLst/>
              <a:gdLst>
                <a:gd name="T0" fmla="*/ 521 w 538"/>
                <a:gd name="T1" fmla="*/ 0 h 34"/>
                <a:gd name="T2" fmla="*/ 17 w 538"/>
                <a:gd name="T3" fmla="*/ 0 h 34"/>
                <a:gd name="T4" fmla="*/ 0 w 538"/>
                <a:gd name="T5" fmla="*/ 17 h 34"/>
                <a:gd name="T6" fmla="*/ 17 w 538"/>
                <a:gd name="T7" fmla="*/ 34 h 34"/>
                <a:gd name="T8" fmla="*/ 521 w 538"/>
                <a:gd name="T9" fmla="*/ 34 h 34"/>
                <a:gd name="T10" fmla="*/ 538 w 538"/>
                <a:gd name="T11" fmla="*/ 17 h 34"/>
                <a:gd name="T12" fmla="*/ 521 w 538"/>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538" h="34">
                  <a:moveTo>
                    <a:pt x="521" y="0"/>
                  </a:moveTo>
                  <a:lnTo>
                    <a:pt x="17" y="0"/>
                  </a:lnTo>
                  <a:cubicBezTo>
                    <a:pt x="8" y="0"/>
                    <a:pt x="0" y="8"/>
                    <a:pt x="0" y="17"/>
                  </a:cubicBezTo>
                  <a:cubicBezTo>
                    <a:pt x="0" y="26"/>
                    <a:pt x="8" y="34"/>
                    <a:pt x="17" y="34"/>
                  </a:cubicBezTo>
                  <a:lnTo>
                    <a:pt x="521" y="34"/>
                  </a:lnTo>
                  <a:cubicBezTo>
                    <a:pt x="531" y="34"/>
                    <a:pt x="538" y="26"/>
                    <a:pt x="538" y="17"/>
                  </a:cubicBezTo>
                  <a:cubicBezTo>
                    <a:pt x="538" y="8"/>
                    <a:pt x="531" y="0"/>
                    <a:pt x="521" y="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9" name="Freeform 275">
              <a:extLst>
                <a:ext uri="{FF2B5EF4-FFF2-40B4-BE49-F238E27FC236}">
                  <a16:creationId xmlns:a16="http://schemas.microsoft.com/office/drawing/2014/main" id="{BE5933B8-EF8F-B506-94C8-DE188C37A6D9}"/>
                </a:ext>
              </a:extLst>
            </p:cNvPr>
            <p:cNvSpPr>
              <a:spLocks/>
            </p:cNvSpPr>
            <p:nvPr/>
          </p:nvSpPr>
          <p:spPr bwMode="auto">
            <a:xfrm>
              <a:off x="6635750" y="3128963"/>
              <a:ext cx="74613" cy="76200"/>
            </a:xfrm>
            <a:custGeom>
              <a:avLst/>
              <a:gdLst>
                <a:gd name="T0" fmla="*/ 109 w 125"/>
                <a:gd name="T1" fmla="*/ 0 h 126"/>
                <a:gd name="T2" fmla="*/ 92 w 125"/>
                <a:gd name="T3" fmla="*/ 16 h 126"/>
                <a:gd name="T4" fmla="*/ 92 w 125"/>
                <a:gd name="T5" fmla="*/ 63 h 126"/>
                <a:gd name="T6" fmla="*/ 61 w 125"/>
                <a:gd name="T7" fmla="*/ 93 h 126"/>
                <a:gd name="T8" fmla="*/ 16 w 125"/>
                <a:gd name="T9" fmla="*/ 93 h 126"/>
                <a:gd name="T10" fmla="*/ 0 w 125"/>
                <a:gd name="T11" fmla="*/ 110 h 126"/>
                <a:gd name="T12" fmla="*/ 16 w 125"/>
                <a:gd name="T13" fmla="*/ 126 h 126"/>
                <a:gd name="T14" fmla="*/ 61 w 125"/>
                <a:gd name="T15" fmla="*/ 126 h 126"/>
                <a:gd name="T16" fmla="*/ 125 w 125"/>
                <a:gd name="T17" fmla="*/ 63 h 126"/>
                <a:gd name="T18" fmla="*/ 125 w 125"/>
                <a:gd name="T19" fmla="*/ 16 h 126"/>
                <a:gd name="T20" fmla="*/ 109 w 125"/>
                <a:gd name="T21"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5" h="126">
                  <a:moveTo>
                    <a:pt x="109" y="0"/>
                  </a:moveTo>
                  <a:cubicBezTo>
                    <a:pt x="99" y="0"/>
                    <a:pt x="92" y="7"/>
                    <a:pt x="92" y="16"/>
                  </a:cubicBezTo>
                  <a:lnTo>
                    <a:pt x="92" y="63"/>
                  </a:lnTo>
                  <a:cubicBezTo>
                    <a:pt x="92" y="79"/>
                    <a:pt x="78" y="93"/>
                    <a:pt x="61" y="93"/>
                  </a:cubicBezTo>
                  <a:lnTo>
                    <a:pt x="16" y="93"/>
                  </a:lnTo>
                  <a:cubicBezTo>
                    <a:pt x="7" y="93"/>
                    <a:pt x="0" y="101"/>
                    <a:pt x="0" y="110"/>
                  </a:cubicBezTo>
                  <a:cubicBezTo>
                    <a:pt x="0" y="119"/>
                    <a:pt x="7" y="126"/>
                    <a:pt x="16" y="126"/>
                  </a:cubicBezTo>
                  <a:lnTo>
                    <a:pt x="61" y="126"/>
                  </a:lnTo>
                  <a:cubicBezTo>
                    <a:pt x="97" y="126"/>
                    <a:pt x="125" y="98"/>
                    <a:pt x="125" y="63"/>
                  </a:cubicBezTo>
                  <a:lnTo>
                    <a:pt x="125" y="16"/>
                  </a:lnTo>
                  <a:cubicBezTo>
                    <a:pt x="125" y="7"/>
                    <a:pt x="118" y="0"/>
                    <a:pt x="109" y="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0" name="Freeform 276">
              <a:extLst>
                <a:ext uri="{FF2B5EF4-FFF2-40B4-BE49-F238E27FC236}">
                  <a16:creationId xmlns:a16="http://schemas.microsoft.com/office/drawing/2014/main" id="{72E32EAF-284C-C7E8-4157-C3BBE36D597D}"/>
                </a:ext>
              </a:extLst>
            </p:cNvPr>
            <p:cNvSpPr>
              <a:spLocks/>
            </p:cNvSpPr>
            <p:nvPr/>
          </p:nvSpPr>
          <p:spPr bwMode="auto">
            <a:xfrm>
              <a:off x="6288088" y="2614613"/>
              <a:ext cx="422275" cy="590550"/>
            </a:xfrm>
            <a:custGeom>
              <a:avLst/>
              <a:gdLst>
                <a:gd name="T0" fmla="*/ 272 w 706"/>
                <a:gd name="T1" fmla="*/ 953 h 986"/>
                <a:gd name="T2" fmla="*/ 64 w 706"/>
                <a:gd name="T3" fmla="*/ 953 h 986"/>
                <a:gd name="T4" fmla="*/ 33 w 706"/>
                <a:gd name="T5" fmla="*/ 923 h 986"/>
                <a:gd name="T6" fmla="*/ 33 w 706"/>
                <a:gd name="T7" fmla="*/ 64 h 986"/>
                <a:gd name="T8" fmla="*/ 64 w 706"/>
                <a:gd name="T9" fmla="*/ 34 h 986"/>
                <a:gd name="T10" fmla="*/ 218 w 706"/>
                <a:gd name="T11" fmla="*/ 34 h 986"/>
                <a:gd name="T12" fmla="*/ 643 w 706"/>
                <a:gd name="T13" fmla="*/ 34 h 986"/>
                <a:gd name="T14" fmla="*/ 673 w 706"/>
                <a:gd name="T15" fmla="*/ 64 h 986"/>
                <a:gd name="T16" fmla="*/ 673 w 706"/>
                <a:gd name="T17" fmla="*/ 479 h 986"/>
                <a:gd name="T18" fmla="*/ 690 w 706"/>
                <a:gd name="T19" fmla="*/ 496 h 986"/>
                <a:gd name="T20" fmla="*/ 706 w 706"/>
                <a:gd name="T21" fmla="*/ 479 h 986"/>
                <a:gd name="T22" fmla="*/ 706 w 706"/>
                <a:gd name="T23" fmla="*/ 64 h 986"/>
                <a:gd name="T24" fmla="*/ 643 w 706"/>
                <a:gd name="T25" fmla="*/ 0 h 986"/>
                <a:gd name="T26" fmla="*/ 218 w 706"/>
                <a:gd name="T27" fmla="*/ 0 h 986"/>
                <a:gd name="T28" fmla="*/ 64 w 706"/>
                <a:gd name="T29" fmla="*/ 0 h 986"/>
                <a:gd name="T30" fmla="*/ 0 w 706"/>
                <a:gd name="T31" fmla="*/ 64 h 986"/>
                <a:gd name="T32" fmla="*/ 0 w 706"/>
                <a:gd name="T33" fmla="*/ 923 h 986"/>
                <a:gd name="T34" fmla="*/ 64 w 706"/>
                <a:gd name="T35" fmla="*/ 986 h 986"/>
                <a:gd name="T36" fmla="*/ 272 w 706"/>
                <a:gd name="T37" fmla="*/ 986 h 986"/>
                <a:gd name="T38" fmla="*/ 289 w 706"/>
                <a:gd name="T39" fmla="*/ 970 h 986"/>
                <a:gd name="T40" fmla="*/ 272 w 706"/>
                <a:gd name="T41" fmla="*/ 953 h 9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06" h="986">
                  <a:moveTo>
                    <a:pt x="272" y="953"/>
                  </a:moveTo>
                  <a:lnTo>
                    <a:pt x="64" y="953"/>
                  </a:lnTo>
                  <a:cubicBezTo>
                    <a:pt x="47" y="953"/>
                    <a:pt x="33" y="939"/>
                    <a:pt x="33" y="923"/>
                  </a:cubicBezTo>
                  <a:lnTo>
                    <a:pt x="33" y="64"/>
                  </a:lnTo>
                  <a:cubicBezTo>
                    <a:pt x="33" y="47"/>
                    <a:pt x="47" y="34"/>
                    <a:pt x="64" y="34"/>
                  </a:cubicBezTo>
                  <a:lnTo>
                    <a:pt x="218" y="34"/>
                  </a:lnTo>
                  <a:lnTo>
                    <a:pt x="643" y="34"/>
                  </a:lnTo>
                  <a:cubicBezTo>
                    <a:pt x="659" y="34"/>
                    <a:pt x="673" y="47"/>
                    <a:pt x="673" y="64"/>
                  </a:cubicBezTo>
                  <a:lnTo>
                    <a:pt x="673" y="479"/>
                  </a:lnTo>
                  <a:cubicBezTo>
                    <a:pt x="673" y="488"/>
                    <a:pt x="680" y="496"/>
                    <a:pt x="690" y="496"/>
                  </a:cubicBezTo>
                  <a:cubicBezTo>
                    <a:pt x="699" y="496"/>
                    <a:pt x="706" y="488"/>
                    <a:pt x="706" y="479"/>
                  </a:cubicBezTo>
                  <a:lnTo>
                    <a:pt x="706" y="64"/>
                  </a:lnTo>
                  <a:cubicBezTo>
                    <a:pt x="706" y="29"/>
                    <a:pt x="678" y="0"/>
                    <a:pt x="643" y="0"/>
                  </a:cubicBezTo>
                  <a:lnTo>
                    <a:pt x="218" y="0"/>
                  </a:lnTo>
                  <a:lnTo>
                    <a:pt x="64" y="0"/>
                  </a:lnTo>
                  <a:cubicBezTo>
                    <a:pt x="28" y="0"/>
                    <a:pt x="0" y="29"/>
                    <a:pt x="0" y="64"/>
                  </a:cubicBezTo>
                  <a:lnTo>
                    <a:pt x="0" y="923"/>
                  </a:lnTo>
                  <a:cubicBezTo>
                    <a:pt x="0" y="958"/>
                    <a:pt x="29" y="986"/>
                    <a:pt x="64" y="986"/>
                  </a:cubicBezTo>
                  <a:lnTo>
                    <a:pt x="272" y="986"/>
                  </a:lnTo>
                  <a:cubicBezTo>
                    <a:pt x="282" y="986"/>
                    <a:pt x="289" y="979"/>
                    <a:pt x="289" y="970"/>
                  </a:cubicBezTo>
                  <a:cubicBezTo>
                    <a:pt x="289" y="961"/>
                    <a:pt x="282" y="953"/>
                    <a:pt x="272" y="953"/>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1" name="Freeform 277">
              <a:extLst>
                <a:ext uri="{FF2B5EF4-FFF2-40B4-BE49-F238E27FC236}">
                  <a16:creationId xmlns:a16="http://schemas.microsoft.com/office/drawing/2014/main" id="{2523AA97-19EA-DDD4-F07D-91B9666538A7}"/>
                </a:ext>
              </a:extLst>
            </p:cNvPr>
            <p:cNvSpPr>
              <a:spLocks noEditPoints="1"/>
            </p:cNvSpPr>
            <p:nvPr/>
          </p:nvSpPr>
          <p:spPr bwMode="auto">
            <a:xfrm>
              <a:off x="6469063" y="2846388"/>
              <a:ext cx="407988" cy="406400"/>
            </a:xfrm>
            <a:custGeom>
              <a:avLst/>
              <a:gdLst>
                <a:gd name="T0" fmla="*/ 639 w 684"/>
                <a:gd name="T1" fmla="*/ 136 h 681"/>
                <a:gd name="T2" fmla="*/ 583 w 684"/>
                <a:gd name="T3" fmla="*/ 192 h 681"/>
                <a:gd name="T4" fmla="*/ 537 w 684"/>
                <a:gd name="T5" fmla="*/ 146 h 681"/>
                <a:gd name="T6" fmla="*/ 537 w 684"/>
                <a:gd name="T7" fmla="*/ 146 h 681"/>
                <a:gd name="T8" fmla="*/ 537 w 684"/>
                <a:gd name="T9" fmla="*/ 146 h 681"/>
                <a:gd name="T10" fmla="*/ 491 w 684"/>
                <a:gd name="T11" fmla="*/ 100 h 681"/>
                <a:gd name="T12" fmla="*/ 547 w 684"/>
                <a:gd name="T13" fmla="*/ 44 h 681"/>
                <a:gd name="T14" fmla="*/ 577 w 684"/>
                <a:gd name="T15" fmla="*/ 44 h 681"/>
                <a:gd name="T16" fmla="*/ 639 w 684"/>
                <a:gd name="T17" fmla="*/ 106 h 681"/>
                <a:gd name="T18" fmla="*/ 639 w 684"/>
                <a:gd name="T19" fmla="*/ 136 h 681"/>
                <a:gd name="T20" fmla="*/ 186 w 684"/>
                <a:gd name="T21" fmla="*/ 589 h 681"/>
                <a:gd name="T22" fmla="*/ 109 w 684"/>
                <a:gd name="T23" fmla="*/ 617 h 681"/>
                <a:gd name="T24" fmla="*/ 66 w 684"/>
                <a:gd name="T25" fmla="*/ 574 h 681"/>
                <a:gd name="T26" fmla="*/ 94 w 684"/>
                <a:gd name="T27" fmla="*/ 497 h 681"/>
                <a:gd name="T28" fmla="*/ 467 w 684"/>
                <a:gd name="T29" fmla="*/ 124 h 681"/>
                <a:gd name="T30" fmla="*/ 501 w 684"/>
                <a:gd name="T31" fmla="*/ 158 h 681"/>
                <a:gd name="T32" fmla="*/ 126 w 684"/>
                <a:gd name="T33" fmla="*/ 534 h 681"/>
                <a:gd name="T34" fmla="*/ 126 w 684"/>
                <a:gd name="T35" fmla="*/ 557 h 681"/>
                <a:gd name="T36" fmla="*/ 138 w 684"/>
                <a:gd name="T37" fmla="*/ 562 h 681"/>
                <a:gd name="T38" fmla="*/ 149 w 684"/>
                <a:gd name="T39" fmla="*/ 557 h 681"/>
                <a:gd name="T40" fmla="*/ 525 w 684"/>
                <a:gd name="T41" fmla="*/ 182 h 681"/>
                <a:gd name="T42" fmla="*/ 559 w 684"/>
                <a:gd name="T43" fmla="*/ 216 h 681"/>
                <a:gd name="T44" fmla="*/ 186 w 684"/>
                <a:gd name="T45" fmla="*/ 589 h 681"/>
                <a:gd name="T46" fmla="*/ 54 w 684"/>
                <a:gd name="T47" fmla="*/ 609 h 681"/>
                <a:gd name="T48" fmla="*/ 74 w 684"/>
                <a:gd name="T49" fmla="*/ 630 h 681"/>
                <a:gd name="T50" fmla="*/ 42 w 684"/>
                <a:gd name="T51" fmla="*/ 641 h 681"/>
                <a:gd name="T52" fmla="*/ 54 w 684"/>
                <a:gd name="T53" fmla="*/ 609 h 681"/>
                <a:gd name="T54" fmla="*/ 662 w 684"/>
                <a:gd name="T55" fmla="*/ 83 h 681"/>
                <a:gd name="T56" fmla="*/ 601 w 684"/>
                <a:gd name="T57" fmla="*/ 21 h 681"/>
                <a:gd name="T58" fmla="*/ 523 w 684"/>
                <a:gd name="T59" fmla="*/ 21 h 681"/>
                <a:gd name="T60" fmla="*/ 467 w 684"/>
                <a:gd name="T61" fmla="*/ 77 h 681"/>
                <a:gd name="T62" fmla="*/ 467 w 684"/>
                <a:gd name="T63" fmla="*/ 77 h 681"/>
                <a:gd name="T64" fmla="*/ 69 w 684"/>
                <a:gd name="T65" fmla="*/ 475 h 681"/>
                <a:gd name="T66" fmla="*/ 64 w 684"/>
                <a:gd name="T67" fmla="*/ 483 h 681"/>
                <a:gd name="T68" fmla="*/ 4 w 684"/>
                <a:gd name="T69" fmla="*/ 649 h 681"/>
                <a:gd name="T70" fmla="*/ 9 w 684"/>
                <a:gd name="T71" fmla="*/ 674 h 681"/>
                <a:gd name="T72" fmla="*/ 26 w 684"/>
                <a:gd name="T73" fmla="*/ 681 h 681"/>
                <a:gd name="T74" fmla="*/ 34 w 684"/>
                <a:gd name="T75" fmla="*/ 680 h 681"/>
                <a:gd name="T76" fmla="*/ 200 w 684"/>
                <a:gd name="T77" fmla="*/ 619 h 681"/>
                <a:gd name="T78" fmla="*/ 208 w 684"/>
                <a:gd name="T79" fmla="*/ 614 h 681"/>
                <a:gd name="T80" fmla="*/ 595 w 684"/>
                <a:gd name="T81" fmla="*/ 228 h 681"/>
                <a:gd name="T82" fmla="*/ 595 w 684"/>
                <a:gd name="T83" fmla="*/ 228 h 681"/>
                <a:gd name="T84" fmla="*/ 662 w 684"/>
                <a:gd name="T85" fmla="*/ 160 h 681"/>
                <a:gd name="T86" fmla="*/ 662 w 684"/>
                <a:gd name="T87" fmla="*/ 83 h 6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84" h="681">
                  <a:moveTo>
                    <a:pt x="639" y="136"/>
                  </a:moveTo>
                  <a:lnTo>
                    <a:pt x="583" y="192"/>
                  </a:lnTo>
                  <a:lnTo>
                    <a:pt x="537" y="146"/>
                  </a:lnTo>
                  <a:lnTo>
                    <a:pt x="537" y="146"/>
                  </a:lnTo>
                  <a:cubicBezTo>
                    <a:pt x="537" y="146"/>
                    <a:pt x="537" y="146"/>
                    <a:pt x="537" y="146"/>
                  </a:cubicBezTo>
                  <a:lnTo>
                    <a:pt x="491" y="100"/>
                  </a:lnTo>
                  <a:lnTo>
                    <a:pt x="547" y="44"/>
                  </a:lnTo>
                  <a:cubicBezTo>
                    <a:pt x="555" y="36"/>
                    <a:pt x="569" y="36"/>
                    <a:pt x="577" y="44"/>
                  </a:cubicBezTo>
                  <a:lnTo>
                    <a:pt x="639" y="106"/>
                  </a:lnTo>
                  <a:cubicBezTo>
                    <a:pt x="647" y="114"/>
                    <a:pt x="647" y="128"/>
                    <a:pt x="639" y="136"/>
                  </a:cubicBezTo>
                  <a:close/>
                  <a:moveTo>
                    <a:pt x="186" y="589"/>
                  </a:moveTo>
                  <a:lnTo>
                    <a:pt x="109" y="617"/>
                  </a:lnTo>
                  <a:lnTo>
                    <a:pt x="66" y="574"/>
                  </a:lnTo>
                  <a:lnTo>
                    <a:pt x="94" y="497"/>
                  </a:lnTo>
                  <a:lnTo>
                    <a:pt x="467" y="124"/>
                  </a:lnTo>
                  <a:lnTo>
                    <a:pt x="501" y="158"/>
                  </a:lnTo>
                  <a:lnTo>
                    <a:pt x="126" y="534"/>
                  </a:lnTo>
                  <a:cubicBezTo>
                    <a:pt x="119" y="540"/>
                    <a:pt x="119" y="551"/>
                    <a:pt x="126" y="557"/>
                  </a:cubicBezTo>
                  <a:cubicBezTo>
                    <a:pt x="129" y="560"/>
                    <a:pt x="133" y="562"/>
                    <a:pt x="138" y="562"/>
                  </a:cubicBezTo>
                  <a:cubicBezTo>
                    <a:pt x="142" y="562"/>
                    <a:pt x="146" y="560"/>
                    <a:pt x="149" y="557"/>
                  </a:cubicBezTo>
                  <a:lnTo>
                    <a:pt x="525" y="182"/>
                  </a:lnTo>
                  <a:lnTo>
                    <a:pt x="559" y="216"/>
                  </a:lnTo>
                  <a:lnTo>
                    <a:pt x="186" y="589"/>
                  </a:lnTo>
                  <a:close/>
                  <a:moveTo>
                    <a:pt x="54" y="609"/>
                  </a:moveTo>
                  <a:lnTo>
                    <a:pt x="74" y="630"/>
                  </a:lnTo>
                  <a:lnTo>
                    <a:pt x="42" y="641"/>
                  </a:lnTo>
                  <a:lnTo>
                    <a:pt x="54" y="609"/>
                  </a:lnTo>
                  <a:close/>
                  <a:moveTo>
                    <a:pt x="662" y="83"/>
                  </a:moveTo>
                  <a:lnTo>
                    <a:pt x="601" y="21"/>
                  </a:lnTo>
                  <a:cubicBezTo>
                    <a:pt x="580" y="0"/>
                    <a:pt x="544" y="0"/>
                    <a:pt x="523" y="21"/>
                  </a:cubicBezTo>
                  <a:lnTo>
                    <a:pt x="467" y="77"/>
                  </a:lnTo>
                  <a:lnTo>
                    <a:pt x="467" y="77"/>
                  </a:lnTo>
                  <a:lnTo>
                    <a:pt x="69" y="475"/>
                  </a:lnTo>
                  <a:cubicBezTo>
                    <a:pt x="67" y="477"/>
                    <a:pt x="65" y="480"/>
                    <a:pt x="64" y="483"/>
                  </a:cubicBezTo>
                  <a:lnTo>
                    <a:pt x="4" y="649"/>
                  </a:lnTo>
                  <a:cubicBezTo>
                    <a:pt x="0" y="658"/>
                    <a:pt x="2" y="667"/>
                    <a:pt x="9" y="674"/>
                  </a:cubicBezTo>
                  <a:cubicBezTo>
                    <a:pt x="14" y="679"/>
                    <a:pt x="20" y="681"/>
                    <a:pt x="26" y="681"/>
                  </a:cubicBezTo>
                  <a:cubicBezTo>
                    <a:pt x="29" y="681"/>
                    <a:pt x="31" y="681"/>
                    <a:pt x="34" y="680"/>
                  </a:cubicBezTo>
                  <a:lnTo>
                    <a:pt x="200" y="619"/>
                  </a:lnTo>
                  <a:cubicBezTo>
                    <a:pt x="203" y="618"/>
                    <a:pt x="206" y="616"/>
                    <a:pt x="208" y="614"/>
                  </a:cubicBezTo>
                  <a:lnTo>
                    <a:pt x="595" y="228"/>
                  </a:lnTo>
                  <a:lnTo>
                    <a:pt x="595" y="228"/>
                  </a:lnTo>
                  <a:lnTo>
                    <a:pt x="662" y="160"/>
                  </a:lnTo>
                  <a:cubicBezTo>
                    <a:pt x="684" y="138"/>
                    <a:pt x="684" y="104"/>
                    <a:pt x="662" y="83"/>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22" name="Employee5" descr="{&quot;Key&quot;:&quot;POWER_USER_SHAPE_ICON&quot;,&quot;Value&quot;:&quot;POWER_USER_SHAPE_ICON_STYLE_1&quot;}">
            <a:extLst>
              <a:ext uri="{FF2B5EF4-FFF2-40B4-BE49-F238E27FC236}">
                <a16:creationId xmlns:a16="http://schemas.microsoft.com/office/drawing/2014/main" id="{D683F479-37C5-3AF6-737F-1C437B07E429}"/>
              </a:ext>
            </a:extLst>
          </p:cNvPr>
          <p:cNvGrpSpPr>
            <a:grpSpLocks noChangeAspect="1"/>
          </p:cNvGrpSpPr>
          <p:nvPr/>
        </p:nvGrpSpPr>
        <p:grpSpPr>
          <a:xfrm>
            <a:off x="9739776" y="2253638"/>
            <a:ext cx="432000" cy="567775"/>
            <a:chOff x="8500131" y="1616930"/>
            <a:chExt cx="665326" cy="874433"/>
          </a:xfrm>
          <a:solidFill>
            <a:schemeClr val="tx1">
              <a:lumMod val="50000"/>
              <a:lumOff val="50000"/>
            </a:schemeClr>
          </a:solidFill>
        </p:grpSpPr>
        <p:sp>
          <p:nvSpPr>
            <p:cNvPr id="1223" name="Freeform: Shape 1222">
              <a:extLst>
                <a:ext uri="{FF2B5EF4-FFF2-40B4-BE49-F238E27FC236}">
                  <a16:creationId xmlns:a16="http://schemas.microsoft.com/office/drawing/2014/main" id="{E2A99211-9639-F6CB-D37D-93B83DF0D8A8}"/>
                </a:ext>
              </a:extLst>
            </p:cNvPr>
            <p:cNvSpPr/>
            <p:nvPr/>
          </p:nvSpPr>
          <p:spPr>
            <a:xfrm>
              <a:off x="9052413" y="2347345"/>
              <a:ext cx="113044" cy="9420"/>
            </a:xfrm>
            <a:custGeom>
              <a:avLst/>
              <a:gdLst>
                <a:gd name="connsiteX0" fmla="*/ 0 w 113043"/>
                <a:gd name="connsiteY0" fmla="*/ 0 h 0"/>
                <a:gd name="connsiteX1" fmla="*/ 117516 w 113043"/>
                <a:gd name="connsiteY1" fmla="*/ 0 h 0"/>
              </a:gdLst>
              <a:ahLst/>
              <a:cxnLst>
                <a:cxn ang="0">
                  <a:pos x="connsiteX0" y="connsiteY0"/>
                </a:cxn>
                <a:cxn ang="0">
                  <a:pos x="connsiteX1" y="connsiteY1"/>
                </a:cxn>
              </a:cxnLst>
              <a:rect l="l" t="t" r="r" b="b"/>
              <a:pathLst>
                <a:path w="113043">
                  <a:moveTo>
                    <a:pt x="0" y="0"/>
                  </a:moveTo>
                  <a:lnTo>
                    <a:pt x="117516"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4" name="Freeform: Shape 1223">
              <a:extLst>
                <a:ext uri="{FF2B5EF4-FFF2-40B4-BE49-F238E27FC236}">
                  <a16:creationId xmlns:a16="http://schemas.microsoft.com/office/drawing/2014/main" id="{F284BA67-01E2-FC4E-2972-F681EA58C03E}"/>
                </a:ext>
              </a:extLst>
            </p:cNvPr>
            <p:cNvSpPr/>
            <p:nvPr/>
          </p:nvSpPr>
          <p:spPr>
            <a:xfrm>
              <a:off x="8500131" y="2347345"/>
              <a:ext cx="113044" cy="9420"/>
            </a:xfrm>
            <a:custGeom>
              <a:avLst/>
              <a:gdLst>
                <a:gd name="connsiteX0" fmla="*/ 0 w 113043"/>
                <a:gd name="connsiteY0" fmla="*/ 0 h 0"/>
                <a:gd name="connsiteX1" fmla="*/ 117541 w 113043"/>
                <a:gd name="connsiteY1" fmla="*/ 0 h 0"/>
              </a:gdLst>
              <a:ahLst/>
              <a:cxnLst>
                <a:cxn ang="0">
                  <a:pos x="connsiteX0" y="connsiteY0"/>
                </a:cxn>
                <a:cxn ang="0">
                  <a:pos x="connsiteX1" y="connsiteY1"/>
                </a:cxn>
              </a:cxnLst>
              <a:rect l="l" t="t" r="r" b="b"/>
              <a:pathLst>
                <a:path w="113043">
                  <a:moveTo>
                    <a:pt x="0" y="0"/>
                  </a:moveTo>
                  <a:lnTo>
                    <a:pt x="117541"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5" name="Freeform: Shape 1224">
              <a:extLst>
                <a:ext uri="{FF2B5EF4-FFF2-40B4-BE49-F238E27FC236}">
                  <a16:creationId xmlns:a16="http://schemas.microsoft.com/office/drawing/2014/main" id="{FA0344D1-289E-12D5-6E33-C4DDDA976ACE}"/>
                </a:ext>
              </a:extLst>
            </p:cNvPr>
            <p:cNvSpPr/>
            <p:nvPr/>
          </p:nvSpPr>
          <p:spPr>
            <a:xfrm>
              <a:off x="8555123" y="2400250"/>
              <a:ext cx="555799" cy="84783"/>
            </a:xfrm>
            <a:custGeom>
              <a:avLst/>
              <a:gdLst>
                <a:gd name="connsiteX0" fmla="*/ 497291 w 555799"/>
                <a:gd name="connsiteY0" fmla="*/ 0 h 84782"/>
                <a:gd name="connsiteX1" fmla="*/ 549504 w 555799"/>
                <a:gd name="connsiteY1" fmla="*/ 0 h 84782"/>
                <a:gd name="connsiteX2" fmla="*/ 558473 w 555799"/>
                <a:gd name="connsiteY2" fmla="*/ 14784 h 84782"/>
                <a:gd name="connsiteX3" fmla="*/ 503420 w 555799"/>
                <a:gd name="connsiteY3" fmla="*/ 86466 h 84782"/>
                <a:gd name="connsiteX4" fmla="*/ 484102 w 555799"/>
                <a:gd name="connsiteY4" fmla="*/ 92721 h 84782"/>
                <a:gd name="connsiteX5" fmla="*/ 75725 w 555799"/>
                <a:gd name="connsiteY5" fmla="*/ 92721 h 84782"/>
                <a:gd name="connsiteX6" fmla="*/ 60678 w 555799"/>
                <a:gd name="connsiteY6" fmla="*/ 87182 h 84782"/>
                <a:gd name="connsiteX7" fmla="*/ 1380 w 555799"/>
                <a:gd name="connsiteY7" fmla="*/ 14784 h 84782"/>
                <a:gd name="connsiteX8" fmla="*/ 10310 w 555799"/>
                <a:gd name="connsiteY8" fmla="*/ 0 h 84782"/>
                <a:gd name="connsiteX9" fmla="*/ 62549 w 555799"/>
                <a:gd name="connsiteY9" fmla="*/ 0 h 84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5799" h="84782">
                  <a:moveTo>
                    <a:pt x="497291" y="0"/>
                  </a:moveTo>
                  <a:lnTo>
                    <a:pt x="549504" y="0"/>
                  </a:lnTo>
                  <a:cubicBezTo>
                    <a:pt x="558172" y="0"/>
                    <a:pt x="562140" y="6720"/>
                    <a:pt x="558473" y="14784"/>
                  </a:cubicBezTo>
                  <a:lnTo>
                    <a:pt x="503420" y="86466"/>
                  </a:lnTo>
                  <a:cubicBezTo>
                    <a:pt x="497203" y="94656"/>
                    <a:pt x="491375" y="92721"/>
                    <a:pt x="484102" y="92721"/>
                  </a:cubicBezTo>
                  <a:lnTo>
                    <a:pt x="75725" y="92721"/>
                  </a:lnTo>
                  <a:cubicBezTo>
                    <a:pt x="68440" y="92721"/>
                    <a:pt x="64747" y="94115"/>
                    <a:pt x="60678" y="87182"/>
                  </a:cubicBezTo>
                  <a:lnTo>
                    <a:pt x="1380" y="14784"/>
                  </a:lnTo>
                  <a:cubicBezTo>
                    <a:pt x="-2313" y="6720"/>
                    <a:pt x="1656" y="0"/>
                    <a:pt x="10310" y="0"/>
                  </a:cubicBezTo>
                  <a:lnTo>
                    <a:pt x="62549"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6" name="Freeform: Shape 1225">
              <a:extLst>
                <a:ext uri="{FF2B5EF4-FFF2-40B4-BE49-F238E27FC236}">
                  <a16:creationId xmlns:a16="http://schemas.microsoft.com/office/drawing/2014/main" id="{ABFEB17A-5FCC-8FC5-B893-769481F3FC89}"/>
                </a:ext>
              </a:extLst>
            </p:cNvPr>
            <p:cNvSpPr/>
            <p:nvPr/>
          </p:nvSpPr>
          <p:spPr>
            <a:xfrm>
              <a:off x="8617671" y="2199333"/>
              <a:ext cx="433335" cy="292030"/>
            </a:xfrm>
            <a:custGeom>
              <a:avLst/>
              <a:gdLst>
                <a:gd name="connsiteX0" fmla="*/ 0 w 433335"/>
                <a:gd name="connsiteY0" fmla="*/ 290674 h 292030"/>
                <a:gd name="connsiteX1" fmla="*/ 0 w 433335"/>
                <a:gd name="connsiteY1" fmla="*/ 13163 h 292030"/>
                <a:gd name="connsiteX2" fmla="*/ 13176 w 433335"/>
                <a:gd name="connsiteY2" fmla="*/ 0 h 292030"/>
                <a:gd name="connsiteX3" fmla="*/ 421554 w 433335"/>
                <a:gd name="connsiteY3" fmla="*/ 0 h 292030"/>
                <a:gd name="connsiteX4" fmla="*/ 434742 w 433335"/>
                <a:gd name="connsiteY4" fmla="*/ 13163 h 292030"/>
                <a:gd name="connsiteX5" fmla="*/ 434742 w 433335"/>
                <a:gd name="connsiteY5" fmla="*/ 292583 h 292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3335" h="292030">
                  <a:moveTo>
                    <a:pt x="0" y="290674"/>
                  </a:moveTo>
                  <a:lnTo>
                    <a:pt x="0" y="13163"/>
                  </a:lnTo>
                  <a:cubicBezTo>
                    <a:pt x="0" y="5903"/>
                    <a:pt x="5891" y="0"/>
                    <a:pt x="13176" y="0"/>
                  </a:cubicBezTo>
                  <a:lnTo>
                    <a:pt x="421554" y="0"/>
                  </a:lnTo>
                  <a:cubicBezTo>
                    <a:pt x="428826" y="0"/>
                    <a:pt x="434742" y="5903"/>
                    <a:pt x="434742" y="13163"/>
                  </a:cubicBezTo>
                  <a:lnTo>
                    <a:pt x="434742" y="292583"/>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7" name="Freeform: Shape 1226">
              <a:extLst>
                <a:ext uri="{FF2B5EF4-FFF2-40B4-BE49-F238E27FC236}">
                  <a16:creationId xmlns:a16="http://schemas.microsoft.com/office/drawing/2014/main" id="{10E7591E-137B-60E0-DDE0-6B3271E5BD48}"/>
                </a:ext>
              </a:extLst>
            </p:cNvPr>
            <p:cNvSpPr/>
            <p:nvPr/>
          </p:nvSpPr>
          <p:spPr>
            <a:xfrm>
              <a:off x="8723782" y="2108169"/>
              <a:ext cx="216668" cy="28261"/>
            </a:xfrm>
            <a:custGeom>
              <a:avLst/>
              <a:gdLst>
                <a:gd name="connsiteX0" fmla="*/ 0 w 216667"/>
                <a:gd name="connsiteY0" fmla="*/ 0 h 28260"/>
                <a:gd name="connsiteX1" fmla="*/ 111248 w 216667"/>
                <a:gd name="connsiteY1" fmla="*/ 37468 h 28260"/>
                <a:gd name="connsiteX2" fmla="*/ 222521 w 216667"/>
                <a:gd name="connsiteY2" fmla="*/ 0 h 28260"/>
              </a:gdLst>
              <a:ahLst/>
              <a:cxnLst>
                <a:cxn ang="0">
                  <a:pos x="connsiteX0" y="connsiteY0"/>
                </a:cxn>
                <a:cxn ang="0">
                  <a:pos x="connsiteX1" y="connsiteY1"/>
                </a:cxn>
                <a:cxn ang="0">
                  <a:pos x="connsiteX2" y="connsiteY2"/>
                </a:cxn>
              </a:cxnLst>
              <a:rect l="l" t="t" r="r" b="b"/>
              <a:pathLst>
                <a:path w="216667" h="28260">
                  <a:moveTo>
                    <a:pt x="0" y="0"/>
                  </a:moveTo>
                  <a:cubicBezTo>
                    <a:pt x="22207" y="22395"/>
                    <a:pt x="63669" y="37468"/>
                    <a:pt x="111248" y="37468"/>
                  </a:cubicBezTo>
                  <a:cubicBezTo>
                    <a:pt x="158827" y="37468"/>
                    <a:pt x="200289" y="22395"/>
                    <a:pt x="222521" y="0"/>
                  </a:cubicBezTo>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8" name="Freeform: Shape 1227">
              <a:extLst>
                <a:ext uri="{FF2B5EF4-FFF2-40B4-BE49-F238E27FC236}">
                  <a16:creationId xmlns:a16="http://schemas.microsoft.com/office/drawing/2014/main" id="{94F4CB7E-3AB8-4818-D91F-B8DD90CA10AC}"/>
                </a:ext>
              </a:extLst>
            </p:cNvPr>
            <p:cNvSpPr/>
            <p:nvPr/>
          </p:nvSpPr>
          <p:spPr>
            <a:xfrm>
              <a:off x="8559416" y="1784273"/>
              <a:ext cx="376813" cy="555799"/>
            </a:xfrm>
            <a:custGeom>
              <a:avLst/>
              <a:gdLst>
                <a:gd name="connsiteX0" fmla="*/ 381636 w 376813"/>
                <a:gd name="connsiteY0" fmla="*/ 20046 h 555799"/>
                <a:gd name="connsiteX1" fmla="*/ 175319 w 376813"/>
                <a:gd name="connsiteY1" fmla="*/ 0 h 555799"/>
                <a:gd name="connsiteX2" fmla="*/ 204433 w 376813"/>
                <a:gd name="connsiteY2" fmla="*/ 185090 h 555799"/>
                <a:gd name="connsiteX3" fmla="*/ 206720 w 376813"/>
                <a:gd name="connsiteY3" fmla="*/ 244690 h 555799"/>
                <a:gd name="connsiteX4" fmla="*/ 148339 w 376813"/>
                <a:gd name="connsiteY4" fmla="*/ 260077 h 555799"/>
                <a:gd name="connsiteX5" fmla="*/ 0 w 376813"/>
                <a:gd name="connsiteY5" fmla="*/ 396106 h 555799"/>
                <a:gd name="connsiteX6" fmla="*/ 0 w 376813"/>
                <a:gd name="connsiteY6" fmla="*/ 563072 h 555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6813" h="555799">
                  <a:moveTo>
                    <a:pt x="381636" y="20046"/>
                  </a:moveTo>
                  <a:cubicBezTo>
                    <a:pt x="291302" y="42630"/>
                    <a:pt x="208591" y="20373"/>
                    <a:pt x="175319" y="0"/>
                  </a:cubicBezTo>
                  <a:cubicBezTo>
                    <a:pt x="161351" y="33197"/>
                    <a:pt x="157759" y="122175"/>
                    <a:pt x="204433" y="185090"/>
                  </a:cubicBezTo>
                  <a:cubicBezTo>
                    <a:pt x="206657" y="203328"/>
                    <a:pt x="207348" y="229190"/>
                    <a:pt x="206720" y="244690"/>
                  </a:cubicBezTo>
                  <a:cubicBezTo>
                    <a:pt x="206720" y="244690"/>
                    <a:pt x="163612" y="255027"/>
                    <a:pt x="148339" y="260077"/>
                  </a:cubicBezTo>
                  <a:cubicBezTo>
                    <a:pt x="69962" y="285963"/>
                    <a:pt x="0" y="326119"/>
                    <a:pt x="0" y="396106"/>
                  </a:cubicBezTo>
                  <a:lnTo>
                    <a:pt x="0" y="563072"/>
                  </a:lnTo>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9" name="Freeform: Shape 1228">
              <a:extLst>
                <a:ext uri="{FF2B5EF4-FFF2-40B4-BE49-F238E27FC236}">
                  <a16:creationId xmlns:a16="http://schemas.microsoft.com/office/drawing/2014/main" id="{AD53D9CA-68CD-71C7-7DD7-71CDC946267C}"/>
                </a:ext>
              </a:extLst>
            </p:cNvPr>
            <p:cNvSpPr/>
            <p:nvPr/>
          </p:nvSpPr>
          <p:spPr>
            <a:xfrm>
              <a:off x="8868327" y="1763473"/>
              <a:ext cx="235508" cy="574640"/>
            </a:xfrm>
            <a:custGeom>
              <a:avLst/>
              <a:gdLst>
                <a:gd name="connsiteX0" fmla="*/ 0 w 235508"/>
                <a:gd name="connsiteY0" fmla="*/ 0 h 574640"/>
                <a:gd name="connsiteX1" fmla="*/ 72725 w 235508"/>
                <a:gd name="connsiteY1" fmla="*/ 40847 h 574640"/>
                <a:gd name="connsiteX2" fmla="*/ 37757 w 235508"/>
                <a:gd name="connsiteY2" fmla="*/ 206996 h 574640"/>
                <a:gd name="connsiteX3" fmla="*/ 35609 w 235508"/>
                <a:gd name="connsiteY3" fmla="*/ 265452 h 574640"/>
                <a:gd name="connsiteX4" fmla="*/ 94002 w 235508"/>
                <a:gd name="connsiteY4" fmla="*/ 280877 h 574640"/>
                <a:gd name="connsiteX5" fmla="*/ 242341 w 235508"/>
                <a:gd name="connsiteY5" fmla="*/ 416906 h 574640"/>
                <a:gd name="connsiteX6" fmla="*/ 242341 w 235508"/>
                <a:gd name="connsiteY6" fmla="*/ 583872 h 57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5508" h="574640">
                  <a:moveTo>
                    <a:pt x="0" y="0"/>
                  </a:moveTo>
                  <a:cubicBezTo>
                    <a:pt x="0" y="0"/>
                    <a:pt x="36375" y="29329"/>
                    <a:pt x="72725" y="40847"/>
                  </a:cubicBezTo>
                  <a:cubicBezTo>
                    <a:pt x="89280" y="77699"/>
                    <a:pt x="86165" y="141179"/>
                    <a:pt x="37757" y="206996"/>
                  </a:cubicBezTo>
                  <a:cubicBezTo>
                    <a:pt x="35609" y="224744"/>
                    <a:pt x="34968" y="250267"/>
                    <a:pt x="35609" y="265452"/>
                  </a:cubicBezTo>
                  <a:cubicBezTo>
                    <a:pt x="35609" y="265452"/>
                    <a:pt x="79394" y="277071"/>
                    <a:pt x="94002" y="280877"/>
                  </a:cubicBezTo>
                  <a:cubicBezTo>
                    <a:pt x="178095" y="302882"/>
                    <a:pt x="242341" y="346919"/>
                    <a:pt x="242341" y="416906"/>
                  </a:cubicBezTo>
                  <a:lnTo>
                    <a:pt x="242341" y="583872"/>
                  </a:lnTo>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0" name="Freeform: Shape 1229">
              <a:extLst>
                <a:ext uri="{FF2B5EF4-FFF2-40B4-BE49-F238E27FC236}">
                  <a16:creationId xmlns:a16="http://schemas.microsoft.com/office/drawing/2014/main" id="{82C5A3E4-F2FB-C514-19A5-5AC2C6C66152}"/>
                </a:ext>
              </a:extLst>
            </p:cNvPr>
            <p:cNvSpPr/>
            <p:nvPr/>
          </p:nvSpPr>
          <p:spPr>
            <a:xfrm>
              <a:off x="8655027" y="1616930"/>
              <a:ext cx="357973" cy="442755"/>
            </a:xfrm>
            <a:custGeom>
              <a:avLst/>
              <a:gdLst>
                <a:gd name="connsiteX0" fmla="*/ 355196 w 357972"/>
                <a:gd name="connsiteY0" fmla="*/ 443761 h 442755"/>
                <a:gd name="connsiteX1" fmla="*/ 359843 w 357972"/>
                <a:gd name="connsiteY1" fmla="*/ 193921 h 442755"/>
                <a:gd name="connsiteX2" fmla="*/ 180003 w 357972"/>
                <a:gd name="connsiteY2" fmla="*/ 0 h 442755"/>
                <a:gd name="connsiteX3" fmla="*/ 100 w 357972"/>
                <a:gd name="connsiteY3" fmla="*/ 194109 h 442755"/>
                <a:gd name="connsiteX4" fmla="*/ 715 w 357972"/>
                <a:gd name="connsiteY4" fmla="*/ 447215 h 442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972" h="442755">
                  <a:moveTo>
                    <a:pt x="355196" y="443761"/>
                  </a:moveTo>
                  <a:cubicBezTo>
                    <a:pt x="309965" y="413879"/>
                    <a:pt x="362167" y="296351"/>
                    <a:pt x="359843" y="193921"/>
                  </a:cubicBezTo>
                  <a:cubicBezTo>
                    <a:pt x="359969" y="94568"/>
                    <a:pt x="284216" y="0"/>
                    <a:pt x="180003" y="0"/>
                  </a:cubicBezTo>
                  <a:cubicBezTo>
                    <a:pt x="76907" y="0"/>
                    <a:pt x="100" y="94718"/>
                    <a:pt x="100" y="194109"/>
                  </a:cubicBezTo>
                  <a:cubicBezTo>
                    <a:pt x="-2412" y="298047"/>
                    <a:pt x="43797" y="419544"/>
                    <a:pt x="715" y="447215"/>
                  </a:cubicBezTo>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1" name="Freeform: Shape 1230">
              <a:extLst>
                <a:ext uri="{FF2B5EF4-FFF2-40B4-BE49-F238E27FC236}">
                  <a16:creationId xmlns:a16="http://schemas.microsoft.com/office/drawing/2014/main" id="{82902D26-F03D-BBDB-D4A2-C53DFCF7302E}"/>
                </a:ext>
              </a:extLst>
            </p:cNvPr>
            <p:cNvSpPr/>
            <p:nvPr/>
          </p:nvSpPr>
          <p:spPr>
            <a:xfrm>
              <a:off x="8707755" y="2044350"/>
              <a:ext cx="18841" cy="150725"/>
            </a:xfrm>
            <a:custGeom>
              <a:avLst/>
              <a:gdLst>
                <a:gd name="connsiteX0" fmla="*/ 28110 w 18840"/>
                <a:gd name="connsiteY0" fmla="*/ 154983 h 150725"/>
                <a:gd name="connsiteX1" fmla="*/ 0 w 18840"/>
                <a:gd name="connsiteY1" fmla="*/ 0 h 150725"/>
              </a:gdLst>
              <a:ahLst/>
              <a:cxnLst>
                <a:cxn ang="0">
                  <a:pos x="connsiteX0" y="connsiteY0"/>
                </a:cxn>
                <a:cxn ang="0">
                  <a:pos x="connsiteX1" y="connsiteY1"/>
                </a:cxn>
              </a:cxnLst>
              <a:rect l="l" t="t" r="r" b="b"/>
              <a:pathLst>
                <a:path w="18840" h="150725">
                  <a:moveTo>
                    <a:pt x="28110" y="154983"/>
                  </a:moveTo>
                  <a:cubicBezTo>
                    <a:pt x="16027" y="66658"/>
                    <a:pt x="0" y="0"/>
                    <a:pt x="0" y="0"/>
                  </a:cubicBezTo>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2" name="Freeform: Shape 1231">
              <a:extLst>
                <a:ext uri="{FF2B5EF4-FFF2-40B4-BE49-F238E27FC236}">
                  <a16:creationId xmlns:a16="http://schemas.microsoft.com/office/drawing/2014/main" id="{397938AB-A649-77A1-E9DD-1C3A4854C863}"/>
                </a:ext>
              </a:extLst>
            </p:cNvPr>
            <p:cNvSpPr/>
            <p:nvPr/>
          </p:nvSpPr>
          <p:spPr>
            <a:xfrm>
              <a:off x="8934245" y="2044350"/>
              <a:ext cx="18841" cy="150725"/>
            </a:xfrm>
            <a:custGeom>
              <a:avLst/>
              <a:gdLst>
                <a:gd name="connsiteX0" fmla="*/ 0 w 18840"/>
                <a:gd name="connsiteY0" fmla="*/ 154983 h 150725"/>
                <a:gd name="connsiteX1" fmla="*/ 28085 w 18840"/>
                <a:gd name="connsiteY1" fmla="*/ 0 h 150725"/>
              </a:gdLst>
              <a:ahLst/>
              <a:cxnLst>
                <a:cxn ang="0">
                  <a:pos x="connsiteX0" y="connsiteY0"/>
                </a:cxn>
                <a:cxn ang="0">
                  <a:pos x="connsiteX1" y="connsiteY1"/>
                </a:cxn>
              </a:cxnLst>
              <a:rect l="l" t="t" r="r" b="b"/>
              <a:pathLst>
                <a:path w="18840" h="150725">
                  <a:moveTo>
                    <a:pt x="0" y="154983"/>
                  </a:moveTo>
                  <a:cubicBezTo>
                    <a:pt x="12058" y="65515"/>
                    <a:pt x="28085" y="0"/>
                    <a:pt x="28085" y="0"/>
                  </a:cubicBezTo>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3" name="Freeform: Shape 1232">
              <a:extLst>
                <a:ext uri="{FF2B5EF4-FFF2-40B4-BE49-F238E27FC236}">
                  <a16:creationId xmlns:a16="http://schemas.microsoft.com/office/drawing/2014/main" id="{2A6E5C99-0279-83D8-EDF2-DE8B7A06C63E}"/>
                </a:ext>
              </a:extLst>
            </p:cNvPr>
            <p:cNvSpPr/>
            <p:nvPr/>
          </p:nvSpPr>
          <p:spPr>
            <a:xfrm>
              <a:off x="8833146" y="2345624"/>
              <a:ext cx="9420" cy="9420"/>
            </a:xfrm>
            <a:custGeom>
              <a:avLst/>
              <a:gdLst>
                <a:gd name="connsiteX0" fmla="*/ 3793 w 0"/>
                <a:gd name="connsiteY0" fmla="*/ 0 h 0"/>
                <a:gd name="connsiteX1" fmla="*/ 1884 w 0"/>
                <a:gd name="connsiteY1" fmla="*/ 0 h 0"/>
                <a:gd name="connsiteX2" fmla="*/ 0 w 0"/>
                <a:gd name="connsiteY2" fmla="*/ 0 h 0"/>
                <a:gd name="connsiteX3" fmla="*/ 1884 w 0"/>
                <a:gd name="connsiteY3" fmla="*/ 0 h 0"/>
                <a:gd name="connsiteX4" fmla="*/ 3793 w 0"/>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a:moveTo>
                    <a:pt x="3793" y="0"/>
                  </a:moveTo>
                  <a:cubicBezTo>
                    <a:pt x="3793" y="0"/>
                    <a:pt x="2939" y="0"/>
                    <a:pt x="1884" y="0"/>
                  </a:cubicBezTo>
                  <a:cubicBezTo>
                    <a:pt x="841" y="0"/>
                    <a:pt x="0" y="0"/>
                    <a:pt x="0" y="0"/>
                  </a:cubicBezTo>
                  <a:cubicBezTo>
                    <a:pt x="0" y="0"/>
                    <a:pt x="841" y="0"/>
                    <a:pt x="1884" y="0"/>
                  </a:cubicBezTo>
                  <a:cubicBezTo>
                    <a:pt x="2939" y="0"/>
                    <a:pt x="3793" y="0"/>
                    <a:pt x="3793" y="0"/>
                  </a:cubicBezTo>
                  <a:close/>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34" name="Love_letter" descr="{&quot;Key&quot;:&quot;POWER_USER_SHAPE_ICON&quot;,&quot;Value&quot;:&quot;POWER_USER_SHAPE_ICON_STYLE_1&quot;}">
            <a:extLst>
              <a:ext uri="{FF2B5EF4-FFF2-40B4-BE49-F238E27FC236}">
                <a16:creationId xmlns:a16="http://schemas.microsoft.com/office/drawing/2014/main" id="{424DA397-45A0-B9EF-11B0-4C7998537C11}"/>
              </a:ext>
            </a:extLst>
          </p:cNvPr>
          <p:cNvGrpSpPr>
            <a:grpSpLocks noChangeAspect="1"/>
          </p:cNvGrpSpPr>
          <p:nvPr/>
        </p:nvGrpSpPr>
        <p:grpSpPr>
          <a:xfrm>
            <a:off x="9699765" y="3786688"/>
            <a:ext cx="432000" cy="446242"/>
            <a:chOff x="5495926" y="852488"/>
            <a:chExt cx="433388" cy="447675"/>
          </a:xfrm>
          <a:solidFill>
            <a:schemeClr val="accent1"/>
          </a:solidFill>
        </p:grpSpPr>
        <p:sp>
          <p:nvSpPr>
            <p:cNvPr id="1235" name="Freeform 31">
              <a:extLst>
                <a:ext uri="{FF2B5EF4-FFF2-40B4-BE49-F238E27FC236}">
                  <a16:creationId xmlns:a16="http://schemas.microsoft.com/office/drawing/2014/main" id="{06ED874E-B6A8-5483-DAD5-BB6DB099977D}"/>
                </a:ext>
              </a:extLst>
            </p:cNvPr>
            <p:cNvSpPr>
              <a:spLocks/>
            </p:cNvSpPr>
            <p:nvPr/>
          </p:nvSpPr>
          <p:spPr bwMode="auto">
            <a:xfrm>
              <a:off x="5637213" y="1036638"/>
              <a:ext cx="66675" cy="50800"/>
            </a:xfrm>
            <a:custGeom>
              <a:avLst/>
              <a:gdLst>
                <a:gd name="T0" fmla="*/ 345 w 387"/>
                <a:gd name="T1" fmla="*/ 302 h 302"/>
                <a:gd name="T2" fmla="*/ 344 w 387"/>
                <a:gd name="T3" fmla="*/ 302 h 302"/>
                <a:gd name="T4" fmla="*/ 26 w 387"/>
                <a:gd name="T5" fmla="*/ 204 h 302"/>
                <a:gd name="T6" fmla="*/ 22 w 387"/>
                <a:gd name="T7" fmla="*/ 96 h 302"/>
                <a:gd name="T8" fmla="*/ 138 w 387"/>
                <a:gd name="T9" fmla="*/ 6 h 302"/>
                <a:gd name="T10" fmla="*/ 261 w 387"/>
                <a:gd name="T11" fmla="*/ 48 h 302"/>
                <a:gd name="T12" fmla="*/ 255 w 387"/>
                <a:gd name="T13" fmla="*/ 107 h 302"/>
                <a:gd name="T14" fmla="*/ 197 w 387"/>
                <a:gd name="T15" fmla="*/ 102 h 302"/>
                <a:gd name="T16" fmla="*/ 149 w 387"/>
                <a:gd name="T17" fmla="*/ 90 h 302"/>
                <a:gd name="T18" fmla="*/ 98 w 387"/>
                <a:gd name="T19" fmla="*/ 132 h 302"/>
                <a:gd name="T20" fmla="*/ 97 w 387"/>
                <a:gd name="T21" fmla="*/ 164 h 302"/>
                <a:gd name="T22" fmla="*/ 346 w 387"/>
                <a:gd name="T23" fmla="*/ 226 h 302"/>
                <a:gd name="T24" fmla="*/ 387 w 387"/>
                <a:gd name="T25" fmla="*/ 265 h 302"/>
                <a:gd name="T26" fmla="*/ 345 w 387"/>
                <a:gd name="T27" fmla="*/ 302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87" h="302">
                  <a:moveTo>
                    <a:pt x="345" y="302"/>
                  </a:moveTo>
                  <a:lnTo>
                    <a:pt x="344" y="302"/>
                  </a:lnTo>
                  <a:cubicBezTo>
                    <a:pt x="171" y="302"/>
                    <a:pt x="65" y="266"/>
                    <a:pt x="26" y="204"/>
                  </a:cubicBezTo>
                  <a:cubicBezTo>
                    <a:pt x="12" y="182"/>
                    <a:pt x="0" y="146"/>
                    <a:pt x="22" y="96"/>
                  </a:cubicBezTo>
                  <a:cubicBezTo>
                    <a:pt x="46" y="44"/>
                    <a:pt x="86" y="13"/>
                    <a:pt x="138" y="6"/>
                  </a:cubicBezTo>
                  <a:cubicBezTo>
                    <a:pt x="185" y="0"/>
                    <a:pt x="236" y="17"/>
                    <a:pt x="261" y="48"/>
                  </a:cubicBezTo>
                  <a:cubicBezTo>
                    <a:pt x="276" y="66"/>
                    <a:pt x="273" y="93"/>
                    <a:pt x="255" y="107"/>
                  </a:cubicBezTo>
                  <a:cubicBezTo>
                    <a:pt x="237" y="122"/>
                    <a:pt x="211" y="119"/>
                    <a:pt x="197" y="102"/>
                  </a:cubicBezTo>
                  <a:cubicBezTo>
                    <a:pt x="193" y="97"/>
                    <a:pt x="172" y="86"/>
                    <a:pt x="149" y="90"/>
                  </a:cubicBezTo>
                  <a:cubicBezTo>
                    <a:pt x="127" y="92"/>
                    <a:pt x="110" y="107"/>
                    <a:pt x="98" y="132"/>
                  </a:cubicBezTo>
                  <a:cubicBezTo>
                    <a:pt x="89" y="152"/>
                    <a:pt x="94" y="160"/>
                    <a:pt x="97" y="164"/>
                  </a:cubicBezTo>
                  <a:cubicBezTo>
                    <a:pt x="113" y="189"/>
                    <a:pt x="188" y="221"/>
                    <a:pt x="346" y="226"/>
                  </a:cubicBezTo>
                  <a:cubicBezTo>
                    <a:pt x="369" y="227"/>
                    <a:pt x="387" y="242"/>
                    <a:pt x="387" y="265"/>
                  </a:cubicBezTo>
                  <a:cubicBezTo>
                    <a:pt x="386" y="288"/>
                    <a:pt x="367" y="302"/>
                    <a:pt x="345" y="302"/>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6" name="Freeform 32">
              <a:extLst>
                <a:ext uri="{FF2B5EF4-FFF2-40B4-BE49-F238E27FC236}">
                  <a16:creationId xmlns:a16="http://schemas.microsoft.com/office/drawing/2014/main" id="{0B3FA03B-0556-A418-FE70-018EC057B2B7}"/>
                </a:ext>
              </a:extLst>
            </p:cNvPr>
            <p:cNvSpPr>
              <a:spLocks/>
            </p:cNvSpPr>
            <p:nvPr/>
          </p:nvSpPr>
          <p:spPr bwMode="auto">
            <a:xfrm>
              <a:off x="5668963" y="1019176"/>
              <a:ext cx="53975" cy="69850"/>
            </a:xfrm>
            <a:custGeom>
              <a:avLst/>
              <a:gdLst>
                <a:gd name="T0" fmla="*/ 170 w 319"/>
                <a:gd name="T1" fmla="*/ 409 h 409"/>
                <a:gd name="T2" fmla="*/ 151 w 319"/>
                <a:gd name="T3" fmla="*/ 405 h 409"/>
                <a:gd name="T4" fmla="*/ 133 w 319"/>
                <a:gd name="T5" fmla="*/ 349 h 409"/>
                <a:gd name="T6" fmla="*/ 192 w 319"/>
                <a:gd name="T7" fmla="*/ 100 h 409"/>
                <a:gd name="T8" fmla="*/ 165 w 319"/>
                <a:gd name="T9" fmla="*/ 86 h 409"/>
                <a:gd name="T10" fmla="*/ 104 w 319"/>
                <a:gd name="T11" fmla="*/ 111 h 409"/>
                <a:gd name="T12" fmla="*/ 92 w 319"/>
                <a:gd name="T13" fmla="*/ 159 h 409"/>
                <a:gd name="T14" fmla="*/ 70 w 319"/>
                <a:gd name="T15" fmla="*/ 214 h 409"/>
                <a:gd name="T16" fmla="*/ 15 w 319"/>
                <a:gd name="T17" fmla="*/ 192 h 409"/>
                <a:gd name="T18" fmla="*/ 36 w 319"/>
                <a:gd name="T19" fmla="*/ 63 h 409"/>
                <a:gd name="T20" fmla="*/ 170 w 319"/>
                <a:gd name="T21" fmla="*/ 3 h 409"/>
                <a:gd name="T22" fmla="*/ 264 w 319"/>
                <a:gd name="T23" fmla="*/ 59 h 409"/>
                <a:gd name="T24" fmla="*/ 207 w 319"/>
                <a:gd name="T25" fmla="*/ 387 h 409"/>
                <a:gd name="T26" fmla="*/ 170 w 319"/>
                <a:gd name="T27" fmla="*/ 409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9" h="409">
                  <a:moveTo>
                    <a:pt x="170" y="409"/>
                  </a:moveTo>
                  <a:cubicBezTo>
                    <a:pt x="163" y="409"/>
                    <a:pt x="157" y="408"/>
                    <a:pt x="151" y="405"/>
                  </a:cubicBezTo>
                  <a:cubicBezTo>
                    <a:pt x="130" y="394"/>
                    <a:pt x="122" y="369"/>
                    <a:pt x="133" y="349"/>
                  </a:cubicBezTo>
                  <a:cubicBezTo>
                    <a:pt x="187" y="243"/>
                    <a:pt x="212" y="136"/>
                    <a:pt x="192" y="100"/>
                  </a:cubicBezTo>
                  <a:cubicBezTo>
                    <a:pt x="190" y="96"/>
                    <a:pt x="185" y="88"/>
                    <a:pt x="165" y="86"/>
                  </a:cubicBezTo>
                  <a:cubicBezTo>
                    <a:pt x="137" y="85"/>
                    <a:pt x="117" y="93"/>
                    <a:pt x="104" y="111"/>
                  </a:cubicBezTo>
                  <a:cubicBezTo>
                    <a:pt x="90" y="131"/>
                    <a:pt x="90" y="154"/>
                    <a:pt x="92" y="159"/>
                  </a:cubicBezTo>
                  <a:cubicBezTo>
                    <a:pt x="101" y="180"/>
                    <a:pt x="91" y="205"/>
                    <a:pt x="70" y="214"/>
                  </a:cubicBezTo>
                  <a:cubicBezTo>
                    <a:pt x="49" y="223"/>
                    <a:pt x="24" y="213"/>
                    <a:pt x="15" y="192"/>
                  </a:cubicBezTo>
                  <a:cubicBezTo>
                    <a:pt x="0" y="155"/>
                    <a:pt x="8" y="102"/>
                    <a:pt x="36" y="63"/>
                  </a:cubicBezTo>
                  <a:cubicBezTo>
                    <a:pt x="66" y="21"/>
                    <a:pt x="113" y="0"/>
                    <a:pt x="170" y="3"/>
                  </a:cubicBezTo>
                  <a:cubicBezTo>
                    <a:pt x="224" y="7"/>
                    <a:pt x="251" y="35"/>
                    <a:pt x="264" y="59"/>
                  </a:cubicBezTo>
                  <a:cubicBezTo>
                    <a:pt x="319" y="155"/>
                    <a:pt x="234" y="334"/>
                    <a:pt x="207" y="387"/>
                  </a:cubicBezTo>
                  <a:cubicBezTo>
                    <a:pt x="199" y="401"/>
                    <a:pt x="185" y="409"/>
                    <a:pt x="170" y="409"/>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7" name="Freeform 33">
              <a:extLst>
                <a:ext uri="{FF2B5EF4-FFF2-40B4-BE49-F238E27FC236}">
                  <a16:creationId xmlns:a16="http://schemas.microsoft.com/office/drawing/2014/main" id="{85FE216F-3314-3966-236E-B365A43AE8AC}"/>
                </a:ext>
              </a:extLst>
            </p:cNvPr>
            <p:cNvSpPr>
              <a:spLocks noEditPoints="1"/>
            </p:cNvSpPr>
            <p:nvPr/>
          </p:nvSpPr>
          <p:spPr bwMode="auto">
            <a:xfrm>
              <a:off x="5530851" y="935038"/>
              <a:ext cx="398463" cy="365125"/>
            </a:xfrm>
            <a:custGeom>
              <a:avLst/>
              <a:gdLst>
                <a:gd name="T0" fmla="*/ 1289 w 2362"/>
                <a:gd name="T1" fmla="*/ 905 h 2158"/>
                <a:gd name="T2" fmla="*/ 2271 w 2362"/>
                <a:gd name="T3" fmla="*/ 1025 h 2158"/>
                <a:gd name="T4" fmla="*/ 2183 w 2362"/>
                <a:gd name="T5" fmla="*/ 827 h 2158"/>
                <a:gd name="T6" fmla="*/ 1734 w 2362"/>
                <a:gd name="T7" fmla="*/ 122 h 2158"/>
                <a:gd name="T8" fmla="*/ 1289 w 2362"/>
                <a:gd name="T9" fmla="*/ 905 h 2158"/>
                <a:gd name="T10" fmla="*/ 757 w 2362"/>
                <a:gd name="T11" fmla="*/ 2158 h 2158"/>
                <a:gd name="T12" fmla="*/ 664 w 2362"/>
                <a:gd name="T13" fmla="*/ 2139 h 2158"/>
                <a:gd name="T14" fmla="*/ 492 w 2362"/>
                <a:gd name="T15" fmla="*/ 1978 h 2158"/>
                <a:gd name="T16" fmla="*/ 11 w 2362"/>
                <a:gd name="T17" fmla="*/ 1180 h 2158"/>
                <a:gd name="T18" fmla="*/ 26 w 2362"/>
                <a:gd name="T19" fmla="*/ 1123 h 2158"/>
                <a:gd name="T20" fmla="*/ 83 w 2362"/>
                <a:gd name="T21" fmla="*/ 1137 h 2158"/>
                <a:gd name="T22" fmla="*/ 564 w 2362"/>
                <a:gd name="T23" fmla="*/ 1935 h 2158"/>
                <a:gd name="T24" fmla="*/ 696 w 2362"/>
                <a:gd name="T25" fmla="*/ 2063 h 2158"/>
                <a:gd name="T26" fmla="*/ 854 w 2362"/>
                <a:gd name="T27" fmla="*/ 2045 h 2158"/>
                <a:gd name="T28" fmla="*/ 1314 w 2362"/>
                <a:gd name="T29" fmla="*/ 1757 h 2158"/>
                <a:gd name="T30" fmla="*/ 2155 w 2362"/>
                <a:gd name="T31" fmla="*/ 1231 h 2158"/>
                <a:gd name="T32" fmla="*/ 2266 w 2362"/>
                <a:gd name="T33" fmla="*/ 1108 h 2158"/>
                <a:gd name="T34" fmla="*/ 1217 w 2362"/>
                <a:gd name="T35" fmla="*/ 980 h 2158"/>
                <a:gd name="T36" fmla="*/ 1185 w 2362"/>
                <a:gd name="T37" fmla="*/ 958 h 2158"/>
                <a:gd name="T38" fmla="*/ 1186 w 2362"/>
                <a:gd name="T39" fmla="*/ 918 h 2158"/>
                <a:gd name="T40" fmla="*/ 1696 w 2362"/>
                <a:gd name="T41" fmla="*/ 21 h 2158"/>
                <a:gd name="T42" fmla="*/ 1731 w 2362"/>
                <a:gd name="T43" fmla="*/ 0 h 2158"/>
                <a:gd name="T44" fmla="*/ 1767 w 2362"/>
                <a:gd name="T45" fmla="*/ 19 h 2158"/>
                <a:gd name="T46" fmla="*/ 2254 w 2362"/>
                <a:gd name="T47" fmla="*/ 784 h 2158"/>
                <a:gd name="T48" fmla="*/ 2357 w 2362"/>
                <a:gd name="T49" fmla="*/ 1046 h 2158"/>
                <a:gd name="T50" fmla="*/ 2198 w 2362"/>
                <a:gd name="T51" fmla="*/ 1302 h 2158"/>
                <a:gd name="T52" fmla="*/ 1358 w 2362"/>
                <a:gd name="T53" fmla="*/ 1827 h 2158"/>
                <a:gd name="T54" fmla="*/ 897 w 2362"/>
                <a:gd name="T55" fmla="*/ 2116 h 2158"/>
                <a:gd name="T56" fmla="*/ 757 w 2362"/>
                <a:gd name="T57" fmla="*/ 2158 h 2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62" h="2158">
                  <a:moveTo>
                    <a:pt x="1289" y="905"/>
                  </a:moveTo>
                  <a:lnTo>
                    <a:pt x="2271" y="1025"/>
                  </a:lnTo>
                  <a:cubicBezTo>
                    <a:pt x="2260" y="961"/>
                    <a:pt x="2223" y="892"/>
                    <a:pt x="2183" y="827"/>
                  </a:cubicBezTo>
                  <a:cubicBezTo>
                    <a:pt x="2131" y="741"/>
                    <a:pt x="1839" y="285"/>
                    <a:pt x="1734" y="122"/>
                  </a:cubicBezTo>
                  <a:lnTo>
                    <a:pt x="1289" y="905"/>
                  </a:lnTo>
                  <a:close/>
                  <a:moveTo>
                    <a:pt x="757" y="2158"/>
                  </a:moveTo>
                  <a:cubicBezTo>
                    <a:pt x="725" y="2158"/>
                    <a:pt x="694" y="2152"/>
                    <a:pt x="664" y="2139"/>
                  </a:cubicBezTo>
                  <a:cubicBezTo>
                    <a:pt x="599" y="2112"/>
                    <a:pt x="540" y="2056"/>
                    <a:pt x="492" y="1978"/>
                  </a:cubicBezTo>
                  <a:lnTo>
                    <a:pt x="11" y="1180"/>
                  </a:lnTo>
                  <a:cubicBezTo>
                    <a:pt x="0" y="1160"/>
                    <a:pt x="6" y="1135"/>
                    <a:pt x="26" y="1123"/>
                  </a:cubicBezTo>
                  <a:cubicBezTo>
                    <a:pt x="45" y="1111"/>
                    <a:pt x="71" y="1118"/>
                    <a:pt x="83" y="1137"/>
                  </a:cubicBezTo>
                  <a:lnTo>
                    <a:pt x="564" y="1935"/>
                  </a:lnTo>
                  <a:cubicBezTo>
                    <a:pt x="602" y="1998"/>
                    <a:pt x="648" y="2043"/>
                    <a:pt x="696" y="2063"/>
                  </a:cubicBezTo>
                  <a:cubicBezTo>
                    <a:pt x="747" y="2084"/>
                    <a:pt x="800" y="2078"/>
                    <a:pt x="854" y="2045"/>
                  </a:cubicBezTo>
                  <a:cubicBezTo>
                    <a:pt x="882" y="2029"/>
                    <a:pt x="1082" y="1903"/>
                    <a:pt x="1314" y="1757"/>
                  </a:cubicBezTo>
                  <a:cubicBezTo>
                    <a:pt x="1651" y="1545"/>
                    <a:pt x="2071" y="1281"/>
                    <a:pt x="2155" y="1231"/>
                  </a:cubicBezTo>
                  <a:cubicBezTo>
                    <a:pt x="2225" y="1188"/>
                    <a:pt x="2255" y="1146"/>
                    <a:pt x="2266" y="1108"/>
                  </a:cubicBezTo>
                  <a:lnTo>
                    <a:pt x="1217" y="980"/>
                  </a:lnTo>
                  <a:cubicBezTo>
                    <a:pt x="1203" y="979"/>
                    <a:pt x="1191" y="970"/>
                    <a:pt x="1185" y="958"/>
                  </a:cubicBezTo>
                  <a:cubicBezTo>
                    <a:pt x="1178" y="945"/>
                    <a:pt x="1179" y="931"/>
                    <a:pt x="1186" y="918"/>
                  </a:cubicBezTo>
                  <a:lnTo>
                    <a:pt x="1696" y="21"/>
                  </a:lnTo>
                  <a:cubicBezTo>
                    <a:pt x="1703" y="8"/>
                    <a:pt x="1717" y="0"/>
                    <a:pt x="1731" y="0"/>
                  </a:cubicBezTo>
                  <a:cubicBezTo>
                    <a:pt x="1746" y="0"/>
                    <a:pt x="1760" y="7"/>
                    <a:pt x="1767" y="19"/>
                  </a:cubicBezTo>
                  <a:cubicBezTo>
                    <a:pt x="1785" y="46"/>
                    <a:pt x="2190" y="678"/>
                    <a:pt x="2254" y="784"/>
                  </a:cubicBezTo>
                  <a:cubicBezTo>
                    <a:pt x="2305" y="867"/>
                    <a:pt x="2352" y="957"/>
                    <a:pt x="2357" y="1046"/>
                  </a:cubicBezTo>
                  <a:cubicBezTo>
                    <a:pt x="2362" y="1149"/>
                    <a:pt x="2308" y="1235"/>
                    <a:pt x="2198" y="1302"/>
                  </a:cubicBezTo>
                  <a:cubicBezTo>
                    <a:pt x="2114" y="1352"/>
                    <a:pt x="1695" y="1616"/>
                    <a:pt x="1358" y="1827"/>
                  </a:cubicBezTo>
                  <a:cubicBezTo>
                    <a:pt x="1126" y="1973"/>
                    <a:pt x="925" y="2100"/>
                    <a:pt x="897" y="2116"/>
                  </a:cubicBezTo>
                  <a:cubicBezTo>
                    <a:pt x="851" y="2144"/>
                    <a:pt x="803" y="2158"/>
                    <a:pt x="757" y="2158"/>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8" name="Freeform 34">
              <a:extLst>
                <a:ext uri="{FF2B5EF4-FFF2-40B4-BE49-F238E27FC236}">
                  <a16:creationId xmlns:a16="http://schemas.microsoft.com/office/drawing/2014/main" id="{D2986E2B-F425-CC72-4830-18A0490FFC38}"/>
                </a:ext>
              </a:extLst>
            </p:cNvPr>
            <p:cNvSpPr>
              <a:spLocks/>
            </p:cNvSpPr>
            <p:nvPr/>
          </p:nvSpPr>
          <p:spPr bwMode="auto">
            <a:xfrm>
              <a:off x="5532438" y="928688"/>
              <a:ext cx="298450" cy="371475"/>
            </a:xfrm>
            <a:custGeom>
              <a:avLst/>
              <a:gdLst>
                <a:gd name="T0" fmla="*/ 713 w 1768"/>
                <a:gd name="T1" fmla="*/ 2194 h 2194"/>
                <a:gd name="T2" fmla="*/ 697 w 1768"/>
                <a:gd name="T3" fmla="*/ 2190 h 2194"/>
                <a:gd name="T4" fmla="*/ 675 w 1768"/>
                <a:gd name="T5" fmla="*/ 2136 h 2194"/>
                <a:gd name="T6" fmla="*/ 976 w 1768"/>
                <a:gd name="T7" fmla="*/ 1123 h 2194"/>
                <a:gd name="T8" fmla="*/ 47 w 1768"/>
                <a:gd name="T9" fmla="*/ 1196 h 2194"/>
                <a:gd name="T10" fmla="*/ 10 w 1768"/>
                <a:gd name="T11" fmla="*/ 1179 h 2194"/>
                <a:gd name="T12" fmla="*/ 5 w 1768"/>
                <a:gd name="T13" fmla="*/ 1139 h 2194"/>
                <a:gd name="T14" fmla="*/ 373 w 1768"/>
                <a:gd name="T15" fmla="*/ 168 h 2194"/>
                <a:gd name="T16" fmla="*/ 644 w 1768"/>
                <a:gd name="T17" fmla="*/ 7 h 2194"/>
                <a:gd name="T18" fmla="*/ 1727 w 1768"/>
                <a:gd name="T19" fmla="*/ 39 h 2194"/>
                <a:gd name="T20" fmla="*/ 1767 w 1768"/>
                <a:gd name="T21" fmla="*/ 82 h 2194"/>
                <a:gd name="T22" fmla="*/ 1724 w 1768"/>
                <a:gd name="T23" fmla="*/ 123 h 2194"/>
                <a:gd name="T24" fmla="*/ 640 w 1768"/>
                <a:gd name="T25" fmla="*/ 90 h 2194"/>
                <a:gd name="T26" fmla="*/ 452 w 1768"/>
                <a:gd name="T27" fmla="*/ 197 h 2194"/>
                <a:gd name="T28" fmla="*/ 106 w 1768"/>
                <a:gd name="T29" fmla="*/ 1108 h 2194"/>
                <a:gd name="T30" fmla="*/ 1029 w 1768"/>
                <a:gd name="T31" fmla="*/ 1035 h 2194"/>
                <a:gd name="T32" fmla="*/ 1065 w 1768"/>
                <a:gd name="T33" fmla="*/ 1050 h 2194"/>
                <a:gd name="T34" fmla="*/ 1073 w 1768"/>
                <a:gd name="T35" fmla="*/ 1088 h 2194"/>
                <a:gd name="T36" fmla="*/ 751 w 1768"/>
                <a:gd name="T37" fmla="*/ 2168 h 2194"/>
                <a:gd name="T38" fmla="*/ 713 w 1768"/>
                <a:gd name="T39" fmla="*/ 2194 h 2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768" h="2194">
                  <a:moveTo>
                    <a:pt x="713" y="2194"/>
                  </a:moveTo>
                  <a:cubicBezTo>
                    <a:pt x="708" y="2194"/>
                    <a:pt x="702" y="2193"/>
                    <a:pt x="697" y="2190"/>
                  </a:cubicBezTo>
                  <a:cubicBezTo>
                    <a:pt x="676" y="2181"/>
                    <a:pt x="666" y="2157"/>
                    <a:pt x="675" y="2136"/>
                  </a:cubicBezTo>
                  <a:cubicBezTo>
                    <a:pt x="730" y="2003"/>
                    <a:pt x="920" y="1326"/>
                    <a:pt x="976" y="1123"/>
                  </a:cubicBezTo>
                  <a:lnTo>
                    <a:pt x="47" y="1196"/>
                  </a:lnTo>
                  <a:cubicBezTo>
                    <a:pt x="33" y="1197"/>
                    <a:pt x="19" y="1191"/>
                    <a:pt x="10" y="1179"/>
                  </a:cubicBezTo>
                  <a:cubicBezTo>
                    <a:pt x="2" y="1168"/>
                    <a:pt x="0" y="1153"/>
                    <a:pt x="5" y="1139"/>
                  </a:cubicBezTo>
                  <a:cubicBezTo>
                    <a:pt x="8" y="1130"/>
                    <a:pt x="356" y="216"/>
                    <a:pt x="373" y="168"/>
                  </a:cubicBezTo>
                  <a:cubicBezTo>
                    <a:pt x="413" y="60"/>
                    <a:pt x="514" y="0"/>
                    <a:pt x="644" y="7"/>
                  </a:cubicBezTo>
                  <a:cubicBezTo>
                    <a:pt x="736" y="12"/>
                    <a:pt x="1717" y="39"/>
                    <a:pt x="1727" y="39"/>
                  </a:cubicBezTo>
                  <a:cubicBezTo>
                    <a:pt x="1750" y="40"/>
                    <a:pt x="1768" y="59"/>
                    <a:pt x="1767" y="82"/>
                  </a:cubicBezTo>
                  <a:cubicBezTo>
                    <a:pt x="1767" y="105"/>
                    <a:pt x="1748" y="123"/>
                    <a:pt x="1724" y="123"/>
                  </a:cubicBezTo>
                  <a:cubicBezTo>
                    <a:pt x="1684" y="122"/>
                    <a:pt x="733" y="95"/>
                    <a:pt x="640" y="90"/>
                  </a:cubicBezTo>
                  <a:cubicBezTo>
                    <a:pt x="596" y="88"/>
                    <a:pt x="490" y="93"/>
                    <a:pt x="452" y="197"/>
                  </a:cubicBezTo>
                  <a:cubicBezTo>
                    <a:pt x="436" y="238"/>
                    <a:pt x="185" y="899"/>
                    <a:pt x="106" y="1108"/>
                  </a:cubicBezTo>
                  <a:lnTo>
                    <a:pt x="1029" y="1035"/>
                  </a:lnTo>
                  <a:cubicBezTo>
                    <a:pt x="1043" y="1034"/>
                    <a:pt x="1056" y="1040"/>
                    <a:pt x="1065" y="1050"/>
                  </a:cubicBezTo>
                  <a:cubicBezTo>
                    <a:pt x="1073" y="1061"/>
                    <a:pt x="1076" y="1075"/>
                    <a:pt x="1073" y="1088"/>
                  </a:cubicBezTo>
                  <a:cubicBezTo>
                    <a:pt x="1062" y="1126"/>
                    <a:pt x="819" y="2007"/>
                    <a:pt x="751" y="2168"/>
                  </a:cubicBezTo>
                  <a:cubicBezTo>
                    <a:pt x="745" y="2184"/>
                    <a:pt x="729" y="2194"/>
                    <a:pt x="713" y="2194"/>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9" name="Freeform 35">
              <a:extLst>
                <a:ext uri="{FF2B5EF4-FFF2-40B4-BE49-F238E27FC236}">
                  <a16:creationId xmlns:a16="http://schemas.microsoft.com/office/drawing/2014/main" id="{186E0356-8EC3-BD7E-C02C-E9478C8DA175}"/>
                </a:ext>
              </a:extLst>
            </p:cNvPr>
            <p:cNvSpPr>
              <a:spLocks/>
            </p:cNvSpPr>
            <p:nvPr/>
          </p:nvSpPr>
          <p:spPr bwMode="auto">
            <a:xfrm>
              <a:off x="5692776" y="1085851"/>
              <a:ext cx="63500" cy="47625"/>
            </a:xfrm>
            <a:custGeom>
              <a:avLst/>
              <a:gdLst>
                <a:gd name="T0" fmla="*/ 48 w 371"/>
                <a:gd name="T1" fmla="*/ 285 h 285"/>
                <a:gd name="T2" fmla="*/ 29 w 371"/>
                <a:gd name="T3" fmla="*/ 281 h 285"/>
                <a:gd name="T4" fmla="*/ 11 w 371"/>
                <a:gd name="T5" fmla="*/ 225 h 285"/>
                <a:gd name="T6" fmla="*/ 41 w 371"/>
                <a:gd name="T7" fmla="*/ 161 h 285"/>
                <a:gd name="T8" fmla="*/ 330 w 371"/>
                <a:gd name="T9" fmla="*/ 12 h 285"/>
                <a:gd name="T10" fmla="*/ 369 w 371"/>
                <a:gd name="T11" fmla="*/ 57 h 285"/>
                <a:gd name="T12" fmla="*/ 325 w 371"/>
                <a:gd name="T13" fmla="*/ 95 h 285"/>
                <a:gd name="T14" fmla="*/ 117 w 371"/>
                <a:gd name="T15" fmla="*/ 196 h 285"/>
                <a:gd name="T16" fmla="*/ 85 w 371"/>
                <a:gd name="T17" fmla="*/ 262 h 285"/>
                <a:gd name="T18" fmla="*/ 48 w 371"/>
                <a:gd name="T19" fmla="*/ 285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1" h="285">
                  <a:moveTo>
                    <a:pt x="48" y="285"/>
                  </a:moveTo>
                  <a:cubicBezTo>
                    <a:pt x="42" y="285"/>
                    <a:pt x="35" y="284"/>
                    <a:pt x="29" y="281"/>
                  </a:cubicBezTo>
                  <a:cubicBezTo>
                    <a:pt x="9" y="271"/>
                    <a:pt x="0" y="246"/>
                    <a:pt x="11" y="225"/>
                  </a:cubicBezTo>
                  <a:cubicBezTo>
                    <a:pt x="22" y="201"/>
                    <a:pt x="32" y="180"/>
                    <a:pt x="41" y="161"/>
                  </a:cubicBezTo>
                  <a:cubicBezTo>
                    <a:pt x="104" y="23"/>
                    <a:pt x="131" y="0"/>
                    <a:pt x="330" y="12"/>
                  </a:cubicBezTo>
                  <a:cubicBezTo>
                    <a:pt x="353" y="14"/>
                    <a:pt x="371" y="34"/>
                    <a:pt x="369" y="57"/>
                  </a:cubicBezTo>
                  <a:cubicBezTo>
                    <a:pt x="368" y="80"/>
                    <a:pt x="349" y="97"/>
                    <a:pt x="325" y="95"/>
                  </a:cubicBezTo>
                  <a:cubicBezTo>
                    <a:pt x="167" y="86"/>
                    <a:pt x="167" y="86"/>
                    <a:pt x="117" y="196"/>
                  </a:cubicBezTo>
                  <a:cubicBezTo>
                    <a:pt x="108" y="215"/>
                    <a:pt x="98" y="237"/>
                    <a:pt x="85" y="262"/>
                  </a:cubicBezTo>
                  <a:cubicBezTo>
                    <a:pt x="78" y="277"/>
                    <a:pt x="63" y="285"/>
                    <a:pt x="48" y="285"/>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0" name="Freeform 36">
              <a:extLst>
                <a:ext uri="{FF2B5EF4-FFF2-40B4-BE49-F238E27FC236}">
                  <a16:creationId xmlns:a16="http://schemas.microsoft.com/office/drawing/2014/main" id="{D23846A6-4325-6D8D-AB62-2176AF96463C}"/>
                </a:ext>
              </a:extLst>
            </p:cNvPr>
            <p:cNvSpPr>
              <a:spLocks/>
            </p:cNvSpPr>
            <p:nvPr/>
          </p:nvSpPr>
          <p:spPr bwMode="auto">
            <a:xfrm>
              <a:off x="5578476" y="955676"/>
              <a:ext cx="193675" cy="149225"/>
            </a:xfrm>
            <a:custGeom>
              <a:avLst/>
              <a:gdLst>
                <a:gd name="T0" fmla="*/ 178 w 1142"/>
                <a:gd name="T1" fmla="*/ 882 h 882"/>
                <a:gd name="T2" fmla="*/ 143 w 1142"/>
                <a:gd name="T3" fmla="*/ 863 h 882"/>
                <a:gd name="T4" fmla="*/ 12 w 1142"/>
                <a:gd name="T5" fmla="*/ 661 h 882"/>
                <a:gd name="T6" fmla="*/ 24 w 1142"/>
                <a:gd name="T7" fmla="*/ 603 h 882"/>
                <a:gd name="T8" fmla="*/ 920 w 1142"/>
                <a:gd name="T9" fmla="*/ 9 h 882"/>
                <a:gd name="T10" fmla="*/ 953 w 1142"/>
                <a:gd name="T11" fmla="*/ 3 h 882"/>
                <a:gd name="T12" fmla="*/ 979 w 1142"/>
                <a:gd name="T13" fmla="*/ 23 h 882"/>
                <a:gd name="T14" fmla="*/ 1131 w 1142"/>
                <a:gd name="T15" fmla="*/ 290 h 882"/>
                <a:gd name="T16" fmla="*/ 1115 w 1142"/>
                <a:gd name="T17" fmla="*/ 346 h 882"/>
                <a:gd name="T18" fmla="*/ 1059 w 1142"/>
                <a:gd name="T19" fmla="*/ 331 h 882"/>
                <a:gd name="T20" fmla="*/ 929 w 1142"/>
                <a:gd name="T21" fmla="*/ 103 h 882"/>
                <a:gd name="T22" fmla="*/ 104 w 1142"/>
                <a:gd name="T23" fmla="*/ 650 h 882"/>
                <a:gd name="T24" fmla="*/ 213 w 1142"/>
                <a:gd name="T25" fmla="*/ 817 h 882"/>
                <a:gd name="T26" fmla="*/ 200 w 1142"/>
                <a:gd name="T27" fmla="*/ 875 h 882"/>
                <a:gd name="T28" fmla="*/ 178 w 1142"/>
                <a:gd name="T29" fmla="*/ 882 h 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2" h="882">
                  <a:moveTo>
                    <a:pt x="178" y="882"/>
                  </a:moveTo>
                  <a:cubicBezTo>
                    <a:pt x="164" y="882"/>
                    <a:pt x="151" y="875"/>
                    <a:pt x="143" y="863"/>
                  </a:cubicBezTo>
                  <a:lnTo>
                    <a:pt x="12" y="661"/>
                  </a:lnTo>
                  <a:cubicBezTo>
                    <a:pt x="0" y="641"/>
                    <a:pt x="5" y="616"/>
                    <a:pt x="24" y="603"/>
                  </a:cubicBezTo>
                  <a:lnTo>
                    <a:pt x="920" y="9"/>
                  </a:lnTo>
                  <a:cubicBezTo>
                    <a:pt x="930" y="3"/>
                    <a:pt x="942" y="0"/>
                    <a:pt x="953" y="3"/>
                  </a:cubicBezTo>
                  <a:cubicBezTo>
                    <a:pt x="964" y="6"/>
                    <a:pt x="974" y="13"/>
                    <a:pt x="979" y="23"/>
                  </a:cubicBezTo>
                  <a:lnTo>
                    <a:pt x="1131" y="290"/>
                  </a:lnTo>
                  <a:cubicBezTo>
                    <a:pt x="1142" y="309"/>
                    <a:pt x="1135" y="335"/>
                    <a:pt x="1115" y="346"/>
                  </a:cubicBezTo>
                  <a:cubicBezTo>
                    <a:pt x="1096" y="358"/>
                    <a:pt x="1070" y="351"/>
                    <a:pt x="1059" y="331"/>
                  </a:cubicBezTo>
                  <a:lnTo>
                    <a:pt x="929" y="103"/>
                  </a:lnTo>
                  <a:lnTo>
                    <a:pt x="104" y="650"/>
                  </a:lnTo>
                  <a:lnTo>
                    <a:pt x="213" y="817"/>
                  </a:lnTo>
                  <a:cubicBezTo>
                    <a:pt x="225" y="837"/>
                    <a:pt x="220" y="863"/>
                    <a:pt x="200" y="875"/>
                  </a:cubicBezTo>
                  <a:cubicBezTo>
                    <a:pt x="193" y="880"/>
                    <a:pt x="186" y="882"/>
                    <a:pt x="178" y="882"/>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1" name="Freeform 37">
              <a:extLst>
                <a:ext uri="{FF2B5EF4-FFF2-40B4-BE49-F238E27FC236}">
                  <a16:creationId xmlns:a16="http://schemas.microsoft.com/office/drawing/2014/main" id="{291F5E65-6417-5742-3B64-487AB39F90A8}"/>
                </a:ext>
              </a:extLst>
            </p:cNvPr>
            <p:cNvSpPr>
              <a:spLocks/>
            </p:cNvSpPr>
            <p:nvPr/>
          </p:nvSpPr>
          <p:spPr bwMode="auto">
            <a:xfrm>
              <a:off x="5511801" y="931863"/>
              <a:ext cx="57150" cy="38100"/>
            </a:xfrm>
            <a:custGeom>
              <a:avLst/>
              <a:gdLst>
                <a:gd name="T0" fmla="*/ 292 w 339"/>
                <a:gd name="T1" fmla="*/ 221 h 221"/>
                <a:gd name="T2" fmla="*/ 278 w 339"/>
                <a:gd name="T3" fmla="*/ 218 h 221"/>
                <a:gd name="T4" fmla="*/ 104 w 339"/>
                <a:gd name="T5" fmla="*/ 128 h 221"/>
                <a:gd name="T6" fmla="*/ 28 w 339"/>
                <a:gd name="T7" fmla="*/ 85 h 221"/>
                <a:gd name="T8" fmla="*/ 10 w 339"/>
                <a:gd name="T9" fmla="*/ 29 h 221"/>
                <a:gd name="T10" fmla="*/ 66 w 339"/>
                <a:gd name="T11" fmla="*/ 11 h 221"/>
                <a:gd name="T12" fmla="*/ 146 w 339"/>
                <a:gd name="T13" fmla="*/ 55 h 221"/>
                <a:gd name="T14" fmla="*/ 306 w 339"/>
                <a:gd name="T15" fmla="*/ 140 h 221"/>
                <a:gd name="T16" fmla="*/ 331 w 339"/>
                <a:gd name="T17" fmla="*/ 193 h 221"/>
                <a:gd name="T18" fmla="*/ 292 w 339"/>
                <a:gd name="T19" fmla="*/ 221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221">
                  <a:moveTo>
                    <a:pt x="292" y="221"/>
                  </a:moveTo>
                  <a:cubicBezTo>
                    <a:pt x="287" y="221"/>
                    <a:pt x="282" y="220"/>
                    <a:pt x="278" y="218"/>
                  </a:cubicBezTo>
                  <a:cubicBezTo>
                    <a:pt x="237" y="204"/>
                    <a:pt x="167" y="163"/>
                    <a:pt x="104" y="128"/>
                  </a:cubicBezTo>
                  <a:cubicBezTo>
                    <a:pt x="74" y="110"/>
                    <a:pt x="45" y="94"/>
                    <a:pt x="28" y="85"/>
                  </a:cubicBezTo>
                  <a:cubicBezTo>
                    <a:pt x="8" y="75"/>
                    <a:pt x="0" y="50"/>
                    <a:pt x="10" y="29"/>
                  </a:cubicBezTo>
                  <a:cubicBezTo>
                    <a:pt x="20" y="9"/>
                    <a:pt x="46" y="0"/>
                    <a:pt x="66" y="11"/>
                  </a:cubicBezTo>
                  <a:cubicBezTo>
                    <a:pt x="85" y="20"/>
                    <a:pt x="113" y="37"/>
                    <a:pt x="146" y="55"/>
                  </a:cubicBezTo>
                  <a:cubicBezTo>
                    <a:pt x="202" y="88"/>
                    <a:pt x="272" y="128"/>
                    <a:pt x="306" y="140"/>
                  </a:cubicBezTo>
                  <a:cubicBezTo>
                    <a:pt x="328" y="148"/>
                    <a:pt x="339" y="172"/>
                    <a:pt x="331" y="193"/>
                  </a:cubicBezTo>
                  <a:cubicBezTo>
                    <a:pt x="325" y="210"/>
                    <a:pt x="309" y="221"/>
                    <a:pt x="292" y="221"/>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2" name="Freeform 38">
              <a:extLst>
                <a:ext uri="{FF2B5EF4-FFF2-40B4-BE49-F238E27FC236}">
                  <a16:creationId xmlns:a16="http://schemas.microsoft.com/office/drawing/2014/main" id="{3EC1A439-7BCB-52C1-75C2-51A720E7AACD}"/>
                </a:ext>
              </a:extLst>
            </p:cNvPr>
            <p:cNvSpPr>
              <a:spLocks/>
            </p:cNvSpPr>
            <p:nvPr/>
          </p:nvSpPr>
          <p:spPr bwMode="auto">
            <a:xfrm>
              <a:off x="5551488" y="874713"/>
              <a:ext cx="46038" cy="52388"/>
            </a:xfrm>
            <a:custGeom>
              <a:avLst/>
              <a:gdLst>
                <a:gd name="T0" fmla="*/ 227 w 274"/>
                <a:gd name="T1" fmla="*/ 315 h 315"/>
                <a:gd name="T2" fmla="*/ 195 w 274"/>
                <a:gd name="T3" fmla="*/ 299 h 315"/>
                <a:gd name="T4" fmla="*/ 15 w 274"/>
                <a:gd name="T5" fmla="*/ 73 h 315"/>
                <a:gd name="T6" fmla="*/ 22 w 274"/>
                <a:gd name="T7" fmla="*/ 14 h 315"/>
                <a:gd name="T8" fmla="*/ 80 w 274"/>
                <a:gd name="T9" fmla="*/ 21 h 315"/>
                <a:gd name="T10" fmla="*/ 260 w 274"/>
                <a:gd name="T11" fmla="*/ 247 h 315"/>
                <a:gd name="T12" fmla="*/ 253 w 274"/>
                <a:gd name="T13" fmla="*/ 306 h 315"/>
                <a:gd name="T14" fmla="*/ 227 w 274"/>
                <a:gd name="T15" fmla="*/ 315 h 3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4" h="315">
                  <a:moveTo>
                    <a:pt x="227" y="315"/>
                  </a:moveTo>
                  <a:cubicBezTo>
                    <a:pt x="215" y="315"/>
                    <a:pt x="203" y="310"/>
                    <a:pt x="195" y="299"/>
                  </a:cubicBezTo>
                  <a:lnTo>
                    <a:pt x="15" y="73"/>
                  </a:lnTo>
                  <a:cubicBezTo>
                    <a:pt x="0" y="55"/>
                    <a:pt x="3" y="29"/>
                    <a:pt x="22" y="14"/>
                  </a:cubicBezTo>
                  <a:cubicBezTo>
                    <a:pt x="40" y="0"/>
                    <a:pt x="66" y="3"/>
                    <a:pt x="80" y="21"/>
                  </a:cubicBezTo>
                  <a:lnTo>
                    <a:pt x="260" y="247"/>
                  </a:lnTo>
                  <a:cubicBezTo>
                    <a:pt x="274" y="265"/>
                    <a:pt x="271" y="292"/>
                    <a:pt x="253" y="306"/>
                  </a:cubicBezTo>
                  <a:cubicBezTo>
                    <a:pt x="245" y="312"/>
                    <a:pt x="236" y="315"/>
                    <a:pt x="227" y="315"/>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3" name="Freeform 39">
              <a:extLst>
                <a:ext uri="{FF2B5EF4-FFF2-40B4-BE49-F238E27FC236}">
                  <a16:creationId xmlns:a16="http://schemas.microsoft.com/office/drawing/2014/main" id="{58100CF5-949E-9ED7-CC03-6E54EDC5CA61}"/>
                </a:ext>
              </a:extLst>
            </p:cNvPr>
            <p:cNvSpPr>
              <a:spLocks/>
            </p:cNvSpPr>
            <p:nvPr/>
          </p:nvSpPr>
          <p:spPr bwMode="auto">
            <a:xfrm>
              <a:off x="5619751" y="852488"/>
              <a:ext cx="20638" cy="50800"/>
            </a:xfrm>
            <a:custGeom>
              <a:avLst/>
              <a:gdLst>
                <a:gd name="T0" fmla="*/ 78 w 123"/>
                <a:gd name="T1" fmla="*/ 302 h 302"/>
                <a:gd name="T2" fmla="*/ 37 w 123"/>
                <a:gd name="T3" fmla="*/ 267 h 302"/>
                <a:gd name="T4" fmla="*/ 4 w 123"/>
                <a:gd name="T5" fmla="*/ 51 h 302"/>
                <a:gd name="T6" fmla="*/ 38 w 123"/>
                <a:gd name="T7" fmla="*/ 4 h 302"/>
                <a:gd name="T8" fmla="*/ 86 w 123"/>
                <a:gd name="T9" fmla="*/ 39 h 302"/>
                <a:gd name="T10" fmla="*/ 120 w 123"/>
                <a:gd name="T11" fmla="*/ 254 h 302"/>
                <a:gd name="T12" fmla="*/ 85 w 123"/>
                <a:gd name="T13" fmla="*/ 301 h 302"/>
                <a:gd name="T14" fmla="*/ 78 w 123"/>
                <a:gd name="T15" fmla="*/ 302 h 3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3" h="302">
                  <a:moveTo>
                    <a:pt x="78" y="302"/>
                  </a:moveTo>
                  <a:cubicBezTo>
                    <a:pt x="58" y="302"/>
                    <a:pt x="40" y="287"/>
                    <a:pt x="37" y="267"/>
                  </a:cubicBezTo>
                  <a:lnTo>
                    <a:pt x="4" y="51"/>
                  </a:lnTo>
                  <a:cubicBezTo>
                    <a:pt x="0" y="29"/>
                    <a:pt x="16" y="7"/>
                    <a:pt x="38" y="4"/>
                  </a:cubicBezTo>
                  <a:cubicBezTo>
                    <a:pt x="61" y="0"/>
                    <a:pt x="82" y="16"/>
                    <a:pt x="86" y="39"/>
                  </a:cubicBezTo>
                  <a:lnTo>
                    <a:pt x="120" y="254"/>
                  </a:lnTo>
                  <a:cubicBezTo>
                    <a:pt x="123" y="276"/>
                    <a:pt x="108" y="298"/>
                    <a:pt x="85" y="301"/>
                  </a:cubicBezTo>
                  <a:cubicBezTo>
                    <a:pt x="83" y="302"/>
                    <a:pt x="80" y="302"/>
                    <a:pt x="78" y="302"/>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4" name="Freeform 40">
              <a:extLst>
                <a:ext uri="{FF2B5EF4-FFF2-40B4-BE49-F238E27FC236}">
                  <a16:creationId xmlns:a16="http://schemas.microsoft.com/office/drawing/2014/main" id="{8E0C31BE-B988-ADA3-D1B4-127F540CF2B3}"/>
                </a:ext>
              </a:extLst>
            </p:cNvPr>
            <p:cNvSpPr>
              <a:spLocks/>
            </p:cNvSpPr>
            <p:nvPr/>
          </p:nvSpPr>
          <p:spPr bwMode="auto">
            <a:xfrm>
              <a:off x="5675313" y="852488"/>
              <a:ext cx="20638" cy="46038"/>
            </a:xfrm>
            <a:custGeom>
              <a:avLst/>
              <a:gdLst>
                <a:gd name="T0" fmla="*/ 45 w 119"/>
                <a:gd name="T1" fmla="*/ 269 h 269"/>
                <a:gd name="T2" fmla="*/ 39 w 119"/>
                <a:gd name="T3" fmla="*/ 268 h 269"/>
                <a:gd name="T4" fmla="*/ 4 w 119"/>
                <a:gd name="T5" fmla="*/ 221 h 269"/>
                <a:gd name="T6" fmla="*/ 33 w 119"/>
                <a:gd name="T7" fmla="*/ 39 h 269"/>
                <a:gd name="T8" fmla="*/ 80 w 119"/>
                <a:gd name="T9" fmla="*/ 4 h 269"/>
                <a:gd name="T10" fmla="*/ 115 w 119"/>
                <a:gd name="T11" fmla="*/ 52 h 269"/>
                <a:gd name="T12" fmla="*/ 86 w 119"/>
                <a:gd name="T13" fmla="*/ 234 h 269"/>
                <a:gd name="T14" fmla="*/ 45 w 119"/>
                <a:gd name="T15" fmla="*/ 269 h 2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9" h="269">
                  <a:moveTo>
                    <a:pt x="45" y="269"/>
                  </a:moveTo>
                  <a:cubicBezTo>
                    <a:pt x="43" y="269"/>
                    <a:pt x="41" y="269"/>
                    <a:pt x="39" y="268"/>
                  </a:cubicBezTo>
                  <a:cubicBezTo>
                    <a:pt x="16" y="265"/>
                    <a:pt x="0" y="243"/>
                    <a:pt x="4" y="221"/>
                  </a:cubicBezTo>
                  <a:lnTo>
                    <a:pt x="33" y="39"/>
                  </a:lnTo>
                  <a:cubicBezTo>
                    <a:pt x="36" y="16"/>
                    <a:pt x="58" y="0"/>
                    <a:pt x="80" y="4"/>
                  </a:cubicBezTo>
                  <a:cubicBezTo>
                    <a:pt x="103" y="8"/>
                    <a:pt x="119" y="29"/>
                    <a:pt x="115" y="52"/>
                  </a:cubicBezTo>
                  <a:lnTo>
                    <a:pt x="86" y="234"/>
                  </a:lnTo>
                  <a:cubicBezTo>
                    <a:pt x="83" y="254"/>
                    <a:pt x="65" y="269"/>
                    <a:pt x="45" y="269"/>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5" name="Freeform 814">
              <a:extLst>
                <a:ext uri="{FF2B5EF4-FFF2-40B4-BE49-F238E27FC236}">
                  <a16:creationId xmlns:a16="http://schemas.microsoft.com/office/drawing/2014/main" id="{AF784404-EC89-C251-3C3C-B034E1CCCCC6}"/>
                </a:ext>
              </a:extLst>
            </p:cNvPr>
            <p:cNvSpPr>
              <a:spLocks/>
            </p:cNvSpPr>
            <p:nvPr/>
          </p:nvSpPr>
          <p:spPr bwMode="auto">
            <a:xfrm>
              <a:off x="5495926" y="998538"/>
              <a:ext cx="49213" cy="22225"/>
            </a:xfrm>
            <a:custGeom>
              <a:avLst/>
              <a:gdLst>
                <a:gd name="T0" fmla="*/ 243 w 297"/>
                <a:gd name="T1" fmla="*/ 134 h 134"/>
                <a:gd name="T2" fmla="*/ 235 w 297"/>
                <a:gd name="T3" fmla="*/ 134 h 134"/>
                <a:gd name="T4" fmla="*/ 46 w 297"/>
                <a:gd name="T5" fmla="*/ 103 h 134"/>
                <a:gd name="T6" fmla="*/ 4 w 297"/>
                <a:gd name="T7" fmla="*/ 46 h 134"/>
                <a:gd name="T8" fmla="*/ 62 w 297"/>
                <a:gd name="T9" fmla="*/ 4 h 134"/>
                <a:gd name="T10" fmla="*/ 251 w 297"/>
                <a:gd name="T11" fmla="*/ 35 h 134"/>
                <a:gd name="T12" fmla="*/ 292 w 297"/>
                <a:gd name="T13" fmla="*/ 92 h 134"/>
                <a:gd name="T14" fmla="*/ 243 w 297"/>
                <a:gd name="T15" fmla="*/ 134 h 1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7" h="134">
                  <a:moveTo>
                    <a:pt x="243" y="134"/>
                  </a:moveTo>
                  <a:cubicBezTo>
                    <a:pt x="240" y="134"/>
                    <a:pt x="238" y="134"/>
                    <a:pt x="235" y="134"/>
                  </a:cubicBezTo>
                  <a:lnTo>
                    <a:pt x="46" y="103"/>
                  </a:lnTo>
                  <a:cubicBezTo>
                    <a:pt x="18" y="99"/>
                    <a:pt x="0" y="73"/>
                    <a:pt x="4" y="46"/>
                  </a:cubicBezTo>
                  <a:cubicBezTo>
                    <a:pt x="9" y="18"/>
                    <a:pt x="34" y="0"/>
                    <a:pt x="62" y="4"/>
                  </a:cubicBezTo>
                  <a:lnTo>
                    <a:pt x="251" y="35"/>
                  </a:lnTo>
                  <a:cubicBezTo>
                    <a:pt x="278" y="39"/>
                    <a:pt x="297" y="65"/>
                    <a:pt x="292" y="92"/>
                  </a:cubicBezTo>
                  <a:cubicBezTo>
                    <a:pt x="288" y="117"/>
                    <a:pt x="267" y="134"/>
                    <a:pt x="243" y="134"/>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6" name="Freeform 815">
              <a:extLst>
                <a:ext uri="{FF2B5EF4-FFF2-40B4-BE49-F238E27FC236}">
                  <a16:creationId xmlns:a16="http://schemas.microsoft.com/office/drawing/2014/main" id="{68578189-0896-F1B6-DE95-6979AED1C3CC}"/>
                </a:ext>
              </a:extLst>
            </p:cNvPr>
            <p:cNvSpPr>
              <a:spLocks/>
            </p:cNvSpPr>
            <p:nvPr/>
          </p:nvSpPr>
          <p:spPr bwMode="auto">
            <a:xfrm>
              <a:off x="5715001" y="868363"/>
              <a:ext cx="30163" cy="42863"/>
            </a:xfrm>
            <a:custGeom>
              <a:avLst/>
              <a:gdLst>
                <a:gd name="T0" fmla="*/ 57 w 176"/>
                <a:gd name="T1" fmla="*/ 256 h 256"/>
                <a:gd name="T2" fmla="*/ 37 w 176"/>
                <a:gd name="T3" fmla="*/ 252 h 256"/>
                <a:gd name="T4" fmla="*/ 11 w 176"/>
                <a:gd name="T5" fmla="*/ 186 h 256"/>
                <a:gd name="T6" fmla="*/ 73 w 176"/>
                <a:gd name="T7" fmla="*/ 37 h 256"/>
                <a:gd name="T8" fmla="*/ 139 w 176"/>
                <a:gd name="T9" fmla="*/ 10 h 256"/>
                <a:gd name="T10" fmla="*/ 166 w 176"/>
                <a:gd name="T11" fmla="*/ 76 h 256"/>
                <a:gd name="T12" fmla="*/ 103 w 176"/>
                <a:gd name="T13" fmla="*/ 225 h 256"/>
                <a:gd name="T14" fmla="*/ 57 w 176"/>
                <a:gd name="T15" fmla="*/ 256 h 2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6" h="256">
                  <a:moveTo>
                    <a:pt x="57" y="256"/>
                  </a:moveTo>
                  <a:cubicBezTo>
                    <a:pt x="50" y="256"/>
                    <a:pt x="44" y="255"/>
                    <a:pt x="37" y="252"/>
                  </a:cubicBezTo>
                  <a:cubicBezTo>
                    <a:pt x="12" y="241"/>
                    <a:pt x="0" y="212"/>
                    <a:pt x="11" y="186"/>
                  </a:cubicBezTo>
                  <a:lnTo>
                    <a:pt x="73" y="37"/>
                  </a:lnTo>
                  <a:cubicBezTo>
                    <a:pt x="84" y="12"/>
                    <a:pt x="114" y="0"/>
                    <a:pt x="139" y="10"/>
                  </a:cubicBezTo>
                  <a:cubicBezTo>
                    <a:pt x="164" y="21"/>
                    <a:pt x="176" y="51"/>
                    <a:pt x="166" y="76"/>
                  </a:cubicBezTo>
                  <a:lnTo>
                    <a:pt x="103" y="225"/>
                  </a:lnTo>
                  <a:cubicBezTo>
                    <a:pt x="95" y="244"/>
                    <a:pt x="76" y="256"/>
                    <a:pt x="57" y="256"/>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47" name="E_Signature" descr="{&quot;Key&quot;:&quot;POWER_USER_SHAPE_ICON&quot;,&quot;Value&quot;:&quot;POWER_USER_SHAPE_ICON_STYLE_1&quot;}">
            <a:extLst>
              <a:ext uri="{FF2B5EF4-FFF2-40B4-BE49-F238E27FC236}">
                <a16:creationId xmlns:a16="http://schemas.microsoft.com/office/drawing/2014/main" id="{45361C51-B847-A2C9-BFC0-289B449F91A0}"/>
              </a:ext>
            </a:extLst>
          </p:cNvPr>
          <p:cNvGrpSpPr>
            <a:grpSpLocks noChangeAspect="1"/>
          </p:cNvGrpSpPr>
          <p:nvPr/>
        </p:nvGrpSpPr>
        <p:grpSpPr>
          <a:xfrm>
            <a:off x="9699765" y="4502936"/>
            <a:ext cx="432000" cy="394054"/>
            <a:chOff x="5160350" y="1964192"/>
            <a:chExt cx="416228" cy="379668"/>
          </a:xfrm>
          <a:solidFill>
            <a:schemeClr val="accent1"/>
          </a:solidFill>
        </p:grpSpPr>
        <p:sp>
          <p:nvSpPr>
            <p:cNvPr id="1248" name="Freeform 1115">
              <a:extLst>
                <a:ext uri="{FF2B5EF4-FFF2-40B4-BE49-F238E27FC236}">
                  <a16:creationId xmlns:a16="http://schemas.microsoft.com/office/drawing/2014/main" id="{4631E159-8436-F4F6-88FC-FE04392C8A01}"/>
                </a:ext>
              </a:extLst>
            </p:cNvPr>
            <p:cNvSpPr>
              <a:spLocks/>
            </p:cNvSpPr>
            <p:nvPr/>
          </p:nvSpPr>
          <p:spPr bwMode="auto">
            <a:xfrm>
              <a:off x="5160350" y="2006378"/>
              <a:ext cx="413417" cy="337482"/>
            </a:xfrm>
            <a:custGeom>
              <a:avLst/>
              <a:gdLst>
                <a:gd name="T0" fmla="*/ 5973 w 6419"/>
                <a:gd name="T1" fmla="*/ 5242 h 5242"/>
                <a:gd name="T2" fmla="*/ 5972 w 6419"/>
                <a:gd name="T3" fmla="*/ 5242 h 5242"/>
                <a:gd name="T4" fmla="*/ 436 w 6419"/>
                <a:gd name="T5" fmla="*/ 5231 h 5242"/>
                <a:gd name="T6" fmla="*/ 0 w 6419"/>
                <a:gd name="T7" fmla="*/ 4754 h 5242"/>
                <a:gd name="T8" fmla="*/ 9 w 6419"/>
                <a:gd name="T9" fmla="*/ 475 h 5242"/>
                <a:gd name="T10" fmla="*/ 446 w 6419"/>
                <a:gd name="T11" fmla="*/ 0 h 5242"/>
                <a:gd name="T12" fmla="*/ 447 w 6419"/>
                <a:gd name="T13" fmla="*/ 0 h 5242"/>
                <a:gd name="T14" fmla="*/ 4274 w 6419"/>
                <a:gd name="T15" fmla="*/ 9 h 5242"/>
                <a:gd name="T16" fmla="*/ 4374 w 6419"/>
                <a:gd name="T17" fmla="*/ 109 h 5242"/>
                <a:gd name="T18" fmla="*/ 4274 w 6419"/>
                <a:gd name="T19" fmla="*/ 209 h 5242"/>
                <a:gd name="T20" fmla="*/ 4273 w 6419"/>
                <a:gd name="T21" fmla="*/ 209 h 5242"/>
                <a:gd name="T22" fmla="*/ 447 w 6419"/>
                <a:gd name="T23" fmla="*/ 201 h 5242"/>
                <a:gd name="T24" fmla="*/ 446 w 6419"/>
                <a:gd name="T25" fmla="*/ 201 h 5242"/>
                <a:gd name="T26" fmla="*/ 209 w 6419"/>
                <a:gd name="T27" fmla="*/ 476 h 5242"/>
                <a:gd name="T28" fmla="*/ 200 w 6419"/>
                <a:gd name="T29" fmla="*/ 4754 h 5242"/>
                <a:gd name="T30" fmla="*/ 436 w 6419"/>
                <a:gd name="T31" fmla="*/ 5031 h 5242"/>
                <a:gd name="T32" fmla="*/ 5973 w 6419"/>
                <a:gd name="T33" fmla="*/ 5042 h 5242"/>
                <a:gd name="T34" fmla="*/ 5973 w 6419"/>
                <a:gd name="T35" fmla="*/ 5042 h 5242"/>
                <a:gd name="T36" fmla="*/ 6211 w 6419"/>
                <a:gd name="T37" fmla="*/ 4768 h 5242"/>
                <a:gd name="T38" fmla="*/ 6219 w 6419"/>
                <a:gd name="T39" fmla="*/ 674 h 5242"/>
                <a:gd name="T40" fmla="*/ 6319 w 6419"/>
                <a:gd name="T41" fmla="*/ 574 h 5242"/>
                <a:gd name="T42" fmla="*/ 6319 w 6419"/>
                <a:gd name="T43" fmla="*/ 574 h 5242"/>
                <a:gd name="T44" fmla="*/ 6419 w 6419"/>
                <a:gd name="T45" fmla="*/ 675 h 5242"/>
                <a:gd name="T46" fmla="*/ 6410 w 6419"/>
                <a:gd name="T47" fmla="*/ 4768 h 5242"/>
                <a:gd name="T48" fmla="*/ 5973 w 6419"/>
                <a:gd name="T49" fmla="*/ 5242 h 5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419" h="5242">
                  <a:moveTo>
                    <a:pt x="5973" y="5242"/>
                  </a:moveTo>
                  <a:lnTo>
                    <a:pt x="5972" y="5242"/>
                  </a:lnTo>
                  <a:lnTo>
                    <a:pt x="436" y="5231"/>
                  </a:lnTo>
                  <a:cubicBezTo>
                    <a:pt x="195" y="5230"/>
                    <a:pt x="0" y="5016"/>
                    <a:pt x="0" y="4754"/>
                  </a:cubicBezTo>
                  <a:lnTo>
                    <a:pt x="9" y="475"/>
                  </a:lnTo>
                  <a:cubicBezTo>
                    <a:pt x="10" y="213"/>
                    <a:pt x="206" y="0"/>
                    <a:pt x="446" y="0"/>
                  </a:cubicBezTo>
                  <a:lnTo>
                    <a:pt x="447" y="0"/>
                  </a:lnTo>
                  <a:lnTo>
                    <a:pt x="4274" y="9"/>
                  </a:lnTo>
                  <a:cubicBezTo>
                    <a:pt x="4329" y="9"/>
                    <a:pt x="4374" y="53"/>
                    <a:pt x="4374" y="109"/>
                  </a:cubicBezTo>
                  <a:cubicBezTo>
                    <a:pt x="4374" y="164"/>
                    <a:pt x="4328" y="209"/>
                    <a:pt x="4274" y="209"/>
                  </a:cubicBezTo>
                  <a:lnTo>
                    <a:pt x="4273" y="209"/>
                  </a:lnTo>
                  <a:lnTo>
                    <a:pt x="447" y="201"/>
                  </a:lnTo>
                  <a:lnTo>
                    <a:pt x="446" y="201"/>
                  </a:lnTo>
                  <a:cubicBezTo>
                    <a:pt x="316" y="201"/>
                    <a:pt x="209" y="324"/>
                    <a:pt x="209" y="476"/>
                  </a:cubicBezTo>
                  <a:lnTo>
                    <a:pt x="200" y="4754"/>
                  </a:lnTo>
                  <a:cubicBezTo>
                    <a:pt x="200" y="4906"/>
                    <a:pt x="306" y="5031"/>
                    <a:pt x="436" y="5031"/>
                  </a:cubicBezTo>
                  <a:lnTo>
                    <a:pt x="5973" y="5042"/>
                  </a:lnTo>
                  <a:lnTo>
                    <a:pt x="5973" y="5042"/>
                  </a:lnTo>
                  <a:cubicBezTo>
                    <a:pt x="6104" y="5042"/>
                    <a:pt x="6210" y="4919"/>
                    <a:pt x="6211" y="4768"/>
                  </a:cubicBezTo>
                  <a:lnTo>
                    <a:pt x="6219" y="674"/>
                  </a:lnTo>
                  <a:cubicBezTo>
                    <a:pt x="6219" y="619"/>
                    <a:pt x="6264" y="574"/>
                    <a:pt x="6319" y="574"/>
                  </a:cubicBezTo>
                  <a:lnTo>
                    <a:pt x="6319" y="574"/>
                  </a:lnTo>
                  <a:cubicBezTo>
                    <a:pt x="6375" y="574"/>
                    <a:pt x="6419" y="619"/>
                    <a:pt x="6419" y="675"/>
                  </a:cubicBezTo>
                  <a:lnTo>
                    <a:pt x="6410" y="4768"/>
                  </a:lnTo>
                  <a:cubicBezTo>
                    <a:pt x="6410" y="5030"/>
                    <a:pt x="6214" y="5242"/>
                    <a:pt x="5973" y="5242"/>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9" name="Freeform 1116">
              <a:extLst>
                <a:ext uri="{FF2B5EF4-FFF2-40B4-BE49-F238E27FC236}">
                  <a16:creationId xmlns:a16="http://schemas.microsoft.com/office/drawing/2014/main" id="{E7521009-0334-5607-D952-808C96E59BE1}"/>
                </a:ext>
              </a:extLst>
            </p:cNvPr>
            <p:cNvSpPr>
              <a:spLocks/>
            </p:cNvSpPr>
            <p:nvPr/>
          </p:nvSpPr>
          <p:spPr bwMode="auto">
            <a:xfrm>
              <a:off x="5345965" y="2099185"/>
              <a:ext cx="19687" cy="11249"/>
            </a:xfrm>
            <a:custGeom>
              <a:avLst/>
              <a:gdLst>
                <a:gd name="T0" fmla="*/ 204 w 304"/>
                <a:gd name="T1" fmla="*/ 201 h 201"/>
                <a:gd name="T2" fmla="*/ 204 w 304"/>
                <a:gd name="T3" fmla="*/ 201 h 201"/>
                <a:gd name="T4" fmla="*/ 100 w 304"/>
                <a:gd name="T5" fmla="*/ 200 h 201"/>
                <a:gd name="T6" fmla="*/ 0 w 304"/>
                <a:gd name="T7" fmla="*/ 100 h 201"/>
                <a:gd name="T8" fmla="*/ 100 w 304"/>
                <a:gd name="T9" fmla="*/ 0 h 201"/>
                <a:gd name="T10" fmla="*/ 100 w 304"/>
                <a:gd name="T11" fmla="*/ 0 h 201"/>
                <a:gd name="T12" fmla="*/ 204 w 304"/>
                <a:gd name="T13" fmla="*/ 0 h 201"/>
                <a:gd name="T14" fmla="*/ 304 w 304"/>
                <a:gd name="T15" fmla="*/ 100 h 201"/>
                <a:gd name="T16" fmla="*/ 204 w 304"/>
                <a:gd name="T17" fmla="*/ 201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4" h="201">
                  <a:moveTo>
                    <a:pt x="204" y="201"/>
                  </a:moveTo>
                  <a:lnTo>
                    <a:pt x="204" y="201"/>
                  </a:lnTo>
                  <a:lnTo>
                    <a:pt x="100" y="200"/>
                  </a:lnTo>
                  <a:cubicBezTo>
                    <a:pt x="45" y="200"/>
                    <a:pt x="0" y="155"/>
                    <a:pt x="0" y="100"/>
                  </a:cubicBezTo>
                  <a:cubicBezTo>
                    <a:pt x="0" y="45"/>
                    <a:pt x="45" y="0"/>
                    <a:pt x="100" y="0"/>
                  </a:cubicBezTo>
                  <a:lnTo>
                    <a:pt x="100" y="0"/>
                  </a:lnTo>
                  <a:lnTo>
                    <a:pt x="204" y="0"/>
                  </a:lnTo>
                  <a:cubicBezTo>
                    <a:pt x="260" y="0"/>
                    <a:pt x="304" y="45"/>
                    <a:pt x="304" y="100"/>
                  </a:cubicBezTo>
                  <a:cubicBezTo>
                    <a:pt x="304" y="156"/>
                    <a:pt x="259" y="201"/>
                    <a:pt x="204" y="201"/>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0" name="Freeform 1117">
              <a:extLst>
                <a:ext uri="{FF2B5EF4-FFF2-40B4-BE49-F238E27FC236}">
                  <a16:creationId xmlns:a16="http://schemas.microsoft.com/office/drawing/2014/main" id="{1FFF7CD9-E097-1C34-AF49-10FCD59654DB}"/>
                </a:ext>
              </a:extLst>
            </p:cNvPr>
            <p:cNvSpPr>
              <a:spLocks/>
            </p:cNvSpPr>
            <p:nvPr/>
          </p:nvSpPr>
          <p:spPr bwMode="auto">
            <a:xfrm>
              <a:off x="5213784" y="2099185"/>
              <a:ext cx="306547" cy="199678"/>
            </a:xfrm>
            <a:custGeom>
              <a:avLst/>
              <a:gdLst>
                <a:gd name="T0" fmla="*/ 4411 w 4764"/>
                <a:gd name="T1" fmla="*/ 3113 h 3113"/>
                <a:gd name="T2" fmla="*/ 4410 w 4764"/>
                <a:gd name="T3" fmla="*/ 3113 h 3113"/>
                <a:gd name="T4" fmla="*/ 347 w 4764"/>
                <a:gd name="T5" fmla="*/ 3104 h 3113"/>
                <a:gd name="T6" fmla="*/ 1 w 4764"/>
                <a:gd name="T7" fmla="*/ 2787 h 3113"/>
                <a:gd name="T8" fmla="*/ 5 w 4764"/>
                <a:gd name="T9" fmla="*/ 316 h 3113"/>
                <a:gd name="T10" fmla="*/ 353 w 4764"/>
                <a:gd name="T11" fmla="*/ 0 h 3113"/>
                <a:gd name="T12" fmla="*/ 353 w 4764"/>
                <a:gd name="T13" fmla="*/ 0 h 3113"/>
                <a:gd name="T14" fmla="*/ 1680 w 4764"/>
                <a:gd name="T15" fmla="*/ 3 h 3113"/>
                <a:gd name="T16" fmla="*/ 1780 w 4764"/>
                <a:gd name="T17" fmla="*/ 104 h 3113"/>
                <a:gd name="T18" fmla="*/ 1680 w 4764"/>
                <a:gd name="T19" fmla="*/ 204 h 3113"/>
                <a:gd name="T20" fmla="*/ 1680 w 4764"/>
                <a:gd name="T21" fmla="*/ 204 h 3113"/>
                <a:gd name="T22" fmla="*/ 353 w 4764"/>
                <a:gd name="T23" fmla="*/ 200 h 3113"/>
                <a:gd name="T24" fmla="*/ 353 w 4764"/>
                <a:gd name="T25" fmla="*/ 200 h 3113"/>
                <a:gd name="T26" fmla="*/ 206 w 4764"/>
                <a:gd name="T27" fmla="*/ 317 h 3113"/>
                <a:gd name="T28" fmla="*/ 200 w 4764"/>
                <a:gd name="T29" fmla="*/ 2788 h 3113"/>
                <a:gd name="T30" fmla="*/ 347 w 4764"/>
                <a:gd name="T31" fmla="*/ 2905 h 3113"/>
                <a:gd name="T32" fmla="*/ 4411 w 4764"/>
                <a:gd name="T33" fmla="*/ 2913 h 3113"/>
                <a:gd name="T34" fmla="*/ 4411 w 4764"/>
                <a:gd name="T35" fmla="*/ 2913 h 3113"/>
                <a:gd name="T36" fmla="*/ 4558 w 4764"/>
                <a:gd name="T37" fmla="*/ 2797 h 3113"/>
                <a:gd name="T38" fmla="*/ 4563 w 4764"/>
                <a:gd name="T39" fmla="*/ 326 h 3113"/>
                <a:gd name="T40" fmla="*/ 4541 w 4764"/>
                <a:gd name="T41" fmla="*/ 264 h 3113"/>
                <a:gd name="T42" fmla="*/ 4556 w 4764"/>
                <a:gd name="T43" fmla="*/ 123 h 3113"/>
                <a:gd name="T44" fmla="*/ 4696 w 4764"/>
                <a:gd name="T45" fmla="*/ 138 h 3113"/>
                <a:gd name="T46" fmla="*/ 4764 w 4764"/>
                <a:gd name="T47" fmla="*/ 327 h 3113"/>
                <a:gd name="T48" fmla="*/ 4758 w 4764"/>
                <a:gd name="T49" fmla="*/ 2797 h 3113"/>
                <a:gd name="T50" fmla="*/ 4411 w 4764"/>
                <a:gd name="T51" fmla="*/ 3113 h 3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764" h="3113">
                  <a:moveTo>
                    <a:pt x="4411" y="3113"/>
                  </a:moveTo>
                  <a:lnTo>
                    <a:pt x="4410" y="3113"/>
                  </a:lnTo>
                  <a:lnTo>
                    <a:pt x="347" y="3104"/>
                  </a:lnTo>
                  <a:cubicBezTo>
                    <a:pt x="155" y="3104"/>
                    <a:pt x="0" y="2962"/>
                    <a:pt x="1" y="2787"/>
                  </a:cubicBezTo>
                  <a:lnTo>
                    <a:pt x="5" y="316"/>
                  </a:lnTo>
                  <a:cubicBezTo>
                    <a:pt x="6" y="142"/>
                    <a:pt x="161" y="0"/>
                    <a:pt x="353" y="0"/>
                  </a:cubicBezTo>
                  <a:lnTo>
                    <a:pt x="353" y="0"/>
                  </a:lnTo>
                  <a:cubicBezTo>
                    <a:pt x="353" y="0"/>
                    <a:pt x="885" y="2"/>
                    <a:pt x="1680" y="3"/>
                  </a:cubicBezTo>
                  <a:cubicBezTo>
                    <a:pt x="1735" y="3"/>
                    <a:pt x="1780" y="48"/>
                    <a:pt x="1780" y="104"/>
                  </a:cubicBezTo>
                  <a:cubicBezTo>
                    <a:pt x="1780" y="159"/>
                    <a:pt x="1735" y="204"/>
                    <a:pt x="1680" y="204"/>
                  </a:cubicBezTo>
                  <a:lnTo>
                    <a:pt x="1680" y="204"/>
                  </a:lnTo>
                  <a:cubicBezTo>
                    <a:pt x="885" y="202"/>
                    <a:pt x="353" y="200"/>
                    <a:pt x="353" y="200"/>
                  </a:cubicBezTo>
                  <a:lnTo>
                    <a:pt x="353" y="200"/>
                  </a:lnTo>
                  <a:cubicBezTo>
                    <a:pt x="272" y="200"/>
                    <a:pt x="206" y="253"/>
                    <a:pt x="206" y="317"/>
                  </a:cubicBezTo>
                  <a:lnTo>
                    <a:pt x="200" y="2788"/>
                  </a:lnTo>
                  <a:cubicBezTo>
                    <a:pt x="200" y="2852"/>
                    <a:pt x="266" y="2905"/>
                    <a:pt x="347" y="2905"/>
                  </a:cubicBezTo>
                  <a:lnTo>
                    <a:pt x="4411" y="2913"/>
                  </a:lnTo>
                  <a:lnTo>
                    <a:pt x="4411" y="2913"/>
                  </a:lnTo>
                  <a:cubicBezTo>
                    <a:pt x="4492" y="2913"/>
                    <a:pt x="4558" y="2861"/>
                    <a:pt x="4558" y="2797"/>
                  </a:cubicBezTo>
                  <a:lnTo>
                    <a:pt x="4563" y="326"/>
                  </a:lnTo>
                  <a:cubicBezTo>
                    <a:pt x="4563" y="298"/>
                    <a:pt x="4551" y="277"/>
                    <a:pt x="4541" y="264"/>
                  </a:cubicBezTo>
                  <a:cubicBezTo>
                    <a:pt x="4506" y="220"/>
                    <a:pt x="4513" y="158"/>
                    <a:pt x="4556" y="123"/>
                  </a:cubicBezTo>
                  <a:cubicBezTo>
                    <a:pt x="4599" y="88"/>
                    <a:pt x="4662" y="95"/>
                    <a:pt x="4696" y="138"/>
                  </a:cubicBezTo>
                  <a:cubicBezTo>
                    <a:pt x="4740" y="193"/>
                    <a:pt x="4764" y="258"/>
                    <a:pt x="4764" y="327"/>
                  </a:cubicBezTo>
                  <a:lnTo>
                    <a:pt x="4758" y="2797"/>
                  </a:lnTo>
                  <a:cubicBezTo>
                    <a:pt x="4758" y="2972"/>
                    <a:pt x="4602" y="3113"/>
                    <a:pt x="4411" y="3113"/>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1" name="Freeform 1118">
              <a:extLst>
                <a:ext uri="{FF2B5EF4-FFF2-40B4-BE49-F238E27FC236}">
                  <a16:creationId xmlns:a16="http://schemas.microsoft.com/office/drawing/2014/main" id="{DEDF9A47-86E5-956A-E7D5-587FE0B6D352}"/>
                </a:ext>
              </a:extLst>
            </p:cNvPr>
            <p:cNvSpPr>
              <a:spLocks/>
            </p:cNvSpPr>
            <p:nvPr/>
          </p:nvSpPr>
          <p:spPr bwMode="auto">
            <a:xfrm>
              <a:off x="5334716" y="2026063"/>
              <a:ext cx="64685" cy="67496"/>
            </a:xfrm>
            <a:custGeom>
              <a:avLst/>
              <a:gdLst>
                <a:gd name="T0" fmla="*/ 507 w 1014"/>
                <a:gd name="T1" fmla="*/ 1013 h 1013"/>
                <a:gd name="T2" fmla="*/ 0 w 1014"/>
                <a:gd name="T3" fmla="*/ 506 h 1013"/>
                <a:gd name="T4" fmla="*/ 507 w 1014"/>
                <a:gd name="T5" fmla="*/ 0 h 1013"/>
                <a:gd name="T6" fmla="*/ 1014 w 1014"/>
                <a:gd name="T7" fmla="*/ 506 h 1013"/>
                <a:gd name="T8" fmla="*/ 1001 w 1014"/>
                <a:gd name="T9" fmla="*/ 619 h 1013"/>
                <a:gd name="T10" fmla="*/ 881 w 1014"/>
                <a:gd name="T11" fmla="*/ 695 h 1013"/>
                <a:gd name="T12" fmla="*/ 806 w 1014"/>
                <a:gd name="T13" fmla="*/ 575 h 1013"/>
                <a:gd name="T14" fmla="*/ 813 w 1014"/>
                <a:gd name="T15" fmla="*/ 506 h 1013"/>
                <a:gd name="T16" fmla="*/ 507 w 1014"/>
                <a:gd name="T17" fmla="*/ 200 h 1013"/>
                <a:gd name="T18" fmla="*/ 200 w 1014"/>
                <a:gd name="T19" fmla="*/ 506 h 1013"/>
                <a:gd name="T20" fmla="*/ 507 w 1014"/>
                <a:gd name="T21" fmla="*/ 813 h 1013"/>
                <a:gd name="T22" fmla="*/ 560 w 1014"/>
                <a:gd name="T23" fmla="*/ 809 h 1013"/>
                <a:gd name="T24" fmla="*/ 676 w 1014"/>
                <a:gd name="T25" fmla="*/ 890 h 1013"/>
                <a:gd name="T26" fmla="*/ 594 w 1014"/>
                <a:gd name="T27" fmla="*/ 1006 h 1013"/>
                <a:gd name="T28" fmla="*/ 507 w 1014"/>
                <a:gd name="T29" fmla="*/ 1013 h 10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14" h="1013">
                  <a:moveTo>
                    <a:pt x="507" y="1013"/>
                  </a:moveTo>
                  <a:cubicBezTo>
                    <a:pt x="227" y="1013"/>
                    <a:pt x="0" y="786"/>
                    <a:pt x="0" y="506"/>
                  </a:cubicBezTo>
                  <a:cubicBezTo>
                    <a:pt x="0" y="227"/>
                    <a:pt x="227" y="0"/>
                    <a:pt x="507" y="0"/>
                  </a:cubicBezTo>
                  <a:cubicBezTo>
                    <a:pt x="786" y="0"/>
                    <a:pt x="1014" y="227"/>
                    <a:pt x="1014" y="506"/>
                  </a:cubicBezTo>
                  <a:cubicBezTo>
                    <a:pt x="1014" y="544"/>
                    <a:pt x="1009" y="582"/>
                    <a:pt x="1001" y="619"/>
                  </a:cubicBezTo>
                  <a:cubicBezTo>
                    <a:pt x="988" y="673"/>
                    <a:pt x="935" y="707"/>
                    <a:pt x="881" y="695"/>
                  </a:cubicBezTo>
                  <a:cubicBezTo>
                    <a:pt x="827" y="683"/>
                    <a:pt x="793" y="629"/>
                    <a:pt x="806" y="575"/>
                  </a:cubicBezTo>
                  <a:cubicBezTo>
                    <a:pt x="811" y="553"/>
                    <a:pt x="813" y="529"/>
                    <a:pt x="813" y="506"/>
                  </a:cubicBezTo>
                  <a:cubicBezTo>
                    <a:pt x="813" y="337"/>
                    <a:pt x="676" y="200"/>
                    <a:pt x="507" y="200"/>
                  </a:cubicBezTo>
                  <a:cubicBezTo>
                    <a:pt x="338" y="200"/>
                    <a:pt x="200" y="337"/>
                    <a:pt x="200" y="506"/>
                  </a:cubicBezTo>
                  <a:cubicBezTo>
                    <a:pt x="200" y="675"/>
                    <a:pt x="338" y="813"/>
                    <a:pt x="507" y="813"/>
                  </a:cubicBezTo>
                  <a:cubicBezTo>
                    <a:pt x="525" y="813"/>
                    <a:pt x="543" y="812"/>
                    <a:pt x="560" y="809"/>
                  </a:cubicBezTo>
                  <a:cubicBezTo>
                    <a:pt x="614" y="799"/>
                    <a:pt x="666" y="835"/>
                    <a:pt x="676" y="890"/>
                  </a:cubicBezTo>
                  <a:cubicBezTo>
                    <a:pt x="685" y="944"/>
                    <a:pt x="649" y="996"/>
                    <a:pt x="594" y="1006"/>
                  </a:cubicBezTo>
                  <a:cubicBezTo>
                    <a:pt x="566" y="1010"/>
                    <a:pt x="536" y="1013"/>
                    <a:pt x="507" y="1013"/>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2" name="Freeform 1119">
              <a:extLst>
                <a:ext uri="{FF2B5EF4-FFF2-40B4-BE49-F238E27FC236}">
                  <a16:creationId xmlns:a16="http://schemas.microsoft.com/office/drawing/2014/main" id="{7C16BB70-6B79-1E51-981E-340E6D1132EF}"/>
                </a:ext>
              </a:extLst>
            </p:cNvPr>
            <p:cNvSpPr>
              <a:spLocks/>
            </p:cNvSpPr>
            <p:nvPr/>
          </p:nvSpPr>
          <p:spPr bwMode="auto">
            <a:xfrm>
              <a:off x="5253157" y="2042938"/>
              <a:ext cx="64685" cy="11249"/>
            </a:xfrm>
            <a:custGeom>
              <a:avLst/>
              <a:gdLst>
                <a:gd name="T0" fmla="*/ 886 w 985"/>
                <a:gd name="T1" fmla="*/ 200 h 200"/>
                <a:gd name="T2" fmla="*/ 100 w 985"/>
                <a:gd name="T3" fmla="*/ 200 h 200"/>
                <a:gd name="T4" fmla="*/ 0 w 985"/>
                <a:gd name="T5" fmla="*/ 100 h 200"/>
                <a:gd name="T6" fmla="*/ 100 w 985"/>
                <a:gd name="T7" fmla="*/ 0 h 200"/>
                <a:gd name="T8" fmla="*/ 886 w 985"/>
                <a:gd name="T9" fmla="*/ 0 h 200"/>
                <a:gd name="T10" fmla="*/ 985 w 985"/>
                <a:gd name="T11" fmla="*/ 100 h 200"/>
                <a:gd name="T12" fmla="*/ 886 w 985"/>
                <a:gd name="T13" fmla="*/ 200 h 200"/>
              </a:gdLst>
              <a:ahLst/>
              <a:cxnLst>
                <a:cxn ang="0">
                  <a:pos x="T0" y="T1"/>
                </a:cxn>
                <a:cxn ang="0">
                  <a:pos x="T2" y="T3"/>
                </a:cxn>
                <a:cxn ang="0">
                  <a:pos x="T4" y="T5"/>
                </a:cxn>
                <a:cxn ang="0">
                  <a:pos x="T6" y="T7"/>
                </a:cxn>
                <a:cxn ang="0">
                  <a:pos x="T8" y="T9"/>
                </a:cxn>
                <a:cxn ang="0">
                  <a:pos x="T10" y="T11"/>
                </a:cxn>
                <a:cxn ang="0">
                  <a:pos x="T12" y="T13"/>
                </a:cxn>
              </a:cxnLst>
              <a:rect l="0" t="0" r="r" b="b"/>
              <a:pathLst>
                <a:path w="985" h="200">
                  <a:moveTo>
                    <a:pt x="886" y="200"/>
                  </a:moveTo>
                  <a:lnTo>
                    <a:pt x="100" y="200"/>
                  </a:lnTo>
                  <a:cubicBezTo>
                    <a:pt x="45" y="200"/>
                    <a:pt x="0" y="155"/>
                    <a:pt x="0" y="100"/>
                  </a:cubicBezTo>
                  <a:cubicBezTo>
                    <a:pt x="0" y="44"/>
                    <a:pt x="45" y="0"/>
                    <a:pt x="100" y="0"/>
                  </a:cubicBezTo>
                  <a:lnTo>
                    <a:pt x="886" y="0"/>
                  </a:lnTo>
                  <a:cubicBezTo>
                    <a:pt x="940" y="0"/>
                    <a:pt x="985" y="44"/>
                    <a:pt x="985" y="100"/>
                  </a:cubicBezTo>
                  <a:cubicBezTo>
                    <a:pt x="985" y="155"/>
                    <a:pt x="940" y="200"/>
                    <a:pt x="886" y="20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3" name="Freeform 1120">
              <a:extLst>
                <a:ext uri="{FF2B5EF4-FFF2-40B4-BE49-F238E27FC236}">
                  <a16:creationId xmlns:a16="http://schemas.microsoft.com/office/drawing/2014/main" id="{02A15BF7-E1C7-3799-1E3E-56280CB4AEF1}"/>
                </a:ext>
              </a:extLst>
            </p:cNvPr>
            <p:cNvSpPr>
              <a:spLocks/>
            </p:cNvSpPr>
            <p:nvPr/>
          </p:nvSpPr>
          <p:spPr bwMode="auto">
            <a:xfrm>
              <a:off x="5253157" y="2071061"/>
              <a:ext cx="64685" cy="11249"/>
            </a:xfrm>
            <a:custGeom>
              <a:avLst/>
              <a:gdLst>
                <a:gd name="T0" fmla="*/ 886 w 985"/>
                <a:gd name="T1" fmla="*/ 200 h 200"/>
                <a:gd name="T2" fmla="*/ 100 w 985"/>
                <a:gd name="T3" fmla="*/ 200 h 200"/>
                <a:gd name="T4" fmla="*/ 0 w 985"/>
                <a:gd name="T5" fmla="*/ 100 h 200"/>
                <a:gd name="T6" fmla="*/ 100 w 985"/>
                <a:gd name="T7" fmla="*/ 0 h 200"/>
                <a:gd name="T8" fmla="*/ 886 w 985"/>
                <a:gd name="T9" fmla="*/ 0 h 200"/>
                <a:gd name="T10" fmla="*/ 985 w 985"/>
                <a:gd name="T11" fmla="*/ 100 h 200"/>
                <a:gd name="T12" fmla="*/ 886 w 985"/>
                <a:gd name="T13" fmla="*/ 200 h 200"/>
              </a:gdLst>
              <a:ahLst/>
              <a:cxnLst>
                <a:cxn ang="0">
                  <a:pos x="T0" y="T1"/>
                </a:cxn>
                <a:cxn ang="0">
                  <a:pos x="T2" y="T3"/>
                </a:cxn>
                <a:cxn ang="0">
                  <a:pos x="T4" y="T5"/>
                </a:cxn>
                <a:cxn ang="0">
                  <a:pos x="T6" y="T7"/>
                </a:cxn>
                <a:cxn ang="0">
                  <a:pos x="T8" y="T9"/>
                </a:cxn>
                <a:cxn ang="0">
                  <a:pos x="T10" y="T11"/>
                </a:cxn>
                <a:cxn ang="0">
                  <a:pos x="T12" y="T13"/>
                </a:cxn>
              </a:cxnLst>
              <a:rect l="0" t="0" r="r" b="b"/>
              <a:pathLst>
                <a:path w="985" h="200">
                  <a:moveTo>
                    <a:pt x="886" y="200"/>
                  </a:moveTo>
                  <a:lnTo>
                    <a:pt x="100" y="200"/>
                  </a:lnTo>
                  <a:cubicBezTo>
                    <a:pt x="45" y="200"/>
                    <a:pt x="0" y="155"/>
                    <a:pt x="0" y="100"/>
                  </a:cubicBezTo>
                  <a:cubicBezTo>
                    <a:pt x="0" y="45"/>
                    <a:pt x="45" y="0"/>
                    <a:pt x="100" y="0"/>
                  </a:cubicBezTo>
                  <a:lnTo>
                    <a:pt x="886" y="0"/>
                  </a:lnTo>
                  <a:cubicBezTo>
                    <a:pt x="940" y="0"/>
                    <a:pt x="985" y="45"/>
                    <a:pt x="985" y="100"/>
                  </a:cubicBezTo>
                  <a:cubicBezTo>
                    <a:pt x="985" y="155"/>
                    <a:pt x="940" y="200"/>
                    <a:pt x="886" y="20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4" name="Freeform 1121">
              <a:extLst>
                <a:ext uri="{FF2B5EF4-FFF2-40B4-BE49-F238E27FC236}">
                  <a16:creationId xmlns:a16="http://schemas.microsoft.com/office/drawing/2014/main" id="{E33B16D4-F112-A610-C8F8-8FB2D038F680}"/>
                </a:ext>
              </a:extLst>
            </p:cNvPr>
            <p:cNvSpPr>
              <a:spLocks/>
            </p:cNvSpPr>
            <p:nvPr/>
          </p:nvSpPr>
          <p:spPr bwMode="auto">
            <a:xfrm>
              <a:off x="5317842" y="2000753"/>
              <a:ext cx="233426" cy="213739"/>
            </a:xfrm>
            <a:custGeom>
              <a:avLst/>
              <a:gdLst>
                <a:gd name="T0" fmla="*/ 107 w 3609"/>
                <a:gd name="T1" fmla="*/ 3336 h 3336"/>
                <a:gd name="T2" fmla="*/ 36 w 3609"/>
                <a:gd name="T3" fmla="*/ 3307 h 3336"/>
                <a:gd name="T4" fmla="*/ 10 w 3609"/>
                <a:gd name="T5" fmla="*/ 3208 h 3336"/>
                <a:gd name="T6" fmla="*/ 252 w 3609"/>
                <a:gd name="T7" fmla="*/ 2375 h 3336"/>
                <a:gd name="T8" fmla="*/ 278 w 3609"/>
                <a:gd name="T9" fmla="*/ 2331 h 3336"/>
                <a:gd name="T10" fmla="*/ 2630 w 3609"/>
                <a:gd name="T11" fmla="*/ 38 h 3336"/>
                <a:gd name="T12" fmla="*/ 2771 w 3609"/>
                <a:gd name="T13" fmla="*/ 40 h 3336"/>
                <a:gd name="T14" fmla="*/ 2770 w 3609"/>
                <a:gd name="T15" fmla="*/ 181 h 3336"/>
                <a:gd name="T16" fmla="*/ 437 w 3609"/>
                <a:gd name="T17" fmla="*/ 2455 h 3336"/>
                <a:gd name="T18" fmla="*/ 254 w 3609"/>
                <a:gd name="T19" fmla="*/ 3085 h 3336"/>
                <a:gd name="T20" fmla="*/ 960 w 3609"/>
                <a:gd name="T21" fmla="*/ 2867 h 3336"/>
                <a:gd name="T22" fmla="*/ 3362 w 3609"/>
                <a:gd name="T23" fmla="*/ 512 h 3336"/>
                <a:gd name="T24" fmla="*/ 3064 w 3609"/>
                <a:gd name="T25" fmla="*/ 244 h 3336"/>
                <a:gd name="T26" fmla="*/ 3057 w 3609"/>
                <a:gd name="T27" fmla="*/ 102 h 3336"/>
                <a:gd name="T28" fmla="*/ 3198 w 3609"/>
                <a:gd name="T29" fmla="*/ 95 h 3336"/>
                <a:gd name="T30" fmla="*/ 3575 w 3609"/>
                <a:gd name="T31" fmla="*/ 434 h 3336"/>
                <a:gd name="T32" fmla="*/ 3608 w 3609"/>
                <a:gd name="T33" fmla="*/ 506 h 3336"/>
                <a:gd name="T34" fmla="*/ 3578 w 3609"/>
                <a:gd name="T35" fmla="*/ 580 h 3336"/>
                <a:gd name="T36" fmla="*/ 1083 w 3609"/>
                <a:gd name="T37" fmla="*/ 3026 h 3336"/>
                <a:gd name="T38" fmla="*/ 1043 w 3609"/>
                <a:gd name="T39" fmla="*/ 3051 h 3336"/>
                <a:gd name="T40" fmla="*/ 136 w 3609"/>
                <a:gd name="T41" fmla="*/ 3331 h 3336"/>
                <a:gd name="T42" fmla="*/ 107 w 3609"/>
                <a:gd name="T43" fmla="*/ 3336 h 3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609" h="3336">
                  <a:moveTo>
                    <a:pt x="107" y="3336"/>
                  </a:moveTo>
                  <a:cubicBezTo>
                    <a:pt x="81" y="3336"/>
                    <a:pt x="55" y="3326"/>
                    <a:pt x="36" y="3307"/>
                  </a:cubicBezTo>
                  <a:cubicBezTo>
                    <a:pt x="10" y="3282"/>
                    <a:pt x="0" y="3243"/>
                    <a:pt x="10" y="3208"/>
                  </a:cubicBezTo>
                  <a:lnTo>
                    <a:pt x="252" y="2375"/>
                  </a:lnTo>
                  <a:cubicBezTo>
                    <a:pt x="257" y="2358"/>
                    <a:pt x="266" y="2343"/>
                    <a:pt x="278" y="2331"/>
                  </a:cubicBezTo>
                  <a:lnTo>
                    <a:pt x="2630" y="38"/>
                  </a:lnTo>
                  <a:cubicBezTo>
                    <a:pt x="2669" y="0"/>
                    <a:pt x="2733" y="0"/>
                    <a:pt x="2771" y="40"/>
                  </a:cubicBezTo>
                  <a:cubicBezTo>
                    <a:pt x="2810" y="80"/>
                    <a:pt x="2810" y="143"/>
                    <a:pt x="2770" y="181"/>
                  </a:cubicBezTo>
                  <a:lnTo>
                    <a:pt x="437" y="2455"/>
                  </a:lnTo>
                  <a:lnTo>
                    <a:pt x="254" y="3085"/>
                  </a:lnTo>
                  <a:lnTo>
                    <a:pt x="960" y="2867"/>
                  </a:lnTo>
                  <a:lnTo>
                    <a:pt x="3362" y="512"/>
                  </a:lnTo>
                  <a:lnTo>
                    <a:pt x="3064" y="244"/>
                  </a:lnTo>
                  <a:cubicBezTo>
                    <a:pt x="3024" y="207"/>
                    <a:pt x="3020" y="143"/>
                    <a:pt x="3057" y="102"/>
                  </a:cubicBezTo>
                  <a:cubicBezTo>
                    <a:pt x="3094" y="61"/>
                    <a:pt x="3157" y="58"/>
                    <a:pt x="3198" y="95"/>
                  </a:cubicBezTo>
                  <a:lnTo>
                    <a:pt x="3575" y="434"/>
                  </a:lnTo>
                  <a:cubicBezTo>
                    <a:pt x="3596" y="452"/>
                    <a:pt x="3608" y="478"/>
                    <a:pt x="3608" y="506"/>
                  </a:cubicBezTo>
                  <a:cubicBezTo>
                    <a:pt x="3609" y="534"/>
                    <a:pt x="3598" y="560"/>
                    <a:pt x="3578" y="580"/>
                  </a:cubicBezTo>
                  <a:lnTo>
                    <a:pt x="1083" y="3026"/>
                  </a:lnTo>
                  <a:cubicBezTo>
                    <a:pt x="1072" y="3037"/>
                    <a:pt x="1058" y="3046"/>
                    <a:pt x="1043" y="3051"/>
                  </a:cubicBezTo>
                  <a:lnTo>
                    <a:pt x="136" y="3331"/>
                  </a:lnTo>
                  <a:cubicBezTo>
                    <a:pt x="126" y="3334"/>
                    <a:pt x="116" y="3336"/>
                    <a:pt x="107" y="3336"/>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5" name="Freeform 1122">
              <a:extLst>
                <a:ext uri="{FF2B5EF4-FFF2-40B4-BE49-F238E27FC236}">
                  <a16:creationId xmlns:a16="http://schemas.microsoft.com/office/drawing/2014/main" id="{B7E948B8-D6E3-9872-EFE9-38AAB1EF1112}"/>
                </a:ext>
              </a:extLst>
            </p:cNvPr>
            <p:cNvSpPr>
              <a:spLocks/>
            </p:cNvSpPr>
            <p:nvPr/>
          </p:nvSpPr>
          <p:spPr bwMode="auto">
            <a:xfrm>
              <a:off x="5495019" y="1986690"/>
              <a:ext cx="14063" cy="14063"/>
            </a:xfrm>
            <a:custGeom>
              <a:avLst/>
              <a:gdLst>
                <a:gd name="T0" fmla="*/ 100 w 200"/>
                <a:gd name="T1" fmla="*/ 200 h 200"/>
                <a:gd name="T2" fmla="*/ 29 w 200"/>
                <a:gd name="T3" fmla="*/ 171 h 200"/>
                <a:gd name="T4" fmla="*/ 0 w 200"/>
                <a:gd name="T5" fmla="*/ 100 h 200"/>
                <a:gd name="T6" fmla="*/ 29 w 200"/>
                <a:gd name="T7" fmla="*/ 30 h 200"/>
                <a:gd name="T8" fmla="*/ 100 w 200"/>
                <a:gd name="T9" fmla="*/ 0 h 200"/>
                <a:gd name="T10" fmla="*/ 170 w 200"/>
                <a:gd name="T11" fmla="*/ 30 h 200"/>
                <a:gd name="T12" fmla="*/ 200 w 200"/>
                <a:gd name="T13" fmla="*/ 100 h 200"/>
                <a:gd name="T14" fmla="*/ 170 w 200"/>
                <a:gd name="T15" fmla="*/ 171 h 200"/>
                <a:gd name="T16" fmla="*/ 100 w 200"/>
                <a:gd name="T17"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0" h="200">
                  <a:moveTo>
                    <a:pt x="100" y="200"/>
                  </a:moveTo>
                  <a:cubicBezTo>
                    <a:pt x="73" y="200"/>
                    <a:pt x="48" y="190"/>
                    <a:pt x="29" y="171"/>
                  </a:cubicBezTo>
                  <a:cubicBezTo>
                    <a:pt x="10" y="152"/>
                    <a:pt x="0" y="127"/>
                    <a:pt x="0" y="100"/>
                  </a:cubicBezTo>
                  <a:cubicBezTo>
                    <a:pt x="0" y="74"/>
                    <a:pt x="10" y="49"/>
                    <a:pt x="29" y="30"/>
                  </a:cubicBezTo>
                  <a:cubicBezTo>
                    <a:pt x="48" y="11"/>
                    <a:pt x="73" y="0"/>
                    <a:pt x="100" y="0"/>
                  </a:cubicBezTo>
                  <a:cubicBezTo>
                    <a:pt x="126" y="0"/>
                    <a:pt x="152" y="11"/>
                    <a:pt x="170" y="30"/>
                  </a:cubicBezTo>
                  <a:cubicBezTo>
                    <a:pt x="189" y="48"/>
                    <a:pt x="200" y="74"/>
                    <a:pt x="200" y="100"/>
                  </a:cubicBezTo>
                  <a:cubicBezTo>
                    <a:pt x="200" y="127"/>
                    <a:pt x="189" y="152"/>
                    <a:pt x="170" y="171"/>
                  </a:cubicBezTo>
                  <a:cubicBezTo>
                    <a:pt x="152" y="190"/>
                    <a:pt x="126" y="200"/>
                    <a:pt x="100" y="20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6" name="Freeform 1123">
              <a:extLst>
                <a:ext uri="{FF2B5EF4-FFF2-40B4-BE49-F238E27FC236}">
                  <a16:creationId xmlns:a16="http://schemas.microsoft.com/office/drawing/2014/main" id="{8EBC179B-A719-774E-76C8-3C8BA4C5540C}"/>
                </a:ext>
              </a:extLst>
            </p:cNvPr>
            <p:cNvSpPr>
              <a:spLocks/>
            </p:cNvSpPr>
            <p:nvPr/>
          </p:nvSpPr>
          <p:spPr bwMode="auto">
            <a:xfrm>
              <a:off x="5509082" y="1964192"/>
              <a:ext cx="67496" cy="56247"/>
            </a:xfrm>
            <a:custGeom>
              <a:avLst/>
              <a:gdLst>
                <a:gd name="T0" fmla="*/ 841 w 1077"/>
                <a:gd name="T1" fmla="*/ 905 h 905"/>
                <a:gd name="T2" fmla="*/ 796 w 1077"/>
                <a:gd name="T3" fmla="*/ 894 h 905"/>
                <a:gd name="T4" fmla="*/ 752 w 1077"/>
                <a:gd name="T5" fmla="*/ 760 h 905"/>
                <a:gd name="T6" fmla="*/ 678 w 1077"/>
                <a:gd name="T7" fmla="*/ 290 h 905"/>
                <a:gd name="T8" fmla="*/ 402 w 1077"/>
                <a:gd name="T9" fmla="*/ 236 h 905"/>
                <a:gd name="T10" fmla="*/ 195 w 1077"/>
                <a:gd name="T11" fmla="*/ 357 h 905"/>
                <a:gd name="T12" fmla="*/ 55 w 1077"/>
                <a:gd name="T13" fmla="*/ 380 h 905"/>
                <a:gd name="T14" fmla="*/ 32 w 1077"/>
                <a:gd name="T15" fmla="*/ 241 h 905"/>
                <a:gd name="T16" fmla="*/ 351 w 1077"/>
                <a:gd name="T17" fmla="*/ 43 h 905"/>
                <a:gd name="T18" fmla="*/ 796 w 1077"/>
                <a:gd name="T19" fmla="*/ 128 h 905"/>
                <a:gd name="T20" fmla="*/ 930 w 1077"/>
                <a:gd name="T21" fmla="*/ 850 h 905"/>
                <a:gd name="T22" fmla="*/ 841 w 1077"/>
                <a:gd name="T23" fmla="*/ 905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77" h="905">
                  <a:moveTo>
                    <a:pt x="841" y="905"/>
                  </a:moveTo>
                  <a:cubicBezTo>
                    <a:pt x="826" y="905"/>
                    <a:pt x="811" y="901"/>
                    <a:pt x="796" y="894"/>
                  </a:cubicBezTo>
                  <a:cubicBezTo>
                    <a:pt x="747" y="869"/>
                    <a:pt x="727" y="809"/>
                    <a:pt x="752" y="760"/>
                  </a:cubicBezTo>
                  <a:cubicBezTo>
                    <a:pt x="822" y="622"/>
                    <a:pt x="866" y="428"/>
                    <a:pt x="678" y="290"/>
                  </a:cubicBezTo>
                  <a:cubicBezTo>
                    <a:pt x="589" y="225"/>
                    <a:pt x="507" y="209"/>
                    <a:pt x="402" y="236"/>
                  </a:cubicBezTo>
                  <a:cubicBezTo>
                    <a:pt x="308" y="261"/>
                    <a:pt x="232" y="305"/>
                    <a:pt x="195" y="357"/>
                  </a:cubicBezTo>
                  <a:cubicBezTo>
                    <a:pt x="163" y="402"/>
                    <a:pt x="100" y="413"/>
                    <a:pt x="55" y="380"/>
                  </a:cubicBezTo>
                  <a:cubicBezTo>
                    <a:pt x="10" y="348"/>
                    <a:pt x="0" y="286"/>
                    <a:pt x="32" y="241"/>
                  </a:cubicBezTo>
                  <a:cubicBezTo>
                    <a:pt x="120" y="118"/>
                    <a:pt x="269" y="64"/>
                    <a:pt x="351" y="43"/>
                  </a:cubicBezTo>
                  <a:cubicBezTo>
                    <a:pt x="514" y="0"/>
                    <a:pt x="659" y="28"/>
                    <a:pt x="796" y="128"/>
                  </a:cubicBezTo>
                  <a:cubicBezTo>
                    <a:pt x="1028" y="299"/>
                    <a:pt x="1077" y="562"/>
                    <a:pt x="930" y="850"/>
                  </a:cubicBezTo>
                  <a:cubicBezTo>
                    <a:pt x="913" y="885"/>
                    <a:pt x="878" y="905"/>
                    <a:pt x="841" y="905"/>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7" name="Freeform 1124">
              <a:extLst>
                <a:ext uri="{FF2B5EF4-FFF2-40B4-BE49-F238E27FC236}">
                  <a16:creationId xmlns:a16="http://schemas.microsoft.com/office/drawing/2014/main" id="{1EF8F441-7989-226C-9EFD-8D656C596FB5}"/>
                </a:ext>
              </a:extLst>
            </p:cNvPr>
            <p:cNvSpPr>
              <a:spLocks/>
            </p:cNvSpPr>
            <p:nvPr/>
          </p:nvSpPr>
          <p:spPr bwMode="auto">
            <a:xfrm>
              <a:off x="5410648" y="2085124"/>
              <a:ext cx="28124" cy="28124"/>
            </a:xfrm>
            <a:custGeom>
              <a:avLst/>
              <a:gdLst>
                <a:gd name="T0" fmla="*/ 353 w 463"/>
                <a:gd name="T1" fmla="*/ 455 h 455"/>
                <a:gd name="T2" fmla="*/ 282 w 463"/>
                <a:gd name="T3" fmla="*/ 426 h 455"/>
                <a:gd name="T4" fmla="*/ 39 w 463"/>
                <a:gd name="T5" fmla="*/ 181 h 455"/>
                <a:gd name="T6" fmla="*/ 39 w 463"/>
                <a:gd name="T7" fmla="*/ 40 h 455"/>
                <a:gd name="T8" fmla="*/ 181 w 463"/>
                <a:gd name="T9" fmla="*/ 40 h 455"/>
                <a:gd name="T10" fmla="*/ 424 w 463"/>
                <a:gd name="T11" fmla="*/ 285 h 455"/>
                <a:gd name="T12" fmla="*/ 423 w 463"/>
                <a:gd name="T13" fmla="*/ 426 h 455"/>
                <a:gd name="T14" fmla="*/ 353 w 463"/>
                <a:gd name="T15" fmla="*/ 45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63" h="455">
                  <a:moveTo>
                    <a:pt x="353" y="455"/>
                  </a:moveTo>
                  <a:cubicBezTo>
                    <a:pt x="327" y="455"/>
                    <a:pt x="301" y="445"/>
                    <a:pt x="282" y="426"/>
                  </a:cubicBezTo>
                  <a:lnTo>
                    <a:pt x="39" y="181"/>
                  </a:lnTo>
                  <a:cubicBezTo>
                    <a:pt x="0" y="142"/>
                    <a:pt x="0" y="79"/>
                    <a:pt x="39" y="40"/>
                  </a:cubicBezTo>
                  <a:cubicBezTo>
                    <a:pt x="79" y="0"/>
                    <a:pt x="141" y="1"/>
                    <a:pt x="181" y="40"/>
                  </a:cubicBezTo>
                  <a:lnTo>
                    <a:pt x="424" y="285"/>
                  </a:lnTo>
                  <a:cubicBezTo>
                    <a:pt x="463" y="324"/>
                    <a:pt x="463" y="387"/>
                    <a:pt x="423" y="426"/>
                  </a:cubicBezTo>
                  <a:cubicBezTo>
                    <a:pt x="404" y="446"/>
                    <a:pt x="378" y="455"/>
                    <a:pt x="353" y="455"/>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34601649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4CC214BD-EE0E-73E4-B6DC-019F97C4A828}"/>
              </a:ext>
            </a:extLst>
          </p:cNvPr>
          <p:cNvSpPr txBox="1">
            <a:spLocks/>
          </p:cNvSpPr>
          <p:nvPr/>
        </p:nvSpPr>
        <p:spPr>
          <a:xfrm>
            <a:off x="184149" y="284162"/>
            <a:ext cx="10089787"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ctr">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r>
              <a:rPr lang="en-GB" sz="2800" cap="none">
                <a:solidFill>
                  <a:schemeClr val="tx1"/>
                </a:solidFill>
              </a:rPr>
              <a:t>Requirements Documentation</a:t>
            </a:r>
            <a:endParaRPr lang="en-US" sz="2800" cap="none">
              <a:solidFill>
                <a:schemeClr val="tx1"/>
              </a:solidFill>
            </a:endParaRPr>
          </a:p>
        </p:txBody>
      </p:sp>
      <p:sp>
        <p:nvSpPr>
          <p:cNvPr id="6" name="TextBox 14">
            <a:extLst>
              <a:ext uri="{FF2B5EF4-FFF2-40B4-BE49-F238E27FC236}">
                <a16:creationId xmlns:a16="http://schemas.microsoft.com/office/drawing/2014/main" id="{72B7B295-9D0F-2441-912E-2082B76648ED}"/>
              </a:ext>
            </a:extLst>
          </p:cNvPr>
          <p:cNvSpPr txBox="1"/>
          <p:nvPr/>
        </p:nvSpPr>
        <p:spPr>
          <a:xfrm>
            <a:off x="238213" y="1353675"/>
            <a:ext cx="4698503" cy="5032147"/>
          </a:xfrm>
          <a:prstGeom prst="rect">
            <a:avLst/>
          </a:prstGeom>
          <a:noFill/>
        </p:spPr>
        <p:txBody>
          <a:bodyPr wrap="square" lIns="91440" tIns="45720" rIns="91440" bIns="45720" rtlCol="0" anchor="t">
            <a:spAutoFit/>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Clr>
                <a:srgbClr val="D763C6"/>
              </a:buClr>
            </a:pPr>
            <a:r>
              <a:rPr lang="en-IN" sz="1600" b="1">
                <a:solidFill>
                  <a:srgbClr val="D763C6"/>
                </a:solidFill>
                <a:cs typeface="Calibri" panose="020F0502020204030204" pitchFamily="34" charset="0"/>
              </a:rPr>
              <a:t>Capturing Requirements</a:t>
            </a:r>
          </a:p>
          <a:p>
            <a:pPr>
              <a:buClr>
                <a:srgbClr val="D763C6"/>
              </a:buClr>
            </a:pPr>
            <a:endParaRPr lang="en-IN" sz="1400" b="1">
              <a:solidFill>
                <a:srgbClr val="D763C6"/>
              </a:solidFill>
              <a:cs typeface="Calibri" panose="020F0502020204030204" pitchFamily="34" charset="0"/>
            </a:endParaRPr>
          </a:p>
          <a:p>
            <a:pPr marL="285750" indent="-285750">
              <a:buClr>
                <a:srgbClr val="D763C6"/>
              </a:buClr>
              <a:buFont typeface="Arial" panose="020B0604020202020204" pitchFamily="34" charset="0"/>
              <a:buChar char="•"/>
            </a:pPr>
            <a:r>
              <a:rPr lang="en-IN" sz="1400">
                <a:cs typeface="Calibri" panose="020F0502020204030204" pitchFamily="34" charset="0"/>
              </a:rPr>
              <a:t>The primary location for the documentation of all requirements will be confluence</a:t>
            </a:r>
          </a:p>
          <a:p>
            <a:pPr>
              <a:buClr>
                <a:srgbClr val="D763C6"/>
              </a:buClr>
            </a:pPr>
            <a:endParaRPr lang="en-IN" sz="1400">
              <a:cs typeface="Calibri" panose="020F0502020204030204" pitchFamily="34" charset="0"/>
            </a:endParaRPr>
          </a:p>
          <a:p>
            <a:pPr marL="285750" indent="-285750">
              <a:buClr>
                <a:srgbClr val="D763C6"/>
              </a:buClr>
              <a:buFont typeface="Arial" panose="020B0604020202020204" pitchFamily="34" charset="0"/>
              <a:buChar char="•"/>
            </a:pPr>
            <a:endParaRPr lang="en-IN" sz="1400">
              <a:cs typeface="Calibri" panose="020F0502020204030204" pitchFamily="34" charset="0"/>
            </a:endParaRPr>
          </a:p>
          <a:p>
            <a:pPr marL="285750" indent="-285750">
              <a:buClr>
                <a:srgbClr val="D763C6"/>
              </a:buClr>
              <a:buFont typeface="Arial" panose="020B0604020202020204" pitchFamily="34" charset="0"/>
              <a:buChar char="•"/>
            </a:pPr>
            <a:r>
              <a:rPr lang="en-IN" sz="1400">
                <a:cs typeface="Calibri" panose="020F0502020204030204" pitchFamily="34" charset="0"/>
              </a:rPr>
              <a:t>Where confluence does not offer appropriate capability to capture certain requirements then an excel document may be used which would then be embedded into the confluence pages. (Use of Confluence tables currently being assessed)</a:t>
            </a:r>
          </a:p>
          <a:p>
            <a:pPr marL="285750" indent="-285750">
              <a:buClr>
                <a:srgbClr val="D763C6"/>
              </a:buClr>
              <a:buFont typeface="Arial" panose="020B0604020202020204" pitchFamily="34" charset="0"/>
              <a:buChar char="•"/>
            </a:pPr>
            <a:endParaRPr lang="en-IN" sz="1400">
              <a:cs typeface="Calibri" panose="020F0502020204030204" pitchFamily="34" charset="0"/>
            </a:endParaRPr>
          </a:p>
          <a:p>
            <a:pPr marL="285750" indent="-285750">
              <a:buClr>
                <a:srgbClr val="D763C6"/>
              </a:buClr>
              <a:buFont typeface="Arial" panose="020B0604020202020204" pitchFamily="34" charset="0"/>
              <a:buChar char="•"/>
            </a:pPr>
            <a:endParaRPr lang="en-IN" sz="1400">
              <a:cs typeface="Calibri" panose="020F0502020204030204" pitchFamily="34" charset="0"/>
            </a:endParaRPr>
          </a:p>
          <a:p>
            <a:pPr marL="285750" indent="-285750">
              <a:buClr>
                <a:srgbClr val="D763C6"/>
              </a:buClr>
              <a:buFont typeface="Arial" panose="020B0604020202020204" pitchFamily="34" charset="0"/>
              <a:buChar char="•"/>
            </a:pPr>
            <a:r>
              <a:rPr lang="en-IN" sz="1400">
                <a:cs typeface="Calibri" panose="020F0502020204030204" pitchFamily="34" charset="0"/>
              </a:rPr>
              <a:t>All Acceptance will reside against the user story ticket within JIRA with all requirement artifacts linked from Confluence </a:t>
            </a:r>
          </a:p>
          <a:p>
            <a:pPr marL="285750" indent="-285750">
              <a:buClr>
                <a:srgbClr val="D763C6"/>
              </a:buClr>
              <a:buFont typeface="Arial" panose="020B0604020202020204" pitchFamily="34" charset="0"/>
              <a:buChar char="•"/>
            </a:pPr>
            <a:endParaRPr lang="en-IN" sz="1200">
              <a:cs typeface="Calibri" panose="020F0502020204030204" pitchFamily="34" charset="0"/>
            </a:endParaRPr>
          </a:p>
          <a:p>
            <a:pPr marL="285750" indent="-285750">
              <a:buClr>
                <a:srgbClr val="D763C6"/>
              </a:buClr>
              <a:buFont typeface="Arial" panose="020B0604020202020204" pitchFamily="34" charset="0"/>
              <a:buChar char="•"/>
            </a:pPr>
            <a:endParaRPr lang="en-IN" sz="1200">
              <a:cs typeface="Calibri" panose="020F0502020204030204" pitchFamily="34" charset="0"/>
            </a:endParaRPr>
          </a:p>
          <a:p>
            <a:pPr marL="171450" indent="-171450">
              <a:buClr>
                <a:srgbClr val="D763C6"/>
              </a:buClr>
              <a:buFont typeface="Arial" panose="020B0604020202020204" pitchFamily="34" charset="0"/>
              <a:buChar char="•"/>
            </a:pPr>
            <a:endParaRPr lang="en-IN" sz="1200" b="1">
              <a:solidFill>
                <a:srgbClr val="D763C6"/>
              </a:solidFill>
              <a:cs typeface="Calibri" panose="020F0502020204030204" pitchFamily="34" charset="0"/>
            </a:endParaRPr>
          </a:p>
          <a:p>
            <a:pPr>
              <a:buClr>
                <a:srgbClr val="D763C6"/>
              </a:buClr>
            </a:pPr>
            <a:endParaRPr lang="en-IN" sz="1200">
              <a:cs typeface="Calibri" panose="020F0502020204030204" pitchFamily="34" charset="0"/>
            </a:endParaRPr>
          </a:p>
          <a:p>
            <a:pPr marL="285750" indent="-285750">
              <a:buClr>
                <a:srgbClr val="D763C6"/>
              </a:buClr>
              <a:buFont typeface="Arial" panose="020B0604020202020204" pitchFamily="34" charset="0"/>
              <a:buChar char="•"/>
            </a:pPr>
            <a:endParaRPr lang="en-IN" sz="1200">
              <a:cs typeface="Calibri" panose="020F0502020204030204" pitchFamily="34" charset="0"/>
            </a:endParaRPr>
          </a:p>
          <a:p>
            <a:pPr marL="285750" indent="-285750">
              <a:buClr>
                <a:srgbClr val="D763C6"/>
              </a:buClr>
              <a:buFont typeface="Arial" panose="020B0604020202020204" pitchFamily="34" charset="0"/>
              <a:buChar char="•"/>
            </a:pPr>
            <a:endParaRPr lang="en-IN" sz="1200">
              <a:cs typeface="Calibri" panose="020F0502020204030204" pitchFamily="34" charset="0"/>
            </a:endParaRPr>
          </a:p>
          <a:p>
            <a:pPr marL="285750" indent="-285750">
              <a:buClr>
                <a:srgbClr val="D763C6"/>
              </a:buClr>
              <a:buFont typeface="Arial" panose="020B0604020202020204" pitchFamily="34" charset="0"/>
              <a:buChar char="•"/>
            </a:pPr>
            <a:endParaRPr lang="en-IN" sz="1200">
              <a:cs typeface="Calibri" panose="020F0502020204030204" pitchFamily="34" charset="0"/>
            </a:endParaRPr>
          </a:p>
          <a:p>
            <a:pPr marL="628650" lvl="1" indent="-171450">
              <a:buClr>
                <a:srgbClr val="D763C6"/>
              </a:buClr>
              <a:buFont typeface="Arial" panose="020B0604020202020204" pitchFamily="34" charset="0"/>
              <a:buChar char="•"/>
            </a:pPr>
            <a:endParaRPr lang="en-IN" sz="1100"/>
          </a:p>
        </p:txBody>
      </p:sp>
      <p:pic>
        <p:nvPicPr>
          <p:cNvPr id="14" name="Picture 13">
            <a:extLst>
              <a:ext uri="{FF2B5EF4-FFF2-40B4-BE49-F238E27FC236}">
                <a16:creationId xmlns:a16="http://schemas.microsoft.com/office/drawing/2014/main" id="{43A7AF83-F499-92B8-DB79-0A14057E1414}"/>
              </a:ext>
            </a:extLst>
          </p:cNvPr>
          <p:cNvPicPr>
            <a:picLocks noChangeAspect="1"/>
          </p:cNvPicPr>
          <p:nvPr/>
        </p:nvPicPr>
        <p:blipFill>
          <a:blip r:embed="rId3"/>
          <a:stretch>
            <a:fillRect/>
          </a:stretch>
        </p:blipFill>
        <p:spPr>
          <a:xfrm>
            <a:off x="4919226" y="877251"/>
            <a:ext cx="5400962" cy="3675811"/>
          </a:xfrm>
          <a:prstGeom prst="rect">
            <a:avLst/>
          </a:prstGeom>
        </p:spPr>
      </p:pic>
      <p:pic>
        <p:nvPicPr>
          <p:cNvPr id="16" name="Picture 15">
            <a:extLst>
              <a:ext uri="{FF2B5EF4-FFF2-40B4-BE49-F238E27FC236}">
                <a16:creationId xmlns:a16="http://schemas.microsoft.com/office/drawing/2014/main" id="{A401B5A1-8723-DA85-2E6D-09BEDE06709D}"/>
              </a:ext>
            </a:extLst>
          </p:cNvPr>
          <p:cNvPicPr>
            <a:picLocks noChangeAspect="1"/>
          </p:cNvPicPr>
          <p:nvPr/>
        </p:nvPicPr>
        <p:blipFill>
          <a:blip r:embed="rId4"/>
          <a:stretch>
            <a:fillRect/>
          </a:stretch>
        </p:blipFill>
        <p:spPr>
          <a:xfrm>
            <a:off x="7619707" y="3338623"/>
            <a:ext cx="4061575" cy="3047199"/>
          </a:xfrm>
          <a:prstGeom prst="rect">
            <a:avLst/>
          </a:prstGeom>
        </p:spPr>
      </p:pic>
    </p:spTree>
    <p:extLst>
      <p:ext uri="{BB962C8B-B14F-4D97-AF65-F5344CB8AC3E}">
        <p14:creationId xmlns:p14="http://schemas.microsoft.com/office/powerpoint/2010/main" val="7913063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4CC214BD-EE0E-73E4-B6DC-019F97C4A828}"/>
              </a:ext>
            </a:extLst>
          </p:cNvPr>
          <p:cNvSpPr txBox="1">
            <a:spLocks/>
          </p:cNvSpPr>
          <p:nvPr/>
        </p:nvSpPr>
        <p:spPr>
          <a:xfrm>
            <a:off x="184149" y="284162"/>
            <a:ext cx="10089787"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ctr">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r>
              <a:rPr lang="en-GB" sz="2800" cap="none">
                <a:solidFill>
                  <a:schemeClr val="tx1"/>
                </a:solidFill>
              </a:rPr>
              <a:t>Requirements Documentation</a:t>
            </a:r>
            <a:endParaRPr lang="en-US" sz="2800" cap="none">
              <a:solidFill>
                <a:schemeClr val="tx1"/>
              </a:solidFill>
            </a:endParaRPr>
          </a:p>
        </p:txBody>
      </p:sp>
      <p:sp>
        <p:nvSpPr>
          <p:cNvPr id="8" name="TextBox 7">
            <a:extLst>
              <a:ext uri="{FF2B5EF4-FFF2-40B4-BE49-F238E27FC236}">
                <a16:creationId xmlns:a16="http://schemas.microsoft.com/office/drawing/2014/main" id="{453FAC71-FF63-39E1-2EE2-48DC15468B06}"/>
              </a:ext>
            </a:extLst>
          </p:cNvPr>
          <p:cNvSpPr txBox="1"/>
          <p:nvPr/>
        </p:nvSpPr>
        <p:spPr>
          <a:xfrm>
            <a:off x="381314" y="787639"/>
            <a:ext cx="5923793" cy="5970865"/>
          </a:xfrm>
          <a:prstGeom prst="rect">
            <a:avLst/>
          </a:prstGeom>
          <a:noFill/>
        </p:spPr>
        <p:txBody>
          <a:bodyPr wrap="square">
            <a:spAutoFit/>
          </a:bodyPr>
          <a:lstStyle/>
          <a:p>
            <a:pPr>
              <a:buClr>
                <a:srgbClr val="D763C6"/>
              </a:buClr>
            </a:pPr>
            <a:r>
              <a:rPr lang="en-IN" sz="1600" b="1">
                <a:solidFill>
                  <a:srgbClr val="D763C6"/>
                </a:solidFill>
                <a:cs typeface="Calibri" panose="020F0502020204030204" pitchFamily="34" charset="0"/>
              </a:rPr>
              <a:t>Requirement Artifacts</a:t>
            </a:r>
          </a:p>
          <a:p>
            <a:pPr>
              <a:buClr>
                <a:srgbClr val="D763C6"/>
              </a:buClr>
            </a:pPr>
            <a:endParaRPr lang="en-IN" sz="1800" b="1">
              <a:solidFill>
                <a:srgbClr val="D763C6"/>
              </a:solidFill>
              <a:cs typeface="Calibri" panose="020F0502020204030204" pitchFamily="34" charset="0"/>
            </a:endParaRPr>
          </a:p>
          <a:p>
            <a:pPr marL="171450" indent="-171450">
              <a:buClr>
                <a:srgbClr val="D763C6"/>
              </a:buClr>
              <a:buFont typeface="Arial" panose="020B0604020202020204" pitchFamily="34" charset="0"/>
              <a:buChar char="•"/>
            </a:pPr>
            <a:r>
              <a:rPr lang="en-IN" sz="1200" b="1">
                <a:cs typeface="Calibri" panose="020F0502020204030204" pitchFamily="34" charset="0"/>
              </a:rPr>
              <a:t>Elaboration Playback </a:t>
            </a:r>
            <a:r>
              <a:rPr lang="en-IN" sz="1200">
                <a:cs typeface="Calibri" panose="020F0502020204030204" pitchFamily="34" charset="0"/>
              </a:rPr>
              <a:t>– Used as the main container for requirements throughout elaboration up to PO sign off. Once approved the Playback will be locked down and all requirements transferred to the master requirement artefacts (screen</a:t>
            </a:r>
          </a:p>
          <a:p>
            <a:pPr marL="171450" indent="-171450">
              <a:buClr>
                <a:srgbClr val="D763C6"/>
              </a:buClr>
              <a:buFont typeface="Arial" panose="020B0604020202020204" pitchFamily="34" charset="0"/>
              <a:buChar char="•"/>
            </a:pPr>
            <a:endParaRPr lang="en-IN" sz="1200">
              <a:cs typeface="Calibri" panose="020F0502020204030204" pitchFamily="34" charset="0"/>
            </a:endParaRPr>
          </a:p>
          <a:p>
            <a:pPr marL="171450" indent="-171450">
              <a:buClr>
                <a:srgbClr val="D763C6"/>
              </a:buClr>
              <a:buFont typeface="Arial" panose="020B0604020202020204" pitchFamily="34" charset="0"/>
              <a:buChar char="•"/>
            </a:pPr>
            <a:r>
              <a:rPr lang="en-IN" sz="1200" b="1">
                <a:cs typeface="Calibri" panose="020F0502020204030204" pitchFamily="34" charset="0"/>
              </a:rPr>
              <a:t>Field Level Specification </a:t>
            </a:r>
            <a:r>
              <a:rPr lang="en-IN" sz="1200">
                <a:cs typeface="Calibri" panose="020F0502020204030204" pitchFamily="34" charset="0"/>
              </a:rPr>
              <a:t>– This will house all field level attributes including conditional rules, visibility rules etc.  </a:t>
            </a:r>
          </a:p>
          <a:p>
            <a:pPr marL="171450" indent="-171450">
              <a:buClr>
                <a:srgbClr val="D763C6"/>
              </a:buClr>
              <a:buFont typeface="Arial" panose="020B0604020202020204" pitchFamily="34" charset="0"/>
              <a:buChar char="•"/>
            </a:pPr>
            <a:endParaRPr lang="en-IN" sz="1200">
              <a:cs typeface="Calibri" panose="020F0502020204030204" pitchFamily="34" charset="0"/>
            </a:endParaRPr>
          </a:p>
          <a:p>
            <a:pPr marL="171450" indent="-171450">
              <a:buClr>
                <a:srgbClr val="D763C6"/>
              </a:buClr>
              <a:buFont typeface="Arial" panose="020B0604020202020204" pitchFamily="34" charset="0"/>
              <a:buChar char="•"/>
            </a:pPr>
            <a:r>
              <a:rPr lang="en-IN" sz="1200" b="1">
                <a:cs typeface="Calibri" panose="020F0502020204030204" pitchFamily="34" charset="0"/>
              </a:rPr>
              <a:t>Business Rules Master </a:t>
            </a:r>
            <a:r>
              <a:rPr lang="en-IN" sz="1200">
                <a:cs typeface="Calibri" panose="020F0502020204030204" pitchFamily="34" charset="0"/>
              </a:rPr>
              <a:t>– This will house all system related business rules that need to be configures in </a:t>
            </a:r>
            <a:r>
              <a:rPr lang="en-IN" sz="1200" err="1">
                <a:cs typeface="Calibri" panose="020F0502020204030204" pitchFamily="34" charset="0"/>
              </a:rPr>
              <a:t>PolicyCenter</a:t>
            </a:r>
            <a:endParaRPr lang="en-IN" sz="1200">
              <a:cs typeface="Calibri" panose="020F0502020204030204" pitchFamily="34" charset="0"/>
            </a:endParaRPr>
          </a:p>
          <a:p>
            <a:pPr marL="171450" indent="-171450">
              <a:buClr>
                <a:srgbClr val="D763C6"/>
              </a:buClr>
              <a:buFont typeface="Arial" panose="020B0604020202020204" pitchFamily="34" charset="0"/>
              <a:buChar char="•"/>
            </a:pPr>
            <a:endParaRPr lang="en-IN" sz="1200">
              <a:cs typeface="Calibri" panose="020F0502020204030204" pitchFamily="34" charset="0"/>
            </a:endParaRPr>
          </a:p>
          <a:p>
            <a:pPr marL="171450" indent="-171450">
              <a:buClr>
                <a:srgbClr val="D763C6"/>
              </a:buClr>
              <a:buFont typeface="Arial" panose="020B0604020202020204" pitchFamily="34" charset="0"/>
              <a:buChar char="•"/>
            </a:pPr>
            <a:r>
              <a:rPr lang="en-IN" sz="1200" b="1" err="1">
                <a:cs typeface="Calibri" panose="020F0502020204030204" pitchFamily="34" charset="0"/>
              </a:rPr>
              <a:t>Typelist</a:t>
            </a:r>
            <a:r>
              <a:rPr lang="en-IN" sz="1200" b="1">
                <a:cs typeface="Calibri" panose="020F0502020204030204" pitchFamily="34" charset="0"/>
              </a:rPr>
              <a:t> Master </a:t>
            </a:r>
            <a:r>
              <a:rPr lang="en-IN" sz="1200">
                <a:cs typeface="Calibri" panose="020F0502020204030204" pitchFamily="34" charset="0"/>
              </a:rPr>
              <a:t>– This will house all of the type list values within </a:t>
            </a:r>
            <a:r>
              <a:rPr lang="en-IN" sz="1200" err="1">
                <a:cs typeface="Calibri" panose="020F0502020204030204" pitchFamily="34" charset="0"/>
              </a:rPr>
              <a:t>PolicyCenter</a:t>
            </a:r>
            <a:r>
              <a:rPr lang="en-IN" sz="1200">
                <a:cs typeface="Calibri" panose="020F0502020204030204" pitchFamily="34" charset="0"/>
              </a:rPr>
              <a:t> which will then be reference in the FLS against the applicable attributes</a:t>
            </a:r>
          </a:p>
          <a:p>
            <a:pPr marL="171450" indent="-171450">
              <a:buClr>
                <a:srgbClr val="D763C6"/>
              </a:buClr>
              <a:buFont typeface="Arial" panose="020B0604020202020204" pitchFamily="34" charset="0"/>
              <a:buChar char="•"/>
            </a:pPr>
            <a:endParaRPr lang="en-IN" sz="1200">
              <a:cs typeface="Calibri" panose="020F0502020204030204" pitchFamily="34" charset="0"/>
            </a:endParaRPr>
          </a:p>
          <a:p>
            <a:pPr marL="171450" indent="-171450">
              <a:buClr>
                <a:srgbClr val="D763C6"/>
              </a:buClr>
              <a:buFont typeface="Arial" panose="020B0604020202020204" pitchFamily="34" charset="0"/>
              <a:buChar char="•"/>
            </a:pPr>
            <a:r>
              <a:rPr lang="en-IN" sz="1200" b="1">
                <a:cs typeface="Calibri" panose="020F0502020204030204" pitchFamily="34" charset="0"/>
              </a:rPr>
              <a:t>Activity Pattern Master </a:t>
            </a:r>
            <a:r>
              <a:rPr lang="en-IN" sz="1200">
                <a:cs typeface="Calibri" panose="020F0502020204030204" pitchFamily="34" charset="0"/>
              </a:rPr>
              <a:t>– This will house all the activity patterns that are required in </a:t>
            </a:r>
            <a:r>
              <a:rPr lang="en-IN" sz="1200" err="1">
                <a:cs typeface="Calibri" panose="020F0502020204030204" pitchFamily="34" charset="0"/>
              </a:rPr>
              <a:t>PolicyCenter</a:t>
            </a:r>
            <a:r>
              <a:rPr lang="en-IN" sz="1200">
                <a:cs typeface="Calibri" panose="020F0502020204030204" pitchFamily="34" charset="0"/>
              </a:rPr>
              <a:t> including details such as due date, escalation date etc. Trigger rules for the activities will be detailed in the Business Rules master and mapped to the relevant activity</a:t>
            </a:r>
          </a:p>
          <a:p>
            <a:pPr marL="171450" indent="-171450">
              <a:buClr>
                <a:srgbClr val="D763C6"/>
              </a:buClr>
              <a:buFont typeface="Arial" panose="020B0604020202020204" pitchFamily="34" charset="0"/>
              <a:buChar char="•"/>
            </a:pPr>
            <a:endParaRPr lang="en-IN" sz="1200">
              <a:cs typeface="Calibri" panose="020F0502020204030204" pitchFamily="34" charset="0"/>
            </a:endParaRPr>
          </a:p>
          <a:p>
            <a:pPr marL="171450" indent="-171450">
              <a:buClr>
                <a:srgbClr val="D763C6"/>
              </a:buClr>
              <a:buFont typeface="Arial" panose="020B0604020202020204" pitchFamily="34" charset="0"/>
              <a:buChar char="•"/>
            </a:pPr>
            <a:r>
              <a:rPr lang="en-IN" sz="1200" b="1">
                <a:cs typeface="Calibri" panose="020F0502020204030204" pitchFamily="34" charset="0"/>
              </a:rPr>
              <a:t>History Events Master </a:t>
            </a:r>
            <a:r>
              <a:rPr lang="en-IN" sz="1200">
                <a:cs typeface="Calibri" panose="020F0502020204030204" pitchFamily="34" charset="0"/>
              </a:rPr>
              <a:t>– This will house all the History event required</a:t>
            </a:r>
          </a:p>
          <a:p>
            <a:pPr marL="171450" indent="-171450">
              <a:buClr>
                <a:srgbClr val="D763C6"/>
              </a:buClr>
              <a:buFont typeface="Arial" panose="020B0604020202020204" pitchFamily="34" charset="0"/>
              <a:buChar char="•"/>
            </a:pPr>
            <a:endParaRPr lang="en-IN" sz="1200">
              <a:cs typeface="Calibri" panose="020F0502020204030204" pitchFamily="34" charset="0"/>
            </a:endParaRPr>
          </a:p>
          <a:p>
            <a:pPr marL="171450" indent="-171450">
              <a:buClr>
                <a:srgbClr val="D763C6"/>
              </a:buClr>
              <a:buFont typeface="Arial" panose="020B0604020202020204" pitchFamily="34" charset="0"/>
              <a:buChar char="•"/>
            </a:pPr>
            <a:r>
              <a:rPr lang="en-IN" sz="1200" b="1">
                <a:cs typeface="Calibri" panose="020F0502020204030204" pitchFamily="34" charset="0"/>
              </a:rPr>
              <a:t>Permissions Master – </a:t>
            </a:r>
            <a:r>
              <a:rPr lang="en-IN" sz="1200">
                <a:cs typeface="Calibri" panose="020F0502020204030204" pitchFamily="34" charset="0"/>
              </a:rPr>
              <a:t> This will house all the user permissions </a:t>
            </a:r>
            <a:endParaRPr lang="en-IN" sz="1200" b="1">
              <a:cs typeface="Calibri" panose="020F0502020204030204" pitchFamily="34" charset="0"/>
            </a:endParaRPr>
          </a:p>
          <a:p>
            <a:pPr marL="171450" indent="-171450">
              <a:buClr>
                <a:srgbClr val="D763C6"/>
              </a:buClr>
              <a:buFont typeface="Arial" panose="020B0604020202020204" pitchFamily="34" charset="0"/>
              <a:buChar char="•"/>
            </a:pPr>
            <a:endParaRPr lang="en-IN" sz="1200">
              <a:cs typeface="Calibri" panose="020F0502020204030204" pitchFamily="34" charset="0"/>
            </a:endParaRPr>
          </a:p>
          <a:p>
            <a:pPr marL="171450" indent="-171450">
              <a:buClr>
                <a:srgbClr val="D763C6"/>
              </a:buClr>
              <a:buFont typeface="Arial" panose="020B0604020202020204" pitchFamily="34" charset="0"/>
              <a:buChar char="•"/>
            </a:pPr>
            <a:r>
              <a:rPr lang="en-IN" sz="1200" b="1">
                <a:cs typeface="Calibri" panose="020F0502020204030204" pitchFamily="34" charset="0"/>
              </a:rPr>
              <a:t>Process Flows – </a:t>
            </a:r>
            <a:r>
              <a:rPr lang="en-IN" sz="1200">
                <a:cs typeface="Calibri" panose="020F0502020204030204" pitchFamily="34" charset="0"/>
              </a:rPr>
              <a:t>Will be used to document system and process flows to support requirements </a:t>
            </a:r>
          </a:p>
          <a:p>
            <a:pPr marL="171450" indent="-171450">
              <a:buClr>
                <a:srgbClr val="D763C6"/>
              </a:buClr>
              <a:buFont typeface="Arial" panose="020B0604020202020204" pitchFamily="34" charset="0"/>
              <a:buChar char="•"/>
            </a:pPr>
            <a:endParaRPr lang="en-IN" sz="1200">
              <a:cs typeface="Calibri" panose="020F0502020204030204" pitchFamily="34" charset="0"/>
            </a:endParaRPr>
          </a:p>
          <a:p>
            <a:pPr marL="171450" indent="-171450">
              <a:buClr>
                <a:srgbClr val="D763C6"/>
              </a:buClr>
              <a:buFont typeface="Arial" panose="020B0604020202020204" pitchFamily="34" charset="0"/>
              <a:buChar char="•"/>
            </a:pPr>
            <a:r>
              <a:rPr lang="en-IN" sz="1200" b="1">
                <a:cs typeface="Calibri" panose="020F0502020204030204" pitchFamily="34" charset="0"/>
              </a:rPr>
              <a:t>JIRA User Story </a:t>
            </a:r>
            <a:r>
              <a:rPr lang="en-IN" sz="1200">
                <a:cs typeface="Calibri" panose="020F0502020204030204" pitchFamily="34" charset="0"/>
              </a:rPr>
              <a:t>– The JIRA ticket will house the Acceptance Criteria and all the links to the above artifacts</a:t>
            </a:r>
          </a:p>
        </p:txBody>
      </p:sp>
      <p:pic>
        <p:nvPicPr>
          <p:cNvPr id="10" name="Picture 9">
            <a:extLst>
              <a:ext uri="{FF2B5EF4-FFF2-40B4-BE49-F238E27FC236}">
                <a16:creationId xmlns:a16="http://schemas.microsoft.com/office/drawing/2014/main" id="{CAC26DA1-10A2-40A4-281E-6BEBEEE51DC4}"/>
              </a:ext>
            </a:extLst>
          </p:cNvPr>
          <p:cNvPicPr>
            <a:picLocks noChangeAspect="1"/>
          </p:cNvPicPr>
          <p:nvPr/>
        </p:nvPicPr>
        <p:blipFill>
          <a:blip r:embed="rId3"/>
          <a:stretch>
            <a:fillRect/>
          </a:stretch>
        </p:blipFill>
        <p:spPr>
          <a:xfrm>
            <a:off x="7156831" y="1582418"/>
            <a:ext cx="3010320" cy="4344006"/>
          </a:xfrm>
          <a:prstGeom prst="rect">
            <a:avLst/>
          </a:prstGeom>
          <a:solidFill>
            <a:srgbClr val="D763C6"/>
          </a:solidFill>
        </p:spPr>
      </p:pic>
    </p:spTree>
    <p:extLst>
      <p:ext uri="{BB962C8B-B14F-4D97-AF65-F5344CB8AC3E}">
        <p14:creationId xmlns:p14="http://schemas.microsoft.com/office/powerpoint/2010/main" val="2095000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4CC214BD-EE0E-73E4-B6DC-019F97C4A828}"/>
              </a:ext>
            </a:extLst>
          </p:cNvPr>
          <p:cNvSpPr txBox="1">
            <a:spLocks/>
          </p:cNvSpPr>
          <p:nvPr/>
        </p:nvSpPr>
        <p:spPr>
          <a:xfrm>
            <a:off x="184149" y="284162"/>
            <a:ext cx="10089787"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ctr">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r>
              <a:rPr lang="en-GB" sz="2800" cap="none" err="1">
                <a:solidFill>
                  <a:schemeClr val="tx1"/>
                </a:solidFill>
              </a:rPr>
              <a:t>BillingCenter</a:t>
            </a:r>
            <a:r>
              <a:rPr lang="en-GB" sz="2800" cap="none">
                <a:solidFill>
                  <a:schemeClr val="tx1"/>
                </a:solidFill>
              </a:rPr>
              <a:t> Sprint 1 &amp; 2 Plan</a:t>
            </a:r>
            <a:endParaRPr lang="en-US" sz="2800" cap="none">
              <a:solidFill>
                <a:schemeClr val="tx1"/>
              </a:solidFill>
            </a:endParaRPr>
          </a:p>
        </p:txBody>
      </p:sp>
      <p:sp>
        <p:nvSpPr>
          <p:cNvPr id="8" name="TextBox 7">
            <a:extLst>
              <a:ext uri="{FF2B5EF4-FFF2-40B4-BE49-F238E27FC236}">
                <a16:creationId xmlns:a16="http://schemas.microsoft.com/office/drawing/2014/main" id="{453FAC71-FF63-39E1-2EE2-48DC15468B06}"/>
              </a:ext>
            </a:extLst>
          </p:cNvPr>
          <p:cNvSpPr txBox="1"/>
          <p:nvPr/>
        </p:nvSpPr>
        <p:spPr>
          <a:xfrm>
            <a:off x="724941" y="1258048"/>
            <a:ext cx="5923793" cy="2831544"/>
          </a:xfrm>
          <a:prstGeom prst="rect">
            <a:avLst/>
          </a:prstGeom>
          <a:noFill/>
        </p:spPr>
        <p:txBody>
          <a:bodyPr wrap="square">
            <a:spAutoFit/>
          </a:bodyPr>
          <a:lstStyle/>
          <a:p>
            <a:pPr marL="342900" indent="-342900">
              <a:buClr>
                <a:srgbClr val="D763C6"/>
              </a:buClr>
              <a:buFont typeface="Arial" panose="020B0604020202020204" pitchFamily="34" charset="0"/>
              <a:buChar char="•"/>
            </a:pPr>
            <a:r>
              <a:rPr lang="en-IN" sz="2000" b="1">
                <a:solidFill>
                  <a:srgbClr val="D763C6"/>
                </a:solidFill>
                <a:cs typeface="Calibri" panose="020F0502020204030204" pitchFamily="34" charset="0"/>
              </a:rPr>
              <a:t>Sprint 1 </a:t>
            </a:r>
          </a:p>
          <a:p>
            <a:pPr marL="285750" indent="-285750">
              <a:buClr>
                <a:srgbClr val="E146C6"/>
              </a:buClr>
              <a:buFont typeface="Arial" panose="020B0604020202020204" pitchFamily="34" charset="0"/>
              <a:buChar char="•"/>
            </a:pPr>
            <a:endParaRPr lang="en-IN" sz="1800" b="1">
              <a:solidFill>
                <a:srgbClr val="D763C6"/>
              </a:solidFill>
              <a:cs typeface="Calibri" panose="020F0502020204030204" pitchFamily="34" charset="0"/>
            </a:endParaRPr>
          </a:p>
          <a:p>
            <a:pPr marL="285750" indent="-285750" algn="just" fontAlgn="t">
              <a:buFont typeface="Arial" panose="020B0604020202020204" pitchFamily="34" charset="0"/>
              <a:buChar char="•"/>
            </a:pPr>
            <a:r>
              <a:rPr lang="en-GB" sz="1400" b="0" kern="1200">
                <a:solidFill>
                  <a:schemeClr val="accent6">
                    <a:lumMod val="75000"/>
                  </a:schemeClr>
                </a:solidFill>
                <a:effectLst/>
                <a:latin typeface="Ubuntu" panose="020B0504030602030204" pitchFamily="34" charset="0"/>
                <a:ea typeface="+mn-ea"/>
                <a:cs typeface="+mn-cs"/>
              </a:rPr>
              <a:t>Plans - Billing Plan </a:t>
            </a:r>
          </a:p>
          <a:p>
            <a:pPr marL="285750" indent="-285750" algn="just" fontAlgn="t">
              <a:buFont typeface="Arial" panose="020B0604020202020204" pitchFamily="34" charset="0"/>
              <a:buChar char="•"/>
            </a:pPr>
            <a:r>
              <a:rPr lang="en-GB" sz="1400" b="0" kern="1200">
                <a:solidFill>
                  <a:schemeClr val="accent6">
                    <a:lumMod val="75000"/>
                  </a:schemeClr>
                </a:solidFill>
                <a:effectLst/>
                <a:latin typeface="Ubuntu" panose="020B0504030602030204" pitchFamily="34" charset="0"/>
                <a:ea typeface="+mn-ea"/>
                <a:cs typeface="+mn-cs"/>
              </a:rPr>
              <a:t>Payment plan </a:t>
            </a:r>
          </a:p>
          <a:p>
            <a:pPr marL="285750" indent="-285750" algn="just" fontAlgn="t">
              <a:buFont typeface="Arial" panose="020B0604020202020204" pitchFamily="34" charset="0"/>
              <a:buChar char="•"/>
            </a:pPr>
            <a:r>
              <a:rPr lang="en-GB" sz="1400" b="0" kern="1200">
                <a:solidFill>
                  <a:schemeClr val="accent6">
                    <a:lumMod val="75000"/>
                  </a:schemeClr>
                </a:solidFill>
                <a:effectLst/>
                <a:latin typeface="Ubuntu" panose="020B0504030602030204" pitchFamily="34" charset="0"/>
                <a:ea typeface="+mn-ea"/>
                <a:cs typeface="+mn-cs"/>
              </a:rPr>
              <a:t>Payment Allocation plan</a:t>
            </a:r>
            <a:endParaRPr lang="en-US" sz="1400">
              <a:solidFill>
                <a:schemeClr val="accent6">
                  <a:lumMod val="75000"/>
                </a:schemeClr>
              </a:solidFill>
              <a:effectLst/>
              <a:latin typeface="Ubuntu" panose="020B0504030602030204" pitchFamily="34" charset="0"/>
            </a:endParaRPr>
          </a:p>
          <a:p>
            <a:pPr marL="285750" indent="-285750" algn="just" fontAlgn="t">
              <a:buFont typeface="Arial" panose="020B0604020202020204" pitchFamily="34" charset="0"/>
              <a:buChar char="•"/>
            </a:pPr>
            <a:r>
              <a:rPr lang="en-GB" sz="1400" b="0" kern="1200">
                <a:solidFill>
                  <a:schemeClr val="accent6">
                    <a:lumMod val="75000"/>
                  </a:schemeClr>
                </a:solidFill>
                <a:effectLst/>
                <a:latin typeface="Ubuntu" panose="020B0504030602030204" pitchFamily="34" charset="0"/>
                <a:ea typeface="+mn-ea"/>
                <a:cs typeface="+mn-cs"/>
              </a:rPr>
              <a:t>Charge</a:t>
            </a:r>
            <a:r>
              <a:rPr lang="en-GB" sz="1400" b="0" kern="1200" baseline="0">
                <a:solidFill>
                  <a:schemeClr val="accent6">
                    <a:lumMod val="75000"/>
                  </a:schemeClr>
                </a:solidFill>
                <a:effectLst/>
                <a:latin typeface="Ubuntu" panose="020B0504030602030204" pitchFamily="34" charset="0"/>
                <a:ea typeface="+mn-ea"/>
                <a:cs typeface="+mn-cs"/>
              </a:rPr>
              <a:t> patterns</a:t>
            </a:r>
          </a:p>
          <a:p>
            <a:pPr marL="285750" indent="-285750" algn="just" fontAlgn="t">
              <a:buFont typeface="Arial" panose="020B0604020202020204" pitchFamily="34" charset="0"/>
              <a:buChar char="•"/>
            </a:pPr>
            <a:r>
              <a:rPr lang="en-GB" sz="1400" b="0" kern="1200" baseline="0">
                <a:solidFill>
                  <a:schemeClr val="accent6">
                    <a:lumMod val="75000"/>
                  </a:schemeClr>
                </a:solidFill>
                <a:effectLst/>
                <a:latin typeface="Ubuntu" panose="020B0504030602030204" pitchFamily="34" charset="0"/>
                <a:ea typeface="+mn-ea"/>
                <a:cs typeface="+mn-cs"/>
              </a:rPr>
              <a:t>Commission Plan</a:t>
            </a:r>
          </a:p>
          <a:p>
            <a:pPr marL="285750" indent="-285750" algn="just" fontAlgn="t">
              <a:buFont typeface="Arial" panose="020B0604020202020204" pitchFamily="34" charset="0"/>
              <a:buChar char="•"/>
            </a:pPr>
            <a:r>
              <a:rPr lang="en-GB" sz="1400" b="0" kern="1200" baseline="0">
                <a:solidFill>
                  <a:schemeClr val="accent6">
                    <a:lumMod val="75000"/>
                  </a:schemeClr>
                </a:solidFill>
                <a:effectLst/>
                <a:latin typeface="Ubuntu" panose="020B0504030602030204" pitchFamily="34" charset="0"/>
                <a:ea typeface="+mn-ea"/>
                <a:cs typeface="+mn-cs"/>
              </a:rPr>
              <a:t>Return Plan</a:t>
            </a:r>
          </a:p>
          <a:p>
            <a:pPr marL="285750" indent="-285750" algn="just" fontAlgn="t">
              <a:buFont typeface="Arial" panose="020B0604020202020204" pitchFamily="34" charset="0"/>
              <a:buChar char="•"/>
            </a:pPr>
            <a:r>
              <a:rPr lang="en-GB" sz="1400" b="0" kern="1200" baseline="0">
                <a:solidFill>
                  <a:schemeClr val="accent6">
                    <a:lumMod val="75000"/>
                  </a:schemeClr>
                </a:solidFill>
                <a:effectLst/>
                <a:latin typeface="Ubuntu" panose="020B0504030602030204" pitchFamily="34" charset="0"/>
                <a:ea typeface="+mn-ea"/>
                <a:cs typeface="+mn-cs"/>
              </a:rPr>
              <a:t>Agency Bill Plan</a:t>
            </a:r>
          </a:p>
          <a:p>
            <a:pPr marR="0" lvl="0" algn="just" defTabSz="914400" rtl="0" eaLnBrk="1" fontAlgn="t" latinLnBrk="0" hangingPunct="1">
              <a:lnSpc>
                <a:spcPct val="100000"/>
              </a:lnSpc>
              <a:spcBef>
                <a:spcPts val="0"/>
              </a:spcBef>
              <a:spcAft>
                <a:spcPts val="0"/>
              </a:spcAft>
              <a:buClrTx/>
              <a:buSzTx/>
              <a:tabLst/>
              <a:defRPr/>
            </a:pPr>
            <a:r>
              <a:rPr lang="en-GB" sz="1400" b="1">
                <a:solidFill>
                  <a:schemeClr val="accent6">
                    <a:lumMod val="75000"/>
                  </a:schemeClr>
                </a:solidFill>
                <a:latin typeface="Ubuntu" panose="020B0504030602030204" pitchFamily="34" charset="0"/>
              </a:rPr>
              <a:t>Other activities</a:t>
            </a:r>
            <a:endParaRPr lang="en-GB" sz="1400" b="1" kern="1200" baseline="0">
              <a:solidFill>
                <a:schemeClr val="accent6">
                  <a:lumMod val="75000"/>
                </a:schemeClr>
              </a:solidFill>
              <a:effectLst/>
              <a:latin typeface="Ubuntu" panose="020B0504030602030204" pitchFamily="34" charset="0"/>
              <a:ea typeface="+mn-ea"/>
              <a:cs typeface="+mn-cs"/>
            </a:endParaRPr>
          </a:p>
          <a:p>
            <a:pPr marL="285750" marR="0" lvl="0" indent="-285750" algn="just"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GB" sz="1400" b="0" kern="1200" baseline="0">
                <a:solidFill>
                  <a:schemeClr val="accent6">
                    <a:lumMod val="75000"/>
                  </a:schemeClr>
                </a:solidFill>
                <a:effectLst/>
                <a:latin typeface="Ubuntu" panose="020B0504030602030204" pitchFamily="34" charset="0"/>
                <a:ea typeface="+mn-ea"/>
                <a:cs typeface="+mn-cs"/>
              </a:rPr>
              <a:t>Broker Organization setup (initial elaboration)</a:t>
            </a:r>
            <a:endParaRPr lang="en-US" sz="1400">
              <a:solidFill>
                <a:schemeClr val="accent6">
                  <a:lumMod val="75000"/>
                </a:schemeClr>
              </a:solidFill>
              <a:effectLst/>
              <a:latin typeface="Ubuntu" panose="020B0504030602030204" pitchFamily="34" charset="0"/>
            </a:endParaRPr>
          </a:p>
          <a:p>
            <a:pPr marL="285750" indent="-285750" fontAlgn="t">
              <a:buFont typeface="Arial" panose="020B0604020202020204" pitchFamily="34" charset="0"/>
              <a:buChar char="•"/>
            </a:pPr>
            <a:r>
              <a:rPr lang="en-GB" sz="1400" b="0" kern="1200" baseline="0">
                <a:solidFill>
                  <a:schemeClr val="accent6">
                    <a:lumMod val="75000"/>
                  </a:schemeClr>
                </a:solidFill>
                <a:effectLst/>
                <a:latin typeface="Ubuntu" panose="020B0504030602030204" pitchFamily="34" charset="0"/>
                <a:ea typeface="+mn-ea"/>
                <a:cs typeface="+mn-cs"/>
              </a:rPr>
              <a:t>Invoicing design</a:t>
            </a:r>
            <a:endParaRPr lang="en-IN" sz="1200">
              <a:cs typeface="Calibri" panose="020F0502020204030204" pitchFamily="34" charset="0"/>
            </a:endParaRPr>
          </a:p>
        </p:txBody>
      </p:sp>
      <p:sp>
        <p:nvSpPr>
          <p:cNvPr id="3" name="TextBox 2">
            <a:extLst>
              <a:ext uri="{FF2B5EF4-FFF2-40B4-BE49-F238E27FC236}">
                <a16:creationId xmlns:a16="http://schemas.microsoft.com/office/drawing/2014/main" id="{3DBAD41C-FB55-2BEE-27C5-7F9FEF5D2AF0}"/>
              </a:ext>
            </a:extLst>
          </p:cNvPr>
          <p:cNvSpPr txBox="1"/>
          <p:nvPr/>
        </p:nvSpPr>
        <p:spPr>
          <a:xfrm>
            <a:off x="6648734" y="1258048"/>
            <a:ext cx="5376688" cy="2616101"/>
          </a:xfrm>
          <a:prstGeom prst="rect">
            <a:avLst/>
          </a:prstGeom>
          <a:noFill/>
        </p:spPr>
        <p:txBody>
          <a:bodyPr wrap="square">
            <a:spAutoFit/>
          </a:bodyPr>
          <a:lstStyle/>
          <a:p>
            <a:pPr>
              <a:buClr>
                <a:srgbClr val="D763C6"/>
              </a:buClr>
              <a:defRPr/>
            </a:pPr>
            <a:r>
              <a:rPr lang="en-IN" sz="2000" b="1">
                <a:solidFill>
                  <a:srgbClr val="D763C6"/>
                </a:solidFill>
                <a:cs typeface="Calibri" panose="020F0502020204030204" pitchFamily="34" charset="0"/>
              </a:rPr>
              <a:t>Sprint 2</a:t>
            </a:r>
          </a:p>
          <a:p>
            <a:pPr>
              <a:buClr>
                <a:srgbClr val="D763C6"/>
              </a:buClr>
              <a:defRPr/>
            </a:pPr>
            <a:endParaRPr lang="en-IN" sz="1800" b="1">
              <a:solidFill>
                <a:srgbClr val="D763C6"/>
              </a:solidFill>
              <a:cs typeface="Calibri" panose="020F0502020204030204" pitchFamily="34" charset="0"/>
            </a:endParaRPr>
          </a:p>
          <a:p>
            <a:pPr algn="just" fontAlgn="t"/>
            <a:r>
              <a:rPr lang="en-GB" sz="1400" b="0" kern="1200" baseline="0">
                <a:solidFill>
                  <a:schemeClr val="accent6">
                    <a:lumMod val="75000"/>
                  </a:schemeClr>
                </a:solidFill>
                <a:effectLst/>
                <a:latin typeface="Ubuntu" panose="020B0504030602030204" pitchFamily="34" charset="0"/>
                <a:ea typeface="+mn-ea"/>
                <a:cs typeface="+mn-cs"/>
              </a:rPr>
              <a:t>Retrieve Billing Instructions</a:t>
            </a:r>
            <a:endParaRPr lang="en-US" sz="1400">
              <a:solidFill>
                <a:schemeClr val="accent6">
                  <a:lumMod val="75000"/>
                </a:schemeClr>
              </a:solidFill>
              <a:effectLst/>
              <a:latin typeface="Ubuntu" panose="020B0504030602030204" pitchFamily="34" charset="0"/>
            </a:endParaRPr>
          </a:p>
          <a:p>
            <a:pPr algn="just" fontAlgn="t"/>
            <a:r>
              <a:rPr lang="en-GB" sz="1400" b="0" kern="1200" baseline="0">
                <a:solidFill>
                  <a:schemeClr val="accent6">
                    <a:lumMod val="75000"/>
                  </a:schemeClr>
                </a:solidFill>
                <a:effectLst/>
                <a:latin typeface="Ubuntu" panose="020B0504030602030204" pitchFamily="34" charset="0"/>
                <a:ea typeface="+mn-ea"/>
                <a:cs typeface="+mn-cs"/>
              </a:rPr>
              <a:t>Setup  Billing Account</a:t>
            </a:r>
          </a:p>
          <a:p>
            <a:pPr algn="just" fontAlgn="t"/>
            <a:r>
              <a:rPr lang="en-GB" sz="1400" b="0" kern="1200" baseline="0">
                <a:solidFill>
                  <a:schemeClr val="accent6">
                    <a:lumMod val="75000"/>
                  </a:schemeClr>
                </a:solidFill>
                <a:effectLst/>
                <a:latin typeface="Ubuntu" panose="020B0504030602030204" pitchFamily="34" charset="0"/>
                <a:ea typeface="+mn-ea"/>
                <a:cs typeface="+mn-cs"/>
              </a:rPr>
              <a:t>Policy and Producers </a:t>
            </a:r>
            <a:endParaRPr lang="en-US" sz="1400">
              <a:solidFill>
                <a:schemeClr val="accent6">
                  <a:lumMod val="75000"/>
                </a:schemeClr>
              </a:solidFill>
              <a:effectLst/>
              <a:latin typeface="Ubuntu" panose="020B0504030602030204" pitchFamily="34" charset="0"/>
            </a:endParaRPr>
          </a:p>
          <a:p>
            <a:pPr algn="just" fontAlgn="t"/>
            <a:r>
              <a:rPr lang="en-GB" sz="1400" b="0" kern="1200">
                <a:solidFill>
                  <a:schemeClr val="accent6">
                    <a:lumMod val="75000"/>
                  </a:schemeClr>
                </a:solidFill>
                <a:effectLst/>
                <a:latin typeface="Ubuntu" panose="020B0504030602030204" pitchFamily="34" charset="0"/>
                <a:ea typeface="+mn-ea"/>
                <a:cs typeface="+mn-cs"/>
              </a:rPr>
              <a:t>Charges – Premium</a:t>
            </a:r>
          </a:p>
          <a:p>
            <a:pPr algn="just" fontAlgn="t"/>
            <a:r>
              <a:rPr lang="en-GB" sz="1400" b="0" kern="1200">
                <a:solidFill>
                  <a:schemeClr val="accent2">
                    <a:lumMod val="75000"/>
                  </a:schemeClr>
                </a:solidFill>
                <a:effectLst/>
                <a:latin typeface="Ubuntu" panose="020B0504030602030204" pitchFamily="34" charset="0"/>
                <a:ea typeface="+mn-ea"/>
                <a:cs typeface="+mn-cs"/>
              </a:rPr>
              <a:t>Taxes</a:t>
            </a:r>
            <a:endParaRPr lang="en-US" sz="1400">
              <a:solidFill>
                <a:schemeClr val="accent2">
                  <a:lumMod val="75000"/>
                </a:schemeClr>
              </a:solidFill>
              <a:effectLst/>
              <a:latin typeface="Ubuntu" panose="020B0504030602030204" pitchFamily="34" charset="0"/>
            </a:endParaRPr>
          </a:p>
          <a:p>
            <a:pPr algn="just" fontAlgn="t"/>
            <a:r>
              <a:rPr lang="en-GB" sz="1400" b="0" kern="1200">
                <a:solidFill>
                  <a:schemeClr val="accent6">
                    <a:lumMod val="75000"/>
                  </a:schemeClr>
                </a:solidFill>
                <a:effectLst/>
                <a:latin typeface="Ubuntu" panose="020B0504030602030204" pitchFamily="34" charset="0"/>
                <a:ea typeface="+mn-ea"/>
                <a:cs typeface="+mn-cs"/>
              </a:rPr>
              <a:t>Submission Invoicing</a:t>
            </a:r>
          </a:p>
          <a:p>
            <a:pPr algn="just" fontAlgn="t"/>
            <a:r>
              <a:rPr lang="en-GB" sz="1400" b="0" kern="1200">
                <a:solidFill>
                  <a:schemeClr val="accent6">
                    <a:lumMod val="75000"/>
                  </a:schemeClr>
                </a:solidFill>
                <a:effectLst/>
                <a:latin typeface="Ubuntu" panose="020B0504030602030204" pitchFamily="34" charset="0"/>
                <a:ea typeface="+mn-ea"/>
                <a:cs typeface="+mn-cs"/>
              </a:rPr>
              <a:t>Payment schedule</a:t>
            </a:r>
            <a:endParaRPr lang="en-US" sz="1400">
              <a:solidFill>
                <a:schemeClr val="accent6">
                  <a:lumMod val="75000"/>
                </a:schemeClr>
              </a:solidFill>
              <a:effectLst/>
              <a:latin typeface="Ubuntu" panose="020B0504030602030204" pitchFamily="34" charset="0"/>
            </a:endParaRPr>
          </a:p>
          <a:p>
            <a:pPr marL="0" marR="0" lvl="0" indent="0" algn="just" defTabSz="914400" rtl="0" eaLnBrk="1" fontAlgn="t" latinLnBrk="0" hangingPunct="1">
              <a:lnSpc>
                <a:spcPct val="100000"/>
              </a:lnSpc>
              <a:spcBef>
                <a:spcPts val="0"/>
              </a:spcBef>
              <a:spcAft>
                <a:spcPts val="0"/>
              </a:spcAft>
              <a:buClrTx/>
              <a:buSzTx/>
              <a:buFontTx/>
              <a:buNone/>
              <a:tabLst/>
              <a:defRPr/>
            </a:pPr>
            <a:r>
              <a:rPr lang="en-GB" sz="1400" b="1" kern="1200" baseline="0">
                <a:solidFill>
                  <a:schemeClr val="accent6">
                    <a:lumMod val="75000"/>
                  </a:schemeClr>
                </a:solidFill>
                <a:effectLst/>
                <a:latin typeface="Ubuntu" panose="020B0504030602030204" pitchFamily="34" charset="0"/>
                <a:ea typeface="+mn-ea"/>
                <a:cs typeface="+mn-cs"/>
              </a:rPr>
              <a:t>Other activities</a:t>
            </a:r>
          </a:p>
          <a:p>
            <a:pPr marL="0" marR="0" lvl="0" indent="0" algn="just" defTabSz="914400" rtl="0" eaLnBrk="1" fontAlgn="t" latinLnBrk="0" hangingPunct="1">
              <a:lnSpc>
                <a:spcPct val="100000"/>
              </a:lnSpc>
              <a:spcBef>
                <a:spcPts val="0"/>
              </a:spcBef>
              <a:spcAft>
                <a:spcPts val="0"/>
              </a:spcAft>
              <a:buClrTx/>
              <a:buSzTx/>
              <a:buFontTx/>
              <a:buNone/>
              <a:tabLst/>
              <a:defRPr/>
            </a:pPr>
            <a:r>
              <a:rPr lang="en-GB" sz="1400" b="0" kern="1200" baseline="0">
                <a:solidFill>
                  <a:schemeClr val="accent6">
                    <a:lumMod val="75000"/>
                  </a:schemeClr>
                </a:solidFill>
                <a:effectLst/>
                <a:latin typeface="Ubuntu" panose="020B0504030602030204" pitchFamily="34" charset="0"/>
                <a:ea typeface="+mn-ea"/>
                <a:cs typeface="+mn-cs"/>
              </a:rPr>
              <a:t>Invoicing design (contd.)</a:t>
            </a:r>
          </a:p>
        </p:txBody>
      </p:sp>
      <p:sp>
        <p:nvSpPr>
          <p:cNvPr id="6" name="Rounded Rectangle 52">
            <a:extLst>
              <a:ext uri="{FF2B5EF4-FFF2-40B4-BE49-F238E27FC236}">
                <a16:creationId xmlns:a16="http://schemas.microsoft.com/office/drawing/2014/main" id="{CAB8B6CE-D5D2-CAA1-414B-31A8E79AC02F}"/>
              </a:ext>
            </a:extLst>
          </p:cNvPr>
          <p:cNvSpPr/>
          <p:nvPr/>
        </p:nvSpPr>
        <p:spPr bwMode="auto">
          <a:xfrm>
            <a:off x="336997" y="4255730"/>
            <a:ext cx="11688426" cy="2185214"/>
          </a:xfrm>
          <a:prstGeom prst="roundRect">
            <a:avLst/>
          </a:prstGeom>
          <a:solidFill>
            <a:schemeClr val="accent1">
              <a:lumMod val="20000"/>
              <a:lumOff val="80000"/>
            </a:schemeClr>
          </a:solidFill>
          <a:ln w="9525" cap="flat" cmpd="sng" algn="ctr">
            <a:noFill/>
            <a:prstDash val="solid"/>
            <a:round/>
            <a:headEnd type="none" w="med" len="med"/>
            <a:tailEnd type="none" w="med" len="me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363663" rtl="0" eaLnBrk="0" fontAlgn="base" latinLnBrk="0" hangingPunct="0">
              <a:lnSpc>
                <a:spcPct val="85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264A"/>
              </a:solidFill>
              <a:effectLst/>
              <a:uLnTx/>
              <a:uFillTx/>
              <a:latin typeface="Verdana"/>
              <a:ea typeface="+mn-ea"/>
              <a:cs typeface="+mn-cs"/>
            </a:endParaRPr>
          </a:p>
        </p:txBody>
      </p:sp>
      <p:sp>
        <p:nvSpPr>
          <p:cNvPr id="7" name="Pentagon 53">
            <a:extLst>
              <a:ext uri="{FF2B5EF4-FFF2-40B4-BE49-F238E27FC236}">
                <a16:creationId xmlns:a16="http://schemas.microsoft.com/office/drawing/2014/main" id="{211D05A9-D802-9FBE-1A76-281E9913EEF9}"/>
              </a:ext>
            </a:extLst>
          </p:cNvPr>
          <p:cNvSpPr/>
          <p:nvPr/>
        </p:nvSpPr>
        <p:spPr bwMode="auto">
          <a:xfrm>
            <a:off x="353496" y="4586799"/>
            <a:ext cx="3856576" cy="394204"/>
          </a:xfrm>
          <a:prstGeom prst="homePlate">
            <a:avLst/>
          </a:prstGeom>
          <a:solidFill>
            <a:srgbClr val="E146C6"/>
          </a:solidFill>
          <a:ln w="28575" cap="flat" cmpd="sng" algn="ctr">
            <a:noFill/>
            <a:prstDash val="solid"/>
            <a:round/>
            <a:headEnd type="none" w="med" len="med"/>
            <a:tailEnd type="none" w="med" len="me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363663"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Verdana" panose="020B0604030504040204" pitchFamily="34" charset="0"/>
                <a:ea typeface="+mn-ea"/>
                <a:cs typeface="+mn-cs"/>
              </a:rPr>
              <a:t>Elaboration – Week 1</a:t>
            </a:r>
            <a:endParaRPr kumimoji="0" lang="en-US" sz="1200" b="1"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9" name="Diamond 8">
            <a:extLst>
              <a:ext uri="{FF2B5EF4-FFF2-40B4-BE49-F238E27FC236}">
                <a16:creationId xmlns:a16="http://schemas.microsoft.com/office/drawing/2014/main" id="{88B9C1DC-0453-8E95-0DF7-7E32C46C79FE}"/>
              </a:ext>
            </a:extLst>
          </p:cNvPr>
          <p:cNvSpPr>
            <a:spLocks noChangeArrowheads="1"/>
          </p:cNvSpPr>
          <p:nvPr/>
        </p:nvSpPr>
        <p:spPr bwMode="auto">
          <a:xfrm>
            <a:off x="1028185" y="5067377"/>
            <a:ext cx="811694" cy="561919"/>
          </a:xfrm>
          <a:prstGeom prst="diamond">
            <a:avLst/>
          </a:prstGeom>
          <a:solidFill>
            <a:srgbClr val="D763C6"/>
          </a:solidFill>
          <a:ln w="19050" algn="ctr">
            <a:no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363663"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Verdana"/>
                <a:ea typeface="+mn-ea"/>
                <a:cs typeface="+mn-cs"/>
              </a:rPr>
              <a:t>06-Aug</a:t>
            </a:r>
          </a:p>
        </p:txBody>
      </p:sp>
      <p:sp>
        <p:nvSpPr>
          <p:cNvPr id="10" name="TextBox 5">
            <a:extLst>
              <a:ext uri="{FF2B5EF4-FFF2-40B4-BE49-F238E27FC236}">
                <a16:creationId xmlns:a16="http://schemas.microsoft.com/office/drawing/2014/main" id="{D0890EB6-3A2C-3D6D-148B-5EF3ABA1ABA1}"/>
              </a:ext>
            </a:extLst>
          </p:cNvPr>
          <p:cNvSpPr txBox="1">
            <a:spLocks noChangeArrowheads="1"/>
          </p:cNvSpPr>
          <p:nvPr/>
        </p:nvSpPr>
        <p:spPr bwMode="auto">
          <a:xfrm>
            <a:off x="790518" y="5679850"/>
            <a:ext cx="1287027" cy="553998"/>
          </a:xfrm>
          <a:prstGeom prst="rect">
            <a:avLst/>
          </a:prstGeom>
          <a:noFill/>
          <a:ln w="9525">
            <a:noFill/>
            <a:miter lim="800000"/>
            <a:headEnd/>
            <a:tailEnd/>
          </a:ln>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363663" rtl="0" eaLnBrk="1" fontAlgn="base" latinLnBrk="0" hangingPunct="1">
              <a:lnSpc>
                <a:spcPct val="100000"/>
              </a:lnSpc>
              <a:spcBef>
                <a:spcPct val="20000"/>
              </a:spcBef>
              <a:spcAft>
                <a:spcPct val="0"/>
              </a:spcAft>
              <a:buClrTx/>
              <a:buSzTx/>
              <a:buFontTx/>
              <a:buNone/>
              <a:tabLst/>
              <a:defRPr/>
            </a:pPr>
            <a:r>
              <a:rPr kumimoji="0" lang="en-US" sz="1000" b="0" i="0" u="none" strike="noStrike" kern="1200" cap="none" spc="0" normalizeH="0" baseline="0" noProof="0">
                <a:ln>
                  <a:noFill/>
                </a:ln>
                <a:solidFill>
                  <a:srgbClr val="333333"/>
                </a:solidFill>
                <a:effectLst/>
                <a:uLnTx/>
                <a:uFillTx/>
                <a:latin typeface="Verdana"/>
                <a:ea typeface="+mn-ea"/>
                <a:cs typeface="+mn-cs"/>
              </a:rPr>
              <a:t>Account Creation &amp; Update – Session 1</a:t>
            </a:r>
          </a:p>
        </p:txBody>
      </p:sp>
      <p:sp>
        <p:nvSpPr>
          <p:cNvPr id="16" name="Chevron 70">
            <a:extLst>
              <a:ext uri="{FF2B5EF4-FFF2-40B4-BE49-F238E27FC236}">
                <a16:creationId xmlns:a16="http://schemas.microsoft.com/office/drawing/2014/main" id="{AE3DD340-6C45-F971-04A3-4003DA27832D}"/>
              </a:ext>
            </a:extLst>
          </p:cNvPr>
          <p:cNvSpPr/>
          <p:nvPr/>
        </p:nvSpPr>
        <p:spPr bwMode="auto">
          <a:xfrm>
            <a:off x="8127199" y="4580239"/>
            <a:ext cx="3898223" cy="394204"/>
          </a:xfrm>
          <a:prstGeom prst="chevron">
            <a:avLst/>
          </a:prstGeom>
          <a:solidFill>
            <a:srgbClr val="E146C6"/>
          </a:solidFill>
          <a:ln w="28575" cap="flat" cmpd="sng" algn="ctr">
            <a:noFill/>
            <a:prstDash val="dash"/>
            <a:round/>
            <a:headEnd type="none" w="med" len="med"/>
            <a:tailEnd type="none" w="med" len="me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363663"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Verdana" panose="020B0604030504040204" pitchFamily="34" charset="0"/>
                <a:ea typeface="+mn-ea"/>
                <a:cs typeface="+mn-cs"/>
              </a:rPr>
              <a:t>Playback</a:t>
            </a:r>
            <a:endParaRPr kumimoji="0" lang="en-US" sz="1200" b="1"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22" name="Diamond 21">
            <a:extLst>
              <a:ext uri="{FF2B5EF4-FFF2-40B4-BE49-F238E27FC236}">
                <a16:creationId xmlns:a16="http://schemas.microsoft.com/office/drawing/2014/main" id="{312128FC-AA0B-E3E2-3C46-908E737BE237}"/>
              </a:ext>
            </a:extLst>
          </p:cNvPr>
          <p:cNvSpPr>
            <a:spLocks noChangeArrowheads="1"/>
          </p:cNvSpPr>
          <p:nvPr/>
        </p:nvSpPr>
        <p:spPr bwMode="auto">
          <a:xfrm>
            <a:off x="2527137" y="5067377"/>
            <a:ext cx="811694" cy="561919"/>
          </a:xfrm>
          <a:prstGeom prst="diamond">
            <a:avLst/>
          </a:prstGeom>
          <a:solidFill>
            <a:srgbClr val="D763C6"/>
          </a:solidFill>
          <a:ln w="19050" algn="ctr">
            <a:no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363663"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Verdana"/>
                <a:ea typeface="+mn-ea"/>
                <a:cs typeface="+mn-cs"/>
              </a:rPr>
              <a:t>08-Aug</a:t>
            </a:r>
          </a:p>
        </p:txBody>
      </p:sp>
      <p:sp>
        <p:nvSpPr>
          <p:cNvPr id="23" name="TextBox 5">
            <a:extLst>
              <a:ext uri="{FF2B5EF4-FFF2-40B4-BE49-F238E27FC236}">
                <a16:creationId xmlns:a16="http://schemas.microsoft.com/office/drawing/2014/main" id="{25F5B506-AF15-0365-965B-EAEF2F6F8DCF}"/>
              </a:ext>
            </a:extLst>
          </p:cNvPr>
          <p:cNvSpPr txBox="1">
            <a:spLocks noChangeArrowheads="1"/>
          </p:cNvSpPr>
          <p:nvPr/>
        </p:nvSpPr>
        <p:spPr bwMode="auto">
          <a:xfrm>
            <a:off x="2289760" y="5679850"/>
            <a:ext cx="1287027" cy="553998"/>
          </a:xfrm>
          <a:prstGeom prst="rect">
            <a:avLst/>
          </a:prstGeom>
          <a:noFill/>
          <a:ln w="9525">
            <a:noFill/>
            <a:miter lim="800000"/>
            <a:headEnd/>
            <a:tailEnd/>
          </a:ln>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363663" rtl="0" eaLnBrk="1" fontAlgn="base" latinLnBrk="0" hangingPunct="1">
              <a:lnSpc>
                <a:spcPct val="100000"/>
              </a:lnSpc>
              <a:spcBef>
                <a:spcPct val="20000"/>
              </a:spcBef>
              <a:spcAft>
                <a:spcPct val="0"/>
              </a:spcAft>
              <a:buClrTx/>
              <a:buSzTx/>
              <a:buFontTx/>
              <a:buNone/>
              <a:tabLst/>
              <a:defRPr/>
            </a:pPr>
            <a:r>
              <a:rPr kumimoji="0" lang="en-US" sz="1000" b="0" i="0" u="none" strike="noStrike" kern="1200" cap="none" spc="0" normalizeH="0" baseline="0" noProof="0">
                <a:ln>
                  <a:noFill/>
                </a:ln>
                <a:solidFill>
                  <a:srgbClr val="333333"/>
                </a:solidFill>
                <a:effectLst/>
                <a:uLnTx/>
                <a:uFillTx/>
                <a:latin typeface="Verdana"/>
                <a:ea typeface="+mn-ea"/>
                <a:cs typeface="+mn-cs"/>
              </a:rPr>
              <a:t>Account Creation &amp; Update – Session 2</a:t>
            </a:r>
          </a:p>
        </p:txBody>
      </p:sp>
      <p:sp>
        <p:nvSpPr>
          <p:cNvPr id="24" name="Diamond 23">
            <a:extLst>
              <a:ext uri="{FF2B5EF4-FFF2-40B4-BE49-F238E27FC236}">
                <a16:creationId xmlns:a16="http://schemas.microsoft.com/office/drawing/2014/main" id="{0531A88D-FD2E-FDBF-0F68-F25BF8CCB1AC}"/>
              </a:ext>
            </a:extLst>
          </p:cNvPr>
          <p:cNvSpPr>
            <a:spLocks noChangeArrowheads="1"/>
          </p:cNvSpPr>
          <p:nvPr/>
        </p:nvSpPr>
        <p:spPr bwMode="auto">
          <a:xfrm>
            <a:off x="4791959" y="5038033"/>
            <a:ext cx="811694" cy="561919"/>
          </a:xfrm>
          <a:prstGeom prst="diamond">
            <a:avLst/>
          </a:prstGeom>
          <a:solidFill>
            <a:srgbClr val="D763C6"/>
          </a:solidFill>
          <a:ln w="19050" algn="ctr">
            <a:no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363663"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Verdana"/>
                <a:ea typeface="+mn-ea"/>
                <a:cs typeface="+mn-cs"/>
              </a:rPr>
              <a:t>13-Aug</a:t>
            </a:r>
          </a:p>
        </p:txBody>
      </p:sp>
      <p:sp>
        <p:nvSpPr>
          <p:cNvPr id="25" name="TextBox 5">
            <a:extLst>
              <a:ext uri="{FF2B5EF4-FFF2-40B4-BE49-F238E27FC236}">
                <a16:creationId xmlns:a16="http://schemas.microsoft.com/office/drawing/2014/main" id="{0B1783F1-B1A1-F46E-8303-99099B967832}"/>
              </a:ext>
            </a:extLst>
          </p:cNvPr>
          <p:cNvSpPr txBox="1">
            <a:spLocks noChangeArrowheads="1"/>
          </p:cNvSpPr>
          <p:nvPr/>
        </p:nvSpPr>
        <p:spPr bwMode="auto">
          <a:xfrm>
            <a:off x="4564262" y="5670771"/>
            <a:ext cx="1287027" cy="707886"/>
          </a:xfrm>
          <a:prstGeom prst="rect">
            <a:avLst/>
          </a:prstGeom>
          <a:noFill/>
          <a:ln w="9525">
            <a:noFill/>
            <a:miter lim="800000"/>
            <a:headEnd/>
            <a:tailEnd/>
          </a:ln>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363663" rtl="0" eaLnBrk="1" fontAlgn="base" latinLnBrk="0" hangingPunct="1">
              <a:lnSpc>
                <a:spcPct val="100000"/>
              </a:lnSpc>
              <a:spcBef>
                <a:spcPct val="20000"/>
              </a:spcBef>
              <a:spcAft>
                <a:spcPct val="0"/>
              </a:spcAft>
              <a:buClrTx/>
              <a:buSzTx/>
              <a:buFontTx/>
              <a:buNone/>
              <a:tabLst/>
              <a:defRPr/>
            </a:pPr>
            <a:r>
              <a:rPr kumimoji="0" lang="en-US" sz="1000" b="0" i="0" u="none" strike="noStrike" kern="1200" cap="none" spc="0" normalizeH="0" baseline="0" noProof="0">
                <a:ln>
                  <a:noFill/>
                </a:ln>
                <a:solidFill>
                  <a:srgbClr val="333333"/>
                </a:solidFill>
                <a:effectLst/>
                <a:uLnTx/>
                <a:uFillTx/>
                <a:latin typeface="Verdana"/>
                <a:ea typeface="+mn-ea"/>
                <a:cs typeface="+mn-cs"/>
              </a:rPr>
              <a:t>New Submission – Ingestion on Clearance – Session 1</a:t>
            </a:r>
          </a:p>
        </p:txBody>
      </p:sp>
      <p:sp>
        <p:nvSpPr>
          <p:cNvPr id="26" name="Diamond 25">
            <a:extLst>
              <a:ext uri="{FF2B5EF4-FFF2-40B4-BE49-F238E27FC236}">
                <a16:creationId xmlns:a16="http://schemas.microsoft.com/office/drawing/2014/main" id="{5C32D0FB-8F40-61DB-17B5-A704E4A509A6}"/>
              </a:ext>
            </a:extLst>
          </p:cNvPr>
          <p:cNvSpPr>
            <a:spLocks noChangeArrowheads="1"/>
          </p:cNvSpPr>
          <p:nvPr/>
        </p:nvSpPr>
        <p:spPr bwMode="auto">
          <a:xfrm>
            <a:off x="6656543" y="5046157"/>
            <a:ext cx="811694" cy="561919"/>
          </a:xfrm>
          <a:prstGeom prst="diamond">
            <a:avLst/>
          </a:prstGeom>
          <a:solidFill>
            <a:srgbClr val="D763C6"/>
          </a:solidFill>
          <a:ln w="19050" algn="ctr">
            <a:no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363663"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Verdana"/>
                <a:ea typeface="+mn-ea"/>
                <a:cs typeface="+mn-cs"/>
              </a:rPr>
              <a:t>14-Aug</a:t>
            </a:r>
          </a:p>
        </p:txBody>
      </p:sp>
      <p:sp>
        <p:nvSpPr>
          <p:cNvPr id="27" name="TextBox 5">
            <a:extLst>
              <a:ext uri="{FF2B5EF4-FFF2-40B4-BE49-F238E27FC236}">
                <a16:creationId xmlns:a16="http://schemas.microsoft.com/office/drawing/2014/main" id="{9CA94EDF-DAB6-0227-0108-F9FF155FD7AD}"/>
              </a:ext>
            </a:extLst>
          </p:cNvPr>
          <p:cNvSpPr txBox="1">
            <a:spLocks noChangeArrowheads="1"/>
          </p:cNvSpPr>
          <p:nvPr/>
        </p:nvSpPr>
        <p:spPr bwMode="auto">
          <a:xfrm>
            <a:off x="6418876" y="5641993"/>
            <a:ext cx="1287027" cy="707886"/>
          </a:xfrm>
          <a:prstGeom prst="rect">
            <a:avLst/>
          </a:prstGeom>
          <a:noFill/>
          <a:ln w="9525">
            <a:noFill/>
            <a:miter lim="800000"/>
            <a:headEnd/>
            <a:tailEnd/>
          </a:ln>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363663" rtl="0" eaLnBrk="1" fontAlgn="base" latinLnBrk="0" hangingPunct="1">
              <a:lnSpc>
                <a:spcPct val="100000"/>
              </a:lnSpc>
              <a:spcBef>
                <a:spcPct val="20000"/>
              </a:spcBef>
              <a:spcAft>
                <a:spcPct val="0"/>
              </a:spcAft>
              <a:buClrTx/>
              <a:buSzTx/>
              <a:buFontTx/>
              <a:buNone/>
              <a:tabLst/>
              <a:defRPr/>
            </a:pPr>
            <a:r>
              <a:rPr kumimoji="0" lang="en-US" sz="1000" b="0" i="0" u="none" strike="noStrike" kern="1200" cap="none" spc="0" normalizeH="0" baseline="0" noProof="0">
                <a:ln>
                  <a:noFill/>
                </a:ln>
                <a:solidFill>
                  <a:srgbClr val="333333"/>
                </a:solidFill>
                <a:effectLst/>
                <a:uLnTx/>
                <a:uFillTx/>
                <a:latin typeface="Verdana"/>
                <a:ea typeface="+mn-ea"/>
                <a:cs typeface="+mn-cs"/>
              </a:rPr>
              <a:t>New Submission – Ingestion on Clearance – Session 2</a:t>
            </a:r>
          </a:p>
        </p:txBody>
      </p:sp>
      <p:sp>
        <p:nvSpPr>
          <p:cNvPr id="29" name="Chevron 70">
            <a:extLst>
              <a:ext uri="{FF2B5EF4-FFF2-40B4-BE49-F238E27FC236}">
                <a16:creationId xmlns:a16="http://schemas.microsoft.com/office/drawing/2014/main" id="{6B89F912-2B57-AC65-39D4-7CC02D6D0A93}"/>
              </a:ext>
            </a:extLst>
          </p:cNvPr>
          <p:cNvSpPr/>
          <p:nvPr/>
        </p:nvSpPr>
        <p:spPr bwMode="auto">
          <a:xfrm>
            <a:off x="4073072" y="4586799"/>
            <a:ext cx="4199058" cy="394204"/>
          </a:xfrm>
          <a:prstGeom prst="chevron">
            <a:avLst/>
          </a:prstGeom>
          <a:solidFill>
            <a:srgbClr val="E146C6"/>
          </a:solidFill>
          <a:ln w="28575" cap="flat" cmpd="sng" algn="ctr">
            <a:noFill/>
            <a:prstDash val="dash"/>
            <a:round/>
            <a:headEnd type="none" w="med" len="med"/>
            <a:tailEnd type="none" w="med" len="me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363663" fontAlgn="base">
              <a:spcBef>
                <a:spcPct val="0"/>
              </a:spcBef>
              <a:spcAft>
                <a:spcPct val="0"/>
              </a:spcAft>
              <a:defRPr/>
            </a:pPr>
            <a:r>
              <a:rPr kumimoji="0" lang="en-US" sz="1200" b="1" i="0" u="none" strike="noStrike" kern="1200" cap="none" spc="0" normalizeH="0" baseline="0" noProof="0">
                <a:ln>
                  <a:noFill/>
                </a:ln>
                <a:solidFill>
                  <a:srgbClr val="FFFFFF"/>
                </a:solidFill>
                <a:effectLst/>
                <a:uLnTx/>
                <a:uFillTx/>
                <a:latin typeface="Verdana" panose="020B0604030504040204" pitchFamily="34" charset="0"/>
                <a:ea typeface="+mn-ea"/>
                <a:cs typeface="+mn-cs"/>
              </a:rPr>
              <a:t>Elaboration – Week 2</a:t>
            </a:r>
            <a:endParaRPr kumimoji="0" lang="en-US" sz="1200" b="1"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30" name="Diamond 29">
            <a:extLst>
              <a:ext uri="{FF2B5EF4-FFF2-40B4-BE49-F238E27FC236}">
                <a16:creationId xmlns:a16="http://schemas.microsoft.com/office/drawing/2014/main" id="{9501A142-14AA-D169-6E6D-EA42B2A369B2}"/>
              </a:ext>
            </a:extLst>
          </p:cNvPr>
          <p:cNvSpPr>
            <a:spLocks noChangeArrowheads="1"/>
          </p:cNvSpPr>
          <p:nvPr/>
        </p:nvSpPr>
        <p:spPr bwMode="auto">
          <a:xfrm>
            <a:off x="8804652" y="5038033"/>
            <a:ext cx="811694" cy="561919"/>
          </a:xfrm>
          <a:prstGeom prst="diamond">
            <a:avLst/>
          </a:prstGeom>
          <a:solidFill>
            <a:srgbClr val="D763C6"/>
          </a:solidFill>
          <a:ln w="19050" algn="ctr">
            <a:no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363663"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Verdana"/>
                <a:ea typeface="+mn-ea"/>
                <a:cs typeface="+mn-cs"/>
              </a:rPr>
              <a:t>19-Aug</a:t>
            </a:r>
          </a:p>
        </p:txBody>
      </p:sp>
      <p:sp>
        <p:nvSpPr>
          <p:cNvPr id="31" name="TextBox 5">
            <a:extLst>
              <a:ext uri="{FF2B5EF4-FFF2-40B4-BE49-F238E27FC236}">
                <a16:creationId xmlns:a16="http://schemas.microsoft.com/office/drawing/2014/main" id="{7E3296A2-BD58-09B7-BA44-9197235467B6}"/>
              </a:ext>
            </a:extLst>
          </p:cNvPr>
          <p:cNvSpPr txBox="1">
            <a:spLocks noChangeArrowheads="1"/>
          </p:cNvSpPr>
          <p:nvPr/>
        </p:nvSpPr>
        <p:spPr bwMode="auto">
          <a:xfrm>
            <a:off x="8615063" y="5666504"/>
            <a:ext cx="1287027" cy="553998"/>
          </a:xfrm>
          <a:prstGeom prst="rect">
            <a:avLst/>
          </a:prstGeom>
          <a:noFill/>
          <a:ln w="9525">
            <a:noFill/>
            <a:miter lim="800000"/>
            <a:headEnd/>
            <a:tailEnd/>
          </a:ln>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363663" rtl="0" eaLnBrk="1" fontAlgn="base" latinLnBrk="0" hangingPunct="1">
              <a:lnSpc>
                <a:spcPct val="100000"/>
              </a:lnSpc>
              <a:spcBef>
                <a:spcPct val="20000"/>
              </a:spcBef>
              <a:spcAft>
                <a:spcPct val="0"/>
              </a:spcAft>
              <a:buClrTx/>
              <a:buSzTx/>
              <a:buFontTx/>
              <a:buNone/>
              <a:tabLst/>
              <a:defRPr/>
            </a:pPr>
            <a:r>
              <a:rPr kumimoji="0" lang="en-US" sz="1000" b="0" i="0" u="none" strike="noStrike" kern="1200" cap="none" spc="0" normalizeH="0" baseline="0" noProof="0">
                <a:ln>
                  <a:noFill/>
                </a:ln>
                <a:solidFill>
                  <a:srgbClr val="333333"/>
                </a:solidFill>
                <a:effectLst/>
                <a:uLnTx/>
                <a:uFillTx/>
                <a:latin typeface="Verdana"/>
                <a:ea typeface="+mn-ea"/>
                <a:cs typeface="+mn-cs"/>
              </a:rPr>
              <a:t>Account Creation &amp; Update - Playback</a:t>
            </a:r>
          </a:p>
        </p:txBody>
      </p:sp>
      <p:sp>
        <p:nvSpPr>
          <p:cNvPr id="32" name="Diamond 31">
            <a:extLst>
              <a:ext uri="{FF2B5EF4-FFF2-40B4-BE49-F238E27FC236}">
                <a16:creationId xmlns:a16="http://schemas.microsoft.com/office/drawing/2014/main" id="{75463D4E-5D2A-2951-8059-2330285A05EC}"/>
              </a:ext>
            </a:extLst>
          </p:cNvPr>
          <p:cNvSpPr>
            <a:spLocks noChangeArrowheads="1"/>
          </p:cNvSpPr>
          <p:nvPr/>
        </p:nvSpPr>
        <p:spPr bwMode="auto">
          <a:xfrm>
            <a:off x="10426811" y="5038033"/>
            <a:ext cx="811694" cy="561919"/>
          </a:xfrm>
          <a:prstGeom prst="diamond">
            <a:avLst/>
          </a:prstGeom>
          <a:solidFill>
            <a:srgbClr val="D763C6"/>
          </a:solidFill>
          <a:ln w="19050" algn="ctr">
            <a:no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363663"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Verdana"/>
                <a:ea typeface="+mn-ea"/>
                <a:cs typeface="+mn-cs"/>
              </a:rPr>
              <a:t>21-Aug</a:t>
            </a:r>
          </a:p>
        </p:txBody>
      </p:sp>
      <p:sp>
        <p:nvSpPr>
          <p:cNvPr id="33" name="TextBox 5">
            <a:extLst>
              <a:ext uri="{FF2B5EF4-FFF2-40B4-BE49-F238E27FC236}">
                <a16:creationId xmlns:a16="http://schemas.microsoft.com/office/drawing/2014/main" id="{E2253B58-40D2-C8E1-40C7-FBED9A7609DF}"/>
              </a:ext>
            </a:extLst>
          </p:cNvPr>
          <p:cNvSpPr txBox="1">
            <a:spLocks noChangeArrowheads="1"/>
          </p:cNvSpPr>
          <p:nvPr/>
        </p:nvSpPr>
        <p:spPr bwMode="auto">
          <a:xfrm>
            <a:off x="10237222" y="5666504"/>
            <a:ext cx="1287027" cy="707886"/>
          </a:xfrm>
          <a:prstGeom prst="rect">
            <a:avLst/>
          </a:prstGeom>
          <a:noFill/>
          <a:ln w="9525">
            <a:noFill/>
            <a:miter lim="800000"/>
            <a:headEnd/>
            <a:tailEnd/>
          </a:ln>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363663" rtl="0" eaLnBrk="1" fontAlgn="base" latinLnBrk="0" hangingPunct="1">
              <a:lnSpc>
                <a:spcPct val="100000"/>
              </a:lnSpc>
              <a:spcBef>
                <a:spcPct val="20000"/>
              </a:spcBef>
              <a:spcAft>
                <a:spcPct val="0"/>
              </a:spcAft>
              <a:buClrTx/>
              <a:buSzTx/>
              <a:buFontTx/>
              <a:buNone/>
              <a:tabLst/>
              <a:defRPr/>
            </a:pPr>
            <a:r>
              <a:rPr kumimoji="0" lang="en-US" sz="1000" b="0" i="0" u="none" strike="noStrike" kern="1200" cap="none" spc="0" normalizeH="0" baseline="0" noProof="0">
                <a:ln>
                  <a:noFill/>
                </a:ln>
                <a:solidFill>
                  <a:srgbClr val="333333"/>
                </a:solidFill>
                <a:effectLst/>
                <a:uLnTx/>
                <a:uFillTx/>
                <a:latin typeface="Verdana"/>
                <a:ea typeface="+mn-ea"/>
                <a:cs typeface="+mn-cs"/>
              </a:rPr>
              <a:t>New Submission – Ingestion on Clearance - Playback</a:t>
            </a:r>
          </a:p>
        </p:txBody>
      </p:sp>
    </p:spTree>
    <p:extLst>
      <p:ext uri="{BB962C8B-B14F-4D97-AF65-F5344CB8AC3E}">
        <p14:creationId xmlns:p14="http://schemas.microsoft.com/office/powerpoint/2010/main" val="40681722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4CC214BD-EE0E-73E4-B6DC-019F97C4A828}"/>
              </a:ext>
            </a:extLst>
          </p:cNvPr>
          <p:cNvSpPr txBox="1">
            <a:spLocks/>
          </p:cNvSpPr>
          <p:nvPr/>
        </p:nvSpPr>
        <p:spPr>
          <a:xfrm>
            <a:off x="184149" y="284162"/>
            <a:ext cx="10089787"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ctr">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2800" b="0" i="0" u="none" strike="noStrike" kern="1200" cap="none" spc="0" normalizeH="0" baseline="0" noProof="0">
                <a:ln>
                  <a:noFill/>
                </a:ln>
                <a:solidFill>
                  <a:prstClr val="black"/>
                </a:solidFill>
                <a:effectLst/>
                <a:uLnTx/>
                <a:uFillTx/>
                <a:latin typeface="Ubuntu Medium"/>
                <a:ea typeface="+mj-ea"/>
                <a:cs typeface="+mj-cs"/>
                <a:sym typeface="Trebuchet MS" panose="020B0603020202020204" pitchFamily="34" charset="0"/>
              </a:rPr>
              <a:t>PolicyCenter Sprint 1 &amp; 2 Plan</a:t>
            </a:r>
            <a:endParaRPr kumimoji="0" lang="en-US" sz="2800" b="0" i="0" u="none" strike="noStrike" kern="1200" cap="none" spc="0" normalizeH="0" baseline="0" noProof="0">
              <a:ln>
                <a:noFill/>
              </a:ln>
              <a:solidFill>
                <a:prstClr val="black"/>
              </a:solidFill>
              <a:effectLst/>
              <a:uLnTx/>
              <a:uFillTx/>
              <a:latin typeface="Ubuntu Medium"/>
              <a:ea typeface="+mj-ea"/>
              <a:cs typeface="+mj-cs"/>
              <a:sym typeface="Trebuchet MS" panose="020B0603020202020204" pitchFamily="34" charset="0"/>
            </a:endParaRPr>
          </a:p>
        </p:txBody>
      </p:sp>
      <p:sp>
        <p:nvSpPr>
          <p:cNvPr id="8" name="TextBox 7">
            <a:extLst>
              <a:ext uri="{FF2B5EF4-FFF2-40B4-BE49-F238E27FC236}">
                <a16:creationId xmlns:a16="http://schemas.microsoft.com/office/drawing/2014/main" id="{453FAC71-FF63-39E1-2EE2-48DC15468B06}"/>
              </a:ext>
            </a:extLst>
          </p:cNvPr>
          <p:cNvSpPr txBox="1"/>
          <p:nvPr/>
        </p:nvSpPr>
        <p:spPr>
          <a:xfrm>
            <a:off x="724942" y="1530883"/>
            <a:ext cx="5923793" cy="29238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763C6"/>
              </a:buClr>
              <a:buSzTx/>
              <a:buFontTx/>
              <a:buNone/>
              <a:tabLst/>
              <a:defRPr/>
            </a:pPr>
            <a:r>
              <a:rPr kumimoji="0" lang="en-IN" sz="2000" b="1" i="0" u="none" strike="noStrike" kern="1200" cap="none" spc="0" normalizeH="0" baseline="0" noProof="0">
                <a:ln>
                  <a:noFill/>
                </a:ln>
                <a:solidFill>
                  <a:srgbClr val="D763C6"/>
                </a:solidFill>
                <a:effectLst/>
                <a:uLnTx/>
                <a:uFillTx/>
                <a:latin typeface="Ubuntu"/>
                <a:ea typeface="+mn-ea"/>
                <a:cs typeface="Calibri" panose="020F0502020204030204" pitchFamily="34" charset="0"/>
              </a:rPr>
              <a:t>Sprint 1 </a:t>
            </a:r>
          </a:p>
          <a:p>
            <a:pPr marL="285750" marR="0" lvl="0" indent="-285750" algn="l" defTabSz="914400" rtl="0" eaLnBrk="1" fontAlgn="auto" latinLnBrk="0" hangingPunct="1">
              <a:lnSpc>
                <a:spcPct val="100000"/>
              </a:lnSpc>
              <a:spcBef>
                <a:spcPts val="0"/>
              </a:spcBef>
              <a:spcAft>
                <a:spcPts val="0"/>
              </a:spcAft>
              <a:buClr>
                <a:srgbClr val="E146C6"/>
              </a:buClr>
              <a:buSzTx/>
              <a:buFont typeface="Arial" panose="020B0604020202020204" pitchFamily="34" charset="0"/>
              <a:buChar char="•"/>
              <a:tabLst/>
              <a:defRPr/>
            </a:pPr>
            <a:endParaRPr kumimoji="0" lang="en-IN" sz="1800" b="1" i="0" u="none" strike="noStrike" kern="1200" cap="none" spc="0" normalizeH="0" baseline="0" noProof="0">
              <a:ln>
                <a:noFill/>
              </a:ln>
              <a:solidFill>
                <a:srgbClr val="D763C6"/>
              </a:solidFill>
              <a:effectLst/>
              <a:uLnTx/>
              <a:uFillTx/>
              <a:latin typeface="Ubuntu"/>
              <a:ea typeface="+mn-ea"/>
              <a:cs typeface="Calibri" panose="020F0502020204030204" pitchFamily="34" charset="0"/>
            </a:endParaRPr>
          </a:p>
          <a:p>
            <a:pPr marL="171450" marR="0" lvl="0" indent="-171450" algn="just" defTabSz="914400" rtl="0" eaLnBrk="1" fontAlgn="auto" latinLnBrk="0" hangingPunct="1">
              <a:lnSpc>
                <a:spcPct val="100000"/>
              </a:lnSpc>
              <a:spcBef>
                <a:spcPts val="0"/>
              </a:spcBef>
              <a:spcAft>
                <a:spcPts val="0"/>
              </a:spcAft>
              <a:buClr>
                <a:srgbClr val="E146C6"/>
              </a:buClr>
              <a:buSzTx/>
              <a:buFont typeface="Arial" panose="020B0604020202020204" pitchFamily="34" charset="0"/>
              <a:buChar char="•"/>
              <a:tabLst/>
              <a:defRPr/>
            </a:pPr>
            <a:r>
              <a:rPr kumimoji="0" lang="en-GB" sz="14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US D&amp;O Product Model Setup</a:t>
            </a:r>
          </a:p>
          <a:p>
            <a:pPr marL="171450" marR="0" lvl="0" indent="-171450" algn="just" defTabSz="914400" rtl="0" eaLnBrk="1" fontAlgn="auto" latinLnBrk="0" hangingPunct="1">
              <a:lnSpc>
                <a:spcPct val="100000"/>
              </a:lnSpc>
              <a:spcBef>
                <a:spcPts val="0"/>
              </a:spcBef>
              <a:spcAft>
                <a:spcPts val="0"/>
              </a:spcAft>
              <a:buClr>
                <a:srgbClr val="E146C6"/>
              </a:buClr>
              <a:buSzTx/>
              <a:buFont typeface="Arial" panose="020B0604020202020204" pitchFamily="34" charset="0"/>
              <a:buChar char="•"/>
              <a:tabLst/>
              <a:defRPr/>
            </a:pPr>
            <a:r>
              <a:rPr kumimoji="0" lang="en-GB" sz="14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INT- Expose Product Model Definition service</a:t>
            </a:r>
          </a:p>
          <a:p>
            <a:pPr marL="171450" marR="0" lvl="0" indent="-171450" algn="just" defTabSz="914400" rtl="0" eaLnBrk="1" fontAlgn="auto" latinLnBrk="0" hangingPunct="1">
              <a:lnSpc>
                <a:spcPct val="100000"/>
              </a:lnSpc>
              <a:spcBef>
                <a:spcPts val="0"/>
              </a:spcBef>
              <a:spcAft>
                <a:spcPts val="0"/>
              </a:spcAft>
              <a:buClr>
                <a:srgbClr val="E146C6"/>
              </a:buClr>
              <a:buSzTx/>
              <a:buFont typeface="Arial" panose="020B0604020202020204" pitchFamily="34" charset="0"/>
              <a:buChar char="•"/>
              <a:tabLst/>
              <a:defRPr/>
            </a:pPr>
            <a:r>
              <a:rPr kumimoji="0" lang="en-GB" sz="14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Create Account via Integration</a:t>
            </a:r>
          </a:p>
          <a:p>
            <a:pPr marL="171450" marR="0" lvl="0" indent="-171450" algn="just" defTabSz="914400" rtl="0" eaLnBrk="1" fontAlgn="auto" latinLnBrk="0" hangingPunct="1">
              <a:lnSpc>
                <a:spcPct val="100000"/>
              </a:lnSpc>
              <a:spcBef>
                <a:spcPts val="0"/>
              </a:spcBef>
              <a:spcAft>
                <a:spcPts val="0"/>
              </a:spcAft>
              <a:buClr>
                <a:srgbClr val="E146C6"/>
              </a:buClr>
              <a:buSzTx/>
              <a:buFont typeface="Arial" panose="020B0604020202020204" pitchFamily="34" charset="0"/>
              <a:buChar char="•"/>
              <a:tabLst/>
              <a:defRPr/>
            </a:pPr>
            <a:r>
              <a:rPr kumimoji="0" lang="en-GB" sz="14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Update Account via Integration</a:t>
            </a:r>
          </a:p>
          <a:p>
            <a:pPr marL="171450" marR="0" lvl="0" indent="-171450" algn="just" defTabSz="914400" rtl="0" eaLnBrk="1" fontAlgn="auto" latinLnBrk="0" hangingPunct="1">
              <a:lnSpc>
                <a:spcPct val="100000"/>
              </a:lnSpc>
              <a:spcBef>
                <a:spcPts val="0"/>
              </a:spcBef>
              <a:spcAft>
                <a:spcPts val="0"/>
              </a:spcAft>
              <a:buClr>
                <a:srgbClr val="E146C6"/>
              </a:buClr>
              <a:buSzTx/>
              <a:buFont typeface="Arial" panose="020B0604020202020204" pitchFamily="34" charset="0"/>
              <a:buChar char="•"/>
              <a:tabLst/>
              <a:defRPr/>
            </a:pPr>
            <a:r>
              <a:rPr kumimoji="0" lang="en-GB" sz="14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View and Manage Account Summary</a:t>
            </a:r>
          </a:p>
          <a:p>
            <a:pPr marL="171450" marR="0" lvl="0" indent="-171450" algn="just" defTabSz="914400" rtl="0" eaLnBrk="1" fontAlgn="auto" latinLnBrk="0" hangingPunct="1">
              <a:lnSpc>
                <a:spcPct val="100000"/>
              </a:lnSpc>
              <a:spcBef>
                <a:spcPts val="0"/>
              </a:spcBef>
              <a:spcAft>
                <a:spcPts val="0"/>
              </a:spcAft>
              <a:buClr>
                <a:srgbClr val="E146C6"/>
              </a:buClr>
              <a:buSzTx/>
              <a:buFont typeface="Arial" panose="020B0604020202020204" pitchFamily="34" charset="0"/>
              <a:buChar char="•"/>
              <a:tabLst/>
              <a:defRPr/>
            </a:pPr>
            <a:r>
              <a:rPr kumimoji="0" lang="en-GB" sz="14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Create New Submission – Point of Clearance/Assignment</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D763C6"/>
              </a:buClr>
              <a:buSzTx/>
              <a:buFontTx/>
              <a:buNone/>
              <a:tabLst/>
              <a:defRPr/>
            </a:pPr>
            <a:endParaRPr kumimoji="0" lang="en-IN" sz="1400" b="1" i="0" u="none" strike="noStrike" kern="1200" cap="none" spc="0" normalizeH="0" baseline="0" noProof="0">
              <a:ln>
                <a:noFill/>
              </a:ln>
              <a:solidFill>
                <a:srgbClr val="D763C6"/>
              </a:solidFill>
              <a:effectLst/>
              <a:uLnTx/>
              <a:uFillTx/>
              <a:latin typeface="Ubuntu"/>
              <a:ea typeface="+mn-ea"/>
              <a:cs typeface="Calibri" panose="020F0502020204030204" pitchFamily="34" charset="0"/>
            </a:endParaRP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endParaRP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endParaRPr>
          </a:p>
          <a:p>
            <a:pPr marL="171450" marR="0" lvl="0" indent="-171450" algn="l" defTabSz="914400" rtl="0" eaLnBrk="1" fontAlgn="auto" latinLnBrk="0" hangingPunct="1">
              <a:lnSpc>
                <a:spcPct val="100000"/>
              </a:lnSpc>
              <a:spcBef>
                <a:spcPts val="0"/>
              </a:spcBef>
              <a:spcAft>
                <a:spcPts val="0"/>
              </a:spcAft>
              <a:buClr>
                <a:srgbClr val="D763C6"/>
              </a:buClr>
              <a:buSzTx/>
              <a:buFont typeface="Arial" panose="020B0604020202020204" pitchFamily="34" charset="0"/>
              <a:buChar char="•"/>
              <a:tabLst/>
              <a:defRPr/>
            </a:pPr>
            <a:endParaRPr kumimoji="0" lang="en-IN"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endParaRPr>
          </a:p>
        </p:txBody>
      </p:sp>
      <p:sp>
        <p:nvSpPr>
          <p:cNvPr id="3" name="TextBox 2">
            <a:extLst>
              <a:ext uri="{FF2B5EF4-FFF2-40B4-BE49-F238E27FC236}">
                <a16:creationId xmlns:a16="http://schemas.microsoft.com/office/drawing/2014/main" id="{3DBAD41C-FB55-2BEE-27C5-7F9FEF5D2AF0}"/>
              </a:ext>
            </a:extLst>
          </p:cNvPr>
          <p:cNvSpPr txBox="1"/>
          <p:nvPr/>
        </p:nvSpPr>
        <p:spPr>
          <a:xfrm>
            <a:off x="6648735" y="1530883"/>
            <a:ext cx="5376688" cy="218521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763C6"/>
              </a:buClr>
              <a:buSzTx/>
              <a:buFontTx/>
              <a:buNone/>
              <a:tabLst/>
              <a:defRPr/>
            </a:pPr>
            <a:r>
              <a:rPr kumimoji="0" lang="en-IN" sz="2000" b="1" i="0" u="none" strike="noStrike" kern="1200" cap="none" spc="0" normalizeH="0" baseline="0" noProof="0">
                <a:ln>
                  <a:noFill/>
                </a:ln>
                <a:solidFill>
                  <a:srgbClr val="D763C6"/>
                </a:solidFill>
                <a:effectLst/>
                <a:uLnTx/>
                <a:uFillTx/>
                <a:latin typeface="Ubuntu"/>
                <a:ea typeface="+mn-ea"/>
                <a:cs typeface="Calibri" panose="020F0502020204030204" pitchFamily="34" charset="0"/>
              </a:rPr>
              <a:t>Sprint 2</a:t>
            </a:r>
          </a:p>
          <a:p>
            <a:pPr marL="0" marR="0" lvl="0" indent="0" algn="l" defTabSz="914400" rtl="0" eaLnBrk="1" fontAlgn="auto" latinLnBrk="0" hangingPunct="1">
              <a:lnSpc>
                <a:spcPct val="100000"/>
              </a:lnSpc>
              <a:spcBef>
                <a:spcPts val="0"/>
              </a:spcBef>
              <a:spcAft>
                <a:spcPts val="0"/>
              </a:spcAft>
              <a:buClr>
                <a:srgbClr val="D763C6"/>
              </a:buClr>
              <a:buSzTx/>
              <a:buFontTx/>
              <a:buNone/>
              <a:tabLst/>
              <a:defRPr/>
            </a:pPr>
            <a:endParaRPr kumimoji="0" lang="en-IN" sz="1800" b="1" i="0" u="none" strike="noStrike" kern="1200" cap="none" spc="0" normalizeH="0" baseline="0" noProof="0">
              <a:ln>
                <a:noFill/>
              </a:ln>
              <a:solidFill>
                <a:srgbClr val="D763C6"/>
              </a:solidFill>
              <a:effectLst/>
              <a:uLnTx/>
              <a:uFillTx/>
              <a:latin typeface="Ubuntu"/>
              <a:ea typeface="+mn-ea"/>
              <a:cs typeface="Calibri" panose="020F0502020204030204" pitchFamily="34" charset="0"/>
            </a:endParaRPr>
          </a:p>
          <a:p>
            <a:pPr marL="171450" marR="0" lvl="0" indent="-171450" algn="just" defTabSz="914400" rtl="0" eaLnBrk="1" fontAlgn="auto" latinLnBrk="0" hangingPunct="1">
              <a:lnSpc>
                <a:spcPct val="100000"/>
              </a:lnSpc>
              <a:spcBef>
                <a:spcPts val="0"/>
              </a:spcBef>
              <a:spcAft>
                <a:spcPts val="0"/>
              </a:spcAft>
              <a:buClr>
                <a:srgbClr val="E146C6"/>
              </a:buClr>
              <a:buSzTx/>
              <a:buFont typeface="Arial" panose="020B0604020202020204" pitchFamily="34" charset="0"/>
              <a:buChar char="•"/>
              <a:tabLst/>
              <a:defRPr/>
            </a:pPr>
            <a:r>
              <a:rPr kumimoji="0" lang="en-GB" sz="14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Create New Submission – Point of Quote</a:t>
            </a:r>
          </a:p>
          <a:p>
            <a:pPr marL="171450" marR="0" lvl="0" indent="-171450" algn="just" defTabSz="914400" rtl="0" eaLnBrk="1" fontAlgn="auto" latinLnBrk="0" hangingPunct="1">
              <a:lnSpc>
                <a:spcPct val="100000"/>
              </a:lnSpc>
              <a:spcBef>
                <a:spcPts val="0"/>
              </a:spcBef>
              <a:spcAft>
                <a:spcPts val="0"/>
              </a:spcAft>
              <a:buClr>
                <a:srgbClr val="E146C6"/>
              </a:buClr>
              <a:buSzTx/>
              <a:buFont typeface="Arial" panose="020B0604020202020204" pitchFamily="34" charset="0"/>
              <a:buChar char="•"/>
              <a:tabLst/>
              <a:defRPr/>
            </a:pPr>
            <a:r>
              <a:rPr kumimoji="0" lang="en-GB" sz="14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Update New Submission - Ingest Additional Quote Versions (UWWB)</a:t>
            </a:r>
          </a:p>
          <a:p>
            <a:pPr marL="171450" marR="0" lvl="0" indent="-171450" algn="just" defTabSz="914400" rtl="0" eaLnBrk="1" fontAlgn="auto" latinLnBrk="0" hangingPunct="1">
              <a:lnSpc>
                <a:spcPct val="100000"/>
              </a:lnSpc>
              <a:spcBef>
                <a:spcPts val="0"/>
              </a:spcBef>
              <a:spcAft>
                <a:spcPts val="0"/>
              </a:spcAft>
              <a:buClr>
                <a:srgbClr val="E146C6"/>
              </a:buClr>
              <a:buSzTx/>
              <a:buFont typeface="Arial" panose="020B0604020202020204" pitchFamily="34" charset="0"/>
              <a:buChar char="•"/>
              <a:tabLst/>
              <a:defRPr/>
            </a:pPr>
            <a:r>
              <a:rPr kumimoji="0" lang="en-GB" sz="14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Forms inference / Document triggers (No integration)</a:t>
            </a:r>
          </a:p>
          <a:p>
            <a:pPr marL="171450" marR="0" lvl="0" indent="-171450" algn="just" defTabSz="914400" rtl="0" eaLnBrk="1" fontAlgn="auto" latinLnBrk="0" hangingPunct="1">
              <a:lnSpc>
                <a:spcPct val="100000"/>
              </a:lnSpc>
              <a:spcBef>
                <a:spcPts val="0"/>
              </a:spcBef>
              <a:spcAft>
                <a:spcPts val="0"/>
              </a:spcAft>
              <a:buClr>
                <a:srgbClr val="E146C6"/>
              </a:buClr>
              <a:buSzTx/>
              <a:buFont typeface="Arial" panose="020B0604020202020204" pitchFamily="34" charset="0"/>
              <a:buChar char="•"/>
              <a:tabLst/>
              <a:defRPr/>
            </a:pPr>
            <a:r>
              <a:rPr kumimoji="0" lang="en-GB" sz="14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Subjectivities (Wording library - Integration dependent)</a:t>
            </a:r>
          </a:p>
          <a:p>
            <a:pPr marL="171450" marR="0" lvl="0" indent="-171450" algn="just" defTabSz="914400" rtl="0" eaLnBrk="1" fontAlgn="auto" latinLnBrk="0" hangingPunct="1">
              <a:lnSpc>
                <a:spcPct val="100000"/>
              </a:lnSpc>
              <a:spcBef>
                <a:spcPts val="0"/>
              </a:spcBef>
              <a:spcAft>
                <a:spcPts val="0"/>
              </a:spcAft>
              <a:buClr>
                <a:srgbClr val="E146C6"/>
              </a:buClr>
              <a:buSzTx/>
              <a:buFont typeface="Arial" panose="020B0604020202020204" pitchFamily="34" charset="0"/>
              <a:buChar char="•"/>
              <a:tabLst/>
              <a:defRPr/>
            </a:pPr>
            <a:r>
              <a:rPr kumimoji="0" lang="en-GB" sz="14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Close options</a:t>
            </a:r>
          </a:p>
          <a:p>
            <a:pPr marL="171450" marR="0" lvl="0" indent="-171450" algn="just" defTabSz="914400" rtl="0" eaLnBrk="1" fontAlgn="auto" latinLnBrk="0" hangingPunct="1">
              <a:lnSpc>
                <a:spcPct val="100000"/>
              </a:lnSpc>
              <a:spcBef>
                <a:spcPts val="0"/>
              </a:spcBef>
              <a:spcAft>
                <a:spcPts val="0"/>
              </a:spcAft>
              <a:buClr>
                <a:srgbClr val="E146C6"/>
              </a:buClr>
              <a:buSzTx/>
              <a:buFont typeface="Arial" panose="020B0604020202020204" pitchFamily="34" charset="0"/>
              <a:buChar char="•"/>
              <a:tabLst/>
              <a:defRPr/>
            </a:pPr>
            <a:r>
              <a:rPr kumimoji="0" lang="en-GB" sz="14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Auto NTU/Lapse</a:t>
            </a:r>
          </a:p>
        </p:txBody>
      </p:sp>
      <p:sp>
        <p:nvSpPr>
          <p:cNvPr id="6" name="Rounded Rectangle 52">
            <a:extLst>
              <a:ext uri="{FF2B5EF4-FFF2-40B4-BE49-F238E27FC236}">
                <a16:creationId xmlns:a16="http://schemas.microsoft.com/office/drawing/2014/main" id="{CAB8B6CE-D5D2-CAA1-414B-31A8E79AC02F}"/>
              </a:ext>
            </a:extLst>
          </p:cNvPr>
          <p:cNvSpPr/>
          <p:nvPr/>
        </p:nvSpPr>
        <p:spPr bwMode="auto">
          <a:xfrm>
            <a:off x="336997" y="4255730"/>
            <a:ext cx="11688426" cy="2185214"/>
          </a:xfrm>
          <a:prstGeom prst="roundRect">
            <a:avLst/>
          </a:prstGeom>
          <a:solidFill>
            <a:schemeClr val="accent1">
              <a:lumMod val="20000"/>
              <a:lumOff val="80000"/>
            </a:schemeClr>
          </a:solidFill>
          <a:ln w="9525" cap="flat" cmpd="sng" algn="ctr">
            <a:noFill/>
            <a:prstDash val="solid"/>
            <a:round/>
            <a:headEnd type="none" w="med" len="med"/>
            <a:tailEnd type="none" w="med" len="me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363663" rtl="0" eaLnBrk="0" fontAlgn="base" latinLnBrk="0" hangingPunct="0">
              <a:lnSpc>
                <a:spcPct val="85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264A"/>
              </a:solidFill>
              <a:effectLst/>
              <a:uLnTx/>
              <a:uFillTx/>
              <a:latin typeface="Verdana"/>
              <a:ea typeface="+mn-ea"/>
              <a:cs typeface="+mn-cs"/>
            </a:endParaRPr>
          </a:p>
        </p:txBody>
      </p:sp>
      <p:sp>
        <p:nvSpPr>
          <p:cNvPr id="7" name="Pentagon 53">
            <a:extLst>
              <a:ext uri="{FF2B5EF4-FFF2-40B4-BE49-F238E27FC236}">
                <a16:creationId xmlns:a16="http://schemas.microsoft.com/office/drawing/2014/main" id="{211D05A9-D802-9FBE-1A76-281E9913EEF9}"/>
              </a:ext>
            </a:extLst>
          </p:cNvPr>
          <p:cNvSpPr/>
          <p:nvPr/>
        </p:nvSpPr>
        <p:spPr bwMode="auto">
          <a:xfrm>
            <a:off x="353496" y="4586799"/>
            <a:ext cx="3856576" cy="394204"/>
          </a:xfrm>
          <a:prstGeom prst="homePlate">
            <a:avLst/>
          </a:prstGeom>
          <a:solidFill>
            <a:srgbClr val="E146C6"/>
          </a:solidFill>
          <a:ln w="28575" cap="flat" cmpd="sng" algn="ctr">
            <a:noFill/>
            <a:prstDash val="solid"/>
            <a:round/>
            <a:headEnd type="none" w="med" len="med"/>
            <a:tailEnd type="none" w="med" len="me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363663"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Verdana" panose="020B0604030504040204" pitchFamily="34" charset="0"/>
                <a:ea typeface="+mn-ea"/>
                <a:cs typeface="+mn-cs"/>
              </a:rPr>
              <a:t>Elaboration – Week 1</a:t>
            </a:r>
            <a:endParaRPr kumimoji="0" lang="en-US" sz="1200" b="1"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9" name="Diamond 8">
            <a:extLst>
              <a:ext uri="{FF2B5EF4-FFF2-40B4-BE49-F238E27FC236}">
                <a16:creationId xmlns:a16="http://schemas.microsoft.com/office/drawing/2014/main" id="{88B9C1DC-0453-8E95-0DF7-7E32C46C79FE}"/>
              </a:ext>
            </a:extLst>
          </p:cNvPr>
          <p:cNvSpPr>
            <a:spLocks noChangeArrowheads="1"/>
          </p:cNvSpPr>
          <p:nvPr/>
        </p:nvSpPr>
        <p:spPr bwMode="auto">
          <a:xfrm>
            <a:off x="1028185" y="5067377"/>
            <a:ext cx="811694" cy="561919"/>
          </a:xfrm>
          <a:prstGeom prst="diamond">
            <a:avLst/>
          </a:prstGeom>
          <a:solidFill>
            <a:srgbClr val="D763C6"/>
          </a:solidFill>
          <a:ln w="19050" algn="ctr">
            <a:no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363663"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Verdana"/>
                <a:ea typeface="+mn-ea"/>
                <a:cs typeface="+mn-cs"/>
              </a:rPr>
              <a:t>06-Aug</a:t>
            </a:r>
          </a:p>
        </p:txBody>
      </p:sp>
      <p:sp>
        <p:nvSpPr>
          <p:cNvPr id="10" name="TextBox 5">
            <a:extLst>
              <a:ext uri="{FF2B5EF4-FFF2-40B4-BE49-F238E27FC236}">
                <a16:creationId xmlns:a16="http://schemas.microsoft.com/office/drawing/2014/main" id="{D0890EB6-3A2C-3D6D-148B-5EF3ABA1ABA1}"/>
              </a:ext>
            </a:extLst>
          </p:cNvPr>
          <p:cNvSpPr txBox="1">
            <a:spLocks noChangeArrowheads="1"/>
          </p:cNvSpPr>
          <p:nvPr/>
        </p:nvSpPr>
        <p:spPr bwMode="auto">
          <a:xfrm>
            <a:off x="790518" y="5679850"/>
            <a:ext cx="1287027" cy="553998"/>
          </a:xfrm>
          <a:prstGeom prst="rect">
            <a:avLst/>
          </a:prstGeom>
          <a:noFill/>
          <a:ln w="9525">
            <a:noFill/>
            <a:miter lim="800000"/>
            <a:headEnd/>
            <a:tailEnd/>
          </a:ln>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363663" rtl="0" eaLnBrk="1" fontAlgn="base" latinLnBrk="0" hangingPunct="1">
              <a:lnSpc>
                <a:spcPct val="100000"/>
              </a:lnSpc>
              <a:spcBef>
                <a:spcPct val="20000"/>
              </a:spcBef>
              <a:spcAft>
                <a:spcPct val="0"/>
              </a:spcAft>
              <a:buClrTx/>
              <a:buSzTx/>
              <a:buFontTx/>
              <a:buNone/>
              <a:tabLst/>
              <a:defRPr/>
            </a:pPr>
            <a:r>
              <a:rPr kumimoji="0" lang="en-US" sz="1000" b="0" i="0" u="none" strike="noStrike" kern="1200" cap="none" spc="0" normalizeH="0" baseline="0" noProof="0">
                <a:ln>
                  <a:noFill/>
                </a:ln>
                <a:solidFill>
                  <a:srgbClr val="333333"/>
                </a:solidFill>
                <a:effectLst/>
                <a:uLnTx/>
                <a:uFillTx/>
                <a:latin typeface="Verdana"/>
                <a:ea typeface="+mn-ea"/>
                <a:cs typeface="+mn-cs"/>
              </a:rPr>
              <a:t>Account Creation &amp; Update – Session 1</a:t>
            </a:r>
          </a:p>
        </p:txBody>
      </p:sp>
      <p:sp>
        <p:nvSpPr>
          <p:cNvPr id="16" name="Chevron 70">
            <a:extLst>
              <a:ext uri="{FF2B5EF4-FFF2-40B4-BE49-F238E27FC236}">
                <a16:creationId xmlns:a16="http://schemas.microsoft.com/office/drawing/2014/main" id="{AE3DD340-6C45-F971-04A3-4003DA27832D}"/>
              </a:ext>
            </a:extLst>
          </p:cNvPr>
          <p:cNvSpPr/>
          <p:nvPr/>
        </p:nvSpPr>
        <p:spPr bwMode="auto">
          <a:xfrm>
            <a:off x="8127199" y="4580239"/>
            <a:ext cx="3898223" cy="394204"/>
          </a:xfrm>
          <a:prstGeom prst="chevron">
            <a:avLst/>
          </a:prstGeom>
          <a:solidFill>
            <a:srgbClr val="E146C6"/>
          </a:solidFill>
          <a:ln w="28575" cap="flat" cmpd="sng" algn="ctr">
            <a:noFill/>
            <a:prstDash val="dash"/>
            <a:round/>
            <a:headEnd type="none" w="med" len="med"/>
            <a:tailEnd type="none" w="med" len="me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363663"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Verdana" panose="020B0604030504040204" pitchFamily="34" charset="0"/>
                <a:ea typeface="+mn-ea"/>
                <a:cs typeface="+mn-cs"/>
              </a:rPr>
              <a:t>Playback</a:t>
            </a:r>
            <a:endParaRPr kumimoji="0" lang="en-US" sz="1200" b="1"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22" name="Diamond 21">
            <a:extLst>
              <a:ext uri="{FF2B5EF4-FFF2-40B4-BE49-F238E27FC236}">
                <a16:creationId xmlns:a16="http://schemas.microsoft.com/office/drawing/2014/main" id="{312128FC-AA0B-E3E2-3C46-908E737BE237}"/>
              </a:ext>
            </a:extLst>
          </p:cNvPr>
          <p:cNvSpPr>
            <a:spLocks noChangeArrowheads="1"/>
          </p:cNvSpPr>
          <p:nvPr/>
        </p:nvSpPr>
        <p:spPr bwMode="auto">
          <a:xfrm>
            <a:off x="2527137" y="5067377"/>
            <a:ext cx="811694" cy="561919"/>
          </a:xfrm>
          <a:prstGeom prst="diamond">
            <a:avLst/>
          </a:prstGeom>
          <a:solidFill>
            <a:srgbClr val="D763C6"/>
          </a:solidFill>
          <a:ln w="19050" algn="ctr">
            <a:no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363663"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Verdana"/>
                <a:ea typeface="+mn-ea"/>
                <a:cs typeface="+mn-cs"/>
              </a:rPr>
              <a:t>08-Aug</a:t>
            </a:r>
          </a:p>
        </p:txBody>
      </p:sp>
      <p:sp>
        <p:nvSpPr>
          <p:cNvPr id="23" name="TextBox 5">
            <a:extLst>
              <a:ext uri="{FF2B5EF4-FFF2-40B4-BE49-F238E27FC236}">
                <a16:creationId xmlns:a16="http://schemas.microsoft.com/office/drawing/2014/main" id="{25F5B506-AF15-0365-965B-EAEF2F6F8DCF}"/>
              </a:ext>
            </a:extLst>
          </p:cNvPr>
          <p:cNvSpPr txBox="1">
            <a:spLocks noChangeArrowheads="1"/>
          </p:cNvSpPr>
          <p:nvPr/>
        </p:nvSpPr>
        <p:spPr bwMode="auto">
          <a:xfrm>
            <a:off x="2289760" y="5679850"/>
            <a:ext cx="1287027" cy="553998"/>
          </a:xfrm>
          <a:prstGeom prst="rect">
            <a:avLst/>
          </a:prstGeom>
          <a:noFill/>
          <a:ln w="9525">
            <a:noFill/>
            <a:miter lim="800000"/>
            <a:headEnd/>
            <a:tailEnd/>
          </a:ln>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363663" rtl="0" eaLnBrk="1" fontAlgn="base" latinLnBrk="0" hangingPunct="1">
              <a:lnSpc>
                <a:spcPct val="100000"/>
              </a:lnSpc>
              <a:spcBef>
                <a:spcPct val="20000"/>
              </a:spcBef>
              <a:spcAft>
                <a:spcPct val="0"/>
              </a:spcAft>
              <a:buClrTx/>
              <a:buSzTx/>
              <a:buFontTx/>
              <a:buNone/>
              <a:tabLst/>
              <a:defRPr/>
            </a:pPr>
            <a:r>
              <a:rPr kumimoji="0" lang="en-US" sz="1000" b="0" i="0" u="none" strike="noStrike" kern="1200" cap="none" spc="0" normalizeH="0" baseline="0" noProof="0">
                <a:ln>
                  <a:noFill/>
                </a:ln>
                <a:solidFill>
                  <a:srgbClr val="333333"/>
                </a:solidFill>
                <a:effectLst/>
                <a:uLnTx/>
                <a:uFillTx/>
                <a:latin typeface="Verdana"/>
                <a:ea typeface="+mn-ea"/>
                <a:cs typeface="+mn-cs"/>
              </a:rPr>
              <a:t>Account Creation &amp; Update – Session 2</a:t>
            </a:r>
          </a:p>
        </p:txBody>
      </p:sp>
      <p:sp>
        <p:nvSpPr>
          <p:cNvPr id="24" name="Diamond 23">
            <a:extLst>
              <a:ext uri="{FF2B5EF4-FFF2-40B4-BE49-F238E27FC236}">
                <a16:creationId xmlns:a16="http://schemas.microsoft.com/office/drawing/2014/main" id="{0531A88D-FD2E-FDBF-0F68-F25BF8CCB1AC}"/>
              </a:ext>
            </a:extLst>
          </p:cNvPr>
          <p:cNvSpPr>
            <a:spLocks noChangeArrowheads="1"/>
          </p:cNvSpPr>
          <p:nvPr/>
        </p:nvSpPr>
        <p:spPr bwMode="auto">
          <a:xfrm>
            <a:off x="4791959" y="5038033"/>
            <a:ext cx="811694" cy="561919"/>
          </a:xfrm>
          <a:prstGeom prst="diamond">
            <a:avLst/>
          </a:prstGeom>
          <a:solidFill>
            <a:srgbClr val="D763C6"/>
          </a:solidFill>
          <a:ln w="19050" algn="ctr">
            <a:no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363663"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Verdana"/>
                <a:ea typeface="+mn-ea"/>
                <a:cs typeface="+mn-cs"/>
              </a:rPr>
              <a:t>13-Aug</a:t>
            </a:r>
          </a:p>
        </p:txBody>
      </p:sp>
      <p:sp>
        <p:nvSpPr>
          <p:cNvPr id="25" name="TextBox 5">
            <a:extLst>
              <a:ext uri="{FF2B5EF4-FFF2-40B4-BE49-F238E27FC236}">
                <a16:creationId xmlns:a16="http://schemas.microsoft.com/office/drawing/2014/main" id="{0B1783F1-B1A1-F46E-8303-99099B967832}"/>
              </a:ext>
            </a:extLst>
          </p:cNvPr>
          <p:cNvSpPr txBox="1">
            <a:spLocks noChangeArrowheads="1"/>
          </p:cNvSpPr>
          <p:nvPr/>
        </p:nvSpPr>
        <p:spPr bwMode="auto">
          <a:xfrm>
            <a:off x="4564262" y="5670771"/>
            <a:ext cx="1287027" cy="707886"/>
          </a:xfrm>
          <a:prstGeom prst="rect">
            <a:avLst/>
          </a:prstGeom>
          <a:noFill/>
          <a:ln w="9525">
            <a:noFill/>
            <a:miter lim="800000"/>
            <a:headEnd/>
            <a:tailEnd/>
          </a:ln>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363663" rtl="0" eaLnBrk="1" fontAlgn="base" latinLnBrk="0" hangingPunct="1">
              <a:lnSpc>
                <a:spcPct val="100000"/>
              </a:lnSpc>
              <a:spcBef>
                <a:spcPct val="20000"/>
              </a:spcBef>
              <a:spcAft>
                <a:spcPct val="0"/>
              </a:spcAft>
              <a:buClrTx/>
              <a:buSzTx/>
              <a:buFontTx/>
              <a:buNone/>
              <a:tabLst/>
              <a:defRPr/>
            </a:pPr>
            <a:r>
              <a:rPr kumimoji="0" lang="en-US" sz="1000" b="0" i="0" u="none" strike="noStrike" kern="1200" cap="none" spc="0" normalizeH="0" baseline="0" noProof="0">
                <a:ln>
                  <a:noFill/>
                </a:ln>
                <a:solidFill>
                  <a:srgbClr val="333333"/>
                </a:solidFill>
                <a:effectLst/>
                <a:uLnTx/>
                <a:uFillTx/>
                <a:latin typeface="Verdana"/>
                <a:ea typeface="+mn-ea"/>
                <a:cs typeface="+mn-cs"/>
              </a:rPr>
              <a:t>New Submission – Ingestion on Clearance – Session 1</a:t>
            </a:r>
          </a:p>
        </p:txBody>
      </p:sp>
      <p:sp>
        <p:nvSpPr>
          <p:cNvPr id="26" name="Diamond 25">
            <a:extLst>
              <a:ext uri="{FF2B5EF4-FFF2-40B4-BE49-F238E27FC236}">
                <a16:creationId xmlns:a16="http://schemas.microsoft.com/office/drawing/2014/main" id="{5C32D0FB-8F40-61DB-17B5-A704E4A509A6}"/>
              </a:ext>
            </a:extLst>
          </p:cNvPr>
          <p:cNvSpPr>
            <a:spLocks noChangeArrowheads="1"/>
          </p:cNvSpPr>
          <p:nvPr/>
        </p:nvSpPr>
        <p:spPr bwMode="auto">
          <a:xfrm>
            <a:off x="6656543" y="5046157"/>
            <a:ext cx="811694" cy="561919"/>
          </a:xfrm>
          <a:prstGeom prst="diamond">
            <a:avLst/>
          </a:prstGeom>
          <a:solidFill>
            <a:srgbClr val="D763C6"/>
          </a:solidFill>
          <a:ln w="19050" algn="ctr">
            <a:no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363663"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Verdana"/>
                <a:ea typeface="+mn-ea"/>
                <a:cs typeface="+mn-cs"/>
              </a:rPr>
              <a:t>15-Aug</a:t>
            </a:r>
          </a:p>
        </p:txBody>
      </p:sp>
      <p:sp>
        <p:nvSpPr>
          <p:cNvPr id="27" name="TextBox 5">
            <a:extLst>
              <a:ext uri="{FF2B5EF4-FFF2-40B4-BE49-F238E27FC236}">
                <a16:creationId xmlns:a16="http://schemas.microsoft.com/office/drawing/2014/main" id="{9CA94EDF-DAB6-0227-0108-F9FF155FD7AD}"/>
              </a:ext>
            </a:extLst>
          </p:cNvPr>
          <p:cNvSpPr txBox="1">
            <a:spLocks noChangeArrowheads="1"/>
          </p:cNvSpPr>
          <p:nvPr/>
        </p:nvSpPr>
        <p:spPr bwMode="auto">
          <a:xfrm>
            <a:off x="6418876" y="5641993"/>
            <a:ext cx="1287027" cy="707886"/>
          </a:xfrm>
          <a:prstGeom prst="rect">
            <a:avLst/>
          </a:prstGeom>
          <a:noFill/>
          <a:ln w="9525">
            <a:noFill/>
            <a:miter lim="800000"/>
            <a:headEnd/>
            <a:tailEnd/>
          </a:ln>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363663" rtl="0" eaLnBrk="1" fontAlgn="base" latinLnBrk="0" hangingPunct="1">
              <a:lnSpc>
                <a:spcPct val="100000"/>
              </a:lnSpc>
              <a:spcBef>
                <a:spcPct val="20000"/>
              </a:spcBef>
              <a:spcAft>
                <a:spcPct val="0"/>
              </a:spcAft>
              <a:buClrTx/>
              <a:buSzTx/>
              <a:buFontTx/>
              <a:buNone/>
              <a:tabLst/>
              <a:defRPr/>
            </a:pPr>
            <a:r>
              <a:rPr kumimoji="0" lang="en-US" sz="1000" b="0" i="0" u="none" strike="noStrike" kern="1200" cap="none" spc="0" normalizeH="0" baseline="0" noProof="0">
                <a:ln>
                  <a:noFill/>
                </a:ln>
                <a:solidFill>
                  <a:srgbClr val="333333"/>
                </a:solidFill>
                <a:effectLst/>
                <a:uLnTx/>
                <a:uFillTx/>
                <a:latin typeface="Verdana"/>
                <a:ea typeface="+mn-ea"/>
                <a:cs typeface="+mn-cs"/>
              </a:rPr>
              <a:t>New Submission – Ingestion on Clearance – Session 2</a:t>
            </a:r>
          </a:p>
        </p:txBody>
      </p:sp>
      <p:sp>
        <p:nvSpPr>
          <p:cNvPr id="29" name="Chevron 70">
            <a:extLst>
              <a:ext uri="{FF2B5EF4-FFF2-40B4-BE49-F238E27FC236}">
                <a16:creationId xmlns:a16="http://schemas.microsoft.com/office/drawing/2014/main" id="{6B89F912-2B57-AC65-39D4-7CC02D6D0A93}"/>
              </a:ext>
            </a:extLst>
          </p:cNvPr>
          <p:cNvSpPr/>
          <p:nvPr/>
        </p:nvSpPr>
        <p:spPr bwMode="auto">
          <a:xfrm>
            <a:off x="4073072" y="4586799"/>
            <a:ext cx="4199058" cy="394204"/>
          </a:xfrm>
          <a:prstGeom prst="chevron">
            <a:avLst/>
          </a:prstGeom>
          <a:solidFill>
            <a:srgbClr val="E146C6"/>
          </a:solidFill>
          <a:ln w="28575" cap="flat" cmpd="sng" algn="ctr">
            <a:noFill/>
            <a:prstDash val="dash"/>
            <a:round/>
            <a:headEnd type="none" w="med" len="med"/>
            <a:tailEnd type="none" w="med" len="me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363663"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Verdana" panose="020B0604030504040204" pitchFamily="34" charset="0"/>
                <a:ea typeface="+mn-ea"/>
                <a:cs typeface="+mn-cs"/>
              </a:rPr>
              <a:t>Elaboration – Week 2</a:t>
            </a:r>
            <a:endParaRPr kumimoji="0" lang="en-US" sz="1200" b="1"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30" name="Diamond 29">
            <a:extLst>
              <a:ext uri="{FF2B5EF4-FFF2-40B4-BE49-F238E27FC236}">
                <a16:creationId xmlns:a16="http://schemas.microsoft.com/office/drawing/2014/main" id="{9501A142-14AA-D169-6E6D-EA42B2A369B2}"/>
              </a:ext>
            </a:extLst>
          </p:cNvPr>
          <p:cNvSpPr>
            <a:spLocks noChangeArrowheads="1"/>
          </p:cNvSpPr>
          <p:nvPr/>
        </p:nvSpPr>
        <p:spPr bwMode="auto">
          <a:xfrm>
            <a:off x="8804652" y="5038033"/>
            <a:ext cx="811694" cy="561919"/>
          </a:xfrm>
          <a:prstGeom prst="diamond">
            <a:avLst/>
          </a:prstGeom>
          <a:solidFill>
            <a:srgbClr val="D763C6"/>
          </a:solidFill>
          <a:ln w="19050" algn="ctr">
            <a:no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363663"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Verdana"/>
                <a:ea typeface="+mn-ea"/>
                <a:cs typeface="+mn-cs"/>
              </a:rPr>
              <a:t>19-Aug</a:t>
            </a:r>
          </a:p>
        </p:txBody>
      </p:sp>
      <p:sp>
        <p:nvSpPr>
          <p:cNvPr id="31" name="TextBox 5">
            <a:extLst>
              <a:ext uri="{FF2B5EF4-FFF2-40B4-BE49-F238E27FC236}">
                <a16:creationId xmlns:a16="http://schemas.microsoft.com/office/drawing/2014/main" id="{7E3296A2-BD58-09B7-BA44-9197235467B6}"/>
              </a:ext>
            </a:extLst>
          </p:cNvPr>
          <p:cNvSpPr txBox="1">
            <a:spLocks noChangeArrowheads="1"/>
          </p:cNvSpPr>
          <p:nvPr/>
        </p:nvSpPr>
        <p:spPr bwMode="auto">
          <a:xfrm>
            <a:off x="8615063" y="5666504"/>
            <a:ext cx="1287027" cy="553998"/>
          </a:xfrm>
          <a:prstGeom prst="rect">
            <a:avLst/>
          </a:prstGeom>
          <a:noFill/>
          <a:ln w="9525">
            <a:noFill/>
            <a:miter lim="800000"/>
            <a:headEnd/>
            <a:tailEnd/>
          </a:ln>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363663" rtl="0" eaLnBrk="1" fontAlgn="base" latinLnBrk="0" hangingPunct="1">
              <a:lnSpc>
                <a:spcPct val="100000"/>
              </a:lnSpc>
              <a:spcBef>
                <a:spcPct val="20000"/>
              </a:spcBef>
              <a:spcAft>
                <a:spcPct val="0"/>
              </a:spcAft>
              <a:buClrTx/>
              <a:buSzTx/>
              <a:buFontTx/>
              <a:buNone/>
              <a:tabLst/>
              <a:defRPr/>
            </a:pPr>
            <a:r>
              <a:rPr kumimoji="0" lang="en-US" sz="1000" b="0" i="0" u="none" strike="noStrike" kern="1200" cap="none" spc="0" normalizeH="0" baseline="0" noProof="0">
                <a:ln>
                  <a:noFill/>
                </a:ln>
                <a:solidFill>
                  <a:srgbClr val="333333"/>
                </a:solidFill>
                <a:effectLst/>
                <a:uLnTx/>
                <a:uFillTx/>
                <a:latin typeface="Verdana"/>
                <a:ea typeface="+mn-ea"/>
                <a:cs typeface="+mn-cs"/>
              </a:rPr>
              <a:t>Account Creation &amp; Update - Playback</a:t>
            </a:r>
          </a:p>
        </p:txBody>
      </p:sp>
      <p:sp>
        <p:nvSpPr>
          <p:cNvPr id="32" name="Diamond 31">
            <a:extLst>
              <a:ext uri="{FF2B5EF4-FFF2-40B4-BE49-F238E27FC236}">
                <a16:creationId xmlns:a16="http://schemas.microsoft.com/office/drawing/2014/main" id="{75463D4E-5D2A-2951-8059-2330285A05EC}"/>
              </a:ext>
            </a:extLst>
          </p:cNvPr>
          <p:cNvSpPr>
            <a:spLocks noChangeArrowheads="1"/>
          </p:cNvSpPr>
          <p:nvPr/>
        </p:nvSpPr>
        <p:spPr bwMode="auto">
          <a:xfrm>
            <a:off x="10426811" y="5038033"/>
            <a:ext cx="811694" cy="561919"/>
          </a:xfrm>
          <a:prstGeom prst="diamond">
            <a:avLst/>
          </a:prstGeom>
          <a:solidFill>
            <a:srgbClr val="D763C6"/>
          </a:solidFill>
          <a:ln w="19050" algn="ctr">
            <a:no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363663"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Verdana"/>
                <a:ea typeface="+mn-ea"/>
                <a:cs typeface="+mn-cs"/>
              </a:rPr>
              <a:t>20-Aug</a:t>
            </a:r>
          </a:p>
        </p:txBody>
      </p:sp>
      <p:sp>
        <p:nvSpPr>
          <p:cNvPr id="33" name="TextBox 5">
            <a:extLst>
              <a:ext uri="{FF2B5EF4-FFF2-40B4-BE49-F238E27FC236}">
                <a16:creationId xmlns:a16="http://schemas.microsoft.com/office/drawing/2014/main" id="{E2253B58-40D2-C8E1-40C7-FBED9A7609DF}"/>
              </a:ext>
            </a:extLst>
          </p:cNvPr>
          <p:cNvSpPr txBox="1">
            <a:spLocks noChangeArrowheads="1"/>
          </p:cNvSpPr>
          <p:nvPr/>
        </p:nvSpPr>
        <p:spPr bwMode="auto">
          <a:xfrm>
            <a:off x="10237222" y="5666504"/>
            <a:ext cx="1287027" cy="707886"/>
          </a:xfrm>
          <a:prstGeom prst="rect">
            <a:avLst/>
          </a:prstGeom>
          <a:noFill/>
          <a:ln w="9525">
            <a:noFill/>
            <a:miter lim="800000"/>
            <a:headEnd/>
            <a:tailEnd/>
          </a:ln>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363663" rtl="0" eaLnBrk="1" fontAlgn="base" latinLnBrk="0" hangingPunct="1">
              <a:lnSpc>
                <a:spcPct val="100000"/>
              </a:lnSpc>
              <a:spcBef>
                <a:spcPct val="20000"/>
              </a:spcBef>
              <a:spcAft>
                <a:spcPct val="0"/>
              </a:spcAft>
              <a:buClrTx/>
              <a:buSzTx/>
              <a:buFontTx/>
              <a:buNone/>
              <a:tabLst/>
              <a:defRPr/>
            </a:pPr>
            <a:r>
              <a:rPr kumimoji="0" lang="en-US" sz="1000" b="0" i="0" u="none" strike="noStrike" kern="1200" cap="none" spc="0" normalizeH="0" baseline="0" noProof="0">
                <a:ln>
                  <a:noFill/>
                </a:ln>
                <a:solidFill>
                  <a:srgbClr val="333333"/>
                </a:solidFill>
                <a:effectLst/>
                <a:uLnTx/>
                <a:uFillTx/>
                <a:latin typeface="Verdana"/>
                <a:ea typeface="+mn-ea"/>
                <a:cs typeface="+mn-cs"/>
              </a:rPr>
              <a:t>New Submission – Ingestion on Clearance - Playback</a:t>
            </a:r>
          </a:p>
        </p:txBody>
      </p:sp>
    </p:spTree>
    <p:extLst>
      <p:ext uri="{BB962C8B-B14F-4D97-AF65-F5344CB8AC3E}">
        <p14:creationId xmlns:p14="http://schemas.microsoft.com/office/powerpoint/2010/main" val="8075733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DAF40-5928-077B-58E5-0A5E2710E345}"/>
              </a:ext>
            </a:extLst>
          </p:cNvPr>
          <p:cNvSpPr>
            <a:spLocks noGrp="1"/>
          </p:cNvSpPr>
          <p:nvPr>
            <p:ph type="title"/>
          </p:nvPr>
        </p:nvSpPr>
        <p:spPr/>
        <p:txBody>
          <a:bodyPr/>
          <a:lstStyle/>
          <a:p>
            <a:endParaRPr lang="en-US"/>
          </a:p>
        </p:txBody>
      </p:sp>
      <p:graphicFrame>
        <p:nvGraphicFramePr>
          <p:cNvPr id="3" name="Table 3">
            <a:extLst>
              <a:ext uri="{FF2B5EF4-FFF2-40B4-BE49-F238E27FC236}">
                <a16:creationId xmlns:a16="http://schemas.microsoft.com/office/drawing/2014/main" id="{FD56C828-1453-6F9B-E693-F4560ABB5040}"/>
              </a:ext>
            </a:extLst>
          </p:cNvPr>
          <p:cNvGraphicFramePr>
            <a:graphicFrameLocks noGrp="1"/>
          </p:cNvGraphicFramePr>
          <p:nvPr/>
        </p:nvGraphicFramePr>
        <p:xfrm>
          <a:off x="79512" y="517648"/>
          <a:ext cx="12112488" cy="6340352"/>
        </p:xfrm>
        <a:graphic>
          <a:graphicData uri="http://schemas.openxmlformats.org/drawingml/2006/table">
            <a:tbl>
              <a:tblPr firstRow="1" bandRow="1">
                <a:tableStyleId>{5C22544A-7EE6-4342-B048-85BDC9FD1C3A}</a:tableStyleId>
              </a:tblPr>
              <a:tblGrid>
                <a:gridCol w="2253730">
                  <a:extLst>
                    <a:ext uri="{9D8B030D-6E8A-4147-A177-3AD203B41FA5}">
                      <a16:colId xmlns:a16="http://schemas.microsoft.com/office/drawing/2014/main" val="3822541440"/>
                    </a:ext>
                  </a:extLst>
                </a:gridCol>
                <a:gridCol w="1781864">
                  <a:extLst>
                    <a:ext uri="{9D8B030D-6E8A-4147-A177-3AD203B41FA5}">
                      <a16:colId xmlns:a16="http://schemas.microsoft.com/office/drawing/2014/main" val="239388869"/>
                    </a:ext>
                  </a:extLst>
                </a:gridCol>
                <a:gridCol w="2217725">
                  <a:extLst>
                    <a:ext uri="{9D8B030D-6E8A-4147-A177-3AD203B41FA5}">
                      <a16:colId xmlns:a16="http://schemas.microsoft.com/office/drawing/2014/main" val="505800522"/>
                    </a:ext>
                  </a:extLst>
                </a:gridCol>
                <a:gridCol w="3436672">
                  <a:extLst>
                    <a:ext uri="{9D8B030D-6E8A-4147-A177-3AD203B41FA5}">
                      <a16:colId xmlns:a16="http://schemas.microsoft.com/office/drawing/2014/main" val="3078803982"/>
                    </a:ext>
                  </a:extLst>
                </a:gridCol>
                <a:gridCol w="2422497">
                  <a:extLst>
                    <a:ext uri="{9D8B030D-6E8A-4147-A177-3AD203B41FA5}">
                      <a16:colId xmlns:a16="http://schemas.microsoft.com/office/drawing/2014/main" val="1035312207"/>
                    </a:ext>
                  </a:extLst>
                </a:gridCol>
              </a:tblGrid>
              <a:tr h="463627">
                <a:tc>
                  <a:txBody>
                    <a:bodyPr/>
                    <a:lstStyle/>
                    <a:p>
                      <a:r>
                        <a:rPr lang="en-IN" sz="1100"/>
                        <a:t>Tasks</a:t>
                      </a:r>
                    </a:p>
                  </a:txBody>
                  <a:tcPr>
                    <a:solidFill>
                      <a:srgbClr val="FF66CC"/>
                    </a:solidFill>
                  </a:tcPr>
                </a:tc>
                <a:tc>
                  <a:txBody>
                    <a:bodyPr/>
                    <a:lstStyle/>
                    <a:p>
                      <a:r>
                        <a:rPr lang="en-IN" sz="1100"/>
                        <a:t>Accountable</a:t>
                      </a:r>
                    </a:p>
                  </a:txBody>
                  <a:tcPr>
                    <a:solidFill>
                      <a:srgbClr val="FF66CC"/>
                    </a:solidFill>
                  </a:tcPr>
                </a:tc>
                <a:tc>
                  <a:txBody>
                    <a:bodyPr/>
                    <a:lstStyle/>
                    <a:p>
                      <a:r>
                        <a:rPr lang="en-IN" sz="1100"/>
                        <a:t>Accountable Team</a:t>
                      </a:r>
                    </a:p>
                  </a:txBody>
                  <a:tcPr>
                    <a:solidFill>
                      <a:srgbClr val="FF66CC"/>
                    </a:solidFill>
                  </a:tcPr>
                </a:tc>
                <a:tc>
                  <a:txBody>
                    <a:bodyPr/>
                    <a:lstStyle/>
                    <a:p>
                      <a:r>
                        <a:rPr lang="en-IN" sz="1100"/>
                        <a:t>Supporting Team</a:t>
                      </a:r>
                    </a:p>
                  </a:txBody>
                  <a:tcPr>
                    <a:solidFill>
                      <a:srgbClr val="FF66CC"/>
                    </a:solidFill>
                  </a:tcPr>
                </a:tc>
                <a:tc>
                  <a:txBody>
                    <a:bodyPr/>
                    <a:lstStyle/>
                    <a:p>
                      <a:r>
                        <a:rPr lang="en-IN" sz="1100"/>
                        <a:t>SLA/Expectations</a:t>
                      </a:r>
                    </a:p>
                  </a:txBody>
                  <a:tcPr>
                    <a:solidFill>
                      <a:srgbClr val="FF66CC"/>
                    </a:solidFill>
                  </a:tcPr>
                </a:tc>
                <a:extLst>
                  <a:ext uri="{0D108BD9-81ED-4DB2-BD59-A6C34878D82A}">
                    <a16:rowId xmlns:a16="http://schemas.microsoft.com/office/drawing/2014/main" val="564719488"/>
                  </a:ext>
                </a:extLst>
              </a:tr>
              <a:tr h="461991">
                <a:tc>
                  <a:txBody>
                    <a:bodyPr/>
                    <a:lstStyle/>
                    <a:p>
                      <a:r>
                        <a:rPr lang="en-IN" sz="1000">
                          <a:latin typeface="Ubuntu" panose="020B0504030602030204" pitchFamily="34" charset="0"/>
                        </a:rPr>
                        <a:t>Backlog requirements elaboration</a:t>
                      </a:r>
                    </a:p>
                  </a:txBody>
                  <a:tcPr/>
                </a:tc>
                <a:tc>
                  <a:txBody>
                    <a:bodyPr/>
                    <a:lstStyle/>
                    <a:p>
                      <a:r>
                        <a:rPr lang="en-IN" sz="1000">
                          <a:latin typeface="Ubuntu" panose="020B0504030602030204" pitchFamily="34" charset="0"/>
                        </a:rPr>
                        <a:t>Beazley</a:t>
                      </a:r>
                    </a:p>
                  </a:txBody>
                  <a:tcPr/>
                </a:tc>
                <a:tc>
                  <a:txBody>
                    <a:bodyPr/>
                    <a:lstStyle/>
                    <a:p>
                      <a:r>
                        <a:rPr lang="en-IN" sz="1000">
                          <a:latin typeface="Ubuntu" panose="020B0504030602030204" pitchFamily="34" charset="0"/>
                        </a:rPr>
                        <a:t>Beazley PO, Beazley B SME</a:t>
                      </a:r>
                    </a:p>
                  </a:txBody>
                  <a:tcPr/>
                </a:tc>
                <a:tc>
                  <a:txBody>
                    <a:bodyPr/>
                    <a:lstStyle/>
                    <a:p>
                      <a:r>
                        <a:rPr lang="en-IN" sz="1000">
                          <a:latin typeface="Ubuntu" panose="020B0504030602030204" pitchFamily="34" charset="0"/>
                        </a:rPr>
                        <a:t>Capgemini BA</a:t>
                      </a:r>
                    </a:p>
                  </a:txBody>
                  <a:tcPr/>
                </a:tc>
                <a:tc>
                  <a:txBody>
                    <a:bodyPr/>
                    <a:lstStyle/>
                    <a:p>
                      <a:endParaRPr lang="en-IN" sz="1000">
                        <a:latin typeface="Ubuntu" panose="020B0504030602030204" pitchFamily="34" charset="0"/>
                      </a:endParaRPr>
                    </a:p>
                  </a:txBody>
                  <a:tcPr/>
                </a:tc>
                <a:extLst>
                  <a:ext uri="{0D108BD9-81ED-4DB2-BD59-A6C34878D82A}">
                    <a16:rowId xmlns:a16="http://schemas.microsoft.com/office/drawing/2014/main" val="3738103885"/>
                  </a:ext>
                </a:extLst>
              </a:tr>
              <a:tr h="461991">
                <a:tc>
                  <a:txBody>
                    <a:bodyPr/>
                    <a:lstStyle/>
                    <a:p>
                      <a:r>
                        <a:rPr lang="en-IN" sz="1000">
                          <a:latin typeface="Ubuntu" panose="020B0504030602030204" pitchFamily="34" charset="0"/>
                        </a:rPr>
                        <a:t>Requirements conformance to GW product specs</a:t>
                      </a:r>
                    </a:p>
                  </a:txBody>
                  <a:tcPr/>
                </a:tc>
                <a:tc>
                  <a:txBody>
                    <a:bodyPr/>
                    <a:lstStyle/>
                    <a:p>
                      <a:r>
                        <a:rPr lang="en-IN" sz="1000">
                          <a:latin typeface="Ubuntu" panose="020B0504030602030204" pitchFamily="34" charset="0"/>
                        </a:rPr>
                        <a:t>Beazley</a:t>
                      </a:r>
                    </a:p>
                  </a:txBody>
                  <a:tcPr/>
                </a:tc>
                <a:tc>
                  <a:txBody>
                    <a:bodyPr/>
                    <a:lstStyle/>
                    <a:p>
                      <a:r>
                        <a:rPr lang="en-IN" sz="1000">
                          <a:latin typeface="Ubuntu" panose="020B0504030602030204" pitchFamily="34" charset="0"/>
                        </a:rPr>
                        <a:t>Beazley PO, Beazley B SME</a:t>
                      </a:r>
                    </a:p>
                  </a:txBody>
                  <a:tcPr/>
                </a:tc>
                <a:tc>
                  <a:txBody>
                    <a:bodyPr/>
                    <a:lstStyle/>
                    <a:p>
                      <a:r>
                        <a:rPr lang="en-IN" sz="1000">
                          <a:latin typeface="Ubuntu" panose="020B0504030602030204" pitchFamily="34" charset="0"/>
                        </a:rPr>
                        <a:t>Capgemini BA, Capgemini Technical team</a:t>
                      </a:r>
                    </a:p>
                  </a:txBody>
                  <a:tcPr/>
                </a:tc>
                <a:tc>
                  <a:txBody>
                    <a:bodyPr/>
                    <a:lstStyle/>
                    <a:p>
                      <a:r>
                        <a:rPr lang="en-IN" sz="800">
                          <a:latin typeface="Ubuntu" panose="020B0504030602030204" pitchFamily="34" charset="0"/>
                        </a:rPr>
                        <a:t>Capgemini BA to escalate to the PO/Business SME if requirement are deviating from product conformance (ex &lt;90%). This happens immediately during the Sprint elaboration sessions much before development begins</a:t>
                      </a:r>
                    </a:p>
                  </a:txBody>
                  <a:tcPr/>
                </a:tc>
                <a:extLst>
                  <a:ext uri="{0D108BD9-81ED-4DB2-BD59-A6C34878D82A}">
                    <a16:rowId xmlns:a16="http://schemas.microsoft.com/office/drawing/2014/main" val="3407293310"/>
                  </a:ext>
                </a:extLst>
              </a:tr>
              <a:tr h="461991">
                <a:tc>
                  <a:txBody>
                    <a:bodyPr/>
                    <a:lstStyle/>
                    <a:p>
                      <a:r>
                        <a:rPr lang="en-IN" sz="1000">
                          <a:latin typeface="Ubuntu" panose="020B0504030602030204" pitchFamily="34" charset="0"/>
                        </a:rPr>
                        <a:t>Requirements clarification for dependent systems</a:t>
                      </a:r>
                    </a:p>
                  </a:txBody>
                  <a:tcPr/>
                </a:tc>
                <a:tc>
                  <a:txBody>
                    <a:bodyPr/>
                    <a:lstStyle/>
                    <a:p>
                      <a:r>
                        <a:rPr lang="en-IN" sz="1000">
                          <a:latin typeface="Ubuntu" panose="020B0504030602030204" pitchFamily="34" charset="0"/>
                        </a:rPr>
                        <a:t>Beazley</a:t>
                      </a:r>
                    </a:p>
                  </a:txBody>
                  <a:tcPr/>
                </a:tc>
                <a:tc>
                  <a:txBody>
                    <a:bodyPr/>
                    <a:lstStyle/>
                    <a:p>
                      <a:r>
                        <a:rPr lang="en-IN" sz="1000">
                          <a:latin typeface="Ubuntu" panose="020B0504030602030204" pitchFamily="34" charset="0"/>
                        </a:rPr>
                        <a:t>Beazley PO, Beazley B SME</a:t>
                      </a:r>
                    </a:p>
                  </a:txBody>
                  <a:tcPr/>
                </a:tc>
                <a:tc>
                  <a:txBody>
                    <a:bodyPr/>
                    <a:lstStyle/>
                    <a:p>
                      <a:r>
                        <a:rPr lang="en-IN" sz="1000">
                          <a:latin typeface="Ubuntu" panose="020B0504030602030204" pitchFamily="34" charset="0"/>
                        </a:rPr>
                        <a:t>Capgemini BA, Capgemini Technical team</a:t>
                      </a:r>
                    </a:p>
                  </a:txBody>
                  <a:tcPr/>
                </a:tc>
                <a:tc>
                  <a:txBody>
                    <a:bodyPr/>
                    <a:lstStyle/>
                    <a:p>
                      <a:r>
                        <a:rPr lang="en-IN" sz="800">
                          <a:latin typeface="Ubuntu" panose="020B0504030602030204" pitchFamily="34" charset="0"/>
                        </a:rPr>
                        <a:t>All  dependent RT expectations are aligned by the Beazley PO</a:t>
                      </a:r>
                    </a:p>
                  </a:txBody>
                  <a:tcPr/>
                </a:tc>
                <a:extLst>
                  <a:ext uri="{0D108BD9-81ED-4DB2-BD59-A6C34878D82A}">
                    <a16:rowId xmlns:a16="http://schemas.microsoft.com/office/drawing/2014/main" val="522698854"/>
                  </a:ext>
                </a:extLst>
              </a:tr>
              <a:tr h="461991">
                <a:tc>
                  <a:txBody>
                    <a:bodyPr/>
                    <a:lstStyle/>
                    <a:p>
                      <a:r>
                        <a:rPr lang="en-IN" sz="1000">
                          <a:latin typeface="Ubuntu" panose="020B0504030602030204" pitchFamily="34" charset="0"/>
                        </a:rPr>
                        <a:t>Business validation definitions</a:t>
                      </a:r>
                    </a:p>
                  </a:txBody>
                  <a:tcPr/>
                </a:tc>
                <a:tc>
                  <a:txBody>
                    <a:bodyPr/>
                    <a:lstStyle/>
                    <a:p>
                      <a:r>
                        <a:rPr lang="en-IN" sz="1000">
                          <a:latin typeface="Ubuntu" panose="020B0504030602030204" pitchFamily="34" charset="0"/>
                        </a:rPr>
                        <a:t>Beazley</a:t>
                      </a:r>
                    </a:p>
                  </a:txBody>
                  <a:tcPr/>
                </a:tc>
                <a:tc>
                  <a:txBody>
                    <a:bodyPr/>
                    <a:lstStyle/>
                    <a:p>
                      <a:r>
                        <a:rPr lang="en-IN" sz="1000">
                          <a:latin typeface="Ubuntu" panose="020B0504030602030204" pitchFamily="34" charset="0"/>
                        </a:rPr>
                        <a:t>Beazley PO, Beazley B SME</a:t>
                      </a:r>
                    </a:p>
                  </a:txBody>
                  <a:tcPr/>
                </a:tc>
                <a:tc>
                  <a:txBody>
                    <a:bodyPr/>
                    <a:lstStyle/>
                    <a:p>
                      <a:r>
                        <a:rPr lang="en-IN" sz="1000">
                          <a:latin typeface="Ubuntu" panose="020B0504030602030204" pitchFamily="34" charset="0"/>
                        </a:rPr>
                        <a:t>Capgemini BA</a:t>
                      </a:r>
                    </a:p>
                  </a:txBody>
                  <a:tcPr/>
                </a:tc>
                <a:tc>
                  <a:txBody>
                    <a:bodyPr/>
                    <a:lstStyle/>
                    <a:p>
                      <a:endParaRPr lang="en-IN" sz="800">
                        <a:latin typeface="Ubuntu" panose="020B0504030602030204" pitchFamily="34" charset="0"/>
                      </a:endParaRPr>
                    </a:p>
                  </a:txBody>
                  <a:tcPr/>
                </a:tc>
                <a:extLst>
                  <a:ext uri="{0D108BD9-81ED-4DB2-BD59-A6C34878D82A}">
                    <a16:rowId xmlns:a16="http://schemas.microsoft.com/office/drawing/2014/main" val="1073563601"/>
                  </a:ext>
                </a:extLst>
              </a:tr>
              <a:tr h="461991">
                <a:tc>
                  <a:txBody>
                    <a:bodyPr/>
                    <a:lstStyle/>
                    <a:p>
                      <a:r>
                        <a:rPr lang="en-IN" sz="1000">
                          <a:latin typeface="Ubuntu" panose="020B0504030602030204" pitchFamily="34" charset="0"/>
                        </a:rPr>
                        <a:t>Acceptance criteria definition</a:t>
                      </a:r>
                    </a:p>
                  </a:txBody>
                  <a:tcPr/>
                </a:tc>
                <a:tc>
                  <a:txBody>
                    <a:bodyPr/>
                    <a:lstStyle/>
                    <a:p>
                      <a:r>
                        <a:rPr lang="en-IN" sz="1000">
                          <a:latin typeface="Ubuntu" panose="020B0504030602030204" pitchFamily="34" charset="0"/>
                        </a:rPr>
                        <a:t>Beazley</a:t>
                      </a:r>
                    </a:p>
                  </a:txBody>
                  <a:tcPr/>
                </a:tc>
                <a:tc>
                  <a:txBody>
                    <a:bodyPr/>
                    <a:lstStyle/>
                    <a:p>
                      <a:r>
                        <a:rPr lang="en-IN" sz="1000">
                          <a:latin typeface="Ubuntu" panose="020B0504030602030204" pitchFamily="34" charset="0"/>
                        </a:rPr>
                        <a:t>Beazley PO, Beazley B SME</a:t>
                      </a:r>
                    </a:p>
                  </a:txBody>
                  <a:tcPr/>
                </a:tc>
                <a:tc>
                  <a:txBody>
                    <a:bodyPr/>
                    <a:lstStyle/>
                    <a:p>
                      <a:r>
                        <a:rPr lang="en-IN" sz="1000">
                          <a:latin typeface="Ubuntu" panose="020B0504030602030204" pitchFamily="34" charset="0"/>
                        </a:rPr>
                        <a:t>Capgemini BA</a:t>
                      </a:r>
                    </a:p>
                  </a:txBody>
                  <a:tcPr/>
                </a:tc>
                <a:tc>
                  <a:txBody>
                    <a:bodyPr/>
                    <a:lstStyle/>
                    <a:p>
                      <a:endParaRPr lang="en-IN" sz="800">
                        <a:latin typeface="Ubuntu" panose="020B0504030602030204" pitchFamily="34" charset="0"/>
                      </a:endParaRPr>
                    </a:p>
                  </a:txBody>
                  <a:tcPr/>
                </a:tc>
                <a:extLst>
                  <a:ext uri="{0D108BD9-81ED-4DB2-BD59-A6C34878D82A}">
                    <a16:rowId xmlns:a16="http://schemas.microsoft.com/office/drawing/2014/main" val="1054354343"/>
                  </a:ext>
                </a:extLst>
              </a:tr>
              <a:tr h="461991">
                <a:tc>
                  <a:txBody>
                    <a:bodyPr/>
                    <a:lstStyle/>
                    <a:p>
                      <a:r>
                        <a:rPr lang="en-IN" sz="1000">
                          <a:latin typeface="Ubuntu" panose="020B0504030602030204" pitchFamily="34" charset="0"/>
                        </a:rPr>
                        <a:t>Business Process Maps traceability to GPAS &amp; Billing Backlog Items</a:t>
                      </a:r>
                    </a:p>
                  </a:txBody>
                  <a:tcPr/>
                </a:tc>
                <a:tc>
                  <a:txBody>
                    <a:bodyPr/>
                    <a:lstStyle/>
                    <a:p>
                      <a:r>
                        <a:rPr lang="en-IN" sz="1000">
                          <a:latin typeface="Ubuntu" panose="020B0504030602030204" pitchFamily="34" charset="0"/>
                        </a:rPr>
                        <a:t>Beazley</a:t>
                      </a:r>
                    </a:p>
                  </a:txBody>
                  <a:tcPr/>
                </a:tc>
                <a:tc>
                  <a:txBody>
                    <a:bodyPr/>
                    <a:lstStyle/>
                    <a:p>
                      <a:r>
                        <a:rPr lang="en-IN" sz="1000">
                          <a:latin typeface="Ubuntu" panose="020B0504030602030204" pitchFamily="34" charset="0"/>
                        </a:rPr>
                        <a:t>Beazley PO, Beazley SME</a:t>
                      </a:r>
                    </a:p>
                  </a:txBody>
                  <a:tcPr/>
                </a:tc>
                <a:tc>
                  <a:txBody>
                    <a:bodyPr/>
                    <a:lstStyle/>
                    <a:p>
                      <a:r>
                        <a:rPr lang="en-IN" sz="1000">
                          <a:latin typeface="Ubuntu" panose="020B0504030602030204" pitchFamily="34" charset="0"/>
                        </a:rPr>
                        <a:t>Capgemini BA</a:t>
                      </a:r>
                    </a:p>
                  </a:txBody>
                  <a:tcPr/>
                </a:tc>
                <a:tc>
                  <a:txBody>
                    <a:bodyPr/>
                    <a:lstStyle/>
                    <a:p>
                      <a:r>
                        <a:rPr lang="en-IN" sz="800">
                          <a:latin typeface="Ubuntu" panose="020B0504030602030204" pitchFamily="34" charset="0"/>
                        </a:rPr>
                        <a:t>L4 Process Maps created by Beazley to be mapped to GPAS &amp; Billing backlog items at Epic/Feature level by Beazley</a:t>
                      </a:r>
                    </a:p>
                  </a:txBody>
                  <a:tcPr/>
                </a:tc>
                <a:extLst>
                  <a:ext uri="{0D108BD9-81ED-4DB2-BD59-A6C34878D82A}">
                    <a16:rowId xmlns:a16="http://schemas.microsoft.com/office/drawing/2014/main" val="1522832702"/>
                  </a:ext>
                </a:extLst>
              </a:tr>
              <a:tr h="461991">
                <a:tc>
                  <a:txBody>
                    <a:bodyPr/>
                    <a:lstStyle/>
                    <a:p>
                      <a:r>
                        <a:rPr lang="en-IN" sz="1000">
                          <a:latin typeface="Ubuntu" panose="020B0504030602030204" pitchFamily="34" charset="0"/>
                        </a:rPr>
                        <a:t>User story creation</a:t>
                      </a:r>
                    </a:p>
                  </a:txBody>
                  <a:tcPr/>
                </a:tc>
                <a:tc>
                  <a:txBody>
                    <a:bodyPr/>
                    <a:lstStyle/>
                    <a:p>
                      <a:r>
                        <a:rPr lang="en-IN" sz="1000">
                          <a:latin typeface="Ubuntu" panose="020B0504030602030204" pitchFamily="34" charset="0"/>
                        </a:rPr>
                        <a:t>Capgemini</a:t>
                      </a:r>
                    </a:p>
                  </a:txBody>
                  <a:tcPr/>
                </a:tc>
                <a:tc>
                  <a:txBody>
                    <a:bodyPr/>
                    <a:lstStyle/>
                    <a:p>
                      <a:r>
                        <a:rPr lang="en-IN" sz="1000">
                          <a:latin typeface="Ubuntu" panose="020B0504030602030204" pitchFamily="34" charset="0"/>
                        </a:rPr>
                        <a:t>Capgemini BA</a:t>
                      </a:r>
                    </a:p>
                  </a:txBody>
                  <a:tcPr/>
                </a:tc>
                <a:tc>
                  <a:txBody>
                    <a:bodyPr/>
                    <a:lstStyle/>
                    <a:p>
                      <a:r>
                        <a:rPr lang="en-IN" sz="1000">
                          <a:latin typeface="Ubuntu" panose="020B0504030602030204" pitchFamily="34" charset="0"/>
                        </a:rPr>
                        <a:t>Beazley PO, Beazley B SME</a:t>
                      </a:r>
                    </a:p>
                  </a:txBody>
                  <a:tcPr/>
                </a:tc>
                <a:tc>
                  <a:txBody>
                    <a:bodyPr/>
                    <a:lstStyle/>
                    <a:p>
                      <a:endParaRPr lang="en-IN" sz="800">
                        <a:latin typeface="Ubuntu" panose="020B0504030602030204" pitchFamily="34" charset="0"/>
                      </a:endParaRPr>
                    </a:p>
                  </a:txBody>
                  <a:tcPr/>
                </a:tc>
                <a:extLst>
                  <a:ext uri="{0D108BD9-81ED-4DB2-BD59-A6C34878D82A}">
                    <a16:rowId xmlns:a16="http://schemas.microsoft.com/office/drawing/2014/main" val="778237293"/>
                  </a:ext>
                </a:extLst>
              </a:tr>
              <a:tr h="461991">
                <a:tc>
                  <a:txBody>
                    <a:bodyPr/>
                    <a:lstStyle/>
                    <a:p>
                      <a:r>
                        <a:rPr lang="en-IN" sz="1000">
                          <a:latin typeface="Ubuntu" panose="020B0504030602030204" pitchFamily="34" charset="0"/>
                        </a:rPr>
                        <a:t>User story creation in JIRA</a:t>
                      </a:r>
                    </a:p>
                  </a:txBody>
                  <a:tcPr/>
                </a:tc>
                <a:tc>
                  <a:txBody>
                    <a:bodyPr/>
                    <a:lstStyle/>
                    <a:p>
                      <a:r>
                        <a:rPr lang="en-IN" sz="1000">
                          <a:latin typeface="Ubuntu" panose="020B0504030602030204" pitchFamily="34" charset="0"/>
                        </a:rPr>
                        <a:t>Capgemini</a:t>
                      </a:r>
                    </a:p>
                  </a:txBody>
                  <a:tcPr/>
                </a:tc>
                <a:tc>
                  <a:txBody>
                    <a:bodyPr/>
                    <a:lstStyle/>
                    <a:p>
                      <a:r>
                        <a:rPr lang="en-IN" sz="1000">
                          <a:latin typeface="Ubuntu" panose="020B0504030602030204" pitchFamily="34" charset="0"/>
                        </a:rPr>
                        <a:t>Capgemini BA</a:t>
                      </a:r>
                    </a:p>
                  </a:txBody>
                  <a:tcPr/>
                </a:tc>
                <a:tc>
                  <a:txBody>
                    <a:bodyPr/>
                    <a:lstStyle/>
                    <a:p>
                      <a:r>
                        <a:rPr lang="en-IN" sz="1000">
                          <a:latin typeface="Ubuntu" panose="020B0504030602030204" pitchFamily="34" charset="0"/>
                        </a:rPr>
                        <a:t>Capgemini RTL, Technical SME, Capgemini BA</a:t>
                      </a:r>
                    </a:p>
                  </a:txBody>
                  <a:tcPr/>
                </a:tc>
                <a:tc>
                  <a:txBody>
                    <a:bodyPr/>
                    <a:lstStyle/>
                    <a:p>
                      <a:endParaRPr lang="en-IN" sz="800">
                        <a:latin typeface="Ubuntu" panose="020B0504030602030204" pitchFamily="34" charset="0"/>
                      </a:endParaRPr>
                    </a:p>
                  </a:txBody>
                  <a:tcPr/>
                </a:tc>
                <a:extLst>
                  <a:ext uri="{0D108BD9-81ED-4DB2-BD59-A6C34878D82A}">
                    <a16:rowId xmlns:a16="http://schemas.microsoft.com/office/drawing/2014/main" val="4257658700"/>
                  </a:ext>
                </a:extLst>
              </a:tr>
              <a:tr h="461991">
                <a:tc>
                  <a:txBody>
                    <a:bodyPr/>
                    <a:lstStyle/>
                    <a:p>
                      <a:r>
                        <a:rPr lang="en-IN" sz="1000">
                          <a:latin typeface="Ubuntu" panose="020B0504030602030204" pitchFamily="34" charset="0"/>
                        </a:rPr>
                        <a:t>User story sign-off</a:t>
                      </a:r>
                    </a:p>
                  </a:txBody>
                  <a:tcPr/>
                </a:tc>
                <a:tc>
                  <a:txBody>
                    <a:bodyPr/>
                    <a:lstStyle/>
                    <a:p>
                      <a:r>
                        <a:rPr lang="en-IN" sz="1000">
                          <a:latin typeface="Ubuntu" panose="020B0504030602030204" pitchFamily="34" charset="0"/>
                        </a:rPr>
                        <a:t>Beazley</a:t>
                      </a:r>
                    </a:p>
                  </a:txBody>
                  <a:tcPr/>
                </a:tc>
                <a:tc>
                  <a:txBody>
                    <a:bodyPr/>
                    <a:lstStyle/>
                    <a:p>
                      <a:r>
                        <a:rPr lang="en-IN" sz="1000">
                          <a:latin typeface="Ubuntu" panose="020B0504030602030204" pitchFamily="34" charset="0"/>
                        </a:rPr>
                        <a:t>Beazley PO, Beazley B SME</a:t>
                      </a:r>
                    </a:p>
                  </a:txBody>
                  <a:tcPr/>
                </a:tc>
                <a:tc>
                  <a:txBody>
                    <a:bodyPr/>
                    <a:lstStyle/>
                    <a:p>
                      <a:r>
                        <a:rPr lang="en-IN" sz="1000">
                          <a:latin typeface="Ubuntu" panose="020B0504030602030204" pitchFamily="34" charset="0"/>
                        </a:rPr>
                        <a:t>Capgemini BA</a:t>
                      </a:r>
                    </a:p>
                  </a:txBody>
                  <a:tcPr/>
                </a:tc>
                <a:tc>
                  <a:txBody>
                    <a:bodyPr/>
                    <a:lstStyle/>
                    <a:p>
                      <a:r>
                        <a:rPr lang="en-IN" sz="800">
                          <a:latin typeface="Ubuntu" panose="020B0504030602030204" pitchFamily="34" charset="0"/>
                        </a:rPr>
                        <a:t>All user stories to be signed off by PO within 2 days after issuance</a:t>
                      </a:r>
                    </a:p>
                  </a:txBody>
                  <a:tcPr/>
                </a:tc>
                <a:extLst>
                  <a:ext uri="{0D108BD9-81ED-4DB2-BD59-A6C34878D82A}">
                    <a16:rowId xmlns:a16="http://schemas.microsoft.com/office/drawing/2014/main" val="423437139"/>
                  </a:ext>
                </a:extLst>
              </a:tr>
              <a:tr h="461991">
                <a:tc>
                  <a:txBody>
                    <a:bodyPr/>
                    <a:lstStyle/>
                    <a:p>
                      <a:r>
                        <a:rPr lang="en-IN" sz="1000">
                          <a:latin typeface="Ubuntu" panose="020B0504030602030204" pitchFamily="34" charset="0"/>
                        </a:rPr>
                        <a:t>Sprint planning</a:t>
                      </a:r>
                    </a:p>
                  </a:txBody>
                  <a:tcPr/>
                </a:tc>
                <a:tc>
                  <a:txBody>
                    <a:bodyPr/>
                    <a:lstStyle/>
                    <a:p>
                      <a:r>
                        <a:rPr lang="en-IN" sz="1000">
                          <a:latin typeface="Ubuntu" panose="020B0504030602030204" pitchFamily="34" charset="0"/>
                        </a:rPr>
                        <a:t>Capgemini</a:t>
                      </a:r>
                    </a:p>
                  </a:txBody>
                  <a:tcPr/>
                </a:tc>
                <a:tc>
                  <a:txBody>
                    <a:bodyPr/>
                    <a:lstStyle/>
                    <a:p>
                      <a:r>
                        <a:rPr lang="en-IN" sz="1000">
                          <a:latin typeface="Ubuntu" panose="020B0504030602030204" pitchFamily="34" charset="0"/>
                        </a:rPr>
                        <a:t>Capgemini Release Train lead</a:t>
                      </a:r>
                    </a:p>
                  </a:txBody>
                  <a:tcPr/>
                </a:tc>
                <a:tc>
                  <a:txBody>
                    <a:bodyPr/>
                    <a:lstStyle/>
                    <a:p>
                      <a:r>
                        <a:rPr lang="en-IN" sz="1000">
                          <a:latin typeface="Ubuntu" panose="020B0504030602030204" pitchFamily="34" charset="0"/>
                        </a:rPr>
                        <a:t>Beazley PO, Beazley B SME(s)</a:t>
                      </a:r>
                    </a:p>
                  </a:txBody>
                  <a:tcPr/>
                </a:tc>
                <a:tc>
                  <a:txBody>
                    <a:bodyPr/>
                    <a:lstStyle/>
                    <a:p>
                      <a:r>
                        <a:rPr lang="en-IN" sz="800">
                          <a:latin typeface="Ubuntu" panose="020B0504030602030204" pitchFamily="34" charset="0"/>
                        </a:rPr>
                        <a:t>All Beazley managed Release Train leads, Beazley PO, Beazley Business SME</a:t>
                      </a:r>
                    </a:p>
                  </a:txBody>
                  <a:tcPr/>
                </a:tc>
                <a:extLst>
                  <a:ext uri="{0D108BD9-81ED-4DB2-BD59-A6C34878D82A}">
                    <a16:rowId xmlns:a16="http://schemas.microsoft.com/office/drawing/2014/main" val="3025243704"/>
                  </a:ext>
                </a:extLst>
              </a:tr>
              <a:tr h="461991">
                <a:tc>
                  <a:txBody>
                    <a:bodyPr/>
                    <a:lstStyle/>
                    <a:p>
                      <a:r>
                        <a:rPr lang="en-IN" sz="1000">
                          <a:latin typeface="Ubuntu" panose="020B0504030602030204" pitchFamily="34" charset="0"/>
                        </a:rPr>
                        <a:t>Playback sessions</a:t>
                      </a:r>
                    </a:p>
                  </a:txBody>
                  <a:tcPr/>
                </a:tc>
                <a:tc>
                  <a:txBody>
                    <a:bodyPr/>
                    <a:lstStyle/>
                    <a:p>
                      <a:r>
                        <a:rPr lang="en-IN" sz="1000">
                          <a:latin typeface="Ubuntu" panose="020B0504030602030204" pitchFamily="34" charset="0"/>
                        </a:rPr>
                        <a:t>Capgemini</a:t>
                      </a:r>
                    </a:p>
                  </a:txBody>
                  <a:tcPr/>
                </a:tc>
                <a:tc>
                  <a:txBody>
                    <a:bodyPr/>
                    <a:lstStyle/>
                    <a:p>
                      <a:r>
                        <a:rPr lang="en-IN" sz="1000">
                          <a:latin typeface="Ubuntu" panose="020B0504030602030204" pitchFamily="34" charset="0"/>
                        </a:rPr>
                        <a:t>Capgemini BA</a:t>
                      </a:r>
                    </a:p>
                  </a:txBody>
                  <a:tcPr/>
                </a:tc>
                <a:tc>
                  <a:txBody>
                    <a:bodyPr/>
                    <a:lstStyle/>
                    <a:p>
                      <a:r>
                        <a:rPr lang="en-IN" sz="1000">
                          <a:latin typeface="Ubuntu" panose="020B0504030602030204" pitchFamily="34" charset="0"/>
                        </a:rPr>
                        <a:t>Beazley PO, Beazley B SME</a:t>
                      </a:r>
                    </a:p>
                  </a:txBody>
                  <a:tcPr/>
                </a:tc>
                <a:tc>
                  <a:txBody>
                    <a:bodyPr/>
                    <a:lstStyle/>
                    <a:p>
                      <a:r>
                        <a:rPr lang="en-IN" sz="800">
                          <a:latin typeface="Ubuntu" panose="020B0504030602030204" pitchFamily="34" charset="0"/>
                        </a:rPr>
                        <a:t>All Beazley managed Release Train leads, Beazley PO, Beazley Business SME</a:t>
                      </a:r>
                    </a:p>
                  </a:txBody>
                  <a:tcPr/>
                </a:tc>
                <a:extLst>
                  <a:ext uri="{0D108BD9-81ED-4DB2-BD59-A6C34878D82A}">
                    <a16:rowId xmlns:a16="http://schemas.microsoft.com/office/drawing/2014/main" val="2723763394"/>
                  </a:ext>
                </a:extLst>
              </a:tr>
              <a:tr h="555775">
                <a:tc>
                  <a:txBody>
                    <a:bodyPr/>
                    <a:lstStyle/>
                    <a:p>
                      <a:r>
                        <a:rPr lang="en-IN" sz="1000">
                          <a:latin typeface="Ubuntu" panose="020B0504030602030204" pitchFamily="34" charset="0"/>
                        </a:rPr>
                        <a:t>Backlog adjustments</a:t>
                      </a:r>
                    </a:p>
                  </a:txBody>
                  <a:tcPr/>
                </a:tc>
                <a:tc>
                  <a:txBody>
                    <a:bodyPr/>
                    <a:lstStyle/>
                    <a:p>
                      <a:r>
                        <a:rPr lang="en-IN" sz="1000">
                          <a:latin typeface="Ubuntu" panose="020B0504030602030204" pitchFamily="34" charset="0"/>
                        </a:rPr>
                        <a:t>Capgemini and Beazley</a:t>
                      </a:r>
                    </a:p>
                  </a:txBody>
                  <a:tcPr/>
                </a:tc>
                <a:tc>
                  <a:txBody>
                    <a:bodyPr/>
                    <a:lstStyle/>
                    <a:p>
                      <a:r>
                        <a:rPr lang="en-IN" sz="1000">
                          <a:latin typeface="Ubuntu" panose="020B0504030602030204" pitchFamily="34" charset="0"/>
                        </a:rPr>
                        <a:t>Capgemini PO, RTL</a:t>
                      </a:r>
                    </a:p>
                    <a:p>
                      <a:r>
                        <a:rPr lang="en-IN" sz="1000">
                          <a:latin typeface="Ubuntu" panose="020B0504030602030204" pitchFamily="34" charset="0"/>
                        </a:rPr>
                        <a:t>Beazley PO</a:t>
                      </a:r>
                    </a:p>
                    <a:p>
                      <a:endParaRPr lang="en-IN" sz="1000">
                        <a:latin typeface="Ubuntu" panose="020B0504030602030204" pitchFamily="34" charset="0"/>
                      </a:endParaRPr>
                    </a:p>
                  </a:txBody>
                  <a:tcPr/>
                </a:tc>
                <a:tc>
                  <a:txBody>
                    <a:bodyPr/>
                    <a:lstStyle/>
                    <a:p>
                      <a:r>
                        <a:rPr lang="en-IN" sz="1000">
                          <a:latin typeface="Ubuntu" panose="020B0504030602030204" pitchFamily="34" charset="0"/>
                        </a:rPr>
                        <a:t>Capgemini Technical team</a:t>
                      </a:r>
                    </a:p>
                  </a:txBody>
                  <a:tcPr/>
                </a:tc>
                <a:tc>
                  <a:txBody>
                    <a:bodyPr/>
                    <a:lstStyle/>
                    <a:p>
                      <a:endParaRPr lang="en-IN" sz="1000">
                        <a:latin typeface="Ubuntu" panose="020B0504030602030204" pitchFamily="34" charset="0"/>
                      </a:endParaRPr>
                    </a:p>
                  </a:txBody>
                  <a:tcPr/>
                </a:tc>
                <a:extLst>
                  <a:ext uri="{0D108BD9-81ED-4DB2-BD59-A6C34878D82A}">
                    <a16:rowId xmlns:a16="http://schemas.microsoft.com/office/drawing/2014/main" val="2944691576"/>
                  </a:ext>
                </a:extLst>
              </a:tr>
            </a:tbl>
          </a:graphicData>
        </a:graphic>
      </p:graphicFrame>
      <p:sp>
        <p:nvSpPr>
          <p:cNvPr id="4" name="Title 1">
            <a:extLst>
              <a:ext uri="{FF2B5EF4-FFF2-40B4-BE49-F238E27FC236}">
                <a16:creationId xmlns:a16="http://schemas.microsoft.com/office/drawing/2014/main" id="{3D19B077-312B-E5CB-E944-0A26809E9E4B}"/>
              </a:ext>
            </a:extLst>
          </p:cNvPr>
          <p:cNvSpPr txBox="1">
            <a:spLocks/>
          </p:cNvSpPr>
          <p:nvPr/>
        </p:nvSpPr>
        <p:spPr>
          <a:xfrm>
            <a:off x="-10633" y="-1902"/>
            <a:ext cx="12202633" cy="491979"/>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GB" sz="2000" b="1">
                <a:solidFill>
                  <a:schemeClr val="tx1"/>
                </a:solidFill>
                <a:latin typeface="Ubuntu" panose="020B0504030602030204" pitchFamily="34" charset="0"/>
              </a:rPr>
              <a:t>Sprint Events and RACI</a:t>
            </a:r>
            <a:endParaRPr lang="en-GB" sz="2000">
              <a:solidFill>
                <a:schemeClr val="tx1"/>
              </a:solidFill>
            </a:endParaRPr>
          </a:p>
        </p:txBody>
      </p:sp>
    </p:spTree>
    <p:extLst>
      <p:ext uri="{BB962C8B-B14F-4D97-AF65-F5344CB8AC3E}">
        <p14:creationId xmlns:p14="http://schemas.microsoft.com/office/powerpoint/2010/main" val="31317654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3">
            <a:extLst>
              <a:ext uri="{FF2B5EF4-FFF2-40B4-BE49-F238E27FC236}">
                <a16:creationId xmlns:a16="http://schemas.microsoft.com/office/drawing/2014/main" id="{CF6892CF-D00C-EE57-C7AC-17CD8F880C65}"/>
              </a:ext>
            </a:extLst>
          </p:cNvPr>
          <p:cNvGraphicFramePr>
            <a:graphicFrameLocks noGrp="1"/>
          </p:cNvGraphicFramePr>
          <p:nvPr/>
        </p:nvGraphicFramePr>
        <p:xfrm>
          <a:off x="227012" y="400419"/>
          <a:ext cx="11805661" cy="5918326"/>
        </p:xfrm>
        <a:graphic>
          <a:graphicData uri="http://schemas.openxmlformats.org/drawingml/2006/table">
            <a:tbl>
              <a:tblPr firstRow="1" bandRow="1">
                <a:tableStyleId>{5C22544A-7EE6-4342-B048-85BDC9FD1C3A}</a:tableStyleId>
              </a:tblPr>
              <a:tblGrid>
                <a:gridCol w="2196639">
                  <a:extLst>
                    <a:ext uri="{9D8B030D-6E8A-4147-A177-3AD203B41FA5}">
                      <a16:colId xmlns:a16="http://schemas.microsoft.com/office/drawing/2014/main" val="3822541440"/>
                    </a:ext>
                  </a:extLst>
                </a:gridCol>
                <a:gridCol w="1736726">
                  <a:extLst>
                    <a:ext uri="{9D8B030D-6E8A-4147-A177-3AD203B41FA5}">
                      <a16:colId xmlns:a16="http://schemas.microsoft.com/office/drawing/2014/main" val="239388869"/>
                    </a:ext>
                  </a:extLst>
                </a:gridCol>
                <a:gridCol w="2161546">
                  <a:extLst>
                    <a:ext uri="{9D8B030D-6E8A-4147-A177-3AD203B41FA5}">
                      <a16:colId xmlns:a16="http://schemas.microsoft.com/office/drawing/2014/main" val="505800522"/>
                    </a:ext>
                  </a:extLst>
                </a:gridCol>
                <a:gridCol w="2843683">
                  <a:extLst>
                    <a:ext uri="{9D8B030D-6E8A-4147-A177-3AD203B41FA5}">
                      <a16:colId xmlns:a16="http://schemas.microsoft.com/office/drawing/2014/main" val="3078803982"/>
                    </a:ext>
                  </a:extLst>
                </a:gridCol>
                <a:gridCol w="2867067">
                  <a:extLst>
                    <a:ext uri="{9D8B030D-6E8A-4147-A177-3AD203B41FA5}">
                      <a16:colId xmlns:a16="http://schemas.microsoft.com/office/drawing/2014/main" val="1035312207"/>
                    </a:ext>
                  </a:extLst>
                </a:gridCol>
              </a:tblGrid>
              <a:tr h="425043">
                <a:tc>
                  <a:txBody>
                    <a:bodyPr/>
                    <a:lstStyle/>
                    <a:p>
                      <a:r>
                        <a:rPr lang="en-IN" sz="1200"/>
                        <a:t>Tasks</a:t>
                      </a:r>
                    </a:p>
                  </a:txBody>
                  <a:tcPr>
                    <a:solidFill>
                      <a:srgbClr val="FF66CC"/>
                    </a:solidFill>
                  </a:tcPr>
                </a:tc>
                <a:tc>
                  <a:txBody>
                    <a:bodyPr/>
                    <a:lstStyle/>
                    <a:p>
                      <a:r>
                        <a:rPr lang="en-IN" sz="1200"/>
                        <a:t>Accountable</a:t>
                      </a:r>
                    </a:p>
                  </a:txBody>
                  <a:tcPr>
                    <a:solidFill>
                      <a:srgbClr val="FF66CC"/>
                    </a:solidFill>
                  </a:tcPr>
                </a:tc>
                <a:tc>
                  <a:txBody>
                    <a:bodyPr/>
                    <a:lstStyle/>
                    <a:p>
                      <a:r>
                        <a:rPr lang="en-IN" sz="1200"/>
                        <a:t>Accountable Team</a:t>
                      </a:r>
                    </a:p>
                  </a:txBody>
                  <a:tcPr>
                    <a:solidFill>
                      <a:srgbClr val="FF66CC"/>
                    </a:solidFill>
                  </a:tcPr>
                </a:tc>
                <a:tc>
                  <a:txBody>
                    <a:bodyPr/>
                    <a:lstStyle/>
                    <a:p>
                      <a:r>
                        <a:rPr lang="en-IN" sz="1200"/>
                        <a:t>Supporting Team</a:t>
                      </a:r>
                    </a:p>
                  </a:txBody>
                  <a:tcPr>
                    <a:solidFill>
                      <a:srgbClr val="FF66CC"/>
                    </a:solidFill>
                  </a:tcPr>
                </a:tc>
                <a:tc>
                  <a:txBody>
                    <a:bodyPr/>
                    <a:lstStyle/>
                    <a:p>
                      <a:r>
                        <a:rPr lang="en-IN" sz="1200"/>
                        <a:t>SLA/Expectations</a:t>
                      </a:r>
                    </a:p>
                  </a:txBody>
                  <a:tcPr>
                    <a:solidFill>
                      <a:srgbClr val="FF66CC"/>
                    </a:solidFill>
                  </a:tcPr>
                </a:tc>
                <a:extLst>
                  <a:ext uri="{0D108BD9-81ED-4DB2-BD59-A6C34878D82A}">
                    <a16:rowId xmlns:a16="http://schemas.microsoft.com/office/drawing/2014/main" val="564719488"/>
                  </a:ext>
                </a:extLst>
              </a:tr>
              <a:tr h="509521">
                <a:tc>
                  <a:txBody>
                    <a:bodyPr/>
                    <a:lstStyle/>
                    <a:p>
                      <a:r>
                        <a:rPr lang="en-IN" sz="1050">
                          <a:latin typeface="Ubuntu" panose="020B0504030602030204" pitchFamily="34" charset="0"/>
                        </a:rPr>
                        <a:t>Validate Sprint Definition of Ready</a:t>
                      </a: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RTL, Capgemini BA</a:t>
                      </a:r>
                    </a:p>
                  </a:txBody>
                  <a:tcPr/>
                </a:tc>
                <a:tc>
                  <a:txBody>
                    <a:bodyPr/>
                    <a:lstStyle/>
                    <a:p>
                      <a:r>
                        <a:rPr lang="en-IN" sz="1050">
                          <a:latin typeface="Ubuntu" panose="020B0504030602030204" pitchFamily="34" charset="0"/>
                        </a:rPr>
                        <a:t>Beazley PO, Beazley B SME</a:t>
                      </a:r>
                    </a:p>
                  </a:txBody>
                  <a:tcPr/>
                </a:tc>
                <a:tc>
                  <a:txBody>
                    <a:bodyPr/>
                    <a:lstStyle/>
                    <a:p>
                      <a:endParaRPr lang="en-IN" sz="900">
                        <a:latin typeface="Ubuntu" panose="020B0504030602030204" pitchFamily="34" charset="0"/>
                      </a:endParaRPr>
                    </a:p>
                  </a:txBody>
                  <a:tcPr/>
                </a:tc>
                <a:extLst>
                  <a:ext uri="{0D108BD9-81ED-4DB2-BD59-A6C34878D82A}">
                    <a16:rowId xmlns:a16="http://schemas.microsoft.com/office/drawing/2014/main" val="3738103885"/>
                  </a:ext>
                </a:extLst>
              </a:tr>
              <a:tr h="1085905">
                <a:tc>
                  <a:txBody>
                    <a:bodyPr/>
                    <a:lstStyle/>
                    <a:p>
                      <a:r>
                        <a:rPr lang="en-IN" sz="1050">
                          <a:latin typeface="Ubuntu" panose="020B0504030602030204" pitchFamily="34" charset="0"/>
                        </a:rPr>
                        <a:t>Validate Sprint Definition of Done and Sprint acceptance</a:t>
                      </a:r>
                    </a:p>
                  </a:txBody>
                  <a:tcPr/>
                </a:tc>
                <a:tc>
                  <a:txBody>
                    <a:bodyPr/>
                    <a:lstStyle/>
                    <a:p>
                      <a:r>
                        <a:rPr lang="en-IN" sz="1050">
                          <a:latin typeface="Ubuntu" panose="020B0504030602030204" pitchFamily="34" charset="0"/>
                        </a:rPr>
                        <a:t>Beazley</a:t>
                      </a:r>
                    </a:p>
                  </a:txBody>
                  <a:tcPr/>
                </a:tc>
                <a:tc>
                  <a:txBody>
                    <a:bodyPr/>
                    <a:lstStyle/>
                    <a:p>
                      <a:r>
                        <a:rPr lang="en-IN" sz="1050">
                          <a:latin typeface="Ubuntu" panose="020B0504030602030204" pitchFamily="34" charset="0"/>
                        </a:rPr>
                        <a:t>Beazley PO, Beazley Programme Manager</a:t>
                      </a:r>
                    </a:p>
                  </a:txBody>
                  <a:tcPr/>
                </a:tc>
                <a:tc>
                  <a:txBody>
                    <a:bodyPr/>
                    <a:lstStyle/>
                    <a:p>
                      <a:r>
                        <a:rPr lang="en-IN" sz="1050">
                          <a:latin typeface="Ubuntu" panose="020B0504030602030204" pitchFamily="34" charset="0"/>
                        </a:rPr>
                        <a:t>Capgemini RTL, Capgemini Technical SME</a:t>
                      </a:r>
                    </a:p>
                  </a:txBody>
                  <a:tcPr/>
                </a:tc>
                <a:tc>
                  <a:txBody>
                    <a:bodyPr/>
                    <a:lstStyle/>
                    <a:p>
                      <a:r>
                        <a:rPr lang="en-IN" sz="900">
                          <a:latin typeface="Ubuntu" panose="020B0504030602030204" pitchFamily="34" charset="0"/>
                        </a:rPr>
                        <a:t>Beazley Programme team to sign off Sprint Closure report issued by Capgemini within 24 hours after submission</a:t>
                      </a:r>
                    </a:p>
                    <a:p>
                      <a:pPr marL="228600" indent="-228600">
                        <a:buAutoNum type="arabicPeriod"/>
                      </a:pPr>
                      <a:r>
                        <a:rPr lang="en-IN" sz="900">
                          <a:latin typeface="Ubuntu" panose="020B0504030602030204" pitchFamily="34" charset="0"/>
                        </a:rPr>
                        <a:t>A summary of the Sprint DoD status supported by JIRA reports (specifics to be agreed)</a:t>
                      </a:r>
                    </a:p>
                    <a:p>
                      <a:pPr marL="228600" indent="-228600">
                        <a:buAutoNum type="arabicPeriod"/>
                      </a:pPr>
                      <a:r>
                        <a:rPr lang="en-IN" sz="900">
                          <a:latin typeface="Ubuntu" panose="020B0504030602030204" pitchFamily="34" charset="0"/>
                        </a:rPr>
                        <a:t>Time to issue report : Up to One week after Sprint completion</a:t>
                      </a:r>
                    </a:p>
                  </a:txBody>
                  <a:tcPr/>
                </a:tc>
                <a:extLst>
                  <a:ext uri="{0D108BD9-81ED-4DB2-BD59-A6C34878D82A}">
                    <a16:rowId xmlns:a16="http://schemas.microsoft.com/office/drawing/2014/main" val="3407293310"/>
                  </a:ext>
                </a:extLst>
              </a:tr>
              <a:tr h="423542">
                <a:tc>
                  <a:txBody>
                    <a:bodyPr/>
                    <a:lstStyle/>
                    <a:p>
                      <a:r>
                        <a:rPr lang="en-IN" sz="1050">
                          <a:latin typeface="Ubuntu" panose="020B0504030602030204" pitchFamily="34" charset="0"/>
                        </a:rPr>
                        <a:t>Validate User story definition of ready</a:t>
                      </a: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RTL, Capgemini BA</a:t>
                      </a:r>
                    </a:p>
                  </a:txBody>
                  <a:tcPr/>
                </a:tc>
                <a:tc>
                  <a:txBody>
                    <a:bodyPr/>
                    <a:lstStyle/>
                    <a:p>
                      <a:r>
                        <a:rPr lang="en-IN" sz="1050">
                          <a:latin typeface="Ubuntu" panose="020B0504030602030204" pitchFamily="34" charset="0"/>
                        </a:rPr>
                        <a:t>Beazley PO, Beazley B SME</a:t>
                      </a:r>
                    </a:p>
                  </a:txBody>
                  <a:tcPr/>
                </a:tc>
                <a:tc>
                  <a:txBody>
                    <a:bodyPr/>
                    <a:lstStyle/>
                    <a:p>
                      <a:endParaRPr lang="en-IN" sz="900">
                        <a:latin typeface="Ubuntu" panose="020B0504030602030204" pitchFamily="34" charset="0"/>
                      </a:endParaRPr>
                    </a:p>
                  </a:txBody>
                  <a:tcPr/>
                </a:tc>
                <a:extLst>
                  <a:ext uri="{0D108BD9-81ED-4DB2-BD59-A6C34878D82A}">
                    <a16:rowId xmlns:a16="http://schemas.microsoft.com/office/drawing/2014/main" val="522698854"/>
                  </a:ext>
                </a:extLst>
              </a:tr>
              <a:tr h="423542">
                <a:tc>
                  <a:txBody>
                    <a:bodyPr/>
                    <a:lstStyle/>
                    <a:p>
                      <a:r>
                        <a:rPr lang="en-IN" sz="1050">
                          <a:latin typeface="Ubuntu" panose="020B0504030602030204" pitchFamily="34" charset="0"/>
                        </a:rPr>
                        <a:t>Validate User story definition of done</a:t>
                      </a: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RTL, Capgemini BA</a:t>
                      </a:r>
                    </a:p>
                  </a:txBody>
                  <a:tcPr/>
                </a:tc>
                <a:tc>
                  <a:txBody>
                    <a:bodyPr/>
                    <a:lstStyle/>
                    <a:p>
                      <a:r>
                        <a:rPr lang="en-IN" sz="1050">
                          <a:latin typeface="Ubuntu" panose="020B0504030602030204" pitchFamily="34" charset="0"/>
                        </a:rPr>
                        <a:t>Beazley PO, Beazley B SME</a:t>
                      </a:r>
                    </a:p>
                  </a:txBody>
                  <a:tcPr/>
                </a:tc>
                <a:tc>
                  <a:txBody>
                    <a:bodyPr/>
                    <a:lstStyle/>
                    <a:p>
                      <a:endParaRPr lang="en-IN" sz="900">
                        <a:latin typeface="Ubuntu" panose="020B0504030602030204" pitchFamily="34" charset="0"/>
                      </a:endParaRPr>
                    </a:p>
                  </a:txBody>
                  <a:tcPr/>
                </a:tc>
                <a:extLst>
                  <a:ext uri="{0D108BD9-81ED-4DB2-BD59-A6C34878D82A}">
                    <a16:rowId xmlns:a16="http://schemas.microsoft.com/office/drawing/2014/main" val="1073563601"/>
                  </a:ext>
                </a:extLst>
              </a:tr>
              <a:tr h="423542">
                <a:tc>
                  <a:txBody>
                    <a:bodyPr/>
                    <a:lstStyle/>
                    <a:p>
                      <a:r>
                        <a:rPr lang="en-IN" sz="1050">
                          <a:latin typeface="Ubuntu" panose="020B0504030602030204" pitchFamily="34" charset="0"/>
                        </a:rPr>
                        <a:t>User story show and tell (Demo)</a:t>
                      </a: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RTL, Capgemini BA</a:t>
                      </a:r>
                    </a:p>
                  </a:txBody>
                  <a:tcPr/>
                </a:tc>
                <a:tc>
                  <a:txBody>
                    <a:bodyPr/>
                    <a:lstStyle/>
                    <a:p>
                      <a:r>
                        <a:rPr lang="en-IN" sz="1050">
                          <a:latin typeface="Ubuntu" panose="020B0504030602030204" pitchFamily="34" charset="0"/>
                        </a:rPr>
                        <a:t>Beazley PO, Beazley B SME</a:t>
                      </a:r>
                    </a:p>
                  </a:txBody>
                  <a:tcPr/>
                </a:tc>
                <a:tc>
                  <a:txBody>
                    <a:bodyPr/>
                    <a:lstStyle/>
                    <a:p>
                      <a:r>
                        <a:rPr lang="en-IN" sz="900">
                          <a:latin typeface="Ubuntu" panose="020B0504030602030204" pitchFamily="34" charset="0"/>
                        </a:rPr>
                        <a:t>Beazley to sign off the stories in JIRA within 24 hours</a:t>
                      </a:r>
                    </a:p>
                  </a:txBody>
                  <a:tcPr/>
                </a:tc>
                <a:extLst>
                  <a:ext uri="{0D108BD9-81ED-4DB2-BD59-A6C34878D82A}">
                    <a16:rowId xmlns:a16="http://schemas.microsoft.com/office/drawing/2014/main" val="416256423"/>
                  </a:ext>
                </a:extLst>
              </a:tr>
              <a:tr h="423542">
                <a:tc>
                  <a:txBody>
                    <a:bodyPr/>
                    <a:lstStyle/>
                    <a:p>
                      <a:r>
                        <a:rPr lang="en-IN" sz="1050">
                          <a:latin typeface="Ubuntu" panose="020B0504030602030204" pitchFamily="34" charset="0"/>
                        </a:rPr>
                        <a:t>Incremental Feature Demo</a:t>
                      </a:r>
                    </a:p>
                  </a:txBody>
                  <a:tcPr/>
                </a:tc>
                <a:tc>
                  <a:txBody>
                    <a:bodyPr/>
                    <a:lstStyle/>
                    <a:p>
                      <a:r>
                        <a:rPr lang="en-IN" sz="1050">
                          <a:latin typeface="Ubuntu" panose="020B0504030602030204" pitchFamily="34" charset="0"/>
                        </a:rPr>
                        <a:t>Beazley</a:t>
                      </a:r>
                    </a:p>
                  </a:txBody>
                  <a:tcPr/>
                </a:tc>
                <a:tc>
                  <a:txBody>
                    <a:bodyPr/>
                    <a:lstStyle/>
                    <a:p>
                      <a:r>
                        <a:rPr lang="en-IN" sz="1050">
                          <a:latin typeface="Ubuntu" panose="020B0504030602030204" pitchFamily="34" charset="0"/>
                        </a:rPr>
                        <a:t>Business Product Owners, Business SME</a:t>
                      </a:r>
                    </a:p>
                  </a:txBody>
                  <a:tcPr/>
                </a:tc>
                <a:tc>
                  <a:txBody>
                    <a:bodyPr/>
                    <a:lstStyle/>
                    <a:p>
                      <a:r>
                        <a:rPr lang="en-IN" sz="1050">
                          <a:latin typeface="Ubuntu" panose="020B0504030602030204" pitchFamily="34" charset="0"/>
                        </a:rPr>
                        <a:t>Capgemini BA</a:t>
                      </a:r>
                    </a:p>
                  </a:txBody>
                  <a:tcPr/>
                </a:tc>
                <a:tc>
                  <a:txBody>
                    <a:bodyPr/>
                    <a:lstStyle/>
                    <a:p>
                      <a:r>
                        <a:rPr lang="en-IN" sz="900">
                          <a:latin typeface="Ubuntu" panose="020B0504030602030204" pitchFamily="34" charset="0"/>
                        </a:rPr>
                        <a:t>Beazley to decide on the timing for an incremental feature demo</a:t>
                      </a:r>
                    </a:p>
                  </a:txBody>
                  <a:tcPr/>
                </a:tc>
                <a:extLst>
                  <a:ext uri="{0D108BD9-81ED-4DB2-BD59-A6C34878D82A}">
                    <a16:rowId xmlns:a16="http://schemas.microsoft.com/office/drawing/2014/main" val="1054354343"/>
                  </a:ext>
                </a:extLst>
              </a:tr>
              <a:tr h="509521">
                <a:tc>
                  <a:txBody>
                    <a:bodyPr/>
                    <a:lstStyle/>
                    <a:p>
                      <a:r>
                        <a:rPr lang="en-IN" sz="1050">
                          <a:latin typeface="Ubuntu" panose="020B0504030602030204" pitchFamily="34" charset="0"/>
                        </a:rPr>
                        <a:t>JIRA reports for all DoD, </a:t>
                      </a:r>
                      <a:r>
                        <a:rPr lang="en-IN" sz="1050" err="1">
                          <a:latin typeface="Ubuntu" panose="020B0504030602030204" pitchFamily="34" charset="0"/>
                        </a:rPr>
                        <a:t>DoR</a:t>
                      </a:r>
                      <a:endParaRPr lang="en-IN" sz="1050">
                        <a:latin typeface="Ubuntu" panose="020B0504030602030204" pitchFamily="34" charset="0"/>
                      </a:endParaRP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JIRA admin</a:t>
                      </a:r>
                    </a:p>
                  </a:txBody>
                  <a:tcPr/>
                </a:tc>
                <a:tc>
                  <a:txBody>
                    <a:bodyPr/>
                    <a:lstStyle/>
                    <a:p>
                      <a:endParaRPr lang="en-IN" sz="1050">
                        <a:latin typeface="Ubuntu" panose="020B0504030602030204" pitchFamily="34" charset="0"/>
                      </a:endParaRPr>
                    </a:p>
                  </a:txBody>
                  <a:tcPr/>
                </a:tc>
                <a:tc>
                  <a:txBody>
                    <a:bodyPr/>
                    <a:lstStyle/>
                    <a:p>
                      <a:endParaRPr lang="en-IN" sz="900">
                        <a:latin typeface="Ubuntu" panose="020B0504030602030204" pitchFamily="34" charset="0"/>
                      </a:endParaRPr>
                    </a:p>
                  </a:txBody>
                  <a:tcPr/>
                </a:tc>
                <a:extLst>
                  <a:ext uri="{0D108BD9-81ED-4DB2-BD59-A6C34878D82A}">
                    <a16:rowId xmlns:a16="http://schemas.microsoft.com/office/drawing/2014/main" val="1611993167"/>
                  </a:ext>
                </a:extLst>
              </a:tr>
              <a:tr h="423542">
                <a:tc>
                  <a:txBody>
                    <a:bodyPr/>
                    <a:lstStyle/>
                    <a:p>
                      <a:r>
                        <a:rPr lang="en-IN" sz="1050">
                          <a:latin typeface="Ubuntu" panose="020B0504030602030204" pitchFamily="34" charset="0"/>
                        </a:rPr>
                        <a:t>Sprint start and closure in JIRA</a:t>
                      </a: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RTL, Capgemini RTL, Capgemini JIRA admin</a:t>
                      </a:r>
                    </a:p>
                  </a:txBody>
                  <a:tcPr/>
                </a:tc>
                <a:tc>
                  <a:txBody>
                    <a:bodyPr/>
                    <a:lstStyle/>
                    <a:p>
                      <a:r>
                        <a:rPr lang="en-IN" sz="1050">
                          <a:latin typeface="Ubuntu" panose="020B0504030602030204" pitchFamily="34" charset="0"/>
                        </a:rPr>
                        <a:t>Beazley PO, Beazley B SME, Beazley Programme team</a:t>
                      </a:r>
                    </a:p>
                  </a:txBody>
                  <a:tcPr/>
                </a:tc>
                <a:tc>
                  <a:txBody>
                    <a:bodyPr/>
                    <a:lstStyle/>
                    <a:p>
                      <a:r>
                        <a:rPr lang="en-IN" sz="900">
                          <a:latin typeface="Ubuntu" panose="020B0504030602030204" pitchFamily="34" charset="0"/>
                        </a:rPr>
                        <a:t>Beazley Programme team to sign off the JIRA report for Sprint start and closure</a:t>
                      </a:r>
                    </a:p>
                  </a:txBody>
                  <a:tcPr/>
                </a:tc>
                <a:extLst>
                  <a:ext uri="{0D108BD9-81ED-4DB2-BD59-A6C34878D82A}">
                    <a16:rowId xmlns:a16="http://schemas.microsoft.com/office/drawing/2014/main" val="778237293"/>
                  </a:ext>
                </a:extLst>
              </a:tr>
              <a:tr h="423542">
                <a:tc>
                  <a:txBody>
                    <a:bodyPr/>
                    <a:lstStyle/>
                    <a:p>
                      <a:r>
                        <a:rPr lang="en-IN" sz="1050">
                          <a:latin typeface="Ubuntu" panose="020B0504030602030204" pitchFamily="34" charset="0"/>
                        </a:rPr>
                        <a:t>Technical tasks creation in JIRA</a:t>
                      </a: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Technical leads, RTL</a:t>
                      </a:r>
                    </a:p>
                  </a:txBody>
                  <a:tcPr/>
                </a:tc>
                <a:tc>
                  <a:txBody>
                    <a:bodyPr/>
                    <a:lstStyle/>
                    <a:p>
                      <a:endParaRPr lang="en-IN" sz="1050">
                        <a:latin typeface="Ubuntu" panose="020B0504030602030204" pitchFamily="34" charset="0"/>
                      </a:endParaRPr>
                    </a:p>
                  </a:txBody>
                  <a:tcPr/>
                </a:tc>
                <a:tc>
                  <a:txBody>
                    <a:bodyPr/>
                    <a:lstStyle/>
                    <a:p>
                      <a:endParaRPr lang="en-IN" sz="900">
                        <a:latin typeface="Ubuntu" panose="020B0504030602030204" pitchFamily="34" charset="0"/>
                      </a:endParaRPr>
                    </a:p>
                  </a:txBody>
                  <a:tcPr/>
                </a:tc>
                <a:extLst>
                  <a:ext uri="{0D108BD9-81ED-4DB2-BD59-A6C34878D82A}">
                    <a16:rowId xmlns:a16="http://schemas.microsoft.com/office/drawing/2014/main" val="423437139"/>
                  </a:ext>
                </a:extLst>
              </a:tr>
              <a:tr h="423542">
                <a:tc>
                  <a:txBody>
                    <a:bodyPr/>
                    <a:lstStyle/>
                    <a:p>
                      <a:r>
                        <a:rPr lang="en-IN" sz="1050">
                          <a:latin typeface="Ubuntu" panose="020B0504030602030204" pitchFamily="34" charset="0"/>
                        </a:rPr>
                        <a:t>Updates to JIRA user story progression (dev, test etc)</a:t>
                      </a: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RTL, Capgemini Technical Leads</a:t>
                      </a:r>
                    </a:p>
                  </a:txBody>
                  <a:tcPr/>
                </a:tc>
                <a:tc>
                  <a:txBody>
                    <a:bodyPr/>
                    <a:lstStyle/>
                    <a:p>
                      <a:endParaRPr lang="en-IN" sz="1050">
                        <a:latin typeface="Ubuntu" panose="020B0504030602030204" pitchFamily="34" charset="0"/>
                      </a:endParaRPr>
                    </a:p>
                  </a:txBody>
                  <a:tcPr/>
                </a:tc>
                <a:tc>
                  <a:txBody>
                    <a:bodyPr/>
                    <a:lstStyle/>
                    <a:p>
                      <a:endParaRPr lang="en-IN" sz="900">
                        <a:latin typeface="Ubuntu" panose="020B0504030602030204" pitchFamily="34" charset="0"/>
                      </a:endParaRPr>
                    </a:p>
                  </a:txBody>
                  <a:tcPr/>
                </a:tc>
                <a:extLst>
                  <a:ext uri="{0D108BD9-81ED-4DB2-BD59-A6C34878D82A}">
                    <a16:rowId xmlns:a16="http://schemas.microsoft.com/office/drawing/2014/main" val="3025243704"/>
                  </a:ext>
                </a:extLst>
              </a:tr>
              <a:tr h="423542">
                <a:tc>
                  <a:txBody>
                    <a:bodyPr/>
                    <a:lstStyle/>
                    <a:p>
                      <a:r>
                        <a:rPr lang="en-IN" sz="1050">
                          <a:latin typeface="Ubuntu" panose="020B0504030602030204" pitchFamily="34" charset="0"/>
                        </a:rPr>
                        <a:t>Sprint retrospective</a:t>
                      </a: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RTL</a:t>
                      </a:r>
                    </a:p>
                  </a:txBody>
                  <a:tcPr/>
                </a:tc>
                <a:tc>
                  <a:txBody>
                    <a:bodyPr/>
                    <a:lstStyle/>
                    <a:p>
                      <a:r>
                        <a:rPr lang="en-IN" sz="1050">
                          <a:latin typeface="Ubuntu" panose="020B0504030602030204" pitchFamily="34" charset="0"/>
                        </a:rPr>
                        <a:t>Beazley PO, Beazley B SME</a:t>
                      </a:r>
                    </a:p>
                  </a:txBody>
                  <a:tcPr/>
                </a:tc>
                <a:tc>
                  <a:txBody>
                    <a:bodyPr/>
                    <a:lstStyle/>
                    <a:p>
                      <a:endParaRPr lang="en-IN" sz="900">
                        <a:latin typeface="Ubuntu" panose="020B0504030602030204" pitchFamily="34" charset="0"/>
                      </a:endParaRPr>
                    </a:p>
                  </a:txBody>
                  <a:tcPr/>
                </a:tc>
                <a:extLst>
                  <a:ext uri="{0D108BD9-81ED-4DB2-BD59-A6C34878D82A}">
                    <a16:rowId xmlns:a16="http://schemas.microsoft.com/office/drawing/2014/main" val="2723763394"/>
                  </a:ext>
                </a:extLst>
              </a:tr>
            </a:tbl>
          </a:graphicData>
        </a:graphic>
      </p:graphicFrame>
      <p:sp>
        <p:nvSpPr>
          <p:cNvPr id="6" name="Title 1">
            <a:extLst>
              <a:ext uri="{FF2B5EF4-FFF2-40B4-BE49-F238E27FC236}">
                <a16:creationId xmlns:a16="http://schemas.microsoft.com/office/drawing/2014/main" id="{AA3CCECA-29C2-C3F0-7F76-9B0213F4444B}"/>
              </a:ext>
            </a:extLst>
          </p:cNvPr>
          <p:cNvSpPr txBox="1">
            <a:spLocks/>
          </p:cNvSpPr>
          <p:nvPr/>
        </p:nvSpPr>
        <p:spPr>
          <a:xfrm>
            <a:off x="-10633" y="-1901"/>
            <a:ext cx="12202633" cy="404378"/>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GB" sz="2000" b="1">
                <a:solidFill>
                  <a:schemeClr val="tx1"/>
                </a:solidFill>
                <a:latin typeface="Ubuntu" panose="020B0504030602030204" pitchFamily="34" charset="0"/>
              </a:rPr>
              <a:t>Sprint Events and RACI</a:t>
            </a:r>
            <a:endParaRPr lang="en-GB" sz="2000">
              <a:solidFill>
                <a:schemeClr val="tx1"/>
              </a:solidFill>
            </a:endParaRPr>
          </a:p>
        </p:txBody>
      </p:sp>
    </p:spTree>
    <p:extLst>
      <p:ext uri="{BB962C8B-B14F-4D97-AF65-F5344CB8AC3E}">
        <p14:creationId xmlns:p14="http://schemas.microsoft.com/office/powerpoint/2010/main" val="7302469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F0D0A-C8BD-480C-A6F2-F71C03DE8BA9}"/>
              </a:ext>
            </a:extLst>
          </p:cNvPr>
          <p:cNvSpPr>
            <a:spLocks noGrp="1"/>
          </p:cNvSpPr>
          <p:nvPr>
            <p:ph type="title"/>
          </p:nvPr>
        </p:nvSpPr>
        <p:spPr>
          <a:xfrm>
            <a:off x="338015" y="77612"/>
            <a:ext cx="11515969" cy="468313"/>
          </a:xfrm>
        </p:spPr>
        <p:txBody>
          <a:bodyPr wrap="square" anchor="t">
            <a:normAutofit/>
          </a:bodyPr>
          <a:lstStyle/>
          <a:p>
            <a:r>
              <a:rPr lang="en-GB" sz="1800" b="0"/>
              <a:t>Jira Setup - Overview</a:t>
            </a:r>
          </a:p>
        </p:txBody>
      </p:sp>
      <p:sp>
        <p:nvSpPr>
          <p:cNvPr id="217" name="TextBox 216">
            <a:extLst>
              <a:ext uri="{FF2B5EF4-FFF2-40B4-BE49-F238E27FC236}">
                <a16:creationId xmlns:a16="http://schemas.microsoft.com/office/drawing/2014/main" id="{CE4EB3FE-198A-40A5-B395-55E5B6F0C16E}"/>
              </a:ext>
            </a:extLst>
          </p:cNvPr>
          <p:cNvSpPr txBox="1"/>
          <p:nvPr/>
        </p:nvSpPr>
        <p:spPr>
          <a:xfrm>
            <a:off x="332155" y="618252"/>
            <a:ext cx="4054910"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4472C4">
                    <a:lumMod val="50000"/>
                  </a:srgbClr>
                </a:solidFill>
                <a:effectLst/>
                <a:uLnTx/>
                <a:uFillTx/>
                <a:latin typeface="Calibri" panose="020F0502020204030204"/>
                <a:ea typeface="+mn-ea"/>
                <a:cs typeface="+mn-cs"/>
              </a:rPr>
              <a:t>Project Name: Beazley GPAS &amp; Billing Program  </a:t>
            </a:r>
          </a:p>
        </p:txBody>
      </p:sp>
      <p:sp>
        <p:nvSpPr>
          <p:cNvPr id="219" name="Arrow: Notched Right 218">
            <a:extLst>
              <a:ext uri="{FF2B5EF4-FFF2-40B4-BE49-F238E27FC236}">
                <a16:creationId xmlns:a16="http://schemas.microsoft.com/office/drawing/2014/main" id="{264C200F-E91D-4D4B-9A35-788F51F376BF}"/>
              </a:ext>
            </a:extLst>
          </p:cNvPr>
          <p:cNvSpPr/>
          <p:nvPr/>
        </p:nvSpPr>
        <p:spPr>
          <a:xfrm rot="10800000">
            <a:off x="6012266" y="4672779"/>
            <a:ext cx="537083" cy="344970"/>
          </a:xfrm>
          <a:prstGeom prst="notchedRightArrow">
            <a:avLst/>
          </a:prstGeom>
          <a:solidFill>
            <a:srgbClr val="70AD47">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20" name="Rectangle: Rounded Corners 219">
            <a:extLst>
              <a:ext uri="{FF2B5EF4-FFF2-40B4-BE49-F238E27FC236}">
                <a16:creationId xmlns:a16="http://schemas.microsoft.com/office/drawing/2014/main" id="{341B7ABB-5F09-4B82-BF57-DEF43696F8C2}"/>
              </a:ext>
            </a:extLst>
          </p:cNvPr>
          <p:cNvSpPr/>
          <p:nvPr/>
        </p:nvSpPr>
        <p:spPr>
          <a:xfrm>
            <a:off x="1701652" y="3885070"/>
            <a:ext cx="1090555" cy="225524"/>
          </a:xfrm>
          <a:prstGeom prst="roundRect">
            <a:avLst/>
          </a:prstGeom>
          <a:solidFill>
            <a:schemeClr val="accent1"/>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prstClr val="white"/>
                </a:solidFill>
                <a:effectLst/>
                <a:uLnTx/>
                <a:uFillTx/>
                <a:latin typeface="Calibri" panose="020F0502020204030204"/>
                <a:ea typeface="+mn-ea"/>
                <a:cs typeface="+mn-cs"/>
              </a:rPr>
              <a:t>Epic -1</a:t>
            </a:r>
          </a:p>
        </p:txBody>
      </p:sp>
      <p:sp>
        <p:nvSpPr>
          <p:cNvPr id="223" name="Rectangle: Rounded Corners 222">
            <a:extLst>
              <a:ext uri="{FF2B5EF4-FFF2-40B4-BE49-F238E27FC236}">
                <a16:creationId xmlns:a16="http://schemas.microsoft.com/office/drawing/2014/main" id="{55469863-414E-4517-94D1-68C9B8BBE263}"/>
              </a:ext>
            </a:extLst>
          </p:cNvPr>
          <p:cNvSpPr/>
          <p:nvPr/>
        </p:nvSpPr>
        <p:spPr>
          <a:xfrm>
            <a:off x="2348959" y="4233459"/>
            <a:ext cx="748513" cy="153739"/>
          </a:xfrm>
          <a:prstGeom prst="roundRect">
            <a:avLst/>
          </a:prstGeom>
          <a:solidFill>
            <a:srgbClr val="00B0F0"/>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Calibri" panose="020F0502020204030204"/>
                <a:ea typeface="+mn-ea"/>
                <a:cs typeface="+mn-cs"/>
              </a:rPr>
              <a:t>Story 5</a:t>
            </a:r>
          </a:p>
        </p:txBody>
      </p:sp>
      <p:sp>
        <p:nvSpPr>
          <p:cNvPr id="224" name="Rectangle: Rounded Corners 223">
            <a:extLst>
              <a:ext uri="{FF2B5EF4-FFF2-40B4-BE49-F238E27FC236}">
                <a16:creationId xmlns:a16="http://schemas.microsoft.com/office/drawing/2014/main" id="{24679EC6-7287-439D-87B4-6EB328AF82D9}"/>
              </a:ext>
            </a:extLst>
          </p:cNvPr>
          <p:cNvSpPr/>
          <p:nvPr/>
        </p:nvSpPr>
        <p:spPr>
          <a:xfrm>
            <a:off x="2352789" y="4465012"/>
            <a:ext cx="748513" cy="153739"/>
          </a:xfrm>
          <a:prstGeom prst="roundRect">
            <a:avLst/>
          </a:prstGeom>
          <a:solidFill>
            <a:srgbClr val="44546A">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Calibri" panose="020F0502020204030204"/>
                <a:ea typeface="+mn-ea"/>
                <a:cs typeface="+mn-cs"/>
              </a:rPr>
              <a:t>Story 10</a:t>
            </a:r>
          </a:p>
        </p:txBody>
      </p:sp>
      <p:sp>
        <p:nvSpPr>
          <p:cNvPr id="226" name="Rectangle: Rounded Corners 225">
            <a:extLst>
              <a:ext uri="{FF2B5EF4-FFF2-40B4-BE49-F238E27FC236}">
                <a16:creationId xmlns:a16="http://schemas.microsoft.com/office/drawing/2014/main" id="{7D0DC84B-FD88-49A6-94DA-320A7F2C7538}"/>
              </a:ext>
            </a:extLst>
          </p:cNvPr>
          <p:cNvSpPr/>
          <p:nvPr/>
        </p:nvSpPr>
        <p:spPr>
          <a:xfrm>
            <a:off x="1707620" y="4697568"/>
            <a:ext cx="1090555" cy="225524"/>
          </a:xfrm>
          <a:prstGeom prst="roundRect">
            <a:avLst/>
          </a:prstGeom>
          <a:solidFill>
            <a:schemeClr val="accent1"/>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prstClr val="white"/>
                </a:solidFill>
                <a:effectLst/>
                <a:uLnTx/>
                <a:uFillTx/>
                <a:latin typeface="Calibri" panose="020F0502020204030204"/>
                <a:ea typeface="+mn-ea"/>
                <a:cs typeface="+mn-cs"/>
              </a:rPr>
              <a:t>Epic -2</a:t>
            </a:r>
          </a:p>
        </p:txBody>
      </p:sp>
      <p:sp>
        <p:nvSpPr>
          <p:cNvPr id="229" name="Rectangle: Rounded Corners 228">
            <a:extLst>
              <a:ext uri="{FF2B5EF4-FFF2-40B4-BE49-F238E27FC236}">
                <a16:creationId xmlns:a16="http://schemas.microsoft.com/office/drawing/2014/main" id="{67BA1388-0ABB-44E7-9206-4D4248B572CA}"/>
              </a:ext>
            </a:extLst>
          </p:cNvPr>
          <p:cNvSpPr/>
          <p:nvPr/>
        </p:nvSpPr>
        <p:spPr>
          <a:xfrm>
            <a:off x="2370270" y="5008816"/>
            <a:ext cx="727724" cy="153739"/>
          </a:xfrm>
          <a:prstGeom prst="roundRect">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solidFill>
                <a:effectLst/>
                <a:uLnTx/>
                <a:uFillTx/>
                <a:latin typeface="Calibri" panose="020F0502020204030204"/>
                <a:ea typeface="+mn-ea"/>
                <a:cs typeface="+mn-cs"/>
              </a:rPr>
              <a:t>Story 3</a:t>
            </a:r>
          </a:p>
        </p:txBody>
      </p:sp>
      <p:sp>
        <p:nvSpPr>
          <p:cNvPr id="230" name="Rectangle: Rounded Corners 229">
            <a:extLst>
              <a:ext uri="{FF2B5EF4-FFF2-40B4-BE49-F238E27FC236}">
                <a16:creationId xmlns:a16="http://schemas.microsoft.com/office/drawing/2014/main" id="{DC0D13B0-5661-4FE6-864F-C4699592632B}"/>
              </a:ext>
            </a:extLst>
          </p:cNvPr>
          <p:cNvSpPr/>
          <p:nvPr/>
        </p:nvSpPr>
        <p:spPr>
          <a:xfrm>
            <a:off x="2370270" y="5235020"/>
            <a:ext cx="727724" cy="153739"/>
          </a:xfrm>
          <a:prstGeom prst="roundRect">
            <a:avLst/>
          </a:prstGeom>
          <a:solidFill>
            <a:srgbClr val="44546A">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Calibri" panose="020F0502020204030204"/>
                <a:ea typeface="+mn-ea"/>
                <a:cs typeface="+mn-cs"/>
              </a:rPr>
              <a:t>Story 12</a:t>
            </a:r>
          </a:p>
        </p:txBody>
      </p:sp>
      <p:sp>
        <p:nvSpPr>
          <p:cNvPr id="232" name="Rectangle: Rounded Corners 231">
            <a:extLst>
              <a:ext uri="{FF2B5EF4-FFF2-40B4-BE49-F238E27FC236}">
                <a16:creationId xmlns:a16="http://schemas.microsoft.com/office/drawing/2014/main" id="{519CA352-A675-4E44-886F-D3AC8DD5FDDF}"/>
              </a:ext>
            </a:extLst>
          </p:cNvPr>
          <p:cNvSpPr/>
          <p:nvPr/>
        </p:nvSpPr>
        <p:spPr>
          <a:xfrm>
            <a:off x="1724218" y="5481252"/>
            <a:ext cx="1090555" cy="225524"/>
          </a:xfrm>
          <a:prstGeom prst="roundRect">
            <a:avLst/>
          </a:prstGeom>
          <a:solidFill>
            <a:schemeClr val="accent1"/>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prstClr val="white"/>
                </a:solidFill>
                <a:effectLst/>
                <a:uLnTx/>
                <a:uFillTx/>
                <a:latin typeface="Calibri" panose="020F0502020204030204"/>
                <a:ea typeface="+mn-ea"/>
                <a:cs typeface="+mn-cs"/>
              </a:rPr>
              <a:t>Epic -3</a:t>
            </a:r>
          </a:p>
        </p:txBody>
      </p:sp>
      <p:sp>
        <p:nvSpPr>
          <p:cNvPr id="237" name="Rectangle: Rounded Corners 236">
            <a:extLst>
              <a:ext uri="{FF2B5EF4-FFF2-40B4-BE49-F238E27FC236}">
                <a16:creationId xmlns:a16="http://schemas.microsoft.com/office/drawing/2014/main" id="{C417B5C9-935A-463C-A199-4A2CE7E3BF0D}"/>
              </a:ext>
            </a:extLst>
          </p:cNvPr>
          <p:cNvSpPr/>
          <p:nvPr/>
        </p:nvSpPr>
        <p:spPr>
          <a:xfrm>
            <a:off x="2384181" y="5798032"/>
            <a:ext cx="710524" cy="153739"/>
          </a:xfrm>
          <a:prstGeom prst="roundRect">
            <a:avLst/>
          </a:prstGeom>
          <a:solidFill>
            <a:srgbClr val="00B0F0"/>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Calibri" panose="020F0502020204030204"/>
                <a:ea typeface="+mn-ea"/>
                <a:cs typeface="+mn-cs"/>
              </a:rPr>
              <a:t>Story 7</a:t>
            </a:r>
          </a:p>
        </p:txBody>
      </p:sp>
      <p:sp>
        <p:nvSpPr>
          <p:cNvPr id="238" name="Rectangle: Rounded Corners 237">
            <a:extLst>
              <a:ext uri="{FF2B5EF4-FFF2-40B4-BE49-F238E27FC236}">
                <a16:creationId xmlns:a16="http://schemas.microsoft.com/office/drawing/2014/main" id="{10708849-ADA0-4873-933E-106BDC4B327B}"/>
              </a:ext>
            </a:extLst>
          </p:cNvPr>
          <p:cNvSpPr/>
          <p:nvPr/>
        </p:nvSpPr>
        <p:spPr>
          <a:xfrm>
            <a:off x="2384181" y="6013087"/>
            <a:ext cx="710524" cy="153739"/>
          </a:xfrm>
          <a:prstGeom prst="roundRect">
            <a:avLst/>
          </a:prstGeom>
          <a:solidFill>
            <a:srgbClr val="44546A">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Calibri" panose="020F0502020204030204"/>
                <a:ea typeface="+mn-ea"/>
                <a:cs typeface="+mn-cs"/>
              </a:rPr>
              <a:t>Story 9</a:t>
            </a:r>
          </a:p>
        </p:txBody>
      </p:sp>
      <p:sp>
        <p:nvSpPr>
          <p:cNvPr id="239" name="Right Brace 238">
            <a:extLst>
              <a:ext uri="{FF2B5EF4-FFF2-40B4-BE49-F238E27FC236}">
                <a16:creationId xmlns:a16="http://schemas.microsoft.com/office/drawing/2014/main" id="{6A779F83-828E-41CA-9BE0-FBCF279D904E}"/>
              </a:ext>
            </a:extLst>
          </p:cNvPr>
          <p:cNvSpPr/>
          <p:nvPr/>
        </p:nvSpPr>
        <p:spPr>
          <a:xfrm>
            <a:off x="2954117" y="3273965"/>
            <a:ext cx="676949" cy="2839616"/>
          </a:xfrm>
          <a:prstGeom prst="rightBrace">
            <a:avLst>
              <a:gd name="adj1" fmla="val 8333"/>
              <a:gd name="adj2" fmla="val 48099"/>
            </a:avLst>
          </a:prstGeom>
          <a:noFill/>
          <a:ln w="6350" cap="flat" cmpd="sng" algn="ctr">
            <a:solidFill>
              <a:srgbClr val="4472C4"/>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Calibri" panose="020F0502020204030204"/>
              <a:ea typeface="+mn-ea"/>
              <a:cs typeface="+mn-cs"/>
            </a:endParaRPr>
          </a:p>
        </p:txBody>
      </p:sp>
      <p:grpSp>
        <p:nvGrpSpPr>
          <p:cNvPr id="240" name="Group 239">
            <a:extLst>
              <a:ext uri="{FF2B5EF4-FFF2-40B4-BE49-F238E27FC236}">
                <a16:creationId xmlns:a16="http://schemas.microsoft.com/office/drawing/2014/main" id="{0AD6B8E0-7A48-43B0-A78D-E2BA87395289}"/>
              </a:ext>
            </a:extLst>
          </p:cNvPr>
          <p:cNvGrpSpPr/>
          <p:nvPr/>
        </p:nvGrpSpPr>
        <p:grpSpPr>
          <a:xfrm>
            <a:off x="4009144" y="3618679"/>
            <a:ext cx="1621912" cy="2319870"/>
            <a:chOff x="1967642" y="2051076"/>
            <a:chExt cx="2039611" cy="2532768"/>
          </a:xfrm>
        </p:grpSpPr>
        <p:sp>
          <p:nvSpPr>
            <p:cNvPr id="241" name="Rectangle: Rounded Corners 240">
              <a:extLst>
                <a:ext uri="{FF2B5EF4-FFF2-40B4-BE49-F238E27FC236}">
                  <a16:creationId xmlns:a16="http://schemas.microsoft.com/office/drawing/2014/main" id="{138E8F1A-0139-426E-A7F2-A0FDD7E185A0}"/>
                </a:ext>
              </a:extLst>
            </p:cNvPr>
            <p:cNvSpPr/>
            <p:nvPr/>
          </p:nvSpPr>
          <p:spPr>
            <a:xfrm>
              <a:off x="1978427" y="2051076"/>
              <a:ext cx="2028826" cy="167848"/>
            </a:xfrm>
            <a:prstGeom prst="roundRect">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solidFill>
                  <a:effectLst/>
                  <a:uLnTx/>
                  <a:uFillTx/>
                  <a:latin typeface="Calibri" panose="020F0502020204030204"/>
                  <a:ea typeface="+mn-ea"/>
                  <a:cs typeface="+mn-cs"/>
                </a:rPr>
                <a:t>Story 1</a:t>
              </a:r>
            </a:p>
          </p:txBody>
        </p:sp>
        <p:sp>
          <p:nvSpPr>
            <p:cNvPr id="242" name="Rectangle: Rounded Corners 241">
              <a:extLst>
                <a:ext uri="{FF2B5EF4-FFF2-40B4-BE49-F238E27FC236}">
                  <a16:creationId xmlns:a16="http://schemas.microsoft.com/office/drawing/2014/main" id="{E39A69E4-FCBE-4FC5-B2B3-A67FC08DD9C9}"/>
                </a:ext>
              </a:extLst>
            </p:cNvPr>
            <p:cNvSpPr/>
            <p:nvPr/>
          </p:nvSpPr>
          <p:spPr>
            <a:xfrm>
              <a:off x="1978427" y="2266131"/>
              <a:ext cx="2028826" cy="167848"/>
            </a:xfrm>
            <a:prstGeom prst="roundRect">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solidFill>
                  <a:effectLst/>
                  <a:uLnTx/>
                  <a:uFillTx/>
                  <a:latin typeface="Calibri" panose="020F0502020204030204"/>
                  <a:ea typeface="+mn-ea"/>
                  <a:cs typeface="+mn-cs"/>
                </a:rPr>
                <a:t>Story 2</a:t>
              </a:r>
            </a:p>
          </p:txBody>
        </p:sp>
        <p:sp>
          <p:nvSpPr>
            <p:cNvPr id="243" name="Rectangle: Rounded Corners 242">
              <a:extLst>
                <a:ext uri="{FF2B5EF4-FFF2-40B4-BE49-F238E27FC236}">
                  <a16:creationId xmlns:a16="http://schemas.microsoft.com/office/drawing/2014/main" id="{5312251F-359C-4471-A9B9-1E32BD9C830C}"/>
                </a:ext>
              </a:extLst>
            </p:cNvPr>
            <p:cNvSpPr/>
            <p:nvPr/>
          </p:nvSpPr>
          <p:spPr>
            <a:xfrm>
              <a:off x="1978427" y="2481185"/>
              <a:ext cx="2028826" cy="167848"/>
            </a:xfrm>
            <a:prstGeom prst="roundRect">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solidFill>
                  <a:effectLst/>
                  <a:uLnTx/>
                  <a:uFillTx/>
                  <a:latin typeface="Calibri" panose="020F0502020204030204"/>
                  <a:ea typeface="+mn-ea"/>
                  <a:cs typeface="+mn-cs"/>
                </a:rPr>
                <a:t>Story 3</a:t>
              </a:r>
            </a:p>
          </p:txBody>
        </p:sp>
        <p:sp>
          <p:nvSpPr>
            <p:cNvPr id="244" name="Rectangle: Rounded Corners 243">
              <a:extLst>
                <a:ext uri="{FF2B5EF4-FFF2-40B4-BE49-F238E27FC236}">
                  <a16:creationId xmlns:a16="http://schemas.microsoft.com/office/drawing/2014/main" id="{871A043A-9274-4590-AA8B-FE64F0CE1862}"/>
                </a:ext>
              </a:extLst>
            </p:cNvPr>
            <p:cNvSpPr/>
            <p:nvPr/>
          </p:nvSpPr>
          <p:spPr>
            <a:xfrm>
              <a:off x="1978427" y="2696240"/>
              <a:ext cx="2028826" cy="167848"/>
            </a:xfrm>
            <a:prstGeom prst="roundRect">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solidFill>
                  <a:effectLst/>
                  <a:uLnTx/>
                  <a:uFillTx/>
                  <a:latin typeface="Calibri" panose="020F0502020204030204"/>
                  <a:ea typeface="+mn-ea"/>
                  <a:cs typeface="+mn-cs"/>
                </a:rPr>
                <a:t>Story 4</a:t>
              </a:r>
            </a:p>
          </p:txBody>
        </p:sp>
        <p:sp>
          <p:nvSpPr>
            <p:cNvPr id="245" name="Rectangle: Rounded Corners 244">
              <a:extLst>
                <a:ext uri="{FF2B5EF4-FFF2-40B4-BE49-F238E27FC236}">
                  <a16:creationId xmlns:a16="http://schemas.microsoft.com/office/drawing/2014/main" id="{586EB172-F3DA-4CD5-8806-4B544FE2D007}"/>
                </a:ext>
              </a:extLst>
            </p:cNvPr>
            <p:cNvSpPr/>
            <p:nvPr/>
          </p:nvSpPr>
          <p:spPr>
            <a:xfrm>
              <a:off x="1978427" y="2911295"/>
              <a:ext cx="2028826" cy="167848"/>
            </a:xfrm>
            <a:prstGeom prst="roundRect">
              <a:avLst/>
            </a:prstGeom>
            <a:solidFill>
              <a:srgbClr val="00B0F0"/>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Calibri" panose="020F0502020204030204"/>
                  <a:ea typeface="+mn-ea"/>
                  <a:cs typeface="+mn-cs"/>
                </a:rPr>
                <a:t>Story 5</a:t>
              </a:r>
            </a:p>
          </p:txBody>
        </p:sp>
        <p:sp>
          <p:nvSpPr>
            <p:cNvPr id="248" name="Rectangle: Rounded Corners 247">
              <a:extLst>
                <a:ext uri="{FF2B5EF4-FFF2-40B4-BE49-F238E27FC236}">
                  <a16:creationId xmlns:a16="http://schemas.microsoft.com/office/drawing/2014/main" id="{76C6BFE3-AE65-4B86-B01E-7BBCACAD528C}"/>
                </a:ext>
              </a:extLst>
            </p:cNvPr>
            <p:cNvSpPr/>
            <p:nvPr/>
          </p:nvSpPr>
          <p:spPr>
            <a:xfrm>
              <a:off x="1967642" y="3770832"/>
              <a:ext cx="2028826" cy="167848"/>
            </a:xfrm>
            <a:prstGeom prst="roundRect">
              <a:avLst/>
            </a:prstGeom>
            <a:solidFill>
              <a:srgbClr val="44546A">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Calibri" panose="020F0502020204030204"/>
                  <a:ea typeface="+mn-ea"/>
                  <a:cs typeface="+mn-cs"/>
                </a:rPr>
                <a:t>Story 9</a:t>
              </a:r>
            </a:p>
          </p:txBody>
        </p:sp>
        <p:sp>
          <p:nvSpPr>
            <p:cNvPr id="249" name="Rectangle: Rounded Corners 248">
              <a:extLst>
                <a:ext uri="{FF2B5EF4-FFF2-40B4-BE49-F238E27FC236}">
                  <a16:creationId xmlns:a16="http://schemas.microsoft.com/office/drawing/2014/main" id="{04883E63-66B7-4FD4-A695-B28076A76DD5}"/>
                </a:ext>
              </a:extLst>
            </p:cNvPr>
            <p:cNvSpPr/>
            <p:nvPr/>
          </p:nvSpPr>
          <p:spPr>
            <a:xfrm>
              <a:off x="1978427" y="3126350"/>
              <a:ext cx="2028826" cy="167848"/>
            </a:xfrm>
            <a:prstGeom prst="roundRect">
              <a:avLst/>
            </a:prstGeom>
            <a:solidFill>
              <a:srgbClr val="00B0F0"/>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Calibri" panose="020F0502020204030204"/>
                  <a:ea typeface="+mn-ea"/>
                  <a:cs typeface="+mn-cs"/>
                </a:rPr>
                <a:t>Story 6</a:t>
              </a:r>
            </a:p>
          </p:txBody>
        </p:sp>
        <p:sp>
          <p:nvSpPr>
            <p:cNvPr id="250" name="Rectangle: Rounded Corners 249">
              <a:extLst>
                <a:ext uri="{FF2B5EF4-FFF2-40B4-BE49-F238E27FC236}">
                  <a16:creationId xmlns:a16="http://schemas.microsoft.com/office/drawing/2014/main" id="{C6B17C27-70E4-47B4-8E63-369A14BA91B7}"/>
                </a:ext>
              </a:extLst>
            </p:cNvPr>
            <p:cNvSpPr/>
            <p:nvPr/>
          </p:nvSpPr>
          <p:spPr>
            <a:xfrm>
              <a:off x="1978427" y="3341405"/>
              <a:ext cx="2028826" cy="167848"/>
            </a:xfrm>
            <a:prstGeom prst="roundRect">
              <a:avLst/>
            </a:prstGeom>
            <a:solidFill>
              <a:srgbClr val="00B0F0"/>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Calibri" panose="020F0502020204030204"/>
                  <a:ea typeface="+mn-ea"/>
                  <a:cs typeface="+mn-cs"/>
                </a:rPr>
                <a:t>Story 7</a:t>
              </a:r>
            </a:p>
          </p:txBody>
        </p:sp>
        <p:sp>
          <p:nvSpPr>
            <p:cNvPr id="251" name="Rectangle: Rounded Corners 250">
              <a:extLst>
                <a:ext uri="{FF2B5EF4-FFF2-40B4-BE49-F238E27FC236}">
                  <a16:creationId xmlns:a16="http://schemas.microsoft.com/office/drawing/2014/main" id="{2EAD6ACC-4913-45F0-BD0C-CA7D01935515}"/>
                </a:ext>
              </a:extLst>
            </p:cNvPr>
            <p:cNvSpPr/>
            <p:nvPr/>
          </p:nvSpPr>
          <p:spPr>
            <a:xfrm>
              <a:off x="1978427" y="3556460"/>
              <a:ext cx="2028826" cy="167848"/>
            </a:xfrm>
            <a:prstGeom prst="roundRect">
              <a:avLst/>
            </a:prstGeom>
            <a:solidFill>
              <a:srgbClr val="00B0F0"/>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Calibri" panose="020F0502020204030204"/>
                  <a:ea typeface="+mn-ea"/>
                  <a:cs typeface="+mn-cs"/>
                </a:rPr>
                <a:t>Story 8</a:t>
              </a:r>
            </a:p>
          </p:txBody>
        </p:sp>
        <p:sp>
          <p:nvSpPr>
            <p:cNvPr id="254" name="Rectangle: Rounded Corners 253">
              <a:extLst>
                <a:ext uri="{FF2B5EF4-FFF2-40B4-BE49-F238E27FC236}">
                  <a16:creationId xmlns:a16="http://schemas.microsoft.com/office/drawing/2014/main" id="{54782BFA-9389-4B06-B613-773D7BE4F9D4}"/>
                </a:ext>
              </a:extLst>
            </p:cNvPr>
            <p:cNvSpPr/>
            <p:nvPr/>
          </p:nvSpPr>
          <p:spPr>
            <a:xfrm>
              <a:off x="1967642" y="3985887"/>
              <a:ext cx="2028826" cy="167848"/>
            </a:xfrm>
            <a:prstGeom prst="roundRect">
              <a:avLst/>
            </a:prstGeom>
            <a:solidFill>
              <a:srgbClr val="44546A">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Calibri" panose="020F0502020204030204"/>
                  <a:ea typeface="+mn-ea"/>
                  <a:cs typeface="+mn-cs"/>
                </a:rPr>
                <a:t>Story 10</a:t>
              </a:r>
            </a:p>
          </p:txBody>
        </p:sp>
        <p:sp>
          <p:nvSpPr>
            <p:cNvPr id="255" name="Rectangle: Rounded Corners 254">
              <a:extLst>
                <a:ext uri="{FF2B5EF4-FFF2-40B4-BE49-F238E27FC236}">
                  <a16:creationId xmlns:a16="http://schemas.microsoft.com/office/drawing/2014/main" id="{69ED4D2F-1DC6-434B-A001-EA76D5A2229E}"/>
                </a:ext>
              </a:extLst>
            </p:cNvPr>
            <p:cNvSpPr/>
            <p:nvPr/>
          </p:nvSpPr>
          <p:spPr>
            <a:xfrm>
              <a:off x="1967642" y="4200942"/>
              <a:ext cx="2028826" cy="167848"/>
            </a:xfrm>
            <a:prstGeom prst="roundRect">
              <a:avLst/>
            </a:prstGeom>
            <a:solidFill>
              <a:srgbClr val="44546A">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Calibri" panose="020F0502020204030204"/>
                  <a:ea typeface="+mn-ea"/>
                  <a:cs typeface="+mn-cs"/>
                </a:rPr>
                <a:t>Story 11</a:t>
              </a:r>
            </a:p>
          </p:txBody>
        </p:sp>
        <p:sp>
          <p:nvSpPr>
            <p:cNvPr id="256" name="Rectangle: Rounded Corners 255">
              <a:extLst>
                <a:ext uri="{FF2B5EF4-FFF2-40B4-BE49-F238E27FC236}">
                  <a16:creationId xmlns:a16="http://schemas.microsoft.com/office/drawing/2014/main" id="{EE4BB7A1-FAD5-4868-98BA-189B7AE123E9}"/>
                </a:ext>
              </a:extLst>
            </p:cNvPr>
            <p:cNvSpPr/>
            <p:nvPr/>
          </p:nvSpPr>
          <p:spPr>
            <a:xfrm>
              <a:off x="1967642" y="4415996"/>
              <a:ext cx="2028826" cy="167848"/>
            </a:xfrm>
            <a:prstGeom prst="roundRect">
              <a:avLst/>
            </a:prstGeom>
            <a:solidFill>
              <a:srgbClr val="44546A">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Calibri" panose="020F0502020204030204"/>
                  <a:ea typeface="+mn-ea"/>
                  <a:cs typeface="+mn-cs"/>
                </a:rPr>
                <a:t>Story 12</a:t>
              </a:r>
            </a:p>
          </p:txBody>
        </p:sp>
      </p:grpSp>
      <p:sp>
        <p:nvSpPr>
          <p:cNvPr id="264" name="TextBox 263">
            <a:extLst>
              <a:ext uri="{FF2B5EF4-FFF2-40B4-BE49-F238E27FC236}">
                <a16:creationId xmlns:a16="http://schemas.microsoft.com/office/drawing/2014/main" id="{F21D69F0-AB89-480F-BC08-EF71560BFB83}"/>
              </a:ext>
            </a:extLst>
          </p:cNvPr>
          <p:cNvSpPr txBox="1"/>
          <p:nvPr/>
        </p:nvSpPr>
        <p:spPr>
          <a:xfrm>
            <a:off x="6927917" y="4205889"/>
            <a:ext cx="2351797"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4472C4">
                    <a:lumMod val="50000"/>
                  </a:srgbClr>
                </a:solidFill>
                <a:effectLst/>
                <a:uLnTx/>
                <a:uFillTx/>
                <a:latin typeface="Calibri" panose="020F0502020204030204"/>
                <a:ea typeface="+mn-ea"/>
                <a:cs typeface="+mn-cs"/>
              </a:rPr>
              <a:t>Billing Project</a:t>
            </a:r>
          </a:p>
        </p:txBody>
      </p:sp>
      <p:sp>
        <p:nvSpPr>
          <p:cNvPr id="266" name="TextBox 265">
            <a:extLst>
              <a:ext uri="{FF2B5EF4-FFF2-40B4-BE49-F238E27FC236}">
                <a16:creationId xmlns:a16="http://schemas.microsoft.com/office/drawing/2014/main" id="{939BC84F-4B82-460E-B4EE-58F17B18532C}"/>
              </a:ext>
            </a:extLst>
          </p:cNvPr>
          <p:cNvSpPr txBox="1"/>
          <p:nvPr/>
        </p:nvSpPr>
        <p:spPr>
          <a:xfrm>
            <a:off x="7215115" y="5366863"/>
            <a:ext cx="1627175"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4472C4">
                    <a:lumMod val="50000"/>
                  </a:srgbClr>
                </a:solidFill>
                <a:effectLst/>
                <a:uLnTx/>
                <a:uFillTx/>
                <a:latin typeface="Calibri" panose="020F0502020204030204"/>
                <a:ea typeface="+mn-ea"/>
                <a:cs typeface="+mn-cs"/>
              </a:rPr>
              <a:t>Integration Project</a:t>
            </a:r>
          </a:p>
        </p:txBody>
      </p:sp>
      <p:grpSp>
        <p:nvGrpSpPr>
          <p:cNvPr id="267" name="Group 266">
            <a:extLst>
              <a:ext uri="{FF2B5EF4-FFF2-40B4-BE49-F238E27FC236}">
                <a16:creationId xmlns:a16="http://schemas.microsoft.com/office/drawing/2014/main" id="{97F9C9C9-C0DF-4534-B3E3-F481AEF20307}"/>
              </a:ext>
            </a:extLst>
          </p:cNvPr>
          <p:cNvGrpSpPr/>
          <p:nvPr/>
        </p:nvGrpSpPr>
        <p:grpSpPr>
          <a:xfrm>
            <a:off x="7135984" y="3312182"/>
            <a:ext cx="1721090" cy="732550"/>
            <a:chOff x="7100887" y="1292859"/>
            <a:chExt cx="2028826" cy="813012"/>
          </a:xfrm>
        </p:grpSpPr>
        <p:sp>
          <p:nvSpPr>
            <p:cNvPr id="314" name="Rectangle: Rounded Corners 313">
              <a:extLst>
                <a:ext uri="{FF2B5EF4-FFF2-40B4-BE49-F238E27FC236}">
                  <a16:creationId xmlns:a16="http://schemas.microsoft.com/office/drawing/2014/main" id="{521AAD54-27DA-4C15-9910-855F1E30CEDD}"/>
                </a:ext>
              </a:extLst>
            </p:cNvPr>
            <p:cNvSpPr/>
            <p:nvPr/>
          </p:nvSpPr>
          <p:spPr>
            <a:xfrm>
              <a:off x="7100887" y="1292859"/>
              <a:ext cx="2028826" cy="167848"/>
            </a:xfrm>
            <a:prstGeom prst="roundRect">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solidFill>
                  <a:effectLst/>
                  <a:uLnTx/>
                  <a:uFillTx/>
                  <a:latin typeface="Calibri" panose="020F0502020204030204"/>
                  <a:ea typeface="+mn-ea"/>
                  <a:cs typeface="+mn-cs"/>
                </a:rPr>
                <a:t>Story 1</a:t>
              </a:r>
            </a:p>
          </p:txBody>
        </p:sp>
        <p:sp>
          <p:nvSpPr>
            <p:cNvPr id="315" name="Rectangle: Rounded Corners 314">
              <a:extLst>
                <a:ext uri="{FF2B5EF4-FFF2-40B4-BE49-F238E27FC236}">
                  <a16:creationId xmlns:a16="http://schemas.microsoft.com/office/drawing/2014/main" id="{5F99CAE8-65DA-4E5C-8268-AFF44C71A603}"/>
                </a:ext>
              </a:extLst>
            </p:cNvPr>
            <p:cNvSpPr/>
            <p:nvPr/>
          </p:nvSpPr>
          <p:spPr>
            <a:xfrm>
              <a:off x="7100887" y="1507914"/>
              <a:ext cx="2028826" cy="167848"/>
            </a:xfrm>
            <a:prstGeom prst="roundRect">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solidFill>
                  <a:effectLst/>
                  <a:uLnTx/>
                  <a:uFillTx/>
                  <a:latin typeface="Calibri" panose="020F0502020204030204"/>
                  <a:ea typeface="+mn-ea"/>
                  <a:cs typeface="+mn-cs"/>
                </a:rPr>
                <a:t>Story 2</a:t>
              </a:r>
            </a:p>
          </p:txBody>
        </p:sp>
        <p:sp>
          <p:nvSpPr>
            <p:cNvPr id="316" name="Rectangle: Rounded Corners 315">
              <a:extLst>
                <a:ext uri="{FF2B5EF4-FFF2-40B4-BE49-F238E27FC236}">
                  <a16:creationId xmlns:a16="http://schemas.microsoft.com/office/drawing/2014/main" id="{24929EAE-ED47-4320-B1FD-0010313CA78C}"/>
                </a:ext>
              </a:extLst>
            </p:cNvPr>
            <p:cNvSpPr/>
            <p:nvPr/>
          </p:nvSpPr>
          <p:spPr>
            <a:xfrm>
              <a:off x="7100887" y="1722968"/>
              <a:ext cx="2028826" cy="167848"/>
            </a:xfrm>
            <a:prstGeom prst="roundRect">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solidFill>
                  <a:effectLst/>
                  <a:uLnTx/>
                  <a:uFillTx/>
                  <a:latin typeface="Calibri" panose="020F0502020204030204"/>
                  <a:ea typeface="+mn-ea"/>
                  <a:cs typeface="+mn-cs"/>
                </a:rPr>
                <a:t>Story 3</a:t>
              </a:r>
            </a:p>
          </p:txBody>
        </p:sp>
        <p:sp>
          <p:nvSpPr>
            <p:cNvPr id="317" name="Rectangle: Rounded Corners 316">
              <a:extLst>
                <a:ext uri="{FF2B5EF4-FFF2-40B4-BE49-F238E27FC236}">
                  <a16:creationId xmlns:a16="http://schemas.microsoft.com/office/drawing/2014/main" id="{E0F49AF5-8080-4F33-856E-46607E8770B4}"/>
                </a:ext>
              </a:extLst>
            </p:cNvPr>
            <p:cNvSpPr/>
            <p:nvPr/>
          </p:nvSpPr>
          <p:spPr>
            <a:xfrm>
              <a:off x="7100887" y="1938023"/>
              <a:ext cx="2028826" cy="167848"/>
            </a:xfrm>
            <a:prstGeom prst="roundRect">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solidFill>
                  <a:effectLst/>
                  <a:uLnTx/>
                  <a:uFillTx/>
                  <a:latin typeface="Calibri" panose="020F0502020204030204"/>
                  <a:ea typeface="+mn-ea"/>
                  <a:cs typeface="+mn-cs"/>
                </a:rPr>
                <a:t>Story 4</a:t>
              </a:r>
            </a:p>
          </p:txBody>
        </p:sp>
      </p:grpSp>
      <p:grpSp>
        <p:nvGrpSpPr>
          <p:cNvPr id="268" name="Group 267">
            <a:extLst>
              <a:ext uri="{FF2B5EF4-FFF2-40B4-BE49-F238E27FC236}">
                <a16:creationId xmlns:a16="http://schemas.microsoft.com/office/drawing/2014/main" id="{4B8EDD88-008B-47EE-9EAD-C6E2A9CB192E}"/>
              </a:ext>
            </a:extLst>
          </p:cNvPr>
          <p:cNvGrpSpPr/>
          <p:nvPr/>
        </p:nvGrpSpPr>
        <p:grpSpPr>
          <a:xfrm>
            <a:off x="7135983" y="4529764"/>
            <a:ext cx="1721090" cy="725963"/>
            <a:chOff x="5081587" y="2661763"/>
            <a:chExt cx="2028826" cy="813013"/>
          </a:xfrm>
        </p:grpSpPr>
        <p:sp>
          <p:nvSpPr>
            <p:cNvPr id="310" name="Rectangle: Rounded Corners 309">
              <a:extLst>
                <a:ext uri="{FF2B5EF4-FFF2-40B4-BE49-F238E27FC236}">
                  <a16:creationId xmlns:a16="http://schemas.microsoft.com/office/drawing/2014/main" id="{2FD3BB6C-A66D-4860-859B-53E965DBB2E9}"/>
                </a:ext>
              </a:extLst>
            </p:cNvPr>
            <p:cNvSpPr/>
            <p:nvPr/>
          </p:nvSpPr>
          <p:spPr>
            <a:xfrm>
              <a:off x="5081587" y="2661763"/>
              <a:ext cx="2028826" cy="167848"/>
            </a:xfrm>
            <a:prstGeom prst="roundRect">
              <a:avLst/>
            </a:prstGeom>
            <a:solidFill>
              <a:srgbClr val="00B0F0"/>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Calibri" panose="020F0502020204030204"/>
                  <a:ea typeface="+mn-ea"/>
                  <a:cs typeface="+mn-cs"/>
                </a:rPr>
                <a:t>Story 5</a:t>
              </a:r>
            </a:p>
          </p:txBody>
        </p:sp>
        <p:sp>
          <p:nvSpPr>
            <p:cNvPr id="311" name="Rectangle: Rounded Corners 310">
              <a:extLst>
                <a:ext uri="{FF2B5EF4-FFF2-40B4-BE49-F238E27FC236}">
                  <a16:creationId xmlns:a16="http://schemas.microsoft.com/office/drawing/2014/main" id="{5E694002-3944-40B7-85C4-1AD35BBF59DF}"/>
                </a:ext>
              </a:extLst>
            </p:cNvPr>
            <p:cNvSpPr/>
            <p:nvPr/>
          </p:nvSpPr>
          <p:spPr>
            <a:xfrm>
              <a:off x="5081587" y="2876818"/>
              <a:ext cx="2028826" cy="167848"/>
            </a:xfrm>
            <a:prstGeom prst="roundRect">
              <a:avLst/>
            </a:prstGeom>
            <a:solidFill>
              <a:srgbClr val="00B0F0"/>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Calibri" panose="020F0502020204030204"/>
                  <a:ea typeface="+mn-ea"/>
                  <a:cs typeface="+mn-cs"/>
                </a:rPr>
                <a:t>Story 6</a:t>
              </a:r>
            </a:p>
          </p:txBody>
        </p:sp>
        <p:sp>
          <p:nvSpPr>
            <p:cNvPr id="312" name="Rectangle: Rounded Corners 311">
              <a:extLst>
                <a:ext uri="{FF2B5EF4-FFF2-40B4-BE49-F238E27FC236}">
                  <a16:creationId xmlns:a16="http://schemas.microsoft.com/office/drawing/2014/main" id="{1D4144D9-1586-4B22-A68E-D03B66C72D3B}"/>
                </a:ext>
              </a:extLst>
            </p:cNvPr>
            <p:cNvSpPr/>
            <p:nvPr/>
          </p:nvSpPr>
          <p:spPr>
            <a:xfrm>
              <a:off x="5081587" y="3091873"/>
              <a:ext cx="2028826" cy="167848"/>
            </a:xfrm>
            <a:prstGeom prst="roundRect">
              <a:avLst/>
            </a:prstGeom>
            <a:solidFill>
              <a:srgbClr val="00B0F0"/>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Calibri" panose="020F0502020204030204"/>
                  <a:ea typeface="+mn-ea"/>
                  <a:cs typeface="+mn-cs"/>
                </a:rPr>
                <a:t>Story 7</a:t>
              </a:r>
            </a:p>
          </p:txBody>
        </p:sp>
        <p:sp>
          <p:nvSpPr>
            <p:cNvPr id="313" name="Rectangle: Rounded Corners 312">
              <a:extLst>
                <a:ext uri="{FF2B5EF4-FFF2-40B4-BE49-F238E27FC236}">
                  <a16:creationId xmlns:a16="http://schemas.microsoft.com/office/drawing/2014/main" id="{EFF52E1C-3305-46BE-8724-3FF8D73806A9}"/>
                </a:ext>
              </a:extLst>
            </p:cNvPr>
            <p:cNvSpPr/>
            <p:nvPr/>
          </p:nvSpPr>
          <p:spPr>
            <a:xfrm>
              <a:off x="5081587" y="3306928"/>
              <a:ext cx="2028826" cy="167848"/>
            </a:xfrm>
            <a:prstGeom prst="roundRect">
              <a:avLst/>
            </a:prstGeom>
            <a:solidFill>
              <a:srgbClr val="00B0F0"/>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Calibri" panose="020F0502020204030204"/>
                  <a:ea typeface="+mn-ea"/>
                  <a:cs typeface="+mn-cs"/>
                </a:rPr>
                <a:t>Story 8</a:t>
              </a:r>
            </a:p>
          </p:txBody>
        </p:sp>
      </p:grpSp>
      <p:grpSp>
        <p:nvGrpSpPr>
          <p:cNvPr id="270" name="Group 269">
            <a:extLst>
              <a:ext uri="{FF2B5EF4-FFF2-40B4-BE49-F238E27FC236}">
                <a16:creationId xmlns:a16="http://schemas.microsoft.com/office/drawing/2014/main" id="{CCE85377-FE3C-4168-9101-18D00085ED1D}"/>
              </a:ext>
            </a:extLst>
          </p:cNvPr>
          <p:cNvGrpSpPr/>
          <p:nvPr/>
        </p:nvGrpSpPr>
        <p:grpSpPr>
          <a:xfrm>
            <a:off x="7180003" y="5615645"/>
            <a:ext cx="1715768" cy="666011"/>
            <a:chOff x="7386636" y="5688226"/>
            <a:chExt cx="2028826" cy="813012"/>
          </a:xfrm>
        </p:grpSpPr>
        <p:sp>
          <p:nvSpPr>
            <p:cNvPr id="302" name="Rectangle: Rounded Corners 301">
              <a:extLst>
                <a:ext uri="{FF2B5EF4-FFF2-40B4-BE49-F238E27FC236}">
                  <a16:creationId xmlns:a16="http://schemas.microsoft.com/office/drawing/2014/main" id="{85C8ACCE-F154-453E-B0E3-F6B3580C2B59}"/>
                </a:ext>
              </a:extLst>
            </p:cNvPr>
            <p:cNvSpPr/>
            <p:nvPr/>
          </p:nvSpPr>
          <p:spPr>
            <a:xfrm>
              <a:off x="7386636" y="5688226"/>
              <a:ext cx="2028826" cy="167848"/>
            </a:xfrm>
            <a:prstGeom prst="roundRect">
              <a:avLst/>
            </a:prstGeom>
            <a:solidFill>
              <a:srgbClr val="44546A">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Calibri" panose="020F0502020204030204"/>
                  <a:ea typeface="+mn-ea"/>
                  <a:cs typeface="+mn-cs"/>
                </a:rPr>
                <a:t>Story 9</a:t>
              </a:r>
            </a:p>
          </p:txBody>
        </p:sp>
        <p:sp>
          <p:nvSpPr>
            <p:cNvPr id="303" name="Rectangle: Rounded Corners 302">
              <a:extLst>
                <a:ext uri="{FF2B5EF4-FFF2-40B4-BE49-F238E27FC236}">
                  <a16:creationId xmlns:a16="http://schemas.microsoft.com/office/drawing/2014/main" id="{CD4E0E41-E5F7-4F57-B9FB-5C0F3E1070C8}"/>
                </a:ext>
              </a:extLst>
            </p:cNvPr>
            <p:cNvSpPr/>
            <p:nvPr/>
          </p:nvSpPr>
          <p:spPr>
            <a:xfrm>
              <a:off x="7386636" y="5903281"/>
              <a:ext cx="2028826" cy="167848"/>
            </a:xfrm>
            <a:prstGeom prst="roundRect">
              <a:avLst/>
            </a:prstGeom>
            <a:solidFill>
              <a:srgbClr val="44546A">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Calibri" panose="020F0502020204030204"/>
                  <a:ea typeface="+mn-ea"/>
                  <a:cs typeface="+mn-cs"/>
                </a:rPr>
                <a:t>Story 10</a:t>
              </a:r>
            </a:p>
          </p:txBody>
        </p:sp>
        <p:sp>
          <p:nvSpPr>
            <p:cNvPr id="304" name="Rectangle: Rounded Corners 303">
              <a:extLst>
                <a:ext uri="{FF2B5EF4-FFF2-40B4-BE49-F238E27FC236}">
                  <a16:creationId xmlns:a16="http://schemas.microsoft.com/office/drawing/2014/main" id="{2F8673D8-2CA9-4BCB-969D-D7A464F3E7D8}"/>
                </a:ext>
              </a:extLst>
            </p:cNvPr>
            <p:cNvSpPr/>
            <p:nvPr/>
          </p:nvSpPr>
          <p:spPr>
            <a:xfrm>
              <a:off x="7386636" y="6118336"/>
              <a:ext cx="2028826" cy="167848"/>
            </a:xfrm>
            <a:prstGeom prst="roundRect">
              <a:avLst/>
            </a:prstGeom>
            <a:solidFill>
              <a:srgbClr val="44546A">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Calibri" panose="020F0502020204030204"/>
                  <a:ea typeface="+mn-ea"/>
                  <a:cs typeface="+mn-cs"/>
                </a:rPr>
                <a:t>Story 11</a:t>
              </a:r>
            </a:p>
          </p:txBody>
        </p:sp>
        <p:sp>
          <p:nvSpPr>
            <p:cNvPr id="305" name="Rectangle: Rounded Corners 304">
              <a:extLst>
                <a:ext uri="{FF2B5EF4-FFF2-40B4-BE49-F238E27FC236}">
                  <a16:creationId xmlns:a16="http://schemas.microsoft.com/office/drawing/2014/main" id="{DB0E9E65-87AE-4412-B8AD-8A543F7AE2EF}"/>
                </a:ext>
              </a:extLst>
            </p:cNvPr>
            <p:cNvSpPr/>
            <p:nvPr/>
          </p:nvSpPr>
          <p:spPr>
            <a:xfrm>
              <a:off x="7386636" y="6333390"/>
              <a:ext cx="2028826" cy="167848"/>
            </a:xfrm>
            <a:prstGeom prst="roundRect">
              <a:avLst/>
            </a:prstGeom>
            <a:solidFill>
              <a:srgbClr val="44546A">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Calibri" panose="020F0502020204030204"/>
                  <a:ea typeface="+mn-ea"/>
                  <a:cs typeface="+mn-cs"/>
                </a:rPr>
                <a:t>Story 12</a:t>
              </a:r>
            </a:p>
          </p:txBody>
        </p:sp>
      </p:grpSp>
      <p:grpSp>
        <p:nvGrpSpPr>
          <p:cNvPr id="271" name="Group 270">
            <a:extLst>
              <a:ext uri="{FF2B5EF4-FFF2-40B4-BE49-F238E27FC236}">
                <a16:creationId xmlns:a16="http://schemas.microsoft.com/office/drawing/2014/main" id="{125DF1AA-A355-4A88-9957-03FC029B5321}"/>
              </a:ext>
            </a:extLst>
          </p:cNvPr>
          <p:cNvGrpSpPr/>
          <p:nvPr/>
        </p:nvGrpSpPr>
        <p:grpSpPr>
          <a:xfrm>
            <a:off x="9658794" y="3327286"/>
            <a:ext cx="785993" cy="699846"/>
            <a:chOff x="10538040" y="767249"/>
            <a:chExt cx="988413" cy="764072"/>
          </a:xfrm>
        </p:grpSpPr>
        <p:sp>
          <p:nvSpPr>
            <p:cNvPr id="299" name="Rectangle: Rounded Corners 298">
              <a:extLst>
                <a:ext uri="{FF2B5EF4-FFF2-40B4-BE49-F238E27FC236}">
                  <a16:creationId xmlns:a16="http://schemas.microsoft.com/office/drawing/2014/main" id="{241A389C-C37B-433C-ACE8-C138C0D45D9D}"/>
                </a:ext>
              </a:extLst>
            </p:cNvPr>
            <p:cNvSpPr/>
            <p:nvPr/>
          </p:nvSpPr>
          <p:spPr>
            <a:xfrm>
              <a:off x="10538040" y="767249"/>
              <a:ext cx="988413" cy="213474"/>
            </a:xfrm>
            <a:prstGeom prst="roundRect">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solidFill>
                  <a:effectLst/>
                  <a:uLnTx/>
                  <a:uFillTx/>
                  <a:latin typeface="Calibri" panose="020F0502020204030204"/>
                  <a:ea typeface="+mn-ea"/>
                  <a:cs typeface="+mn-cs"/>
                </a:rPr>
                <a:t>Sprint 1</a:t>
              </a:r>
            </a:p>
          </p:txBody>
        </p:sp>
        <p:sp>
          <p:nvSpPr>
            <p:cNvPr id="300" name="Rectangle: Rounded Corners 299">
              <a:extLst>
                <a:ext uri="{FF2B5EF4-FFF2-40B4-BE49-F238E27FC236}">
                  <a16:creationId xmlns:a16="http://schemas.microsoft.com/office/drawing/2014/main" id="{B0F795C6-666D-4042-BA2C-65F8F4FD4407}"/>
                </a:ext>
              </a:extLst>
            </p:cNvPr>
            <p:cNvSpPr/>
            <p:nvPr/>
          </p:nvSpPr>
          <p:spPr>
            <a:xfrm>
              <a:off x="10538040" y="1043691"/>
              <a:ext cx="988413" cy="213474"/>
            </a:xfrm>
            <a:prstGeom prst="roundRect">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solidFill>
                  <a:effectLst/>
                  <a:uLnTx/>
                  <a:uFillTx/>
                  <a:latin typeface="Calibri" panose="020F0502020204030204"/>
                  <a:ea typeface="+mn-ea"/>
                  <a:cs typeface="+mn-cs"/>
                </a:rPr>
                <a:t>Sprint 2</a:t>
              </a:r>
            </a:p>
          </p:txBody>
        </p:sp>
        <p:sp>
          <p:nvSpPr>
            <p:cNvPr id="301" name="Rectangle: Rounded Corners 300">
              <a:extLst>
                <a:ext uri="{FF2B5EF4-FFF2-40B4-BE49-F238E27FC236}">
                  <a16:creationId xmlns:a16="http://schemas.microsoft.com/office/drawing/2014/main" id="{349274CA-4538-43A8-A3FE-2750660E2F20}"/>
                </a:ext>
              </a:extLst>
            </p:cNvPr>
            <p:cNvSpPr/>
            <p:nvPr/>
          </p:nvSpPr>
          <p:spPr>
            <a:xfrm>
              <a:off x="10538040" y="1317847"/>
              <a:ext cx="988413" cy="213474"/>
            </a:xfrm>
            <a:prstGeom prst="roundRect">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solidFill>
                  <a:effectLst/>
                  <a:uLnTx/>
                  <a:uFillTx/>
                  <a:latin typeface="Calibri" panose="020F0502020204030204"/>
                  <a:ea typeface="+mn-ea"/>
                  <a:cs typeface="+mn-cs"/>
                </a:rPr>
                <a:t>Sprint N</a:t>
              </a:r>
            </a:p>
          </p:txBody>
        </p:sp>
      </p:grpSp>
      <p:sp>
        <p:nvSpPr>
          <p:cNvPr id="272" name="Right Brace 271">
            <a:extLst>
              <a:ext uri="{FF2B5EF4-FFF2-40B4-BE49-F238E27FC236}">
                <a16:creationId xmlns:a16="http://schemas.microsoft.com/office/drawing/2014/main" id="{47B2F331-2D96-4330-86F7-827B3F01C7ED}"/>
              </a:ext>
            </a:extLst>
          </p:cNvPr>
          <p:cNvSpPr/>
          <p:nvPr/>
        </p:nvSpPr>
        <p:spPr>
          <a:xfrm>
            <a:off x="9019560" y="3055622"/>
            <a:ext cx="385069" cy="829577"/>
          </a:xfrm>
          <a:prstGeom prst="rightBrace">
            <a:avLst/>
          </a:prstGeom>
          <a:noFill/>
          <a:ln w="6350" cap="flat" cmpd="sng" algn="ctr">
            <a:solidFill>
              <a:srgbClr val="4472C4"/>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grpSp>
        <p:nvGrpSpPr>
          <p:cNvPr id="273" name="Group 272">
            <a:extLst>
              <a:ext uri="{FF2B5EF4-FFF2-40B4-BE49-F238E27FC236}">
                <a16:creationId xmlns:a16="http://schemas.microsoft.com/office/drawing/2014/main" id="{A05D0334-FD2F-4A32-98BC-D99A3616BB6D}"/>
              </a:ext>
            </a:extLst>
          </p:cNvPr>
          <p:cNvGrpSpPr/>
          <p:nvPr/>
        </p:nvGrpSpPr>
        <p:grpSpPr>
          <a:xfrm>
            <a:off x="9648115" y="4522480"/>
            <a:ext cx="785993" cy="699846"/>
            <a:chOff x="10538040" y="2345983"/>
            <a:chExt cx="988413" cy="764072"/>
          </a:xfrm>
        </p:grpSpPr>
        <p:sp>
          <p:nvSpPr>
            <p:cNvPr id="296" name="Rectangle: Rounded Corners 295">
              <a:extLst>
                <a:ext uri="{FF2B5EF4-FFF2-40B4-BE49-F238E27FC236}">
                  <a16:creationId xmlns:a16="http://schemas.microsoft.com/office/drawing/2014/main" id="{1A99CFE2-497D-46DF-B285-36E3C1CC443D}"/>
                </a:ext>
              </a:extLst>
            </p:cNvPr>
            <p:cNvSpPr/>
            <p:nvPr/>
          </p:nvSpPr>
          <p:spPr>
            <a:xfrm>
              <a:off x="10538040" y="2345983"/>
              <a:ext cx="988413" cy="213474"/>
            </a:xfrm>
            <a:prstGeom prst="roundRect">
              <a:avLst/>
            </a:prstGeom>
            <a:solidFill>
              <a:srgbClr val="00B0F0"/>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Calibri" panose="020F0502020204030204"/>
                  <a:ea typeface="+mn-ea"/>
                  <a:cs typeface="+mn-cs"/>
                </a:rPr>
                <a:t>Sprint 1</a:t>
              </a:r>
            </a:p>
          </p:txBody>
        </p:sp>
        <p:sp>
          <p:nvSpPr>
            <p:cNvPr id="297" name="Rectangle: Rounded Corners 296">
              <a:extLst>
                <a:ext uri="{FF2B5EF4-FFF2-40B4-BE49-F238E27FC236}">
                  <a16:creationId xmlns:a16="http://schemas.microsoft.com/office/drawing/2014/main" id="{5E2A87E1-CB9E-4D6D-B8D6-FB919D3D3190}"/>
                </a:ext>
              </a:extLst>
            </p:cNvPr>
            <p:cNvSpPr/>
            <p:nvPr/>
          </p:nvSpPr>
          <p:spPr>
            <a:xfrm>
              <a:off x="10538040" y="2622425"/>
              <a:ext cx="988413" cy="213474"/>
            </a:xfrm>
            <a:prstGeom prst="roundRect">
              <a:avLst/>
            </a:prstGeom>
            <a:solidFill>
              <a:srgbClr val="00B0F0"/>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Calibri" panose="020F0502020204030204"/>
                  <a:ea typeface="+mn-ea"/>
                  <a:cs typeface="+mn-cs"/>
                </a:rPr>
                <a:t>Sprint 2</a:t>
              </a:r>
            </a:p>
          </p:txBody>
        </p:sp>
        <p:sp>
          <p:nvSpPr>
            <p:cNvPr id="298" name="Rectangle: Rounded Corners 297">
              <a:extLst>
                <a:ext uri="{FF2B5EF4-FFF2-40B4-BE49-F238E27FC236}">
                  <a16:creationId xmlns:a16="http://schemas.microsoft.com/office/drawing/2014/main" id="{2986133A-AFD4-4913-8AC8-D055A0E340EC}"/>
                </a:ext>
              </a:extLst>
            </p:cNvPr>
            <p:cNvSpPr/>
            <p:nvPr/>
          </p:nvSpPr>
          <p:spPr>
            <a:xfrm>
              <a:off x="10538040" y="2896581"/>
              <a:ext cx="988413" cy="213474"/>
            </a:xfrm>
            <a:prstGeom prst="roundRect">
              <a:avLst/>
            </a:prstGeom>
            <a:solidFill>
              <a:srgbClr val="00B0F0"/>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Calibri" panose="020F0502020204030204"/>
                  <a:ea typeface="+mn-ea"/>
                  <a:cs typeface="+mn-cs"/>
                </a:rPr>
                <a:t>Sprint N</a:t>
              </a:r>
            </a:p>
          </p:txBody>
        </p:sp>
      </p:grpSp>
      <p:sp>
        <p:nvSpPr>
          <p:cNvPr id="274" name="Right Brace 273">
            <a:extLst>
              <a:ext uri="{FF2B5EF4-FFF2-40B4-BE49-F238E27FC236}">
                <a16:creationId xmlns:a16="http://schemas.microsoft.com/office/drawing/2014/main" id="{580EBCAD-EDB5-4C0A-9610-912894AAFF38}"/>
              </a:ext>
            </a:extLst>
          </p:cNvPr>
          <p:cNvSpPr/>
          <p:nvPr/>
        </p:nvSpPr>
        <p:spPr>
          <a:xfrm>
            <a:off x="8996061" y="4442370"/>
            <a:ext cx="247501" cy="844062"/>
          </a:xfrm>
          <a:prstGeom prst="rightBrace">
            <a:avLst/>
          </a:prstGeom>
          <a:noFill/>
          <a:ln w="6350" cap="flat" cmpd="sng" algn="ctr">
            <a:solidFill>
              <a:srgbClr val="4472C4"/>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276" name="Group 275">
            <a:extLst>
              <a:ext uri="{FF2B5EF4-FFF2-40B4-BE49-F238E27FC236}">
                <a16:creationId xmlns:a16="http://schemas.microsoft.com/office/drawing/2014/main" id="{604E9A5A-6933-468D-835B-D72FFB98E725}"/>
              </a:ext>
            </a:extLst>
          </p:cNvPr>
          <p:cNvGrpSpPr/>
          <p:nvPr/>
        </p:nvGrpSpPr>
        <p:grpSpPr>
          <a:xfrm>
            <a:off x="9658794" y="5584183"/>
            <a:ext cx="785993" cy="699846"/>
            <a:chOff x="10554956" y="5402508"/>
            <a:chExt cx="988413" cy="764072"/>
          </a:xfrm>
        </p:grpSpPr>
        <p:sp>
          <p:nvSpPr>
            <p:cNvPr id="290" name="Rectangle: Rounded Corners 289">
              <a:extLst>
                <a:ext uri="{FF2B5EF4-FFF2-40B4-BE49-F238E27FC236}">
                  <a16:creationId xmlns:a16="http://schemas.microsoft.com/office/drawing/2014/main" id="{E2D82C3D-3103-4087-B43A-380DFCFEBB80}"/>
                </a:ext>
              </a:extLst>
            </p:cNvPr>
            <p:cNvSpPr/>
            <p:nvPr/>
          </p:nvSpPr>
          <p:spPr>
            <a:xfrm>
              <a:off x="10554956" y="5402508"/>
              <a:ext cx="988413" cy="213474"/>
            </a:xfrm>
            <a:prstGeom prst="roundRect">
              <a:avLst/>
            </a:prstGeom>
            <a:solidFill>
              <a:srgbClr val="44546A">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Calibri" panose="020F0502020204030204"/>
                  <a:ea typeface="+mn-ea"/>
                  <a:cs typeface="+mn-cs"/>
                </a:rPr>
                <a:t>Sprint 1</a:t>
              </a:r>
            </a:p>
          </p:txBody>
        </p:sp>
        <p:sp>
          <p:nvSpPr>
            <p:cNvPr id="291" name="Rectangle: Rounded Corners 290">
              <a:extLst>
                <a:ext uri="{FF2B5EF4-FFF2-40B4-BE49-F238E27FC236}">
                  <a16:creationId xmlns:a16="http://schemas.microsoft.com/office/drawing/2014/main" id="{B24EC3D3-24A9-48FD-A170-1670603099C6}"/>
                </a:ext>
              </a:extLst>
            </p:cNvPr>
            <p:cNvSpPr/>
            <p:nvPr/>
          </p:nvSpPr>
          <p:spPr>
            <a:xfrm>
              <a:off x="10554956" y="5678950"/>
              <a:ext cx="988413" cy="213474"/>
            </a:xfrm>
            <a:prstGeom prst="roundRect">
              <a:avLst/>
            </a:prstGeom>
            <a:solidFill>
              <a:srgbClr val="44546A">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Calibri" panose="020F0502020204030204"/>
                  <a:ea typeface="+mn-ea"/>
                  <a:cs typeface="+mn-cs"/>
                </a:rPr>
                <a:t>Sprint 2</a:t>
              </a:r>
            </a:p>
          </p:txBody>
        </p:sp>
        <p:sp>
          <p:nvSpPr>
            <p:cNvPr id="292" name="Rectangle: Rounded Corners 291">
              <a:extLst>
                <a:ext uri="{FF2B5EF4-FFF2-40B4-BE49-F238E27FC236}">
                  <a16:creationId xmlns:a16="http://schemas.microsoft.com/office/drawing/2014/main" id="{95679BDB-E720-4CAE-B965-C6F0BABB3E69}"/>
                </a:ext>
              </a:extLst>
            </p:cNvPr>
            <p:cNvSpPr/>
            <p:nvPr/>
          </p:nvSpPr>
          <p:spPr>
            <a:xfrm>
              <a:off x="10554956" y="5953106"/>
              <a:ext cx="988413" cy="213474"/>
            </a:xfrm>
            <a:prstGeom prst="roundRect">
              <a:avLst/>
            </a:prstGeom>
            <a:solidFill>
              <a:srgbClr val="44546A">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Calibri" panose="020F0502020204030204"/>
                  <a:ea typeface="+mn-ea"/>
                  <a:cs typeface="+mn-cs"/>
                </a:rPr>
                <a:t>Sprint N</a:t>
              </a:r>
            </a:p>
          </p:txBody>
        </p:sp>
      </p:grpSp>
      <p:sp>
        <p:nvSpPr>
          <p:cNvPr id="277" name="Right Brace 276">
            <a:extLst>
              <a:ext uri="{FF2B5EF4-FFF2-40B4-BE49-F238E27FC236}">
                <a16:creationId xmlns:a16="http://schemas.microsoft.com/office/drawing/2014/main" id="{14290F40-AD13-436A-BABF-F1ED7277E295}"/>
              </a:ext>
            </a:extLst>
          </p:cNvPr>
          <p:cNvSpPr/>
          <p:nvPr/>
        </p:nvSpPr>
        <p:spPr>
          <a:xfrm>
            <a:off x="9004227" y="5521139"/>
            <a:ext cx="236680" cy="827264"/>
          </a:xfrm>
          <a:prstGeom prst="rightBrace">
            <a:avLst/>
          </a:prstGeom>
          <a:noFill/>
          <a:ln w="6350" cap="flat" cmpd="sng" algn="ctr">
            <a:solidFill>
              <a:srgbClr val="4472C4"/>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2" name="Rectangle: Rounded Corners 11">
            <a:extLst>
              <a:ext uri="{FF2B5EF4-FFF2-40B4-BE49-F238E27FC236}">
                <a16:creationId xmlns:a16="http://schemas.microsoft.com/office/drawing/2014/main" id="{31BB805D-9BE9-6377-DA5D-773CB5809C76}"/>
              </a:ext>
            </a:extLst>
          </p:cNvPr>
          <p:cNvSpPr/>
          <p:nvPr/>
        </p:nvSpPr>
        <p:spPr>
          <a:xfrm>
            <a:off x="805072" y="3468756"/>
            <a:ext cx="1987186" cy="255028"/>
          </a:xfrm>
          <a:prstGeom prst="roundRect">
            <a:avLst/>
          </a:prstGeom>
          <a:solidFill>
            <a:srgbClr val="FF33CC"/>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prstClr val="white"/>
                </a:solidFill>
                <a:effectLst/>
                <a:uLnTx/>
                <a:uFillTx/>
                <a:latin typeface="Calibri" panose="020F0502020204030204"/>
                <a:ea typeface="+mn-ea"/>
                <a:cs typeface="+mn-cs"/>
              </a:rPr>
              <a:t>Initiative</a:t>
            </a:r>
          </a:p>
        </p:txBody>
      </p:sp>
      <p:pic>
        <p:nvPicPr>
          <p:cNvPr id="5" name="Picture 4">
            <a:extLst>
              <a:ext uri="{FF2B5EF4-FFF2-40B4-BE49-F238E27FC236}">
                <a16:creationId xmlns:a16="http://schemas.microsoft.com/office/drawing/2014/main" id="{452B0ED1-301B-4CE7-E88C-AEB33B422D9C}"/>
              </a:ext>
            </a:extLst>
          </p:cNvPr>
          <p:cNvPicPr>
            <a:picLocks noChangeAspect="1"/>
          </p:cNvPicPr>
          <p:nvPr/>
        </p:nvPicPr>
        <p:blipFill>
          <a:blip r:embed="rId2"/>
          <a:stretch>
            <a:fillRect/>
          </a:stretch>
        </p:blipFill>
        <p:spPr>
          <a:xfrm>
            <a:off x="860332" y="983790"/>
            <a:ext cx="7168370" cy="2019800"/>
          </a:xfrm>
          <a:prstGeom prst="rect">
            <a:avLst/>
          </a:prstGeom>
          <a:ln>
            <a:solidFill>
              <a:schemeClr val="tx2"/>
            </a:solidFill>
          </a:ln>
        </p:spPr>
      </p:pic>
    </p:spTree>
    <p:extLst>
      <p:ext uri="{BB962C8B-B14F-4D97-AF65-F5344CB8AC3E}">
        <p14:creationId xmlns:p14="http://schemas.microsoft.com/office/powerpoint/2010/main" val="940129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F0D0A-C8BD-480C-A6F2-F71C03DE8BA9}"/>
              </a:ext>
            </a:extLst>
          </p:cNvPr>
          <p:cNvSpPr>
            <a:spLocks noGrp="1"/>
          </p:cNvSpPr>
          <p:nvPr>
            <p:ph type="title"/>
          </p:nvPr>
        </p:nvSpPr>
        <p:spPr>
          <a:xfrm>
            <a:off x="332155" y="117476"/>
            <a:ext cx="11515969" cy="468313"/>
          </a:xfrm>
        </p:spPr>
        <p:txBody>
          <a:bodyPr wrap="square" anchor="t">
            <a:normAutofit/>
          </a:bodyPr>
          <a:lstStyle/>
          <a:p>
            <a:r>
              <a:rPr lang="en-GB" b="0"/>
              <a:t>Jira Structure of a project</a:t>
            </a:r>
          </a:p>
        </p:txBody>
      </p:sp>
      <p:graphicFrame>
        <p:nvGraphicFramePr>
          <p:cNvPr id="3" name="Diagram 2">
            <a:extLst>
              <a:ext uri="{FF2B5EF4-FFF2-40B4-BE49-F238E27FC236}">
                <a16:creationId xmlns:a16="http://schemas.microsoft.com/office/drawing/2014/main" id="{FA2F24DE-3B0B-488B-93C0-A1B2F857A8ED}"/>
              </a:ext>
            </a:extLst>
          </p:cNvPr>
          <p:cNvGraphicFramePr/>
          <p:nvPr/>
        </p:nvGraphicFramePr>
        <p:xfrm>
          <a:off x="647483" y="637516"/>
          <a:ext cx="5290862" cy="29466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a:extLst>
              <a:ext uri="{FF2B5EF4-FFF2-40B4-BE49-F238E27FC236}">
                <a16:creationId xmlns:a16="http://schemas.microsoft.com/office/drawing/2014/main" id="{023E0362-9EDD-4451-A93C-46032A2C4FAC}"/>
              </a:ext>
            </a:extLst>
          </p:cNvPr>
          <p:cNvGraphicFramePr/>
          <p:nvPr/>
        </p:nvGraphicFramePr>
        <p:xfrm>
          <a:off x="-577894" y="3532453"/>
          <a:ext cx="7697885" cy="246018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13" name="Picture 12">
            <a:extLst>
              <a:ext uri="{FF2B5EF4-FFF2-40B4-BE49-F238E27FC236}">
                <a16:creationId xmlns:a16="http://schemas.microsoft.com/office/drawing/2014/main" id="{0EC94FDF-E3D9-46DE-8C12-D45561E55BD4}"/>
              </a:ext>
            </a:extLst>
          </p:cNvPr>
          <p:cNvPicPr>
            <a:picLocks noChangeAspect="1"/>
          </p:cNvPicPr>
          <p:nvPr/>
        </p:nvPicPr>
        <p:blipFill>
          <a:blip r:embed="rId12"/>
          <a:stretch>
            <a:fillRect/>
          </a:stretch>
        </p:blipFill>
        <p:spPr>
          <a:xfrm>
            <a:off x="557374" y="5601395"/>
            <a:ext cx="302230" cy="315452"/>
          </a:xfrm>
          <a:prstGeom prst="rect">
            <a:avLst/>
          </a:prstGeom>
        </p:spPr>
      </p:pic>
      <p:pic>
        <p:nvPicPr>
          <p:cNvPr id="7" name="Picture 6">
            <a:extLst>
              <a:ext uri="{FF2B5EF4-FFF2-40B4-BE49-F238E27FC236}">
                <a16:creationId xmlns:a16="http://schemas.microsoft.com/office/drawing/2014/main" id="{23908487-D439-4A8E-A159-54BA19937F0B}"/>
              </a:ext>
            </a:extLst>
          </p:cNvPr>
          <p:cNvPicPr>
            <a:picLocks noChangeAspect="1"/>
          </p:cNvPicPr>
          <p:nvPr/>
        </p:nvPicPr>
        <p:blipFill>
          <a:blip r:embed="rId13"/>
          <a:stretch>
            <a:fillRect/>
          </a:stretch>
        </p:blipFill>
        <p:spPr>
          <a:xfrm>
            <a:off x="557375" y="5114290"/>
            <a:ext cx="302229" cy="315780"/>
          </a:xfrm>
          <a:prstGeom prst="rect">
            <a:avLst/>
          </a:prstGeom>
        </p:spPr>
      </p:pic>
      <p:pic>
        <p:nvPicPr>
          <p:cNvPr id="17" name="Picture 16">
            <a:extLst>
              <a:ext uri="{FF2B5EF4-FFF2-40B4-BE49-F238E27FC236}">
                <a16:creationId xmlns:a16="http://schemas.microsoft.com/office/drawing/2014/main" id="{870F0233-6352-40D3-84F6-D7F9FE822978}"/>
              </a:ext>
            </a:extLst>
          </p:cNvPr>
          <p:cNvPicPr>
            <a:picLocks noChangeAspect="1"/>
          </p:cNvPicPr>
          <p:nvPr/>
        </p:nvPicPr>
        <p:blipFill>
          <a:blip r:embed="rId14"/>
          <a:stretch>
            <a:fillRect/>
          </a:stretch>
        </p:blipFill>
        <p:spPr>
          <a:xfrm>
            <a:off x="542639" y="4119936"/>
            <a:ext cx="336138" cy="315453"/>
          </a:xfrm>
          <a:prstGeom prst="rect">
            <a:avLst/>
          </a:prstGeom>
        </p:spPr>
      </p:pic>
      <p:pic>
        <p:nvPicPr>
          <p:cNvPr id="18" name="Picture 17">
            <a:extLst>
              <a:ext uri="{FF2B5EF4-FFF2-40B4-BE49-F238E27FC236}">
                <a16:creationId xmlns:a16="http://schemas.microsoft.com/office/drawing/2014/main" id="{938B55B8-0111-49A7-86A8-4800B3AE1D67}"/>
              </a:ext>
            </a:extLst>
          </p:cNvPr>
          <p:cNvPicPr>
            <a:picLocks noChangeAspect="1"/>
          </p:cNvPicPr>
          <p:nvPr/>
        </p:nvPicPr>
        <p:blipFill>
          <a:blip r:embed="rId14"/>
          <a:stretch>
            <a:fillRect/>
          </a:stretch>
        </p:blipFill>
        <p:spPr>
          <a:xfrm>
            <a:off x="540590" y="4617113"/>
            <a:ext cx="336138" cy="315453"/>
          </a:xfrm>
          <a:prstGeom prst="rect">
            <a:avLst/>
          </a:prstGeom>
        </p:spPr>
      </p:pic>
      <p:graphicFrame>
        <p:nvGraphicFramePr>
          <p:cNvPr id="4" name="Diagram 3">
            <a:extLst>
              <a:ext uri="{FF2B5EF4-FFF2-40B4-BE49-F238E27FC236}">
                <a16:creationId xmlns:a16="http://schemas.microsoft.com/office/drawing/2014/main" id="{42196012-C479-ED48-598C-DB11C82A2BC7}"/>
              </a:ext>
            </a:extLst>
          </p:cNvPr>
          <p:cNvGraphicFramePr/>
          <p:nvPr/>
        </p:nvGraphicFramePr>
        <p:xfrm>
          <a:off x="6210420" y="585789"/>
          <a:ext cx="5290862" cy="2946664"/>
        </p:xfrm>
        <a:graphic>
          <a:graphicData uri="http://schemas.openxmlformats.org/drawingml/2006/diagram">
            <dgm:relIds xmlns:dgm="http://schemas.openxmlformats.org/drawingml/2006/diagram" xmlns:r="http://schemas.openxmlformats.org/officeDocument/2006/relationships" r:dm="rId15" r:lo="rId16" r:qs="rId17" r:cs="rId18"/>
          </a:graphicData>
        </a:graphic>
      </p:graphicFrame>
      <p:pic>
        <p:nvPicPr>
          <p:cNvPr id="11" name="Picture 10">
            <a:extLst>
              <a:ext uri="{FF2B5EF4-FFF2-40B4-BE49-F238E27FC236}">
                <a16:creationId xmlns:a16="http://schemas.microsoft.com/office/drawing/2014/main" id="{01F76104-79FE-C09E-8044-14D92587EAF6}"/>
              </a:ext>
            </a:extLst>
          </p:cNvPr>
          <p:cNvPicPr>
            <a:picLocks noChangeAspect="1"/>
          </p:cNvPicPr>
          <p:nvPr/>
        </p:nvPicPr>
        <p:blipFill>
          <a:blip r:embed="rId20"/>
          <a:stretch>
            <a:fillRect/>
          </a:stretch>
        </p:blipFill>
        <p:spPr>
          <a:xfrm>
            <a:off x="6210420" y="3594799"/>
            <a:ext cx="5781335" cy="2677412"/>
          </a:xfrm>
          <a:prstGeom prst="rect">
            <a:avLst/>
          </a:prstGeom>
        </p:spPr>
      </p:pic>
    </p:spTree>
    <p:extLst>
      <p:ext uri="{BB962C8B-B14F-4D97-AF65-F5344CB8AC3E}">
        <p14:creationId xmlns:p14="http://schemas.microsoft.com/office/powerpoint/2010/main" val="1359994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F0D0A-C8BD-480C-A6F2-F71C03DE8BA9}"/>
              </a:ext>
            </a:extLst>
          </p:cNvPr>
          <p:cNvSpPr>
            <a:spLocks noGrp="1"/>
          </p:cNvSpPr>
          <p:nvPr>
            <p:ph type="title"/>
          </p:nvPr>
        </p:nvSpPr>
        <p:spPr/>
        <p:txBody>
          <a:bodyPr/>
          <a:lstStyle/>
          <a:p>
            <a:r>
              <a:rPr lang="en-GB" sz="2000" b="0"/>
              <a:t>Jira User Story workflow</a:t>
            </a:r>
          </a:p>
        </p:txBody>
      </p:sp>
      <p:sp>
        <p:nvSpPr>
          <p:cNvPr id="48" name="Oval 47">
            <a:extLst>
              <a:ext uri="{FF2B5EF4-FFF2-40B4-BE49-F238E27FC236}">
                <a16:creationId xmlns:a16="http://schemas.microsoft.com/office/drawing/2014/main" id="{5FBBD039-8F5D-1AEA-B29A-1BD1252E4921}"/>
              </a:ext>
            </a:extLst>
          </p:cNvPr>
          <p:cNvSpPr/>
          <p:nvPr/>
        </p:nvSpPr>
        <p:spPr>
          <a:xfrm>
            <a:off x="4048092" y="967914"/>
            <a:ext cx="385010" cy="375385"/>
          </a:xfrm>
          <a:prstGeom prst="ellipse">
            <a:avLst/>
          </a:prstGeom>
          <a:solidFill>
            <a:srgbClr val="44546A">
              <a:lumMod val="75000"/>
            </a:srgbClr>
          </a:solidFill>
          <a:ln w="12700" cap="flat" cmpd="sng" algn="ctr">
            <a:solidFill>
              <a:srgbClr val="E7E6E6">
                <a:lumMod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9" name="Rectangle: Rounded Corners 48">
            <a:extLst>
              <a:ext uri="{FF2B5EF4-FFF2-40B4-BE49-F238E27FC236}">
                <a16:creationId xmlns:a16="http://schemas.microsoft.com/office/drawing/2014/main" id="{EC7B81FE-9C05-B1BF-C804-102DF3E99243}"/>
              </a:ext>
            </a:extLst>
          </p:cNvPr>
          <p:cNvSpPr/>
          <p:nvPr/>
        </p:nvSpPr>
        <p:spPr>
          <a:xfrm>
            <a:off x="5193498" y="1563480"/>
            <a:ext cx="885524" cy="283946"/>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a:ln>
                  <a:noFill/>
                </a:ln>
                <a:solidFill>
                  <a:prstClr val="white"/>
                </a:solidFill>
                <a:effectLst/>
                <a:uLnTx/>
                <a:uFillTx/>
                <a:latin typeface="Calibri" panose="020F0502020204030204"/>
                <a:ea typeface="+mn-ea"/>
                <a:cs typeface="+mn-cs"/>
              </a:rPr>
              <a:t>To Do</a:t>
            </a:r>
          </a:p>
        </p:txBody>
      </p:sp>
      <p:sp>
        <p:nvSpPr>
          <p:cNvPr id="50" name="Rectangle: Rounded Corners 49">
            <a:extLst>
              <a:ext uri="{FF2B5EF4-FFF2-40B4-BE49-F238E27FC236}">
                <a16:creationId xmlns:a16="http://schemas.microsoft.com/office/drawing/2014/main" id="{8BB73D0A-D21E-2936-6D53-248315FB8DAC}"/>
              </a:ext>
            </a:extLst>
          </p:cNvPr>
          <p:cNvSpPr/>
          <p:nvPr/>
        </p:nvSpPr>
        <p:spPr>
          <a:xfrm>
            <a:off x="4912760" y="1013634"/>
            <a:ext cx="1446999" cy="283946"/>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a:ln>
                  <a:noFill/>
                </a:ln>
                <a:solidFill>
                  <a:prstClr val="white"/>
                </a:solidFill>
                <a:effectLst/>
                <a:uLnTx/>
                <a:uFillTx/>
                <a:latin typeface="Calibri" panose="020F0502020204030204"/>
                <a:ea typeface="+mn-ea"/>
                <a:cs typeface="+mn-cs"/>
              </a:rPr>
              <a:t>Product Backlog</a:t>
            </a:r>
          </a:p>
        </p:txBody>
      </p:sp>
      <p:sp>
        <p:nvSpPr>
          <p:cNvPr id="51" name="Rectangle: Rounded Corners 50">
            <a:extLst>
              <a:ext uri="{FF2B5EF4-FFF2-40B4-BE49-F238E27FC236}">
                <a16:creationId xmlns:a16="http://schemas.microsoft.com/office/drawing/2014/main" id="{40810191-8E0C-7681-65C9-B0CB9F7F1B1F}"/>
              </a:ext>
            </a:extLst>
          </p:cNvPr>
          <p:cNvSpPr/>
          <p:nvPr/>
        </p:nvSpPr>
        <p:spPr>
          <a:xfrm>
            <a:off x="4912760" y="2094075"/>
            <a:ext cx="1446999" cy="283946"/>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a:ln>
                  <a:noFill/>
                </a:ln>
                <a:solidFill>
                  <a:prstClr val="white"/>
                </a:solidFill>
                <a:effectLst/>
                <a:uLnTx/>
                <a:uFillTx/>
                <a:latin typeface="Calibri" panose="020F0502020204030204"/>
                <a:ea typeface="+mn-ea"/>
                <a:cs typeface="+mn-cs"/>
              </a:rPr>
              <a:t>In Refinement</a:t>
            </a:r>
          </a:p>
        </p:txBody>
      </p:sp>
      <p:sp>
        <p:nvSpPr>
          <p:cNvPr id="52" name="Rectangle: Rounded Corners 51">
            <a:extLst>
              <a:ext uri="{FF2B5EF4-FFF2-40B4-BE49-F238E27FC236}">
                <a16:creationId xmlns:a16="http://schemas.microsoft.com/office/drawing/2014/main" id="{915CFC35-0AD2-0CEE-6AE9-F2D6B0433792}"/>
              </a:ext>
            </a:extLst>
          </p:cNvPr>
          <p:cNvSpPr/>
          <p:nvPr/>
        </p:nvSpPr>
        <p:spPr>
          <a:xfrm>
            <a:off x="4691377" y="2638358"/>
            <a:ext cx="1889763" cy="259175"/>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a:ln>
                  <a:noFill/>
                </a:ln>
                <a:solidFill>
                  <a:prstClr val="white"/>
                </a:solidFill>
                <a:effectLst/>
                <a:uLnTx/>
                <a:uFillTx/>
                <a:latin typeface="Calibri" panose="020F0502020204030204"/>
                <a:ea typeface="+mn-ea"/>
                <a:cs typeface="+mn-cs"/>
              </a:rPr>
              <a:t>Refinement Complete</a:t>
            </a:r>
          </a:p>
        </p:txBody>
      </p:sp>
      <p:sp>
        <p:nvSpPr>
          <p:cNvPr id="53" name="Rectangle: Rounded Corners 52">
            <a:extLst>
              <a:ext uri="{FF2B5EF4-FFF2-40B4-BE49-F238E27FC236}">
                <a16:creationId xmlns:a16="http://schemas.microsoft.com/office/drawing/2014/main" id="{8A20CD06-3615-37DE-E829-004D827689FC}"/>
              </a:ext>
            </a:extLst>
          </p:cNvPr>
          <p:cNvSpPr/>
          <p:nvPr/>
        </p:nvSpPr>
        <p:spPr>
          <a:xfrm>
            <a:off x="4656885" y="3641353"/>
            <a:ext cx="1958747" cy="283946"/>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a:ln>
                  <a:noFill/>
                </a:ln>
                <a:solidFill>
                  <a:prstClr val="white"/>
                </a:solidFill>
                <a:effectLst/>
                <a:uLnTx/>
                <a:uFillTx/>
                <a:latin typeface="Calibri" panose="020F0502020204030204"/>
                <a:ea typeface="+mn-ea"/>
                <a:cs typeface="+mn-cs"/>
              </a:rPr>
              <a:t>Ready for Development</a:t>
            </a:r>
          </a:p>
        </p:txBody>
      </p:sp>
      <p:sp>
        <p:nvSpPr>
          <p:cNvPr id="54" name="Rectangle: Rounded Corners 53">
            <a:extLst>
              <a:ext uri="{FF2B5EF4-FFF2-40B4-BE49-F238E27FC236}">
                <a16:creationId xmlns:a16="http://schemas.microsoft.com/office/drawing/2014/main" id="{E93CD1F9-FEF4-3925-6B52-7277A4B5BE0F}"/>
              </a:ext>
            </a:extLst>
          </p:cNvPr>
          <p:cNvSpPr/>
          <p:nvPr/>
        </p:nvSpPr>
        <p:spPr>
          <a:xfrm>
            <a:off x="4691376" y="4193407"/>
            <a:ext cx="1889763" cy="283946"/>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a:ln>
                  <a:noFill/>
                </a:ln>
                <a:solidFill>
                  <a:prstClr val="white"/>
                </a:solidFill>
                <a:effectLst/>
                <a:uLnTx/>
                <a:uFillTx/>
                <a:latin typeface="Calibri" panose="020F0502020204030204"/>
                <a:ea typeface="+mn-ea"/>
                <a:cs typeface="+mn-cs"/>
              </a:rPr>
              <a:t>In  Development</a:t>
            </a:r>
          </a:p>
        </p:txBody>
      </p:sp>
      <p:sp>
        <p:nvSpPr>
          <p:cNvPr id="55" name="Rectangle: Rounded Corners 54">
            <a:extLst>
              <a:ext uri="{FF2B5EF4-FFF2-40B4-BE49-F238E27FC236}">
                <a16:creationId xmlns:a16="http://schemas.microsoft.com/office/drawing/2014/main" id="{E6FEE69C-7099-026F-7EF2-A1EEA62160E7}"/>
              </a:ext>
            </a:extLst>
          </p:cNvPr>
          <p:cNvSpPr/>
          <p:nvPr/>
        </p:nvSpPr>
        <p:spPr>
          <a:xfrm>
            <a:off x="4826932" y="4712265"/>
            <a:ext cx="1618650" cy="254478"/>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a:ln>
                  <a:noFill/>
                </a:ln>
                <a:solidFill>
                  <a:prstClr val="white"/>
                </a:solidFill>
                <a:effectLst/>
                <a:uLnTx/>
                <a:uFillTx/>
                <a:latin typeface="Calibri" panose="020F0502020204030204"/>
                <a:ea typeface="+mn-ea"/>
                <a:cs typeface="+mn-cs"/>
              </a:rPr>
              <a:t>Ready for Test</a:t>
            </a:r>
          </a:p>
        </p:txBody>
      </p:sp>
      <p:sp>
        <p:nvSpPr>
          <p:cNvPr id="56" name="Rectangle: Rounded Corners 55">
            <a:extLst>
              <a:ext uri="{FF2B5EF4-FFF2-40B4-BE49-F238E27FC236}">
                <a16:creationId xmlns:a16="http://schemas.microsoft.com/office/drawing/2014/main" id="{6FD26222-8FBD-B61A-11D2-90A2FAF38EB8}"/>
              </a:ext>
            </a:extLst>
          </p:cNvPr>
          <p:cNvSpPr/>
          <p:nvPr/>
        </p:nvSpPr>
        <p:spPr>
          <a:xfrm>
            <a:off x="4951261" y="5229716"/>
            <a:ext cx="1369991" cy="283946"/>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a:ln>
                  <a:noFill/>
                </a:ln>
                <a:solidFill>
                  <a:prstClr val="white"/>
                </a:solidFill>
                <a:effectLst/>
                <a:uLnTx/>
                <a:uFillTx/>
                <a:latin typeface="Calibri" panose="020F0502020204030204"/>
                <a:ea typeface="+mn-ea"/>
                <a:cs typeface="+mn-cs"/>
              </a:rPr>
              <a:t>In Testing</a:t>
            </a:r>
          </a:p>
        </p:txBody>
      </p:sp>
      <p:sp>
        <p:nvSpPr>
          <p:cNvPr id="57" name="Rectangle: Rounded Corners 56">
            <a:extLst>
              <a:ext uri="{FF2B5EF4-FFF2-40B4-BE49-F238E27FC236}">
                <a16:creationId xmlns:a16="http://schemas.microsoft.com/office/drawing/2014/main" id="{30CB2F51-B81C-F501-629A-0473B63CCDB1}"/>
              </a:ext>
            </a:extLst>
          </p:cNvPr>
          <p:cNvSpPr/>
          <p:nvPr/>
        </p:nvSpPr>
        <p:spPr>
          <a:xfrm>
            <a:off x="4691376" y="5718990"/>
            <a:ext cx="1889763" cy="283946"/>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a:ln>
                  <a:noFill/>
                </a:ln>
                <a:solidFill>
                  <a:prstClr val="white"/>
                </a:solidFill>
                <a:effectLst/>
                <a:uLnTx/>
                <a:uFillTx/>
                <a:latin typeface="Calibri" panose="020F0502020204030204"/>
                <a:ea typeface="+mn-ea"/>
                <a:cs typeface="+mn-cs"/>
              </a:rPr>
              <a:t>Ready for Showcase</a:t>
            </a:r>
          </a:p>
        </p:txBody>
      </p:sp>
      <p:sp>
        <p:nvSpPr>
          <p:cNvPr id="58" name="Rectangle: Rounded Corners 57">
            <a:extLst>
              <a:ext uri="{FF2B5EF4-FFF2-40B4-BE49-F238E27FC236}">
                <a16:creationId xmlns:a16="http://schemas.microsoft.com/office/drawing/2014/main" id="{5B5A7481-925A-D8B9-A994-FDF4E2CBC159}"/>
              </a:ext>
            </a:extLst>
          </p:cNvPr>
          <p:cNvSpPr/>
          <p:nvPr/>
        </p:nvSpPr>
        <p:spPr>
          <a:xfrm>
            <a:off x="6942079" y="5718757"/>
            <a:ext cx="1132574" cy="283946"/>
          </a:xfrm>
          <a:prstGeom prst="roundRect">
            <a:avLst/>
          </a:prstGeom>
          <a:solidFill>
            <a:srgbClr val="70AD47"/>
          </a:solidFill>
          <a:ln w="12700" cap="flat" cmpd="sng" algn="ctr">
            <a:solidFill>
              <a:srgbClr val="E7E6E6">
                <a:lumMod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a:ln>
                  <a:noFill/>
                </a:ln>
                <a:solidFill>
                  <a:prstClr val="black"/>
                </a:solidFill>
                <a:effectLst/>
                <a:uLnTx/>
                <a:uFillTx/>
                <a:latin typeface="Calibri" panose="020F0502020204030204"/>
                <a:ea typeface="+mn-ea"/>
                <a:cs typeface="+mn-cs"/>
              </a:rPr>
              <a:t>Done</a:t>
            </a:r>
          </a:p>
        </p:txBody>
      </p:sp>
      <p:sp>
        <p:nvSpPr>
          <p:cNvPr id="60" name="Rectangle: Rounded Corners 59">
            <a:extLst>
              <a:ext uri="{FF2B5EF4-FFF2-40B4-BE49-F238E27FC236}">
                <a16:creationId xmlns:a16="http://schemas.microsoft.com/office/drawing/2014/main" id="{862D560A-523B-3587-1B6B-750DF297C5C4}"/>
              </a:ext>
            </a:extLst>
          </p:cNvPr>
          <p:cNvSpPr/>
          <p:nvPr/>
        </p:nvSpPr>
        <p:spPr>
          <a:xfrm>
            <a:off x="7761839" y="1481256"/>
            <a:ext cx="885524" cy="283946"/>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a:ln>
                  <a:noFill/>
                </a:ln>
                <a:solidFill>
                  <a:prstClr val="white"/>
                </a:solidFill>
                <a:effectLst/>
                <a:uLnTx/>
                <a:uFillTx/>
                <a:latin typeface="Calibri" panose="020F0502020204030204"/>
                <a:ea typeface="+mn-ea"/>
                <a:cs typeface="+mn-cs"/>
              </a:rPr>
              <a:t>Deferred</a:t>
            </a:r>
          </a:p>
        </p:txBody>
      </p:sp>
      <p:sp>
        <p:nvSpPr>
          <p:cNvPr id="61" name="Rectangle: Rounded Corners 60">
            <a:extLst>
              <a:ext uri="{FF2B5EF4-FFF2-40B4-BE49-F238E27FC236}">
                <a16:creationId xmlns:a16="http://schemas.microsoft.com/office/drawing/2014/main" id="{6873DE18-AFF4-06C7-F19F-E44BAF14961C}"/>
              </a:ext>
            </a:extLst>
          </p:cNvPr>
          <p:cNvSpPr/>
          <p:nvPr/>
        </p:nvSpPr>
        <p:spPr>
          <a:xfrm>
            <a:off x="7761839" y="1976956"/>
            <a:ext cx="885524" cy="283946"/>
          </a:xfrm>
          <a:prstGeom prst="roundRect">
            <a:avLst/>
          </a:prstGeom>
          <a:solidFill>
            <a:srgbClr val="70AD47"/>
          </a:solidFill>
          <a:ln w="12700" cap="flat" cmpd="sng" algn="ctr">
            <a:solidFill>
              <a:srgbClr val="E7E6E6">
                <a:lumMod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a:ln>
                  <a:noFill/>
                </a:ln>
                <a:solidFill>
                  <a:prstClr val="black"/>
                </a:solidFill>
                <a:effectLst/>
                <a:uLnTx/>
                <a:uFillTx/>
                <a:latin typeface="Calibri" panose="020F0502020204030204"/>
                <a:ea typeface="+mn-ea"/>
                <a:cs typeface="+mn-cs"/>
              </a:rPr>
              <a:t>Archived</a:t>
            </a:r>
          </a:p>
        </p:txBody>
      </p:sp>
      <p:sp>
        <p:nvSpPr>
          <p:cNvPr id="64" name="Rectangle: Rounded Corners 63">
            <a:extLst>
              <a:ext uri="{FF2B5EF4-FFF2-40B4-BE49-F238E27FC236}">
                <a16:creationId xmlns:a16="http://schemas.microsoft.com/office/drawing/2014/main" id="{7E339BC4-5FB1-47C6-D628-DDAAE85AA623}"/>
              </a:ext>
            </a:extLst>
          </p:cNvPr>
          <p:cNvSpPr/>
          <p:nvPr/>
        </p:nvSpPr>
        <p:spPr>
          <a:xfrm>
            <a:off x="9048413" y="1546223"/>
            <a:ext cx="336884" cy="168843"/>
          </a:xfrm>
          <a:prstGeom prst="roundRect">
            <a:avLst/>
          </a:prstGeom>
          <a:solidFill>
            <a:srgbClr val="E7E6E6">
              <a:lumMod val="50000"/>
            </a:srgbClr>
          </a:solidFill>
          <a:ln w="12700" cap="flat" cmpd="sng" algn="ctr">
            <a:solidFill>
              <a:srgbClr val="4472C4">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prstClr val="white"/>
                </a:solidFill>
                <a:effectLst/>
                <a:uLnTx/>
                <a:uFillTx/>
                <a:latin typeface="Calibri" panose="020F0502020204030204"/>
                <a:ea typeface="+mn-ea"/>
                <a:cs typeface="+mn-cs"/>
              </a:rPr>
              <a:t>All</a:t>
            </a:r>
          </a:p>
        </p:txBody>
      </p:sp>
      <p:cxnSp>
        <p:nvCxnSpPr>
          <p:cNvPr id="65" name="Straight Arrow Connector 64">
            <a:extLst>
              <a:ext uri="{FF2B5EF4-FFF2-40B4-BE49-F238E27FC236}">
                <a16:creationId xmlns:a16="http://schemas.microsoft.com/office/drawing/2014/main" id="{5C2D851C-8C7D-2963-C196-CB0B6C271429}"/>
              </a:ext>
            </a:extLst>
          </p:cNvPr>
          <p:cNvCxnSpPr>
            <a:stCxn id="64" idx="1"/>
          </p:cNvCxnSpPr>
          <p:nvPr/>
        </p:nvCxnSpPr>
        <p:spPr>
          <a:xfrm flipH="1">
            <a:off x="8647363" y="1630645"/>
            <a:ext cx="401050" cy="0"/>
          </a:xfrm>
          <a:prstGeom prst="straightConnector1">
            <a:avLst/>
          </a:prstGeom>
          <a:noFill/>
          <a:ln w="6350" cap="flat" cmpd="sng" algn="ctr">
            <a:solidFill>
              <a:srgbClr val="4472C4"/>
            </a:solidFill>
            <a:prstDash val="solid"/>
            <a:miter lim="800000"/>
            <a:tailEnd type="triangle"/>
          </a:ln>
          <a:effectLst/>
        </p:spPr>
      </p:cxnSp>
      <p:sp>
        <p:nvSpPr>
          <p:cNvPr id="66" name="Rectangle: Rounded Corners 65">
            <a:extLst>
              <a:ext uri="{FF2B5EF4-FFF2-40B4-BE49-F238E27FC236}">
                <a16:creationId xmlns:a16="http://schemas.microsoft.com/office/drawing/2014/main" id="{31805DC1-3DEF-0B0C-96EA-1BDBA625FC87}"/>
              </a:ext>
            </a:extLst>
          </p:cNvPr>
          <p:cNvSpPr/>
          <p:nvPr/>
        </p:nvSpPr>
        <p:spPr>
          <a:xfrm>
            <a:off x="9048413" y="2044332"/>
            <a:ext cx="336884" cy="168843"/>
          </a:xfrm>
          <a:prstGeom prst="roundRect">
            <a:avLst/>
          </a:prstGeom>
          <a:solidFill>
            <a:srgbClr val="E7E6E6">
              <a:lumMod val="50000"/>
            </a:srgbClr>
          </a:solidFill>
          <a:ln w="12700" cap="flat" cmpd="sng" algn="ctr">
            <a:solidFill>
              <a:srgbClr val="4472C4">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prstClr val="white"/>
                </a:solidFill>
                <a:effectLst/>
                <a:uLnTx/>
                <a:uFillTx/>
                <a:latin typeface="Calibri" panose="020F0502020204030204"/>
                <a:ea typeface="+mn-ea"/>
                <a:cs typeface="+mn-cs"/>
              </a:rPr>
              <a:t>All</a:t>
            </a:r>
          </a:p>
        </p:txBody>
      </p:sp>
      <p:cxnSp>
        <p:nvCxnSpPr>
          <p:cNvPr id="67" name="Straight Arrow Connector 66">
            <a:extLst>
              <a:ext uri="{FF2B5EF4-FFF2-40B4-BE49-F238E27FC236}">
                <a16:creationId xmlns:a16="http://schemas.microsoft.com/office/drawing/2014/main" id="{0F4E8107-D79F-FA80-59F6-F4E505B01AB2}"/>
              </a:ext>
            </a:extLst>
          </p:cNvPr>
          <p:cNvCxnSpPr>
            <a:stCxn id="66" idx="1"/>
          </p:cNvCxnSpPr>
          <p:nvPr/>
        </p:nvCxnSpPr>
        <p:spPr>
          <a:xfrm flipH="1">
            <a:off x="8647363" y="2128754"/>
            <a:ext cx="401050" cy="0"/>
          </a:xfrm>
          <a:prstGeom prst="straightConnector1">
            <a:avLst/>
          </a:prstGeom>
          <a:noFill/>
          <a:ln w="6350" cap="flat" cmpd="sng" algn="ctr">
            <a:solidFill>
              <a:srgbClr val="4472C4"/>
            </a:solidFill>
            <a:prstDash val="solid"/>
            <a:miter lim="800000"/>
            <a:tailEnd type="triangle"/>
          </a:ln>
          <a:effectLst/>
        </p:spPr>
      </p:cxnSp>
      <p:sp>
        <p:nvSpPr>
          <p:cNvPr id="68" name="Rectangle: Rounded Corners 67">
            <a:extLst>
              <a:ext uri="{FF2B5EF4-FFF2-40B4-BE49-F238E27FC236}">
                <a16:creationId xmlns:a16="http://schemas.microsoft.com/office/drawing/2014/main" id="{7A6BB7AB-A5F6-A0CB-12E1-A3307B0C699D}"/>
              </a:ext>
            </a:extLst>
          </p:cNvPr>
          <p:cNvSpPr/>
          <p:nvPr/>
        </p:nvSpPr>
        <p:spPr>
          <a:xfrm>
            <a:off x="6480072" y="1632862"/>
            <a:ext cx="336884" cy="168843"/>
          </a:xfrm>
          <a:prstGeom prst="roundRect">
            <a:avLst/>
          </a:prstGeom>
          <a:solidFill>
            <a:srgbClr val="E7E6E6">
              <a:lumMod val="50000"/>
            </a:srgbClr>
          </a:solidFill>
          <a:ln w="12700" cap="flat" cmpd="sng" algn="ctr">
            <a:solidFill>
              <a:srgbClr val="4472C4">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prstClr val="white"/>
                </a:solidFill>
                <a:effectLst/>
                <a:uLnTx/>
                <a:uFillTx/>
                <a:latin typeface="Calibri" panose="020F0502020204030204"/>
                <a:ea typeface="+mn-ea"/>
                <a:cs typeface="+mn-cs"/>
              </a:rPr>
              <a:t>All</a:t>
            </a:r>
          </a:p>
        </p:txBody>
      </p:sp>
      <p:cxnSp>
        <p:nvCxnSpPr>
          <p:cNvPr id="69" name="Straight Arrow Connector 68">
            <a:extLst>
              <a:ext uri="{FF2B5EF4-FFF2-40B4-BE49-F238E27FC236}">
                <a16:creationId xmlns:a16="http://schemas.microsoft.com/office/drawing/2014/main" id="{5772FD37-1C85-CAEE-448A-CA920D14759E}"/>
              </a:ext>
            </a:extLst>
          </p:cNvPr>
          <p:cNvCxnSpPr>
            <a:stCxn id="68" idx="1"/>
          </p:cNvCxnSpPr>
          <p:nvPr/>
        </p:nvCxnSpPr>
        <p:spPr>
          <a:xfrm flipH="1">
            <a:off x="6079022" y="1717284"/>
            <a:ext cx="401050" cy="0"/>
          </a:xfrm>
          <a:prstGeom prst="straightConnector1">
            <a:avLst/>
          </a:prstGeom>
          <a:noFill/>
          <a:ln w="6350" cap="flat" cmpd="sng" algn="ctr">
            <a:solidFill>
              <a:srgbClr val="4472C4"/>
            </a:solidFill>
            <a:prstDash val="solid"/>
            <a:miter lim="800000"/>
            <a:tailEnd type="triangle"/>
          </a:ln>
          <a:effectLst/>
        </p:spPr>
      </p:cxnSp>
      <p:cxnSp>
        <p:nvCxnSpPr>
          <p:cNvPr id="70" name="Straight Arrow Connector 69">
            <a:extLst>
              <a:ext uri="{FF2B5EF4-FFF2-40B4-BE49-F238E27FC236}">
                <a16:creationId xmlns:a16="http://schemas.microsoft.com/office/drawing/2014/main" id="{D1572463-BDEE-CDAD-E4BC-A2A280FDC60C}"/>
              </a:ext>
            </a:extLst>
          </p:cNvPr>
          <p:cNvCxnSpPr>
            <a:stCxn id="48" idx="6"/>
            <a:endCxn id="50" idx="1"/>
          </p:cNvCxnSpPr>
          <p:nvPr/>
        </p:nvCxnSpPr>
        <p:spPr>
          <a:xfrm>
            <a:off x="4433102" y="1155607"/>
            <a:ext cx="479658" cy="0"/>
          </a:xfrm>
          <a:prstGeom prst="straightConnector1">
            <a:avLst/>
          </a:prstGeom>
          <a:noFill/>
          <a:ln w="6350" cap="flat" cmpd="sng" algn="ctr">
            <a:solidFill>
              <a:srgbClr val="4472C4"/>
            </a:solidFill>
            <a:prstDash val="solid"/>
            <a:miter lim="800000"/>
            <a:tailEnd type="triangle"/>
          </a:ln>
          <a:effectLst/>
        </p:spPr>
      </p:cxnSp>
      <p:sp>
        <p:nvSpPr>
          <p:cNvPr id="71" name="Rectangle: Rounded Corners 70">
            <a:extLst>
              <a:ext uri="{FF2B5EF4-FFF2-40B4-BE49-F238E27FC236}">
                <a16:creationId xmlns:a16="http://schemas.microsoft.com/office/drawing/2014/main" id="{9E7AFFDF-3D7A-7E18-0BE4-2D3511FB7104}"/>
              </a:ext>
            </a:extLst>
          </p:cNvPr>
          <p:cNvSpPr/>
          <p:nvPr/>
        </p:nvSpPr>
        <p:spPr>
          <a:xfrm>
            <a:off x="6760809" y="1088623"/>
            <a:ext cx="336884" cy="168843"/>
          </a:xfrm>
          <a:prstGeom prst="roundRect">
            <a:avLst/>
          </a:prstGeom>
          <a:solidFill>
            <a:srgbClr val="E7E6E6">
              <a:lumMod val="50000"/>
            </a:srgbClr>
          </a:solidFill>
          <a:ln w="12700" cap="flat" cmpd="sng" algn="ctr">
            <a:solidFill>
              <a:srgbClr val="4472C4">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prstClr val="white"/>
                </a:solidFill>
                <a:effectLst/>
                <a:uLnTx/>
                <a:uFillTx/>
                <a:latin typeface="Calibri" panose="020F0502020204030204"/>
                <a:ea typeface="+mn-ea"/>
                <a:cs typeface="+mn-cs"/>
              </a:rPr>
              <a:t>All</a:t>
            </a:r>
          </a:p>
        </p:txBody>
      </p:sp>
      <p:cxnSp>
        <p:nvCxnSpPr>
          <p:cNvPr id="72" name="Straight Arrow Connector 71">
            <a:extLst>
              <a:ext uri="{FF2B5EF4-FFF2-40B4-BE49-F238E27FC236}">
                <a16:creationId xmlns:a16="http://schemas.microsoft.com/office/drawing/2014/main" id="{2B927EFA-CD77-9C6F-F28E-9EFB78B89C66}"/>
              </a:ext>
            </a:extLst>
          </p:cNvPr>
          <p:cNvCxnSpPr>
            <a:stCxn id="71" idx="1"/>
          </p:cNvCxnSpPr>
          <p:nvPr/>
        </p:nvCxnSpPr>
        <p:spPr>
          <a:xfrm flipH="1">
            <a:off x="6359759" y="1173045"/>
            <a:ext cx="401050" cy="0"/>
          </a:xfrm>
          <a:prstGeom prst="straightConnector1">
            <a:avLst/>
          </a:prstGeom>
          <a:noFill/>
          <a:ln w="6350" cap="flat" cmpd="sng" algn="ctr">
            <a:solidFill>
              <a:srgbClr val="4472C4"/>
            </a:solidFill>
            <a:prstDash val="solid"/>
            <a:miter lim="800000"/>
            <a:tailEnd type="triangle"/>
          </a:ln>
          <a:effectLst/>
        </p:spPr>
      </p:cxnSp>
      <p:cxnSp>
        <p:nvCxnSpPr>
          <p:cNvPr id="73" name="Straight Arrow Connector 72">
            <a:extLst>
              <a:ext uri="{FF2B5EF4-FFF2-40B4-BE49-F238E27FC236}">
                <a16:creationId xmlns:a16="http://schemas.microsoft.com/office/drawing/2014/main" id="{96EB78F8-1C4B-5339-F5EB-9806FA1C6854}"/>
              </a:ext>
            </a:extLst>
          </p:cNvPr>
          <p:cNvCxnSpPr>
            <a:stCxn id="49" idx="2"/>
            <a:endCxn id="51" idx="0"/>
          </p:cNvCxnSpPr>
          <p:nvPr/>
        </p:nvCxnSpPr>
        <p:spPr>
          <a:xfrm>
            <a:off x="5636260" y="1847426"/>
            <a:ext cx="0" cy="246649"/>
          </a:xfrm>
          <a:prstGeom prst="straightConnector1">
            <a:avLst/>
          </a:prstGeom>
          <a:noFill/>
          <a:ln w="6350" cap="flat" cmpd="sng" algn="ctr">
            <a:solidFill>
              <a:srgbClr val="4472C4"/>
            </a:solidFill>
            <a:prstDash val="solid"/>
            <a:miter lim="800000"/>
            <a:headEnd type="triangle"/>
            <a:tailEnd type="triangle"/>
          </a:ln>
          <a:effectLst/>
        </p:spPr>
      </p:cxnSp>
      <p:cxnSp>
        <p:nvCxnSpPr>
          <p:cNvPr id="74" name="Straight Arrow Connector 73">
            <a:extLst>
              <a:ext uri="{FF2B5EF4-FFF2-40B4-BE49-F238E27FC236}">
                <a16:creationId xmlns:a16="http://schemas.microsoft.com/office/drawing/2014/main" id="{065D38A3-ED86-101A-3CDB-CBE696439DE2}"/>
              </a:ext>
            </a:extLst>
          </p:cNvPr>
          <p:cNvCxnSpPr>
            <a:cxnSpLocks/>
            <a:stCxn id="51" idx="2"/>
            <a:endCxn id="52" idx="0"/>
          </p:cNvCxnSpPr>
          <p:nvPr/>
        </p:nvCxnSpPr>
        <p:spPr>
          <a:xfrm flipH="1">
            <a:off x="5636259" y="2378021"/>
            <a:ext cx="1" cy="260337"/>
          </a:xfrm>
          <a:prstGeom prst="straightConnector1">
            <a:avLst/>
          </a:prstGeom>
          <a:noFill/>
          <a:ln w="6350" cap="flat" cmpd="sng" algn="ctr">
            <a:solidFill>
              <a:srgbClr val="4472C4"/>
            </a:solidFill>
            <a:prstDash val="solid"/>
            <a:miter lim="800000"/>
            <a:headEnd type="triangle"/>
            <a:tailEnd type="triangle"/>
          </a:ln>
          <a:effectLst/>
        </p:spPr>
      </p:cxnSp>
      <p:cxnSp>
        <p:nvCxnSpPr>
          <p:cNvPr id="75" name="Straight Arrow Connector 74">
            <a:extLst>
              <a:ext uri="{FF2B5EF4-FFF2-40B4-BE49-F238E27FC236}">
                <a16:creationId xmlns:a16="http://schemas.microsoft.com/office/drawing/2014/main" id="{E6ADD537-7997-1F8E-7CB8-33CD00D33794}"/>
              </a:ext>
            </a:extLst>
          </p:cNvPr>
          <p:cNvCxnSpPr>
            <a:cxnSpLocks/>
            <a:stCxn id="52" idx="2"/>
            <a:endCxn id="89" idx="0"/>
          </p:cNvCxnSpPr>
          <p:nvPr/>
        </p:nvCxnSpPr>
        <p:spPr>
          <a:xfrm>
            <a:off x="5636259" y="2897533"/>
            <a:ext cx="0" cy="229937"/>
          </a:xfrm>
          <a:prstGeom prst="straightConnector1">
            <a:avLst/>
          </a:prstGeom>
          <a:noFill/>
          <a:ln w="6350" cap="flat" cmpd="sng" algn="ctr">
            <a:solidFill>
              <a:srgbClr val="4472C4"/>
            </a:solidFill>
            <a:prstDash val="solid"/>
            <a:miter lim="800000"/>
            <a:headEnd type="triangle"/>
            <a:tailEnd type="triangle"/>
          </a:ln>
          <a:effectLst/>
        </p:spPr>
      </p:cxnSp>
      <p:cxnSp>
        <p:nvCxnSpPr>
          <p:cNvPr id="76" name="Straight Arrow Connector 75">
            <a:extLst>
              <a:ext uri="{FF2B5EF4-FFF2-40B4-BE49-F238E27FC236}">
                <a16:creationId xmlns:a16="http://schemas.microsoft.com/office/drawing/2014/main" id="{55BAEBD7-4503-76F0-0503-2515E024FCB5}"/>
              </a:ext>
            </a:extLst>
          </p:cNvPr>
          <p:cNvCxnSpPr>
            <a:stCxn id="53" idx="2"/>
            <a:endCxn id="54" idx="0"/>
          </p:cNvCxnSpPr>
          <p:nvPr/>
        </p:nvCxnSpPr>
        <p:spPr>
          <a:xfrm flipH="1">
            <a:off x="5636258" y="3925299"/>
            <a:ext cx="1" cy="268108"/>
          </a:xfrm>
          <a:prstGeom prst="straightConnector1">
            <a:avLst/>
          </a:prstGeom>
          <a:noFill/>
          <a:ln w="6350" cap="flat" cmpd="sng" algn="ctr">
            <a:solidFill>
              <a:srgbClr val="4472C4"/>
            </a:solidFill>
            <a:prstDash val="solid"/>
            <a:miter lim="800000"/>
            <a:headEnd type="triangle"/>
            <a:tailEnd type="triangle"/>
          </a:ln>
          <a:effectLst/>
        </p:spPr>
      </p:cxnSp>
      <p:cxnSp>
        <p:nvCxnSpPr>
          <p:cNvPr id="77" name="Straight Arrow Connector 76">
            <a:extLst>
              <a:ext uri="{FF2B5EF4-FFF2-40B4-BE49-F238E27FC236}">
                <a16:creationId xmlns:a16="http://schemas.microsoft.com/office/drawing/2014/main" id="{24428DBE-F5E2-8DBD-F86C-23D05EFFEFC1}"/>
              </a:ext>
            </a:extLst>
          </p:cNvPr>
          <p:cNvCxnSpPr>
            <a:cxnSpLocks/>
            <a:stCxn id="54" idx="2"/>
            <a:endCxn id="55" idx="0"/>
          </p:cNvCxnSpPr>
          <p:nvPr/>
        </p:nvCxnSpPr>
        <p:spPr>
          <a:xfrm flipH="1">
            <a:off x="5636257" y="4477353"/>
            <a:ext cx="1" cy="234912"/>
          </a:xfrm>
          <a:prstGeom prst="straightConnector1">
            <a:avLst/>
          </a:prstGeom>
          <a:noFill/>
          <a:ln w="6350" cap="flat" cmpd="sng" algn="ctr">
            <a:solidFill>
              <a:srgbClr val="4472C4"/>
            </a:solidFill>
            <a:prstDash val="solid"/>
            <a:miter lim="800000"/>
            <a:headEnd type="triangle"/>
            <a:tailEnd type="triangle"/>
          </a:ln>
          <a:effectLst/>
        </p:spPr>
      </p:cxnSp>
      <p:cxnSp>
        <p:nvCxnSpPr>
          <p:cNvPr id="78" name="Straight Arrow Connector 77">
            <a:extLst>
              <a:ext uri="{FF2B5EF4-FFF2-40B4-BE49-F238E27FC236}">
                <a16:creationId xmlns:a16="http://schemas.microsoft.com/office/drawing/2014/main" id="{E4441051-E061-7800-2E29-857D68432A7E}"/>
              </a:ext>
            </a:extLst>
          </p:cNvPr>
          <p:cNvCxnSpPr>
            <a:cxnSpLocks/>
            <a:stCxn id="55" idx="2"/>
            <a:endCxn id="56" idx="0"/>
          </p:cNvCxnSpPr>
          <p:nvPr/>
        </p:nvCxnSpPr>
        <p:spPr>
          <a:xfrm>
            <a:off x="5636257" y="4966743"/>
            <a:ext cx="0" cy="262973"/>
          </a:xfrm>
          <a:prstGeom prst="straightConnector1">
            <a:avLst/>
          </a:prstGeom>
          <a:noFill/>
          <a:ln w="6350" cap="flat" cmpd="sng" algn="ctr">
            <a:solidFill>
              <a:srgbClr val="4472C4"/>
            </a:solidFill>
            <a:prstDash val="solid"/>
            <a:miter lim="800000"/>
            <a:headEnd type="triangle"/>
            <a:tailEnd type="triangle"/>
          </a:ln>
          <a:effectLst/>
        </p:spPr>
      </p:cxnSp>
      <p:cxnSp>
        <p:nvCxnSpPr>
          <p:cNvPr id="79" name="Straight Arrow Connector 78">
            <a:extLst>
              <a:ext uri="{FF2B5EF4-FFF2-40B4-BE49-F238E27FC236}">
                <a16:creationId xmlns:a16="http://schemas.microsoft.com/office/drawing/2014/main" id="{C3D03B50-47A2-A8C3-6712-D7B0341ABF42}"/>
              </a:ext>
            </a:extLst>
          </p:cNvPr>
          <p:cNvCxnSpPr>
            <a:stCxn id="56" idx="2"/>
            <a:endCxn id="57" idx="0"/>
          </p:cNvCxnSpPr>
          <p:nvPr/>
        </p:nvCxnSpPr>
        <p:spPr>
          <a:xfrm>
            <a:off x="5636257" y="5513662"/>
            <a:ext cx="1" cy="205328"/>
          </a:xfrm>
          <a:prstGeom prst="straightConnector1">
            <a:avLst/>
          </a:prstGeom>
          <a:noFill/>
          <a:ln w="6350" cap="flat" cmpd="sng" algn="ctr">
            <a:solidFill>
              <a:srgbClr val="4472C4"/>
            </a:solidFill>
            <a:prstDash val="solid"/>
            <a:miter lim="800000"/>
            <a:headEnd type="triangle"/>
            <a:tailEnd type="triangle"/>
          </a:ln>
          <a:effectLst/>
        </p:spPr>
      </p:cxnSp>
      <p:cxnSp>
        <p:nvCxnSpPr>
          <p:cNvPr id="80" name="Straight Arrow Connector 79">
            <a:extLst>
              <a:ext uri="{FF2B5EF4-FFF2-40B4-BE49-F238E27FC236}">
                <a16:creationId xmlns:a16="http://schemas.microsoft.com/office/drawing/2014/main" id="{1A338469-43FF-5B2E-F974-B63FAB3AADB6}"/>
              </a:ext>
            </a:extLst>
          </p:cNvPr>
          <p:cNvCxnSpPr>
            <a:cxnSpLocks/>
            <a:stCxn id="57" idx="3"/>
            <a:endCxn id="58" idx="1"/>
          </p:cNvCxnSpPr>
          <p:nvPr/>
        </p:nvCxnSpPr>
        <p:spPr>
          <a:xfrm flipV="1">
            <a:off x="6581139" y="5860730"/>
            <a:ext cx="360940" cy="233"/>
          </a:xfrm>
          <a:prstGeom prst="straightConnector1">
            <a:avLst/>
          </a:prstGeom>
          <a:noFill/>
          <a:ln w="6350" cap="flat" cmpd="sng" algn="ctr">
            <a:solidFill>
              <a:srgbClr val="4472C4"/>
            </a:solidFill>
            <a:prstDash val="solid"/>
            <a:miter lim="800000"/>
            <a:headEnd type="triangle"/>
            <a:tailEnd type="triangle"/>
          </a:ln>
          <a:effectLst/>
        </p:spPr>
      </p:cxnSp>
      <p:sp>
        <p:nvSpPr>
          <p:cNvPr id="81" name="Rectangle: Rounded Corners 80">
            <a:extLst>
              <a:ext uri="{FF2B5EF4-FFF2-40B4-BE49-F238E27FC236}">
                <a16:creationId xmlns:a16="http://schemas.microsoft.com/office/drawing/2014/main" id="{0CB92863-5353-56EB-9DC0-586D5C406ACE}"/>
              </a:ext>
            </a:extLst>
          </p:cNvPr>
          <p:cNvSpPr/>
          <p:nvPr/>
        </p:nvSpPr>
        <p:spPr>
          <a:xfrm>
            <a:off x="6942079" y="4196986"/>
            <a:ext cx="1889763" cy="283946"/>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a:ln>
                  <a:noFill/>
                </a:ln>
                <a:solidFill>
                  <a:prstClr val="white"/>
                </a:solidFill>
                <a:effectLst/>
                <a:uLnTx/>
                <a:uFillTx/>
                <a:latin typeface="Calibri" panose="020F0502020204030204"/>
                <a:ea typeface="+mn-ea"/>
                <a:cs typeface="+mn-cs"/>
              </a:rPr>
              <a:t>Development Blocked</a:t>
            </a:r>
          </a:p>
        </p:txBody>
      </p:sp>
      <p:cxnSp>
        <p:nvCxnSpPr>
          <p:cNvPr id="82" name="Straight Arrow Connector 81">
            <a:extLst>
              <a:ext uri="{FF2B5EF4-FFF2-40B4-BE49-F238E27FC236}">
                <a16:creationId xmlns:a16="http://schemas.microsoft.com/office/drawing/2014/main" id="{7A1704DE-6514-0793-3F42-A28FF45FCA61}"/>
              </a:ext>
            </a:extLst>
          </p:cNvPr>
          <p:cNvCxnSpPr>
            <a:stCxn id="54" idx="3"/>
            <a:endCxn id="81" idx="1"/>
          </p:cNvCxnSpPr>
          <p:nvPr/>
        </p:nvCxnSpPr>
        <p:spPr>
          <a:xfrm>
            <a:off x="6581139" y="4335380"/>
            <a:ext cx="360940" cy="3579"/>
          </a:xfrm>
          <a:prstGeom prst="straightConnector1">
            <a:avLst/>
          </a:prstGeom>
          <a:noFill/>
          <a:ln w="6350" cap="flat" cmpd="sng" algn="ctr">
            <a:solidFill>
              <a:srgbClr val="4472C4"/>
            </a:solidFill>
            <a:prstDash val="solid"/>
            <a:miter lim="800000"/>
            <a:headEnd type="triangle"/>
            <a:tailEnd type="triangle"/>
          </a:ln>
          <a:effectLst/>
        </p:spPr>
      </p:cxnSp>
      <p:sp>
        <p:nvSpPr>
          <p:cNvPr id="83" name="Rectangle: Rounded Corners 82">
            <a:extLst>
              <a:ext uri="{FF2B5EF4-FFF2-40B4-BE49-F238E27FC236}">
                <a16:creationId xmlns:a16="http://schemas.microsoft.com/office/drawing/2014/main" id="{92232EBB-EA00-E9CC-172A-1CEA77B39B3B}"/>
              </a:ext>
            </a:extLst>
          </p:cNvPr>
          <p:cNvSpPr/>
          <p:nvPr/>
        </p:nvSpPr>
        <p:spPr>
          <a:xfrm>
            <a:off x="2892649" y="4193407"/>
            <a:ext cx="1390054" cy="283946"/>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a:ln>
                  <a:noFill/>
                </a:ln>
                <a:solidFill>
                  <a:prstClr val="white"/>
                </a:solidFill>
                <a:effectLst/>
                <a:uLnTx/>
                <a:uFillTx/>
                <a:latin typeface="Calibri" panose="020F0502020204030204"/>
                <a:ea typeface="+mn-ea"/>
                <a:cs typeface="+mn-cs"/>
              </a:rPr>
              <a:t>In Code Review</a:t>
            </a:r>
          </a:p>
        </p:txBody>
      </p:sp>
      <p:cxnSp>
        <p:nvCxnSpPr>
          <p:cNvPr id="84" name="Straight Arrow Connector 83">
            <a:extLst>
              <a:ext uri="{FF2B5EF4-FFF2-40B4-BE49-F238E27FC236}">
                <a16:creationId xmlns:a16="http://schemas.microsoft.com/office/drawing/2014/main" id="{C91A28BA-F60F-88A2-4672-35596F721447}"/>
              </a:ext>
            </a:extLst>
          </p:cNvPr>
          <p:cNvCxnSpPr>
            <a:stCxn id="83" idx="3"/>
            <a:endCxn id="54" idx="1"/>
          </p:cNvCxnSpPr>
          <p:nvPr/>
        </p:nvCxnSpPr>
        <p:spPr>
          <a:xfrm>
            <a:off x="4282703" y="4335380"/>
            <a:ext cx="408673" cy="0"/>
          </a:xfrm>
          <a:prstGeom prst="straightConnector1">
            <a:avLst/>
          </a:prstGeom>
          <a:noFill/>
          <a:ln w="6350" cap="flat" cmpd="sng" algn="ctr">
            <a:solidFill>
              <a:srgbClr val="4472C4"/>
            </a:solidFill>
            <a:prstDash val="solid"/>
            <a:miter lim="800000"/>
            <a:headEnd type="triangle"/>
            <a:tailEnd type="triangle"/>
          </a:ln>
          <a:effectLst/>
        </p:spPr>
      </p:cxnSp>
      <p:sp>
        <p:nvSpPr>
          <p:cNvPr id="85" name="Rectangle: Rounded Corners 84">
            <a:extLst>
              <a:ext uri="{FF2B5EF4-FFF2-40B4-BE49-F238E27FC236}">
                <a16:creationId xmlns:a16="http://schemas.microsoft.com/office/drawing/2014/main" id="{84B516A7-FCBC-AC81-4B7B-793EC845A445}"/>
              </a:ext>
            </a:extLst>
          </p:cNvPr>
          <p:cNvSpPr/>
          <p:nvPr/>
        </p:nvSpPr>
        <p:spPr>
          <a:xfrm>
            <a:off x="6661344" y="5244450"/>
            <a:ext cx="1618650" cy="254478"/>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a:ln>
                  <a:noFill/>
                </a:ln>
                <a:solidFill>
                  <a:prstClr val="white"/>
                </a:solidFill>
                <a:effectLst/>
                <a:uLnTx/>
                <a:uFillTx/>
                <a:latin typeface="Calibri" panose="020F0502020204030204"/>
                <a:ea typeface="+mn-ea"/>
                <a:cs typeface="+mn-cs"/>
              </a:rPr>
              <a:t>Testing Blocked</a:t>
            </a:r>
          </a:p>
        </p:txBody>
      </p:sp>
      <p:cxnSp>
        <p:nvCxnSpPr>
          <p:cNvPr id="86" name="Straight Arrow Connector 85">
            <a:extLst>
              <a:ext uri="{FF2B5EF4-FFF2-40B4-BE49-F238E27FC236}">
                <a16:creationId xmlns:a16="http://schemas.microsoft.com/office/drawing/2014/main" id="{D78EC4E3-5D42-7104-6FC7-FEF3F18E69F1}"/>
              </a:ext>
            </a:extLst>
          </p:cNvPr>
          <p:cNvCxnSpPr>
            <a:stCxn id="56" idx="3"/>
            <a:endCxn id="85" idx="1"/>
          </p:cNvCxnSpPr>
          <p:nvPr/>
        </p:nvCxnSpPr>
        <p:spPr>
          <a:xfrm>
            <a:off x="6321252" y="5371689"/>
            <a:ext cx="340092" cy="0"/>
          </a:xfrm>
          <a:prstGeom prst="straightConnector1">
            <a:avLst/>
          </a:prstGeom>
          <a:noFill/>
          <a:ln w="6350" cap="flat" cmpd="sng" algn="ctr">
            <a:solidFill>
              <a:srgbClr val="4472C4"/>
            </a:solidFill>
            <a:prstDash val="solid"/>
            <a:miter lim="800000"/>
            <a:headEnd type="triangle"/>
            <a:tailEnd type="triangle"/>
          </a:ln>
          <a:effectLst/>
        </p:spPr>
      </p:cxnSp>
      <p:sp>
        <p:nvSpPr>
          <p:cNvPr id="87" name="Rectangle: Rounded Corners 86">
            <a:extLst>
              <a:ext uri="{FF2B5EF4-FFF2-40B4-BE49-F238E27FC236}">
                <a16:creationId xmlns:a16="http://schemas.microsoft.com/office/drawing/2014/main" id="{7433EB4A-4F9D-1341-3F6D-07BD7359C87A}"/>
              </a:ext>
            </a:extLst>
          </p:cNvPr>
          <p:cNvSpPr/>
          <p:nvPr/>
        </p:nvSpPr>
        <p:spPr>
          <a:xfrm>
            <a:off x="3128877" y="2094075"/>
            <a:ext cx="1446999" cy="283946"/>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a:ln>
                  <a:noFill/>
                </a:ln>
                <a:solidFill>
                  <a:prstClr val="white"/>
                </a:solidFill>
                <a:effectLst/>
                <a:uLnTx/>
                <a:uFillTx/>
                <a:latin typeface="Calibri" panose="020F0502020204030204"/>
                <a:ea typeface="+mn-ea"/>
                <a:cs typeface="+mn-cs"/>
              </a:rPr>
              <a:t>Blocked</a:t>
            </a:r>
          </a:p>
        </p:txBody>
      </p:sp>
      <p:cxnSp>
        <p:nvCxnSpPr>
          <p:cNvPr id="88" name="Straight Arrow Connector 87">
            <a:extLst>
              <a:ext uri="{FF2B5EF4-FFF2-40B4-BE49-F238E27FC236}">
                <a16:creationId xmlns:a16="http://schemas.microsoft.com/office/drawing/2014/main" id="{8B29E575-181A-8747-6DFA-E8A5D5C1F7FB}"/>
              </a:ext>
            </a:extLst>
          </p:cNvPr>
          <p:cNvCxnSpPr>
            <a:stCxn id="87" idx="3"/>
            <a:endCxn id="51" idx="1"/>
          </p:cNvCxnSpPr>
          <p:nvPr/>
        </p:nvCxnSpPr>
        <p:spPr>
          <a:xfrm>
            <a:off x="4575876" y="2236048"/>
            <a:ext cx="336884" cy="0"/>
          </a:xfrm>
          <a:prstGeom prst="straightConnector1">
            <a:avLst/>
          </a:prstGeom>
          <a:noFill/>
          <a:ln w="6350" cap="flat" cmpd="sng" algn="ctr">
            <a:solidFill>
              <a:srgbClr val="4472C4"/>
            </a:solidFill>
            <a:prstDash val="solid"/>
            <a:miter lim="800000"/>
            <a:headEnd type="triangle"/>
            <a:tailEnd type="triangle"/>
          </a:ln>
          <a:effectLst/>
        </p:spPr>
      </p:cxnSp>
      <p:sp>
        <p:nvSpPr>
          <p:cNvPr id="89" name="Rectangle: Rounded Corners 88">
            <a:extLst>
              <a:ext uri="{FF2B5EF4-FFF2-40B4-BE49-F238E27FC236}">
                <a16:creationId xmlns:a16="http://schemas.microsoft.com/office/drawing/2014/main" id="{964F581B-7134-B4A0-0EC9-496B96E71E0A}"/>
              </a:ext>
            </a:extLst>
          </p:cNvPr>
          <p:cNvSpPr/>
          <p:nvPr/>
        </p:nvSpPr>
        <p:spPr>
          <a:xfrm>
            <a:off x="4691377" y="3127470"/>
            <a:ext cx="1889763" cy="283946"/>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a:ln>
                  <a:noFill/>
                </a:ln>
                <a:solidFill>
                  <a:prstClr val="white"/>
                </a:solidFill>
                <a:effectLst/>
                <a:uLnTx/>
                <a:uFillTx/>
                <a:latin typeface="Calibri" panose="020F0502020204030204"/>
                <a:ea typeface="+mn-ea"/>
                <a:cs typeface="+mn-cs"/>
              </a:rPr>
              <a:t>Ready for Design</a:t>
            </a:r>
          </a:p>
        </p:txBody>
      </p:sp>
      <p:cxnSp>
        <p:nvCxnSpPr>
          <p:cNvPr id="91" name="Straight Arrow Connector 90">
            <a:extLst>
              <a:ext uri="{FF2B5EF4-FFF2-40B4-BE49-F238E27FC236}">
                <a16:creationId xmlns:a16="http://schemas.microsoft.com/office/drawing/2014/main" id="{C0664A47-69AD-27A2-CE6B-9588B3E6FF17}"/>
              </a:ext>
            </a:extLst>
          </p:cNvPr>
          <p:cNvCxnSpPr>
            <a:stCxn id="89" idx="2"/>
            <a:endCxn id="53" idx="0"/>
          </p:cNvCxnSpPr>
          <p:nvPr/>
        </p:nvCxnSpPr>
        <p:spPr>
          <a:xfrm>
            <a:off x="5636259" y="3411416"/>
            <a:ext cx="0" cy="229937"/>
          </a:xfrm>
          <a:prstGeom prst="straightConnector1">
            <a:avLst/>
          </a:prstGeom>
          <a:noFill/>
          <a:ln w="6350" cap="flat" cmpd="sng" algn="ctr">
            <a:solidFill>
              <a:srgbClr val="4472C4"/>
            </a:solidFill>
            <a:prstDash val="solid"/>
            <a:miter lim="800000"/>
            <a:headEnd type="triangle"/>
            <a:tailEnd type="triangle"/>
          </a:ln>
          <a:effectLst/>
        </p:spPr>
      </p:cxnSp>
      <p:sp>
        <p:nvSpPr>
          <p:cNvPr id="3" name="TextBox 2">
            <a:extLst>
              <a:ext uri="{FF2B5EF4-FFF2-40B4-BE49-F238E27FC236}">
                <a16:creationId xmlns:a16="http://schemas.microsoft.com/office/drawing/2014/main" id="{BFAD0609-1898-840A-1126-9761CC3EA1E7}"/>
              </a:ext>
            </a:extLst>
          </p:cNvPr>
          <p:cNvSpPr txBox="1"/>
          <p:nvPr/>
        </p:nvSpPr>
        <p:spPr>
          <a:xfrm>
            <a:off x="332155" y="5885793"/>
            <a:ext cx="377739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1" u="none" strike="noStrike" kern="1200" cap="none" spc="0" normalizeH="0" baseline="0" noProof="0">
                <a:ln>
                  <a:noFill/>
                </a:ln>
                <a:solidFill>
                  <a:srgbClr val="1E185A"/>
                </a:solidFill>
                <a:effectLst/>
                <a:uLnTx/>
                <a:uFillTx/>
                <a:latin typeface="Calibri" panose="020F0502020204030204" pitchFamily="34" charset="0"/>
                <a:ea typeface="Calibri" panose="020F0502020204030204" pitchFamily="34" charset="0"/>
                <a:cs typeface="Calibri" panose="020F0502020204030204" pitchFamily="34" charset="0"/>
              </a:rPr>
              <a:t>Service Ticket ID: RITM1137241</a:t>
            </a:r>
          </a:p>
        </p:txBody>
      </p:sp>
      <p:cxnSp>
        <p:nvCxnSpPr>
          <p:cNvPr id="9" name="Straight Arrow Connector 8">
            <a:extLst>
              <a:ext uri="{FF2B5EF4-FFF2-40B4-BE49-F238E27FC236}">
                <a16:creationId xmlns:a16="http://schemas.microsoft.com/office/drawing/2014/main" id="{B9E734BB-354B-5DE4-DF52-DE41F30DA967}"/>
              </a:ext>
            </a:extLst>
          </p:cNvPr>
          <p:cNvCxnSpPr>
            <a:cxnSpLocks/>
            <a:endCxn id="52" idx="1"/>
          </p:cNvCxnSpPr>
          <p:nvPr/>
        </p:nvCxnSpPr>
        <p:spPr>
          <a:xfrm>
            <a:off x="4148625" y="2767946"/>
            <a:ext cx="542752" cy="0"/>
          </a:xfrm>
          <a:prstGeom prst="straightConnector1">
            <a:avLst/>
          </a:prstGeom>
          <a:noFill/>
          <a:ln w="6350" cap="flat" cmpd="sng" algn="ctr">
            <a:solidFill>
              <a:srgbClr val="4472C4"/>
            </a:solidFill>
            <a:prstDash val="solid"/>
            <a:miter lim="800000"/>
            <a:tailEnd type="triangle"/>
          </a:ln>
          <a:effectLst/>
        </p:spPr>
      </p:cxnSp>
      <p:cxnSp>
        <p:nvCxnSpPr>
          <p:cNvPr id="12" name="Straight Arrow Connector 11">
            <a:extLst>
              <a:ext uri="{FF2B5EF4-FFF2-40B4-BE49-F238E27FC236}">
                <a16:creationId xmlns:a16="http://schemas.microsoft.com/office/drawing/2014/main" id="{D2428502-23C3-1937-FEEB-90CD6AFC07CD}"/>
              </a:ext>
            </a:extLst>
          </p:cNvPr>
          <p:cNvCxnSpPr>
            <a:cxnSpLocks/>
          </p:cNvCxnSpPr>
          <p:nvPr/>
        </p:nvCxnSpPr>
        <p:spPr>
          <a:xfrm>
            <a:off x="4148625" y="3782194"/>
            <a:ext cx="508260" cy="0"/>
          </a:xfrm>
          <a:prstGeom prst="straightConnector1">
            <a:avLst/>
          </a:prstGeom>
          <a:noFill/>
          <a:ln w="6350" cap="flat" cmpd="sng" algn="ctr">
            <a:solidFill>
              <a:srgbClr val="4472C4"/>
            </a:solidFill>
            <a:prstDash val="solid"/>
            <a:miter lim="800000"/>
            <a:tailEnd type="triangle"/>
          </a:ln>
          <a:effectLst/>
        </p:spPr>
      </p:cxnSp>
      <p:cxnSp>
        <p:nvCxnSpPr>
          <p:cNvPr id="14" name="Straight Connector 13">
            <a:extLst>
              <a:ext uri="{FF2B5EF4-FFF2-40B4-BE49-F238E27FC236}">
                <a16:creationId xmlns:a16="http://schemas.microsoft.com/office/drawing/2014/main" id="{51E3D6CB-A4CD-0652-BB28-8B7826E0DF1A}"/>
              </a:ext>
            </a:extLst>
          </p:cNvPr>
          <p:cNvCxnSpPr>
            <a:cxnSpLocks/>
          </p:cNvCxnSpPr>
          <p:nvPr/>
        </p:nvCxnSpPr>
        <p:spPr bwMode="auto">
          <a:xfrm>
            <a:off x="4148625" y="2767946"/>
            <a:ext cx="0" cy="1014248"/>
          </a:xfrm>
          <a:prstGeom prst="line">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369181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5919F0-CF74-0672-208A-AF105C584388}"/>
              </a:ext>
            </a:extLst>
          </p:cNvPr>
          <p:cNvSpPr>
            <a:spLocks noGrp="1"/>
          </p:cNvSpPr>
          <p:nvPr>
            <p:ph type="title"/>
          </p:nvPr>
        </p:nvSpPr>
        <p:spPr>
          <a:xfrm>
            <a:off x="244279" y="34641"/>
            <a:ext cx="9776592" cy="716711"/>
          </a:xfrm>
        </p:spPr>
        <p:txBody>
          <a:bodyPr/>
          <a:lstStyle/>
          <a:p>
            <a:r>
              <a:rPr lang="en-GB"/>
              <a:t>governance</a:t>
            </a:r>
          </a:p>
        </p:txBody>
      </p:sp>
      <p:sp>
        <p:nvSpPr>
          <p:cNvPr id="4" name="Subtitle 2">
            <a:extLst>
              <a:ext uri="{FF2B5EF4-FFF2-40B4-BE49-F238E27FC236}">
                <a16:creationId xmlns:a16="http://schemas.microsoft.com/office/drawing/2014/main" id="{3DCDFED0-9748-9D61-3749-8591A927E6B8}"/>
              </a:ext>
            </a:extLst>
          </p:cNvPr>
          <p:cNvSpPr txBox="1">
            <a:spLocks/>
          </p:cNvSpPr>
          <p:nvPr/>
        </p:nvSpPr>
        <p:spPr>
          <a:xfrm>
            <a:off x="184150" y="606675"/>
            <a:ext cx="10701564" cy="797582"/>
          </a:xfrm>
          <a:prstGeom prst="rect">
            <a:avLst/>
          </a:prstGeom>
        </p:spPr>
        <p:txBody>
          <a:bodyPr>
            <a:normAutofit lnSpcReduction="10000"/>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600"/>
              <a:t>The overall success of this engagement will be based on close collaboration between all parties, transparency and fact-based decision making. We will also use this Governance process to keep us all collectively honest and true to the Programme objectives.</a:t>
            </a:r>
          </a:p>
        </p:txBody>
      </p:sp>
      <p:grpSp>
        <p:nvGrpSpPr>
          <p:cNvPr id="31" name="Group 30">
            <a:extLst>
              <a:ext uri="{FF2B5EF4-FFF2-40B4-BE49-F238E27FC236}">
                <a16:creationId xmlns:a16="http://schemas.microsoft.com/office/drawing/2014/main" id="{9BF4C074-83A0-097F-B8EF-D5A120C83C0D}"/>
              </a:ext>
            </a:extLst>
          </p:cNvPr>
          <p:cNvGrpSpPr/>
          <p:nvPr/>
        </p:nvGrpSpPr>
        <p:grpSpPr>
          <a:xfrm>
            <a:off x="2226353" y="1904744"/>
            <a:ext cx="1129324" cy="4267200"/>
            <a:chOff x="981546" y="1208506"/>
            <a:chExt cx="1506503" cy="4267200"/>
          </a:xfrm>
        </p:grpSpPr>
        <p:cxnSp>
          <p:nvCxnSpPr>
            <p:cNvPr id="64" name="Straight Connector 63">
              <a:extLst>
                <a:ext uri="{FF2B5EF4-FFF2-40B4-BE49-F238E27FC236}">
                  <a16:creationId xmlns:a16="http://schemas.microsoft.com/office/drawing/2014/main" id="{5CBE8865-9867-CD62-F954-F2A7ABDEC5F8}"/>
                </a:ext>
              </a:extLst>
            </p:cNvPr>
            <p:cNvCxnSpPr>
              <a:cxnSpLocks/>
            </p:cNvCxnSpPr>
            <p:nvPr/>
          </p:nvCxnSpPr>
          <p:spPr>
            <a:xfrm>
              <a:off x="1706679" y="1208506"/>
              <a:ext cx="0" cy="4267200"/>
            </a:xfrm>
            <a:prstGeom prst="line">
              <a:avLst/>
            </a:prstGeom>
            <a:ln>
              <a:solidFill>
                <a:schemeClr val="accent1"/>
              </a:solidFill>
              <a:prstDash val="sysDot"/>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65" name="Rectangle à coins arrondis 147">
              <a:extLst>
                <a:ext uri="{FF2B5EF4-FFF2-40B4-BE49-F238E27FC236}">
                  <a16:creationId xmlns:a16="http://schemas.microsoft.com/office/drawing/2014/main" id="{489EA980-524E-04BD-60C5-F2ECDCB77B22}"/>
                </a:ext>
              </a:extLst>
            </p:cNvPr>
            <p:cNvSpPr/>
            <p:nvPr/>
          </p:nvSpPr>
          <p:spPr>
            <a:xfrm>
              <a:off x="1136711" y="4924148"/>
              <a:ext cx="1014649" cy="457472"/>
            </a:xfrm>
            <a:prstGeom prst="rect">
              <a:avLst/>
            </a:prstGeom>
            <a:solidFill>
              <a:schemeClr val="bg1"/>
            </a:solidFill>
            <a:ln w="9525" cap="flat" cmpd="sng" algn="ctr">
              <a:noFill/>
              <a:prstDash val="solid"/>
            </a:ln>
            <a:effectLst/>
          </p:spPr>
          <p:txBody>
            <a:bodyPr lIns="21938" tIns="21938" rIns="21938" bIns="21938" anchor="ctr"/>
            <a:lstStyle/>
            <a:p>
              <a:pPr algn="ctr" defTabSz="718209">
                <a:buClr>
                  <a:srgbClr val="ED771A"/>
                </a:buClr>
                <a:defRPr/>
              </a:pPr>
              <a:r>
                <a:rPr lang="fr-FR" sz="1200" b="1" kern="0">
                  <a:solidFill>
                    <a:srgbClr val="00264A"/>
                  </a:solidFill>
                  <a:latin typeface="Calibri" panose="020F0502020204030204" pitchFamily="34" charset="0"/>
                  <a:cs typeface="Calibri" panose="020F0502020204030204" pitchFamily="34" charset="0"/>
                </a:rPr>
                <a:t>Daily</a:t>
              </a:r>
            </a:p>
          </p:txBody>
        </p:sp>
        <p:sp>
          <p:nvSpPr>
            <p:cNvPr id="66" name="Rectangle à coins arrondis 147">
              <a:extLst>
                <a:ext uri="{FF2B5EF4-FFF2-40B4-BE49-F238E27FC236}">
                  <a16:creationId xmlns:a16="http://schemas.microsoft.com/office/drawing/2014/main" id="{C51E25C6-5C5A-B185-4A54-21394942F53F}"/>
                </a:ext>
              </a:extLst>
            </p:cNvPr>
            <p:cNvSpPr/>
            <p:nvPr/>
          </p:nvSpPr>
          <p:spPr>
            <a:xfrm>
              <a:off x="981546" y="3456625"/>
              <a:ext cx="1353866" cy="457472"/>
            </a:xfrm>
            <a:prstGeom prst="rect">
              <a:avLst/>
            </a:prstGeom>
            <a:solidFill>
              <a:schemeClr val="bg1"/>
            </a:solidFill>
            <a:ln w="9525" cap="flat" cmpd="sng" algn="ctr">
              <a:noFill/>
              <a:prstDash val="solid"/>
            </a:ln>
            <a:effectLst/>
          </p:spPr>
          <p:txBody>
            <a:bodyPr lIns="21938" tIns="21938" rIns="21938" bIns="21938" anchor="ctr"/>
            <a:lstStyle/>
            <a:p>
              <a:pPr algn="ctr" defTabSz="718209">
                <a:buClr>
                  <a:srgbClr val="ED771A"/>
                </a:buClr>
                <a:defRPr/>
              </a:pPr>
              <a:r>
                <a:rPr lang="fr-FR" sz="1200" b="1" kern="0">
                  <a:solidFill>
                    <a:srgbClr val="00264A"/>
                  </a:solidFill>
                  <a:latin typeface="Calibri" panose="020F0502020204030204" pitchFamily="34" charset="0"/>
                  <a:cs typeface="Calibri" panose="020F0502020204030204" pitchFamily="34" charset="0"/>
                </a:rPr>
                <a:t>Weekly</a:t>
              </a:r>
            </a:p>
          </p:txBody>
        </p:sp>
        <p:sp>
          <p:nvSpPr>
            <p:cNvPr id="67" name="Rectangle à coins arrondis 147">
              <a:extLst>
                <a:ext uri="{FF2B5EF4-FFF2-40B4-BE49-F238E27FC236}">
                  <a16:creationId xmlns:a16="http://schemas.microsoft.com/office/drawing/2014/main" id="{5141090A-F480-EF7C-AB71-F388F98EA23E}"/>
                </a:ext>
              </a:extLst>
            </p:cNvPr>
            <p:cNvSpPr/>
            <p:nvPr/>
          </p:nvSpPr>
          <p:spPr>
            <a:xfrm>
              <a:off x="1136711" y="1664525"/>
              <a:ext cx="1351338" cy="457472"/>
            </a:xfrm>
            <a:prstGeom prst="rect">
              <a:avLst/>
            </a:prstGeom>
            <a:solidFill>
              <a:schemeClr val="bg1"/>
            </a:solidFill>
            <a:ln w="9525" cap="flat" cmpd="sng" algn="ctr">
              <a:noFill/>
              <a:prstDash val="solid"/>
            </a:ln>
            <a:effectLst/>
          </p:spPr>
          <p:txBody>
            <a:bodyPr lIns="21938" tIns="21938" rIns="21938" bIns="21938" anchor="ctr"/>
            <a:lstStyle/>
            <a:p>
              <a:pPr algn="ctr" defTabSz="718209">
                <a:buClr>
                  <a:srgbClr val="ED771A"/>
                </a:buClr>
                <a:defRPr/>
              </a:pPr>
              <a:r>
                <a:rPr lang="fr-FR" sz="1200" b="1" kern="0" err="1">
                  <a:solidFill>
                    <a:srgbClr val="00264A"/>
                  </a:solidFill>
                  <a:latin typeface="Calibri" panose="020F0502020204030204" pitchFamily="34" charset="0"/>
                  <a:cs typeface="Calibri" panose="020F0502020204030204" pitchFamily="34" charset="0"/>
                </a:rPr>
                <a:t>Monthly</a:t>
              </a:r>
              <a:endParaRPr lang="fr-FR" sz="1200" b="1" kern="0">
                <a:solidFill>
                  <a:srgbClr val="00264A"/>
                </a:solidFill>
                <a:latin typeface="Calibri" panose="020F0502020204030204" pitchFamily="34" charset="0"/>
                <a:cs typeface="Calibri" panose="020F0502020204030204" pitchFamily="34" charset="0"/>
              </a:endParaRPr>
            </a:p>
          </p:txBody>
        </p:sp>
      </p:grpSp>
      <p:sp>
        <p:nvSpPr>
          <p:cNvPr id="5" name="Trapèze 42">
            <a:extLst>
              <a:ext uri="{FF2B5EF4-FFF2-40B4-BE49-F238E27FC236}">
                <a16:creationId xmlns:a16="http://schemas.microsoft.com/office/drawing/2014/main" id="{AC7B2EB2-2211-2FD0-16CC-072B7D154625}"/>
              </a:ext>
            </a:extLst>
          </p:cNvPr>
          <p:cNvSpPr/>
          <p:nvPr/>
        </p:nvSpPr>
        <p:spPr>
          <a:xfrm>
            <a:off x="3033400" y="1821843"/>
            <a:ext cx="5785073" cy="3755528"/>
          </a:xfrm>
          <a:prstGeom prst="trapezoid">
            <a:avLst>
              <a:gd name="adj" fmla="val 80296"/>
            </a:avLst>
          </a:prstGeom>
          <a:solidFill>
            <a:srgbClr val="FF33CC"/>
          </a:solidFill>
          <a:ln w="25400" cap="flat" cmpd="sng" algn="ctr">
            <a:solidFill>
              <a:sysClr val="window" lastClr="FFFFFF"/>
            </a:solidFill>
            <a:prstDash val="solid"/>
          </a:ln>
          <a:effectLst>
            <a:outerShdw blurRad="40000" dist="20000" dir="5400000" rotWithShape="0">
              <a:srgbClr val="000000">
                <a:alpha val="38000"/>
              </a:srgbClr>
            </a:outerShdw>
          </a:effectLst>
        </p:spPr>
        <p:txBody>
          <a:bodyPr/>
          <a:lstStyle/>
          <a:p>
            <a:endParaRPr lang="en-US"/>
          </a:p>
        </p:txBody>
      </p:sp>
      <p:sp>
        <p:nvSpPr>
          <p:cNvPr id="6" name="Rectangle à coins arrondis 44">
            <a:extLst>
              <a:ext uri="{FF2B5EF4-FFF2-40B4-BE49-F238E27FC236}">
                <a16:creationId xmlns:a16="http://schemas.microsoft.com/office/drawing/2014/main" id="{BCD3ECD2-8C2E-B16C-F5FD-2CCB12EAA2D1}"/>
              </a:ext>
            </a:extLst>
          </p:cNvPr>
          <p:cNvSpPr/>
          <p:nvPr/>
        </p:nvSpPr>
        <p:spPr>
          <a:xfrm>
            <a:off x="5386519" y="2854170"/>
            <a:ext cx="995333" cy="279052"/>
          </a:xfrm>
          <a:prstGeom prst="roundRect">
            <a:avLst>
              <a:gd name="adj" fmla="val 16667"/>
            </a:avLst>
          </a:prstGeom>
          <a:solidFill>
            <a:srgbClr val="0098C7"/>
          </a:solidFill>
          <a:ln w="9525" cap="flat" cmpd="sng" algn="ctr">
            <a:noFill/>
            <a:prstDash val="solid"/>
          </a:ln>
          <a:effectLst>
            <a:outerShdw blurRad="40000" dist="20000" dir="5400000" rotWithShape="0">
              <a:srgbClr val="000000">
                <a:alpha val="31000"/>
              </a:srgbClr>
            </a:outerShdw>
          </a:effectLst>
        </p:spPr>
        <p:txBody>
          <a:bodyPr lIns="68573" tIns="34289" rIns="68573" bIns="34289" anchor="ctr"/>
          <a:lstStyle/>
          <a:p>
            <a:pPr algn="ctr" defTabSz="718209">
              <a:defRPr/>
            </a:pPr>
            <a:r>
              <a:rPr lang="fr-FR" sz="800" kern="0">
                <a:solidFill>
                  <a:prstClr val="white"/>
                </a:solidFill>
                <a:latin typeface="Calibri"/>
                <a:cs typeface="Calibri"/>
              </a:rPr>
              <a:t>Supplier  </a:t>
            </a:r>
            <a:r>
              <a:rPr lang="fr-FR" sz="800" kern="0" err="1">
                <a:solidFill>
                  <a:prstClr val="white"/>
                </a:solidFill>
                <a:latin typeface="Calibri"/>
                <a:cs typeface="Calibri"/>
              </a:rPr>
              <a:t>Review</a:t>
            </a:r>
          </a:p>
        </p:txBody>
      </p:sp>
      <p:cxnSp>
        <p:nvCxnSpPr>
          <p:cNvPr id="7" name="Connecteur droit 46">
            <a:extLst>
              <a:ext uri="{FF2B5EF4-FFF2-40B4-BE49-F238E27FC236}">
                <a16:creationId xmlns:a16="http://schemas.microsoft.com/office/drawing/2014/main" id="{F54A4E13-17C9-6659-9FA7-9105C57A35F1}"/>
              </a:ext>
            </a:extLst>
          </p:cNvPr>
          <p:cNvCxnSpPr>
            <a:cxnSpLocks/>
          </p:cNvCxnSpPr>
          <p:nvPr/>
        </p:nvCxnSpPr>
        <p:spPr>
          <a:xfrm>
            <a:off x="3772583" y="3773184"/>
            <a:ext cx="4278324" cy="0"/>
          </a:xfrm>
          <a:prstGeom prst="line">
            <a:avLst/>
          </a:prstGeom>
          <a:noFill/>
          <a:ln w="25400" cap="flat" cmpd="sng" algn="ctr">
            <a:solidFill>
              <a:sysClr val="window" lastClr="FFFFFF"/>
            </a:solidFill>
            <a:prstDash val="solid"/>
          </a:ln>
          <a:effectLst/>
        </p:spPr>
      </p:cxnSp>
      <p:sp>
        <p:nvSpPr>
          <p:cNvPr id="8" name="Rectangle à coins arrondis 136">
            <a:extLst>
              <a:ext uri="{FF2B5EF4-FFF2-40B4-BE49-F238E27FC236}">
                <a16:creationId xmlns:a16="http://schemas.microsoft.com/office/drawing/2014/main" id="{40588A26-1292-75E2-932D-729CAD6A6B77}"/>
              </a:ext>
            </a:extLst>
          </p:cNvPr>
          <p:cNvSpPr/>
          <p:nvPr/>
        </p:nvSpPr>
        <p:spPr>
          <a:xfrm>
            <a:off x="3670570" y="4961514"/>
            <a:ext cx="1184969" cy="339031"/>
          </a:xfrm>
          <a:prstGeom prst="roundRect">
            <a:avLst/>
          </a:prstGeom>
          <a:solidFill>
            <a:srgbClr val="0098C7"/>
          </a:solidFill>
          <a:ln w="9525" cap="flat" cmpd="sng" algn="ctr">
            <a:noFill/>
            <a:prstDash val="solid"/>
          </a:ln>
          <a:effectLst>
            <a:outerShdw blurRad="40000" dist="20000" dir="5400000" rotWithShape="0">
              <a:srgbClr val="000000">
                <a:alpha val="31000"/>
              </a:srgbClr>
            </a:outerShdw>
          </a:effectLst>
        </p:spPr>
        <p:txBody>
          <a:bodyPr lIns="68573" tIns="34289" rIns="68573" bIns="34289" anchor="ctr"/>
          <a:lstStyle/>
          <a:p>
            <a:pPr algn="ctr" defTabSz="718209"/>
            <a:r>
              <a:rPr lang="fr-FR" sz="800" kern="0">
                <a:solidFill>
                  <a:prstClr val="white"/>
                </a:solidFill>
                <a:latin typeface="Calibri" panose="020F0502020204030204" pitchFamily="34" charset="0"/>
                <a:cs typeface="Calibri" panose="020F0502020204030204" pitchFamily="34" charset="0"/>
              </a:rPr>
              <a:t>Change Control </a:t>
            </a:r>
            <a:r>
              <a:rPr lang="fr-FR" sz="800" kern="0" err="1">
                <a:solidFill>
                  <a:prstClr val="white"/>
                </a:solidFill>
                <a:latin typeface="Calibri" panose="020F0502020204030204" pitchFamily="34" charset="0"/>
                <a:cs typeface="Calibri" panose="020F0502020204030204" pitchFamily="34" charset="0"/>
              </a:rPr>
              <a:t>Board</a:t>
            </a:r>
            <a:endParaRPr lang="fr-FR" sz="800" kern="0">
              <a:solidFill>
                <a:prstClr val="white"/>
              </a:solidFill>
              <a:latin typeface="Calibri" panose="020F0502020204030204" pitchFamily="34" charset="0"/>
              <a:cs typeface="Calibri" panose="020F0502020204030204" pitchFamily="34" charset="0"/>
            </a:endParaRPr>
          </a:p>
        </p:txBody>
      </p:sp>
      <p:sp>
        <p:nvSpPr>
          <p:cNvPr id="9" name="Rectangle à coins arrondis 93">
            <a:extLst>
              <a:ext uri="{FF2B5EF4-FFF2-40B4-BE49-F238E27FC236}">
                <a16:creationId xmlns:a16="http://schemas.microsoft.com/office/drawing/2014/main" id="{09891D90-93D5-D31D-AED6-36E11D9E9FA9}"/>
              </a:ext>
            </a:extLst>
          </p:cNvPr>
          <p:cNvSpPr/>
          <p:nvPr/>
        </p:nvSpPr>
        <p:spPr>
          <a:xfrm>
            <a:off x="5144852" y="4961515"/>
            <a:ext cx="1470366" cy="346882"/>
          </a:xfrm>
          <a:prstGeom prst="roundRect">
            <a:avLst/>
          </a:prstGeom>
          <a:solidFill>
            <a:srgbClr val="0098C7"/>
          </a:solidFill>
          <a:ln w="9525" cap="flat" cmpd="sng" algn="ctr">
            <a:noFill/>
            <a:prstDash val="solid"/>
          </a:ln>
          <a:effectLst>
            <a:outerShdw blurRad="40000" dist="20000" dir="5400000" rotWithShape="0">
              <a:srgbClr val="000000">
                <a:alpha val="38000"/>
              </a:srgbClr>
            </a:outerShdw>
          </a:effectLst>
        </p:spPr>
        <p:txBody>
          <a:bodyPr lIns="68573" tIns="34289" rIns="68573" bIns="34289" anchor="ctr"/>
          <a:lstStyle/>
          <a:p>
            <a:pPr algn="ctr" defTabSz="718209">
              <a:defRPr/>
            </a:pPr>
            <a:r>
              <a:rPr lang="fr-FR" sz="800" kern="0" err="1">
                <a:solidFill>
                  <a:prstClr val="white"/>
                </a:solidFill>
                <a:latin typeface="Calibri" panose="020F0502020204030204" pitchFamily="34" charset="0"/>
                <a:cs typeface="Calibri" panose="020F0502020204030204" pitchFamily="34" charset="0"/>
              </a:rPr>
              <a:t>Dependency</a:t>
            </a:r>
            <a:r>
              <a:rPr lang="fr-FR" sz="800" kern="0">
                <a:solidFill>
                  <a:prstClr val="white"/>
                </a:solidFill>
                <a:latin typeface="Calibri" panose="020F0502020204030204" pitchFamily="34" charset="0"/>
                <a:cs typeface="Calibri" panose="020F0502020204030204" pitchFamily="34" charset="0"/>
              </a:rPr>
              <a:t> </a:t>
            </a:r>
            <a:r>
              <a:rPr lang="fr-FR" sz="800" kern="0" err="1">
                <a:solidFill>
                  <a:prstClr val="white"/>
                </a:solidFill>
                <a:latin typeface="Calibri" panose="020F0502020204030204" pitchFamily="34" charset="0"/>
                <a:cs typeface="Calibri" panose="020F0502020204030204" pitchFamily="34" charset="0"/>
              </a:rPr>
              <a:t>Review</a:t>
            </a:r>
            <a:r>
              <a:rPr lang="fr-FR" sz="800" kern="0">
                <a:solidFill>
                  <a:prstClr val="white"/>
                </a:solidFill>
                <a:latin typeface="Calibri" panose="020F0502020204030204" pitchFamily="34" charset="0"/>
                <a:cs typeface="Calibri" panose="020F0502020204030204" pitchFamily="34" charset="0"/>
              </a:rPr>
              <a:t> Forum</a:t>
            </a:r>
          </a:p>
        </p:txBody>
      </p:sp>
      <p:cxnSp>
        <p:nvCxnSpPr>
          <p:cNvPr id="13" name="Connecteur droit 46">
            <a:extLst>
              <a:ext uri="{FF2B5EF4-FFF2-40B4-BE49-F238E27FC236}">
                <a16:creationId xmlns:a16="http://schemas.microsoft.com/office/drawing/2014/main" id="{55585004-C969-B46F-5274-12CF6020F2B2}"/>
              </a:ext>
            </a:extLst>
          </p:cNvPr>
          <p:cNvCxnSpPr>
            <a:cxnSpLocks/>
          </p:cNvCxnSpPr>
          <p:nvPr/>
        </p:nvCxnSpPr>
        <p:spPr>
          <a:xfrm>
            <a:off x="7513035" y="3751371"/>
            <a:ext cx="1022306" cy="0"/>
          </a:xfrm>
          <a:prstGeom prst="line">
            <a:avLst/>
          </a:prstGeom>
          <a:noFill/>
          <a:ln w="9525" cap="flat" cmpd="sng" algn="ctr">
            <a:solidFill>
              <a:srgbClr val="9F958F">
                <a:lumMod val="75000"/>
              </a:srgbClr>
            </a:solidFill>
            <a:prstDash val="sysDash"/>
          </a:ln>
          <a:effectLst/>
        </p:spPr>
      </p:cxnSp>
      <p:sp>
        <p:nvSpPr>
          <p:cNvPr id="14" name="Rectangle à coins arrondis 136">
            <a:extLst>
              <a:ext uri="{FF2B5EF4-FFF2-40B4-BE49-F238E27FC236}">
                <a16:creationId xmlns:a16="http://schemas.microsoft.com/office/drawing/2014/main" id="{2D098589-0D81-6D04-CCCD-01CEC592A327}"/>
              </a:ext>
            </a:extLst>
          </p:cNvPr>
          <p:cNvSpPr/>
          <p:nvPr/>
        </p:nvSpPr>
        <p:spPr>
          <a:xfrm>
            <a:off x="4205997" y="4403570"/>
            <a:ext cx="1565531" cy="332520"/>
          </a:xfrm>
          <a:prstGeom prst="roundRect">
            <a:avLst/>
          </a:prstGeom>
          <a:solidFill>
            <a:srgbClr val="0098C7"/>
          </a:solidFill>
          <a:ln w="9525" cap="flat" cmpd="sng" algn="ctr">
            <a:noFill/>
            <a:prstDash val="solid"/>
          </a:ln>
          <a:effectLst>
            <a:outerShdw blurRad="40000" dist="20000" dir="5400000" rotWithShape="0">
              <a:srgbClr val="000000">
                <a:alpha val="31000"/>
              </a:srgbClr>
            </a:outerShdw>
          </a:effectLst>
        </p:spPr>
        <p:txBody>
          <a:bodyPr lIns="68573" tIns="34289" rIns="68573" bIns="34289" anchor="ctr"/>
          <a:lstStyle/>
          <a:p>
            <a:pPr algn="ctr" defTabSz="718209"/>
            <a:r>
              <a:rPr lang="fr-FR" sz="800" kern="0" err="1">
                <a:solidFill>
                  <a:prstClr val="white"/>
                </a:solidFill>
                <a:latin typeface="Calibri" panose="020F0502020204030204" pitchFamily="34" charset="0"/>
                <a:cs typeface="Calibri" panose="020F0502020204030204" pitchFamily="34" charset="0"/>
              </a:rPr>
              <a:t>Technical</a:t>
            </a:r>
            <a:r>
              <a:rPr lang="fr-FR" sz="800" kern="0">
                <a:solidFill>
                  <a:prstClr val="white"/>
                </a:solidFill>
                <a:latin typeface="Calibri" panose="020F0502020204030204" pitchFamily="34" charset="0"/>
                <a:cs typeface="Calibri" panose="020F0502020204030204" pitchFamily="34" charset="0"/>
              </a:rPr>
              <a:t> Design </a:t>
            </a:r>
            <a:r>
              <a:rPr lang="fr-FR" sz="800" kern="0" err="1">
                <a:solidFill>
                  <a:prstClr val="white"/>
                </a:solidFill>
                <a:latin typeface="Calibri" panose="020F0502020204030204" pitchFamily="34" charset="0"/>
                <a:cs typeface="Calibri" panose="020F0502020204030204" pitchFamily="34" charset="0"/>
              </a:rPr>
              <a:t>Authority</a:t>
            </a:r>
            <a:endParaRPr lang="fr-FR" sz="800" kern="0">
              <a:solidFill>
                <a:prstClr val="white"/>
              </a:solidFill>
              <a:latin typeface="Calibri" panose="020F0502020204030204" pitchFamily="34" charset="0"/>
              <a:cs typeface="Calibri" panose="020F0502020204030204" pitchFamily="34" charset="0"/>
            </a:endParaRPr>
          </a:p>
        </p:txBody>
      </p:sp>
      <p:sp>
        <p:nvSpPr>
          <p:cNvPr id="15" name="Rectangle à coins arrondis 136">
            <a:extLst>
              <a:ext uri="{FF2B5EF4-FFF2-40B4-BE49-F238E27FC236}">
                <a16:creationId xmlns:a16="http://schemas.microsoft.com/office/drawing/2014/main" id="{63CAC485-2128-A839-BB8D-A694C5A783E1}"/>
              </a:ext>
            </a:extLst>
          </p:cNvPr>
          <p:cNvSpPr/>
          <p:nvPr/>
        </p:nvSpPr>
        <p:spPr>
          <a:xfrm>
            <a:off x="6104723" y="4381599"/>
            <a:ext cx="1408312" cy="330962"/>
          </a:xfrm>
          <a:prstGeom prst="roundRect">
            <a:avLst/>
          </a:prstGeom>
          <a:solidFill>
            <a:srgbClr val="0098C7"/>
          </a:solidFill>
          <a:ln w="9525" cap="flat" cmpd="sng" algn="ctr">
            <a:noFill/>
            <a:prstDash val="solid"/>
          </a:ln>
          <a:effectLst>
            <a:outerShdw blurRad="40000" dist="20000" dir="5400000" rotWithShape="0">
              <a:srgbClr val="000000">
                <a:alpha val="31000"/>
              </a:srgbClr>
            </a:outerShdw>
          </a:effectLst>
        </p:spPr>
        <p:txBody>
          <a:bodyPr lIns="68573" tIns="34289" rIns="68573" bIns="34289" anchor="ctr"/>
          <a:lstStyle/>
          <a:p>
            <a:pPr algn="ctr" defTabSz="717975"/>
            <a:r>
              <a:rPr lang="en-US" sz="800" kern="0">
                <a:solidFill>
                  <a:prstClr val="white"/>
                </a:solidFill>
                <a:latin typeface="Calibri" panose="020F0502020204030204" pitchFamily="34" charset="0"/>
                <a:cs typeface="Calibri" panose="020F0502020204030204" pitchFamily="34" charset="0"/>
              </a:rPr>
              <a:t>Business Design Authority</a:t>
            </a:r>
          </a:p>
        </p:txBody>
      </p:sp>
      <p:sp>
        <p:nvSpPr>
          <p:cNvPr id="16" name="Rectangle à coins arrondis 93">
            <a:extLst>
              <a:ext uri="{FF2B5EF4-FFF2-40B4-BE49-F238E27FC236}">
                <a16:creationId xmlns:a16="http://schemas.microsoft.com/office/drawing/2014/main" id="{C4A40917-4AAB-1E46-69C0-002C65571A8D}"/>
              </a:ext>
            </a:extLst>
          </p:cNvPr>
          <p:cNvSpPr/>
          <p:nvPr/>
        </p:nvSpPr>
        <p:spPr>
          <a:xfrm>
            <a:off x="6845278" y="4965835"/>
            <a:ext cx="1325839" cy="334710"/>
          </a:xfrm>
          <a:prstGeom prst="roundRect">
            <a:avLst/>
          </a:prstGeom>
          <a:solidFill>
            <a:srgbClr val="0098C7"/>
          </a:solidFill>
          <a:ln w="9525" cap="flat" cmpd="sng" algn="ctr">
            <a:noFill/>
            <a:prstDash val="solid"/>
          </a:ln>
          <a:effectLst>
            <a:outerShdw blurRad="40000" dist="20000" dir="5400000" rotWithShape="0">
              <a:srgbClr val="000000">
                <a:alpha val="38000"/>
              </a:srgbClr>
            </a:outerShdw>
          </a:effectLst>
        </p:spPr>
        <p:txBody>
          <a:bodyPr lIns="68573" tIns="34289" rIns="68573" bIns="34289" anchor="ctr"/>
          <a:lstStyle/>
          <a:p>
            <a:pPr algn="ctr" defTabSz="718209">
              <a:defRPr/>
            </a:pPr>
            <a:r>
              <a:rPr lang="fr-FR" sz="800" kern="0">
                <a:solidFill>
                  <a:prstClr val="white"/>
                </a:solidFill>
                <a:latin typeface="Calibri" panose="020F0502020204030204" pitchFamily="34" charset="0"/>
                <a:cs typeface="Calibri" panose="020F0502020204030204" pitchFamily="34" charset="0"/>
              </a:rPr>
              <a:t>RAID </a:t>
            </a:r>
            <a:r>
              <a:rPr lang="fr-FR" sz="800" kern="0" err="1">
                <a:solidFill>
                  <a:prstClr val="white"/>
                </a:solidFill>
                <a:latin typeface="Calibri" panose="020F0502020204030204" pitchFamily="34" charset="0"/>
                <a:cs typeface="Calibri" panose="020F0502020204030204" pitchFamily="34" charset="0"/>
              </a:rPr>
              <a:t>Review</a:t>
            </a:r>
            <a:endParaRPr lang="fr-FR" sz="800" kern="0">
              <a:solidFill>
                <a:prstClr val="white"/>
              </a:solidFill>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E0208C0B-F5AE-BCB8-9564-94CF909EED8E}"/>
              </a:ext>
            </a:extLst>
          </p:cNvPr>
          <p:cNvSpPr/>
          <p:nvPr/>
        </p:nvSpPr>
        <p:spPr>
          <a:xfrm>
            <a:off x="3033400" y="5629404"/>
            <a:ext cx="5763471" cy="621921"/>
          </a:xfrm>
          <a:prstGeom prst="rect">
            <a:avLst/>
          </a:prstGeom>
          <a:solidFill>
            <a:srgbClr val="0098C7"/>
          </a:solidFill>
          <a:ln w="9525" cap="flat" cmpd="sng" algn="ctr">
            <a:noFill/>
            <a:prstDash val="solid"/>
          </a:ln>
          <a:effectLst>
            <a:outerShdw blurRad="40000" dist="20000" dir="5400000" rotWithShape="0">
              <a:srgbClr val="000000">
                <a:alpha val="38000"/>
              </a:srgbClr>
            </a:outerShdw>
          </a:effectLst>
        </p:spPr>
        <p:txBody>
          <a:bodyPr lIns="68573" tIns="34289" rIns="68573" bIns="34289" anchor="ctr"/>
          <a:lstStyle/>
          <a:p>
            <a:pPr algn="ctr" defTabSz="718209"/>
            <a:endParaRPr lang="en-US" sz="900" kern="0">
              <a:solidFill>
                <a:prstClr val="white"/>
              </a:solidFill>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6D01198E-B478-05A3-EF58-AD2CF3A0DEEB}"/>
              </a:ext>
            </a:extLst>
          </p:cNvPr>
          <p:cNvSpPr/>
          <p:nvPr/>
        </p:nvSpPr>
        <p:spPr>
          <a:xfrm>
            <a:off x="3720795" y="5708089"/>
            <a:ext cx="4613322" cy="453566"/>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b="1">
                <a:solidFill>
                  <a:srgbClr val="002060"/>
                </a:solidFill>
                <a:latin typeface="Calibri"/>
                <a:ea typeface="Calibri"/>
                <a:cs typeface="Calibri"/>
              </a:rPr>
              <a:t>Agile – Daily Stand-up / Scrum of Scrums</a:t>
            </a:r>
            <a:endParaRPr lang="en-US" sz="1100" b="1">
              <a:solidFill>
                <a:srgbClr val="002060"/>
              </a:solidFill>
              <a:latin typeface="Calibri" panose="020F0502020204030204" pitchFamily="34" charset="0"/>
              <a:ea typeface="Calibri"/>
              <a:cs typeface="Calibri" panose="020F0502020204030204" pitchFamily="34" charset="0"/>
            </a:endParaRPr>
          </a:p>
        </p:txBody>
      </p:sp>
      <p:sp>
        <p:nvSpPr>
          <p:cNvPr id="19" name="Rectangle à coins arrondis 93">
            <a:extLst>
              <a:ext uri="{FF2B5EF4-FFF2-40B4-BE49-F238E27FC236}">
                <a16:creationId xmlns:a16="http://schemas.microsoft.com/office/drawing/2014/main" id="{74BF8699-E291-2FF4-1A6D-81713EB8426F}"/>
              </a:ext>
            </a:extLst>
          </p:cNvPr>
          <p:cNvSpPr/>
          <p:nvPr/>
        </p:nvSpPr>
        <p:spPr>
          <a:xfrm>
            <a:off x="5217252" y="3914561"/>
            <a:ext cx="1470366" cy="341910"/>
          </a:xfrm>
          <a:prstGeom prst="roundRect">
            <a:avLst/>
          </a:prstGeom>
          <a:solidFill>
            <a:srgbClr val="0098C7"/>
          </a:solidFill>
          <a:ln w="9525" cap="flat" cmpd="sng" algn="ctr">
            <a:noFill/>
            <a:prstDash val="solid"/>
          </a:ln>
          <a:effectLst>
            <a:outerShdw blurRad="40000" dist="20000" dir="5400000" rotWithShape="0">
              <a:srgbClr val="000000">
                <a:alpha val="38000"/>
              </a:srgbClr>
            </a:outerShdw>
          </a:effectLst>
        </p:spPr>
        <p:txBody>
          <a:bodyPr lIns="68573" tIns="34289" rIns="68573" bIns="34289" anchor="ctr"/>
          <a:lstStyle/>
          <a:p>
            <a:pPr algn="ctr" defTabSz="718209">
              <a:defRPr/>
            </a:pPr>
            <a:r>
              <a:rPr lang="fr-FR" sz="800" kern="0">
                <a:solidFill>
                  <a:prstClr val="white"/>
                </a:solidFill>
                <a:latin typeface="Calibri" panose="020F0502020204030204" pitchFamily="34" charset="0"/>
                <a:cs typeface="Calibri" panose="020F0502020204030204" pitchFamily="34" charset="0"/>
              </a:rPr>
              <a:t>GPAS Programme Management Update</a:t>
            </a:r>
          </a:p>
        </p:txBody>
      </p:sp>
      <p:sp>
        <p:nvSpPr>
          <p:cNvPr id="23" name="Circular Arrow 53">
            <a:extLst>
              <a:ext uri="{FF2B5EF4-FFF2-40B4-BE49-F238E27FC236}">
                <a16:creationId xmlns:a16="http://schemas.microsoft.com/office/drawing/2014/main" id="{2F9ECD8C-EBC2-82B4-F88C-27771F3B4E39}"/>
              </a:ext>
            </a:extLst>
          </p:cNvPr>
          <p:cNvSpPr/>
          <p:nvPr/>
        </p:nvSpPr>
        <p:spPr>
          <a:xfrm rot="1646350">
            <a:off x="6456226" y="3299583"/>
            <a:ext cx="1529638" cy="1212098"/>
          </a:xfrm>
          <a:prstGeom prst="circularArrow">
            <a:avLst>
              <a:gd name="adj1" fmla="val 6067"/>
              <a:gd name="adj2" fmla="val 1142319"/>
              <a:gd name="adj3" fmla="val 20383354"/>
              <a:gd name="adj4" fmla="val 15734477"/>
              <a:gd name="adj5" fmla="val 12500"/>
            </a:avLst>
          </a:prstGeom>
          <a:solidFill>
            <a:srgbClr val="9F958F"/>
          </a:solidFill>
          <a:ln w="25400" cap="flat" cmpd="sng" algn="ctr">
            <a:noFill/>
            <a:prstDash val="solid"/>
          </a:ln>
          <a:effectLst/>
        </p:spPr>
        <p:txBody>
          <a:bodyPr lIns="68573" tIns="34289" rIns="68573" bIns="34289" rtlCol="0" anchor="ctr"/>
          <a:lstStyle/>
          <a:p>
            <a:pPr algn="ctr" defTabSz="718209">
              <a:defRPr/>
            </a:pPr>
            <a:endParaRPr lang="en-US" sz="700" kern="0">
              <a:solidFill>
                <a:srgbClr val="998C85">
                  <a:lumMod val="50000"/>
                </a:srgbClr>
              </a:solidFill>
              <a:latin typeface="Calibri" panose="020F0502020204030204" pitchFamily="34" charset="0"/>
              <a:cs typeface="Calibri" panose="020F0502020204030204" pitchFamily="34" charset="0"/>
            </a:endParaRPr>
          </a:p>
        </p:txBody>
      </p:sp>
      <p:sp>
        <p:nvSpPr>
          <p:cNvPr id="24" name="TextBox 54">
            <a:extLst>
              <a:ext uri="{FF2B5EF4-FFF2-40B4-BE49-F238E27FC236}">
                <a16:creationId xmlns:a16="http://schemas.microsoft.com/office/drawing/2014/main" id="{E6751B55-0BCE-41F2-0052-4EA9918D9EF0}"/>
              </a:ext>
            </a:extLst>
          </p:cNvPr>
          <p:cNvSpPr txBox="1"/>
          <p:nvPr/>
        </p:nvSpPr>
        <p:spPr>
          <a:xfrm rot="2781594">
            <a:off x="7411933" y="3436244"/>
            <a:ext cx="702011" cy="223136"/>
          </a:xfrm>
          <a:prstGeom prst="rect">
            <a:avLst/>
          </a:prstGeom>
          <a:noFill/>
        </p:spPr>
        <p:txBody>
          <a:bodyPr wrap="square" lIns="68573" tIns="34289" rIns="68573" bIns="34289" rtlCol="0">
            <a:spAutoFit/>
          </a:bodyPr>
          <a:lstStyle/>
          <a:p>
            <a:pPr defTabSz="718209">
              <a:defRPr/>
            </a:pPr>
            <a:r>
              <a:rPr lang="en-US" sz="1000" kern="0">
                <a:solidFill>
                  <a:srgbClr val="9F958F"/>
                </a:solidFill>
                <a:latin typeface="Calibri" panose="020F0502020204030204" pitchFamily="34" charset="0"/>
                <a:cs typeface="Calibri" panose="020F0502020204030204" pitchFamily="34" charset="0"/>
              </a:rPr>
              <a:t>Decisions</a:t>
            </a:r>
          </a:p>
        </p:txBody>
      </p:sp>
      <p:sp>
        <p:nvSpPr>
          <p:cNvPr id="26" name="TextBox 2">
            <a:extLst>
              <a:ext uri="{FF2B5EF4-FFF2-40B4-BE49-F238E27FC236}">
                <a16:creationId xmlns:a16="http://schemas.microsoft.com/office/drawing/2014/main" id="{303C2924-2252-5A40-E2D8-C4C3EA903FD1}"/>
              </a:ext>
            </a:extLst>
          </p:cNvPr>
          <p:cNvSpPr txBox="1"/>
          <p:nvPr/>
        </p:nvSpPr>
        <p:spPr>
          <a:xfrm rot="18276178">
            <a:off x="3686258" y="3123656"/>
            <a:ext cx="1236943" cy="212155"/>
          </a:xfrm>
          <a:prstGeom prst="rect">
            <a:avLst/>
          </a:prstGeom>
          <a:noFill/>
        </p:spPr>
        <p:txBody>
          <a:bodyPr wrap="square" lIns="68573" tIns="34289" rIns="68573" bIns="34289" rtlCol="0">
            <a:spAutoFit/>
          </a:bodyPr>
          <a:lstStyle/>
          <a:p>
            <a:pPr defTabSz="718209">
              <a:defRPr/>
            </a:pPr>
            <a:r>
              <a:rPr lang="en-US" sz="1000" kern="0">
                <a:solidFill>
                  <a:srgbClr val="9F958F"/>
                </a:solidFill>
                <a:latin typeface="Calibri" panose="020F0502020204030204" pitchFamily="34" charset="0"/>
                <a:cs typeface="Calibri" panose="020F0502020204030204" pitchFamily="34" charset="0"/>
              </a:rPr>
              <a:t>Reporting</a:t>
            </a:r>
          </a:p>
        </p:txBody>
      </p:sp>
      <p:sp>
        <p:nvSpPr>
          <p:cNvPr id="28" name="Circular Arrow 1">
            <a:extLst>
              <a:ext uri="{FF2B5EF4-FFF2-40B4-BE49-F238E27FC236}">
                <a16:creationId xmlns:a16="http://schemas.microsoft.com/office/drawing/2014/main" id="{22FBD93E-C8E0-C047-0679-C585C5540EEB}"/>
              </a:ext>
            </a:extLst>
          </p:cNvPr>
          <p:cNvSpPr/>
          <p:nvPr/>
        </p:nvSpPr>
        <p:spPr>
          <a:xfrm rot="15955984">
            <a:off x="3941381" y="3301417"/>
            <a:ext cx="1370753" cy="1352602"/>
          </a:xfrm>
          <a:prstGeom prst="circularArrow">
            <a:avLst>
              <a:gd name="adj1" fmla="val 6067"/>
              <a:gd name="adj2" fmla="val 1142319"/>
              <a:gd name="adj3" fmla="val 20383354"/>
              <a:gd name="adj4" fmla="val 15734477"/>
              <a:gd name="adj5" fmla="val 12500"/>
            </a:avLst>
          </a:prstGeom>
          <a:solidFill>
            <a:srgbClr val="9F958F"/>
          </a:solidFill>
          <a:ln w="25400" cap="flat" cmpd="sng" algn="ctr">
            <a:noFill/>
            <a:prstDash val="solid"/>
          </a:ln>
          <a:effectLst/>
        </p:spPr>
        <p:txBody>
          <a:bodyPr lIns="68573" tIns="34289" rIns="68573" bIns="34289" rtlCol="0" anchor="ctr"/>
          <a:lstStyle/>
          <a:p>
            <a:pPr algn="ctr" defTabSz="718209">
              <a:defRPr/>
            </a:pPr>
            <a:endParaRPr lang="en-US" sz="700" kern="0">
              <a:solidFill>
                <a:srgbClr val="998C85">
                  <a:lumMod val="50000"/>
                </a:srgbClr>
              </a:solidFill>
              <a:latin typeface="Calibri" panose="020F0502020204030204" pitchFamily="34" charset="0"/>
              <a:cs typeface="Calibri" panose="020F0502020204030204" pitchFamily="34" charset="0"/>
            </a:endParaRPr>
          </a:p>
        </p:txBody>
      </p:sp>
      <p:cxnSp>
        <p:nvCxnSpPr>
          <p:cNvPr id="29" name="Connecteur droit 46">
            <a:extLst>
              <a:ext uri="{FF2B5EF4-FFF2-40B4-BE49-F238E27FC236}">
                <a16:creationId xmlns:a16="http://schemas.microsoft.com/office/drawing/2014/main" id="{8031BBEF-384F-8CB5-3B64-2E75D20F8CFC}"/>
              </a:ext>
            </a:extLst>
          </p:cNvPr>
          <p:cNvCxnSpPr>
            <a:cxnSpLocks/>
          </p:cNvCxnSpPr>
          <p:nvPr/>
        </p:nvCxnSpPr>
        <p:spPr>
          <a:xfrm flipV="1">
            <a:off x="2451862" y="5577371"/>
            <a:ext cx="6622844" cy="29421"/>
          </a:xfrm>
          <a:prstGeom prst="line">
            <a:avLst/>
          </a:prstGeom>
          <a:noFill/>
          <a:ln w="9525" cap="flat" cmpd="sng" algn="ctr">
            <a:solidFill>
              <a:srgbClr val="9F958F">
                <a:lumMod val="75000"/>
              </a:srgbClr>
            </a:solidFill>
            <a:prstDash val="sysDash"/>
          </a:ln>
          <a:effectLst/>
        </p:spPr>
      </p:cxnSp>
      <p:cxnSp>
        <p:nvCxnSpPr>
          <p:cNvPr id="30" name="Connecteur droit 46">
            <a:extLst>
              <a:ext uri="{FF2B5EF4-FFF2-40B4-BE49-F238E27FC236}">
                <a16:creationId xmlns:a16="http://schemas.microsoft.com/office/drawing/2014/main" id="{95FDF548-067A-B9C0-8861-1DD7822842C9}"/>
              </a:ext>
            </a:extLst>
          </p:cNvPr>
          <p:cNvCxnSpPr>
            <a:cxnSpLocks/>
          </p:cNvCxnSpPr>
          <p:nvPr/>
        </p:nvCxnSpPr>
        <p:spPr>
          <a:xfrm flipV="1">
            <a:off x="2564758" y="3760657"/>
            <a:ext cx="1752061" cy="19380"/>
          </a:xfrm>
          <a:prstGeom prst="line">
            <a:avLst/>
          </a:prstGeom>
          <a:noFill/>
          <a:ln w="9525" cap="flat" cmpd="sng" algn="ctr">
            <a:solidFill>
              <a:srgbClr val="9F958F">
                <a:lumMod val="75000"/>
              </a:srgbClr>
            </a:solidFill>
            <a:prstDash val="sysDash"/>
          </a:ln>
          <a:effectLst/>
        </p:spPr>
      </p:cxnSp>
      <p:sp>
        <p:nvSpPr>
          <p:cNvPr id="70" name="Rectangle à coins arrondis 44">
            <a:extLst>
              <a:ext uri="{FF2B5EF4-FFF2-40B4-BE49-F238E27FC236}">
                <a16:creationId xmlns:a16="http://schemas.microsoft.com/office/drawing/2014/main" id="{113E0F0A-DCED-DF3E-661E-5DE5AE0D8980}"/>
              </a:ext>
            </a:extLst>
          </p:cNvPr>
          <p:cNvSpPr/>
          <p:nvPr/>
        </p:nvSpPr>
        <p:spPr>
          <a:xfrm>
            <a:off x="5576059" y="2417774"/>
            <a:ext cx="664661" cy="281910"/>
          </a:xfrm>
          <a:prstGeom prst="roundRect">
            <a:avLst/>
          </a:prstGeom>
          <a:solidFill>
            <a:srgbClr val="0098C7"/>
          </a:solidFill>
          <a:ln w="9525" cap="flat" cmpd="sng" algn="ctr">
            <a:noFill/>
            <a:prstDash val="solid"/>
          </a:ln>
          <a:effectLst>
            <a:outerShdw blurRad="40000" dist="20000" dir="5400000" rotWithShape="0">
              <a:srgbClr val="000000">
                <a:alpha val="31000"/>
              </a:srgbClr>
            </a:outerShdw>
          </a:effectLst>
        </p:spPr>
        <p:txBody>
          <a:bodyPr lIns="68573" tIns="34289" rIns="68573" bIns="34289" anchor="ctr"/>
          <a:lstStyle/>
          <a:p>
            <a:pPr algn="ctr" defTabSz="718209">
              <a:defRPr/>
            </a:pPr>
            <a:r>
              <a:rPr lang="fr-FR" sz="800" kern="0" err="1">
                <a:solidFill>
                  <a:prstClr val="white"/>
                </a:solidFill>
                <a:latin typeface="Calibri" panose="020F0502020204030204" pitchFamily="34" charset="0"/>
                <a:cs typeface="Calibri" panose="020F0502020204030204" pitchFamily="34" charset="0"/>
              </a:rPr>
              <a:t>SteerCo</a:t>
            </a:r>
            <a:endParaRPr lang="fr-FR" sz="800" kern="0">
              <a:solidFill>
                <a:prstClr val="white"/>
              </a:solidFill>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C6D17B8D-D62C-FBB9-69B3-C410F28F5683}"/>
              </a:ext>
            </a:extLst>
          </p:cNvPr>
          <p:cNvSpPr/>
          <p:nvPr/>
        </p:nvSpPr>
        <p:spPr>
          <a:xfrm>
            <a:off x="9250870" y="1188154"/>
            <a:ext cx="2730971" cy="66502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kern="0">
                <a:ea typeface="Verdana" panose="020B0604030504040204" pitchFamily="34" charset="0"/>
                <a:cs typeface="Calibri" panose="020F0502020204030204" pitchFamily="34" charset="0"/>
              </a:rPr>
              <a:t> Note:  </a:t>
            </a:r>
            <a:r>
              <a:rPr lang="en-US" sz="1200" kern="0">
                <a:ea typeface="Verdana" panose="020B0604030504040204" pitchFamily="34" charset="0"/>
                <a:cs typeface="Calibri" panose="020F0502020204030204" pitchFamily="34" charset="0"/>
              </a:rPr>
              <a:t>Under Review</a:t>
            </a:r>
            <a:endParaRPr lang="en-GB" sz="1200" err="1"/>
          </a:p>
        </p:txBody>
      </p:sp>
      <p:sp>
        <p:nvSpPr>
          <p:cNvPr id="71" name="Rectangle à coins arrondis 93">
            <a:extLst>
              <a:ext uri="{FF2B5EF4-FFF2-40B4-BE49-F238E27FC236}">
                <a16:creationId xmlns:a16="http://schemas.microsoft.com/office/drawing/2014/main" id="{B5ACEF82-EE39-E5A0-1D6C-97A8C0DE3BEB}"/>
              </a:ext>
            </a:extLst>
          </p:cNvPr>
          <p:cNvSpPr/>
          <p:nvPr/>
        </p:nvSpPr>
        <p:spPr>
          <a:xfrm>
            <a:off x="5220796" y="3307155"/>
            <a:ext cx="1470366" cy="304664"/>
          </a:xfrm>
          <a:prstGeom prst="roundRect">
            <a:avLst/>
          </a:prstGeom>
          <a:solidFill>
            <a:srgbClr val="0098C7"/>
          </a:solidFill>
          <a:ln w="9525" cap="flat" cmpd="sng" algn="ctr">
            <a:noFill/>
            <a:prstDash val="solid"/>
          </a:ln>
          <a:effectLst>
            <a:outerShdw blurRad="40000" dist="20000" dir="5400000" rotWithShape="0">
              <a:srgbClr val="000000">
                <a:alpha val="38000"/>
              </a:srgbClr>
            </a:outerShdw>
          </a:effectLst>
        </p:spPr>
        <p:txBody>
          <a:bodyPr lIns="68573" tIns="34289" rIns="68573" bIns="34289" anchor="ctr"/>
          <a:lstStyle/>
          <a:p>
            <a:pPr algn="ctr" defTabSz="718209">
              <a:defRPr/>
            </a:pPr>
            <a:r>
              <a:rPr lang="fr-FR" sz="800" kern="0">
                <a:solidFill>
                  <a:prstClr val="white"/>
                </a:solidFill>
                <a:latin typeface="Calibri" panose="020F0502020204030204" pitchFamily="34" charset="0"/>
                <a:cs typeface="Calibri" panose="020F0502020204030204" pitchFamily="34" charset="0"/>
              </a:rPr>
              <a:t>Programme </a:t>
            </a:r>
            <a:r>
              <a:rPr lang="fr-FR" sz="800" kern="0" err="1">
                <a:solidFill>
                  <a:prstClr val="white"/>
                </a:solidFill>
                <a:latin typeface="Calibri" panose="020F0502020204030204" pitchFamily="34" charset="0"/>
                <a:cs typeface="Calibri" panose="020F0502020204030204" pitchFamily="34" charset="0"/>
              </a:rPr>
              <a:t>Working</a:t>
            </a:r>
            <a:r>
              <a:rPr lang="fr-FR" sz="800" kern="0">
                <a:solidFill>
                  <a:prstClr val="white"/>
                </a:solidFill>
                <a:latin typeface="Calibri" panose="020F0502020204030204" pitchFamily="34" charset="0"/>
                <a:cs typeface="Calibri" panose="020F0502020204030204" pitchFamily="34" charset="0"/>
              </a:rPr>
              <a:t> Group</a:t>
            </a:r>
          </a:p>
        </p:txBody>
      </p:sp>
    </p:spTree>
    <p:extLst>
      <p:ext uri="{BB962C8B-B14F-4D97-AF65-F5344CB8AC3E}">
        <p14:creationId xmlns:p14="http://schemas.microsoft.com/office/powerpoint/2010/main" val="34081054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Title 1">
            <a:extLst>
              <a:ext uri="{FF2B5EF4-FFF2-40B4-BE49-F238E27FC236}">
                <a16:creationId xmlns:a16="http://schemas.microsoft.com/office/drawing/2014/main" id="{E082F226-BE4B-49A7-824C-EF45555571B9}"/>
              </a:ext>
            </a:extLst>
          </p:cNvPr>
          <p:cNvSpPr txBox="1">
            <a:spLocks/>
          </p:cNvSpPr>
          <p:nvPr/>
        </p:nvSpPr>
        <p:spPr>
          <a:xfrm>
            <a:off x="0" y="98973"/>
            <a:ext cx="12202633" cy="455183"/>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defRPr/>
            </a:pPr>
            <a:r>
              <a:rPr lang="en-GB" sz="2500" cap="all">
                <a:solidFill>
                  <a:schemeClr val="accent4"/>
                </a:solidFill>
              </a:rPr>
              <a:t>PROPOSED Roles &amp; Ceremonies </a:t>
            </a:r>
            <a:r>
              <a:rPr lang="en-GB" sz="2500" cap="all" err="1">
                <a:solidFill>
                  <a:schemeClr val="accent4"/>
                </a:solidFill>
              </a:rPr>
              <a:t>MatriX</a:t>
            </a:r>
            <a:endParaRPr lang="en-GB" sz="2500" cap="all">
              <a:solidFill>
                <a:schemeClr val="accent4"/>
              </a:solidFill>
            </a:endParaRPr>
          </a:p>
        </p:txBody>
      </p:sp>
      <p:graphicFrame>
        <p:nvGraphicFramePr>
          <p:cNvPr id="4" name="Table 5">
            <a:extLst>
              <a:ext uri="{FF2B5EF4-FFF2-40B4-BE49-F238E27FC236}">
                <a16:creationId xmlns:a16="http://schemas.microsoft.com/office/drawing/2014/main" id="{F708C304-FE42-4ADD-AC50-77DE33B73378}"/>
              </a:ext>
            </a:extLst>
          </p:cNvPr>
          <p:cNvGraphicFramePr>
            <a:graphicFrameLocks noGrp="1"/>
          </p:cNvGraphicFramePr>
          <p:nvPr>
            <p:extLst>
              <p:ext uri="{D42A27DB-BD31-4B8C-83A1-F6EECF244321}">
                <p14:modId xmlns:p14="http://schemas.microsoft.com/office/powerpoint/2010/main" val="2120315767"/>
              </p:ext>
            </p:extLst>
          </p:nvPr>
        </p:nvGraphicFramePr>
        <p:xfrm>
          <a:off x="290215" y="707036"/>
          <a:ext cx="11483184" cy="5761221"/>
        </p:xfrm>
        <a:graphic>
          <a:graphicData uri="http://schemas.openxmlformats.org/drawingml/2006/table">
            <a:tbl>
              <a:tblPr firstRow="1" bandRow="1">
                <a:tableStyleId>{5C22544A-7EE6-4342-B048-85BDC9FD1C3A}</a:tableStyleId>
              </a:tblPr>
              <a:tblGrid>
                <a:gridCol w="995727">
                  <a:extLst>
                    <a:ext uri="{9D8B030D-6E8A-4147-A177-3AD203B41FA5}">
                      <a16:colId xmlns:a16="http://schemas.microsoft.com/office/drawing/2014/main" val="4042889639"/>
                    </a:ext>
                  </a:extLst>
                </a:gridCol>
                <a:gridCol w="829937">
                  <a:extLst>
                    <a:ext uri="{9D8B030D-6E8A-4147-A177-3AD203B41FA5}">
                      <a16:colId xmlns:a16="http://schemas.microsoft.com/office/drawing/2014/main" val="3845375360"/>
                    </a:ext>
                  </a:extLst>
                </a:gridCol>
                <a:gridCol w="903768">
                  <a:extLst>
                    <a:ext uri="{9D8B030D-6E8A-4147-A177-3AD203B41FA5}">
                      <a16:colId xmlns:a16="http://schemas.microsoft.com/office/drawing/2014/main" val="942552686"/>
                    </a:ext>
                  </a:extLst>
                </a:gridCol>
                <a:gridCol w="723013">
                  <a:extLst>
                    <a:ext uri="{9D8B030D-6E8A-4147-A177-3AD203B41FA5}">
                      <a16:colId xmlns:a16="http://schemas.microsoft.com/office/drawing/2014/main" val="3596436323"/>
                    </a:ext>
                  </a:extLst>
                </a:gridCol>
                <a:gridCol w="733647">
                  <a:extLst>
                    <a:ext uri="{9D8B030D-6E8A-4147-A177-3AD203B41FA5}">
                      <a16:colId xmlns:a16="http://schemas.microsoft.com/office/drawing/2014/main" val="2193829304"/>
                    </a:ext>
                  </a:extLst>
                </a:gridCol>
                <a:gridCol w="701749">
                  <a:extLst>
                    <a:ext uri="{9D8B030D-6E8A-4147-A177-3AD203B41FA5}">
                      <a16:colId xmlns:a16="http://schemas.microsoft.com/office/drawing/2014/main" val="1363775138"/>
                    </a:ext>
                  </a:extLst>
                </a:gridCol>
                <a:gridCol w="789966">
                  <a:extLst>
                    <a:ext uri="{9D8B030D-6E8A-4147-A177-3AD203B41FA5}">
                      <a16:colId xmlns:a16="http://schemas.microsoft.com/office/drawing/2014/main" val="3321857455"/>
                    </a:ext>
                  </a:extLst>
                </a:gridCol>
                <a:gridCol w="1073888">
                  <a:extLst>
                    <a:ext uri="{9D8B030D-6E8A-4147-A177-3AD203B41FA5}">
                      <a16:colId xmlns:a16="http://schemas.microsoft.com/office/drawing/2014/main" val="4234758429"/>
                    </a:ext>
                  </a:extLst>
                </a:gridCol>
                <a:gridCol w="754912">
                  <a:extLst>
                    <a:ext uri="{9D8B030D-6E8A-4147-A177-3AD203B41FA5}">
                      <a16:colId xmlns:a16="http://schemas.microsoft.com/office/drawing/2014/main" val="3549562564"/>
                    </a:ext>
                  </a:extLst>
                </a:gridCol>
                <a:gridCol w="988828">
                  <a:extLst>
                    <a:ext uri="{9D8B030D-6E8A-4147-A177-3AD203B41FA5}">
                      <a16:colId xmlns:a16="http://schemas.microsoft.com/office/drawing/2014/main" val="1464338966"/>
                    </a:ext>
                  </a:extLst>
                </a:gridCol>
                <a:gridCol w="1031358">
                  <a:extLst>
                    <a:ext uri="{9D8B030D-6E8A-4147-A177-3AD203B41FA5}">
                      <a16:colId xmlns:a16="http://schemas.microsoft.com/office/drawing/2014/main" val="3493248744"/>
                    </a:ext>
                  </a:extLst>
                </a:gridCol>
                <a:gridCol w="1031358">
                  <a:extLst>
                    <a:ext uri="{9D8B030D-6E8A-4147-A177-3AD203B41FA5}">
                      <a16:colId xmlns:a16="http://schemas.microsoft.com/office/drawing/2014/main" val="2823991686"/>
                    </a:ext>
                  </a:extLst>
                </a:gridCol>
                <a:gridCol w="925033">
                  <a:extLst>
                    <a:ext uri="{9D8B030D-6E8A-4147-A177-3AD203B41FA5}">
                      <a16:colId xmlns:a16="http://schemas.microsoft.com/office/drawing/2014/main" val="2980729386"/>
                    </a:ext>
                  </a:extLst>
                </a:gridCol>
              </a:tblGrid>
              <a:tr h="589146">
                <a:tc>
                  <a:txBody>
                    <a:bodyPr/>
                    <a:lstStyle/>
                    <a:p>
                      <a:pPr algn="ctr" fontAlgn="ctr"/>
                      <a:r>
                        <a:rPr lang="en-US" sz="1100" b="0" i="0" u="none" strike="noStrike">
                          <a:solidFill>
                            <a:srgbClr val="FFFFFF"/>
                          </a:solidFill>
                          <a:effectLst/>
                          <a:latin typeface="Ubuntu"/>
                        </a:rPr>
                        <a:t>Roles &amp; Ceremonies</a:t>
                      </a: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Daily Standup</a:t>
                      </a:r>
                    </a:p>
                    <a:p>
                      <a:pPr algn="ctr" rtl="0" fontAlgn="ctr"/>
                      <a:r>
                        <a:rPr lang="en-US" sz="800" b="0" i="0" u="none" strike="noStrike">
                          <a:solidFill>
                            <a:schemeClr val="bg1"/>
                          </a:solidFill>
                          <a:effectLst/>
                          <a:latin typeface="Ubuntu"/>
                        </a:rPr>
                        <a:t>(Release train)</a:t>
                      </a:r>
                      <a:endParaRPr lang="en-US" sz="800" b="0" i="0" u="none" strike="noStrike">
                        <a:solidFill>
                          <a:schemeClr val="bg1"/>
                        </a:solidFill>
                        <a:effectLst/>
                        <a:latin typeface="Ubuntu" panose="020B0504030602030204" pitchFamily="34" charset="0"/>
                      </a:endParaRPr>
                    </a:p>
                    <a:p>
                      <a:pPr algn="ctr" rtl="0" fontAlgn="ctr"/>
                      <a:endParaRPr lang="en-US" sz="6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Daily Scrum of Scrums (RT Leads)</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a:solidFill>
                            <a:schemeClr val="bg1"/>
                          </a:solidFill>
                          <a:effectLst/>
                          <a:latin typeface="Ubuntu"/>
                          <a:ea typeface="+mn-ea"/>
                          <a:cs typeface="+mn-cs"/>
                        </a:rPr>
                        <a:t>Cap/BZ Joint Stand-up</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a:solidFill>
                            <a:schemeClr val="bg1"/>
                          </a:solidFill>
                          <a:effectLst/>
                          <a:latin typeface="Ubuntu"/>
                          <a:ea typeface="+mn-ea"/>
                          <a:cs typeface="+mn-cs"/>
                        </a:rPr>
                        <a:t> </a:t>
                      </a: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Dependency Forum</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PMO RAID Review</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Supplier Review Meeting</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Program Management update</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Change Board</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Business Design Authority</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Technical Design Authority</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Program Working Group</a:t>
                      </a:r>
                    </a:p>
                    <a:p>
                      <a:pPr algn="ctr" rtl="0" fontAlgn="ctr"/>
                      <a:endParaRPr lang="en-US" sz="6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Steer Co</a:t>
                      </a:r>
                    </a:p>
                    <a:p>
                      <a:pPr algn="ctr" rtl="0" fontAlgn="ctr"/>
                      <a:endParaRPr lang="en-US" sz="600" b="0" i="0" u="none" strike="noStrike">
                        <a:solidFill>
                          <a:schemeClr val="bg1"/>
                        </a:solidFill>
                        <a:effectLst/>
                        <a:latin typeface="Ubuntu"/>
                      </a:endParaRPr>
                    </a:p>
                  </a:txBody>
                  <a:tcPr marL="6350" marR="6350" marT="6350" marB="0" anchor="ctr">
                    <a:solidFill>
                      <a:schemeClr val="accent6">
                        <a:lumMod val="50000"/>
                      </a:schemeClr>
                    </a:solidFill>
                  </a:tcPr>
                </a:tc>
                <a:extLst>
                  <a:ext uri="{0D108BD9-81ED-4DB2-BD59-A6C34878D82A}">
                    <a16:rowId xmlns:a16="http://schemas.microsoft.com/office/drawing/2014/main" val="1230454649"/>
                  </a:ext>
                </a:extLst>
              </a:tr>
              <a:tr h="403328">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Business Sponsors /Delivery Exec</a:t>
                      </a:r>
                    </a:p>
                  </a:txBody>
                  <a:tcPr marL="6350" marR="6350" marT="6350" marB="0" anchor="ctr">
                    <a:gradFill flip="none" rotWithShape="1">
                      <a:gsLst>
                        <a:gs pos="52000">
                          <a:schemeClr val="accent6">
                            <a:lumMod val="75000"/>
                          </a:schemeClr>
                        </a:gs>
                        <a:gs pos="0">
                          <a:schemeClr val="accent6">
                            <a:lumMod val="75000"/>
                          </a:schemeClr>
                        </a:gs>
                        <a:gs pos="53000">
                          <a:srgbClr val="F214ED"/>
                        </a:gs>
                      </a:gsLst>
                      <a:lin ang="10800000" scaled="1"/>
                      <a:tileRect/>
                    </a:gra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extLst>
                  <a:ext uri="{0D108BD9-81ED-4DB2-BD59-A6C34878D82A}">
                    <a16:rowId xmlns:a16="http://schemas.microsoft.com/office/drawing/2014/main" val="3957281518"/>
                  </a:ext>
                </a:extLst>
              </a:tr>
              <a:tr h="329764">
                <a:tc>
                  <a:txBody>
                    <a:bodyPr/>
                    <a:lstStyle/>
                    <a:p>
                      <a:pPr marL="0" algn="ctr" defTabSz="914400" rtl="0" eaLnBrk="1" fontAlgn="ctr" latinLnBrk="0" hangingPunct="1"/>
                      <a:r>
                        <a:rPr lang="en-US" sz="800" b="0" i="0" u="none" strike="noStrike" kern="1200" err="1">
                          <a:solidFill>
                            <a:schemeClr val="bg1"/>
                          </a:solidFill>
                          <a:effectLst/>
                          <a:latin typeface="Ubuntu"/>
                          <a:ea typeface="+mn-ea"/>
                          <a:cs typeface="+mn-cs"/>
                        </a:rPr>
                        <a:t>Programme</a:t>
                      </a:r>
                      <a:r>
                        <a:rPr lang="en-US" sz="800" b="0" i="0" u="none" strike="noStrike" kern="1200">
                          <a:solidFill>
                            <a:schemeClr val="bg1"/>
                          </a:solidFill>
                          <a:effectLst/>
                          <a:latin typeface="Ubuntu"/>
                          <a:ea typeface="+mn-ea"/>
                          <a:cs typeface="+mn-cs"/>
                        </a:rPr>
                        <a:t> Director</a:t>
                      </a:r>
                    </a:p>
                  </a:txBody>
                  <a:tcPr marL="6350" marR="6350" marT="6350" marB="0" anchor="ctr">
                    <a:gradFill flip="none" rotWithShape="1">
                      <a:gsLst>
                        <a:gs pos="52000">
                          <a:schemeClr val="accent6">
                            <a:lumMod val="75000"/>
                          </a:schemeClr>
                        </a:gs>
                        <a:gs pos="0">
                          <a:schemeClr val="accent6">
                            <a:lumMod val="75000"/>
                          </a:schemeClr>
                        </a:gs>
                        <a:gs pos="53000">
                          <a:srgbClr val="F214ED"/>
                        </a:gs>
                      </a:gsLst>
                      <a:lin ang="10800000" scaled="1"/>
                      <a:tileRect/>
                    </a:gra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mn-lt"/>
                          <a:ea typeface="+mn-ea"/>
                          <a:cs typeface="+mn-cs"/>
                        </a:rPr>
                        <a:t>x</a:t>
                      </a:r>
                      <a:r>
                        <a:rPr lang="en-IN" sz="900" b="0" i="0" u="none" strike="noStrike" kern="1200" cap="none" spc="0" normalizeH="0" baseline="0" noProof="0">
                          <a:ln>
                            <a:noFill/>
                          </a:ln>
                          <a:solidFill>
                            <a:prstClr val="black"/>
                          </a:solidFill>
                          <a:effectLst/>
                          <a:uLnTx/>
                          <a:uFillTx/>
                          <a:latin typeface="+mn-lt"/>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mn-lt"/>
                          <a:ea typeface="+mn-ea"/>
                          <a:cs typeface="+mn-cs"/>
                        </a:rPr>
                        <a:t>x</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extLst>
                  <a:ext uri="{0D108BD9-81ED-4DB2-BD59-A6C34878D82A}">
                    <a16:rowId xmlns:a16="http://schemas.microsoft.com/office/drawing/2014/main" val="3087972006"/>
                  </a:ext>
                </a:extLst>
              </a:tr>
              <a:tr h="329303">
                <a:tc>
                  <a:txBody>
                    <a:bodyPr/>
                    <a:lstStyle/>
                    <a:p>
                      <a:pPr marL="0" algn="ctr" rtl="0" eaLnBrk="1" fontAlgn="ctr" latinLnBrk="0" hangingPunct="1"/>
                      <a:r>
                        <a:rPr lang="en-US" sz="800" b="0" i="0" u="none" strike="noStrike" kern="1200">
                          <a:solidFill>
                            <a:schemeClr val="bg1"/>
                          </a:solidFill>
                          <a:effectLst/>
                          <a:latin typeface="Ubuntu"/>
                          <a:ea typeface="+mn-ea"/>
                          <a:cs typeface="+mn-cs"/>
                        </a:rPr>
                        <a:t>Delivery  Leads</a:t>
                      </a:r>
                    </a:p>
                  </a:txBody>
                  <a:tcPr marL="6350" marR="6350" marT="6350" marB="0" anchor="ctr">
                    <a:gradFill flip="none" rotWithShape="1">
                      <a:gsLst>
                        <a:gs pos="52000">
                          <a:schemeClr val="accent6">
                            <a:lumMod val="75000"/>
                          </a:schemeClr>
                        </a:gs>
                        <a:gs pos="0">
                          <a:schemeClr val="accent6">
                            <a:lumMod val="75000"/>
                          </a:schemeClr>
                        </a:gs>
                        <a:gs pos="53000">
                          <a:srgbClr val="F214ED"/>
                        </a:gs>
                      </a:gsLst>
                      <a:lin ang="10800000" scaled="1"/>
                      <a:tileRect/>
                    </a:gra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mn-lt"/>
                          <a:ea typeface="+mn-ea"/>
                          <a:cs typeface="+mn-cs"/>
                        </a:rPr>
                        <a:t>x</a:t>
                      </a:r>
                      <a:r>
                        <a:rPr lang="en-IN" sz="900" b="0" i="0" u="none" strike="noStrike" kern="1200" cap="none" spc="0" normalizeH="0" baseline="0" noProof="0">
                          <a:ln>
                            <a:noFill/>
                          </a:ln>
                          <a:solidFill>
                            <a:prstClr val="black"/>
                          </a:solidFill>
                          <a:effectLst/>
                          <a:uLnTx/>
                          <a:uFillTx/>
                          <a:latin typeface="+mn-lt"/>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mn-lt"/>
                          <a:ea typeface="+mn-ea"/>
                          <a:cs typeface="+mn-cs"/>
                        </a:rPr>
                        <a:t>x</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extLst>
                  <a:ext uri="{0D108BD9-81ED-4DB2-BD59-A6C34878D82A}">
                    <a16:rowId xmlns:a16="http://schemas.microsoft.com/office/drawing/2014/main" val="874105909"/>
                  </a:ext>
                </a:extLst>
              </a:tr>
              <a:tr h="308473">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Product Owner</a:t>
                      </a:r>
                    </a:p>
                  </a:txBody>
                  <a:tcPr marL="6350" marR="6350" marT="6350" marB="0" anchor="ctr">
                    <a:solidFill>
                      <a:srgbClr val="F214ED"/>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Arial" panose="020B0604020202020204" pitchFamily="34" charset="0"/>
                        <a:buNone/>
                      </a:pPr>
                      <a:endParaRPr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extLst>
                  <a:ext uri="{0D108BD9-81ED-4DB2-BD59-A6C34878D82A}">
                    <a16:rowId xmlns:a16="http://schemas.microsoft.com/office/drawing/2014/main" val="75263871"/>
                  </a:ext>
                </a:extLst>
              </a:tr>
              <a:tr h="341522">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Functional Leads</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mn-lt"/>
                          <a:ea typeface="+mn-ea"/>
                          <a:cs typeface="+mn-cs"/>
                        </a:rPr>
                        <a:t>x</a:t>
                      </a:r>
                      <a:r>
                        <a:rPr lang="en-IN" sz="900" b="0" i="0" u="none" strike="noStrike" kern="1200" cap="none" spc="0" normalizeH="0" baseline="0" noProof="0">
                          <a:ln>
                            <a:noFill/>
                          </a:ln>
                          <a:solidFill>
                            <a:prstClr val="black"/>
                          </a:solidFill>
                          <a:effectLst/>
                          <a:uLnTx/>
                          <a:uFillTx/>
                          <a:latin typeface="+mn-lt"/>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mn-lt"/>
                          <a:ea typeface="+mn-ea"/>
                          <a:cs typeface="+mn-cs"/>
                        </a:rPr>
                        <a:t>X</a:t>
                      </a: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737817287"/>
                  </a:ext>
                </a:extLst>
              </a:tr>
              <a:tr h="341523">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Subject Matter Experts</a:t>
                      </a:r>
                    </a:p>
                  </a:txBody>
                  <a:tcPr marL="6350" marR="6350" marT="6350" marB="0" anchor="ctr">
                    <a:solidFill>
                      <a:srgbClr val="F214ED"/>
                    </a:solidFill>
                  </a:tcPr>
                </a:tc>
                <a:tc>
                  <a:txBody>
                    <a:bodyPr/>
                    <a:lstStyle/>
                    <a:p>
                      <a:pPr marL="0" lvl="0" indent="0" algn="ctr">
                        <a:buFont typeface="Wingdings" panose="05000000000000000000" pitchFamily="2" charset="2"/>
                        <a:buNone/>
                      </a:pPr>
                      <a:endParaRPr lang="en-US"/>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956111565"/>
                  </a:ext>
                </a:extLst>
              </a:tr>
              <a:tr h="336331">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Architects</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a:solidFill>
                            <a:schemeClr val="tx1"/>
                          </a:solidFill>
                          <a:latin typeface="Ubuntu"/>
                        </a:rPr>
                        <a:t>x </a:t>
                      </a: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endParaRPr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mn-lt"/>
                          <a:ea typeface="+mn-ea"/>
                          <a:cs typeface="+mn-cs"/>
                        </a:rPr>
                        <a:t>x</a:t>
                      </a: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57886445"/>
                  </a:ext>
                </a:extLst>
              </a:tr>
              <a:tr h="313664">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Platform Owners</a:t>
                      </a:r>
                    </a:p>
                  </a:txBody>
                  <a:tcPr marL="6350" marR="6350" marT="6350" marB="0" anchor="ctr">
                    <a:solidFill>
                      <a:srgbClr val="F214ED"/>
                    </a:solidFill>
                  </a:tcPr>
                </a:tc>
                <a:tc>
                  <a:txBody>
                    <a:bodyPr/>
                    <a:lstStyle/>
                    <a:p>
                      <a:pPr marL="0" lvl="0" indent="0" algn="ctr">
                        <a:buFont typeface="Wingdings" panose="05000000000000000000" pitchFamily="2" charset="2"/>
                        <a:buNone/>
                      </a:pPr>
                      <a:endParaRPr lang="en-IN" sz="900">
                        <a:solidFill>
                          <a:schemeClr val="tx1"/>
                        </a:solidFill>
                        <a:latin typeface="Ubuntu"/>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extLst>
                  <a:ext uri="{0D108BD9-81ED-4DB2-BD59-A6C34878D82A}">
                    <a16:rowId xmlns:a16="http://schemas.microsoft.com/office/drawing/2014/main" val="3663056703"/>
                  </a:ext>
                </a:extLst>
              </a:tr>
              <a:tr h="348942">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Technical Leads</a:t>
                      </a:r>
                    </a:p>
                  </a:txBody>
                  <a:tcPr marL="6350" marR="6350" marT="6350" marB="0" anchor="ctr">
                    <a:solidFill>
                      <a:schemeClr val="accent6">
                        <a:lumMod val="75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lang="en-IN" sz="900">
                          <a:solidFill>
                            <a:schemeClr val="tx1"/>
                          </a:solidFill>
                          <a:latin typeface="Ubuntu"/>
                        </a:rPr>
                        <a:t>x </a:t>
                      </a: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mn-lt"/>
                          <a:ea typeface="+mn-ea"/>
                          <a:cs typeface="+mn-cs"/>
                        </a:rPr>
                        <a:t>x</a:t>
                      </a:r>
                      <a:r>
                        <a:rPr lang="en-IN" sz="900" b="0" i="0" u="none" strike="noStrike" kern="1200" cap="none" spc="0" normalizeH="0" baseline="0" noProof="0">
                          <a:ln>
                            <a:noFill/>
                          </a:ln>
                          <a:solidFill>
                            <a:prstClr val="black"/>
                          </a:solidFill>
                          <a:effectLst/>
                          <a:uLnTx/>
                          <a:uFillTx/>
                          <a:latin typeface="+mn-lt"/>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Arial" panose="020B0604020202020204" pitchFamily="34" charset="0"/>
                        <a:buNone/>
                      </a:pPr>
                      <a:endParaRPr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extLst>
                  <a:ext uri="{0D108BD9-81ED-4DB2-BD59-A6C34878D82A}">
                    <a16:rowId xmlns:a16="http://schemas.microsoft.com/office/drawing/2014/main" val="3260282163"/>
                  </a:ext>
                </a:extLst>
              </a:tr>
              <a:tr h="367862">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Test Managers</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indent="0" algn="ctr">
                        <a:buClr>
                          <a:srgbClr val="C00000"/>
                        </a:buClr>
                        <a:buFont typeface="Wingdings" panose="05000000000000000000" pitchFamily="2" charset="2"/>
                        <a:buNone/>
                      </a:pPr>
                      <a:r>
                        <a:rPr lang="en-IN" sz="900">
                          <a:solidFill>
                            <a:schemeClr val="tx1"/>
                          </a:solidFill>
                          <a:latin typeface="Ubuntu"/>
                        </a:rPr>
                        <a:t>x </a:t>
                      </a: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mn-lt"/>
                          <a:ea typeface="+mn-ea"/>
                          <a:cs typeface="+mn-cs"/>
                        </a:rPr>
                        <a:t>x</a:t>
                      </a:r>
                      <a:r>
                        <a:rPr lang="en-IN" sz="900" b="0" i="0" u="none" strike="noStrike" kern="1200" cap="none" spc="0" normalizeH="0" baseline="0" noProof="0">
                          <a:ln>
                            <a:noFill/>
                          </a:ln>
                          <a:solidFill>
                            <a:prstClr val="black"/>
                          </a:solidFill>
                          <a:effectLst/>
                          <a:uLnTx/>
                          <a:uFillTx/>
                          <a:latin typeface="+mn-lt"/>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2163145162"/>
                  </a:ext>
                </a:extLst>
              </a:tr>
              <a:tr h="367862">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noProof="0">
                          <a:solidFill>
                            <a:schemeClr val="bg1"/>
                          </a:solidFill>
                          <a:effectLst/>
                          <a:latin typeface="Ubuntu"/>
                          <a:ea typeface="+mn-ea"/>
                          <a:cs typeface="+mn-cs"/>
                        </a:rPr>
                        <a:t>Development Team</a:t>
                      </a:r>
                    </a:p>
                  </a:txBody>
                  <a:tcPr marL="6350" marR="6350" marT="6350" marB="0" anchor="ctr">
                    <a:solidFill>
                      <a:schemeClr val="accent6">
                        <a:lumMod val="75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1196893476"/>
                  </a:ext>
                </a:extLst>
              </a:tr>
              <a:tr h="367862">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noProof="0">
                          <a:solidFill>
                            <a:schemeClr val="bg1"/>
                          </a:solidFill>
                          <a:effectLst/>
                          <a:latin typeface="Ubuntu"/>
                          <a:ea typeface="+mn-ea"/>
                          <a:cs typeface="+mn-cs"/>
                        </a:rPr>
                        <a:t>Product Rationalization Team</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extLst>
                  <a:ext uri="{0D108BD9-81ED-4DB2-BD59-A6C34878D82A}">
                    <a16:rowId xmlns:a16="http://schemas.microsoft.com/office/drawing/2014/main" val="3035601056"/>
                  </a:ext>
                </a:extLst>
              </a:tr>
              <a:tr h="336884">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noProof="0">
                          <a:solidFill>
                            <a:schemeClr val="bg1"/>
                          </a:solidFill>
                          <a:effectLst/>
                          <a:latin typeface="Ubuntu"/>
                          <a:ea typeface="+mn-ea"/>
                          <a:cs typeface="+mn-cs"/>
                        </a:rPr>
                        <a:t>Procurement Team</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lvl="0" indent="0" algn="ctr">
                        <a:buClr>
                          <a:srgbClr val="C00000"/>
                        </a:buClr>
                        <a:buNone/>
                      </a:pPr>
                      <a:endParaRPr lang="en-IN" sz="900">
                        <a:solidFill>
                          <a:schemeClr val="tx1"/>
                        </a:solidFill>
                        <a:latin typeface="Ubuntu"/>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1204740562"/>
                  </a:ext>
                </a:extLst>
              </a:tr>
              <a:tr h="327259">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noProof="0">
                          <a:solidFill>
                            <a:schemeClr val="bg1"/>
                          </a:solidFill>
                          <a:effectLst/>
                          <a:latin typeface="Ubuntu"/>
                          <a:ea typeface="+mn-ea"/>
                          <a:cs typeface="+mn-cs"/>
                        </a:rPr>
                        <a:t>DevOps Team</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999823756"/>
                  </a:ext>
                </a:extLst>
              </a:tr>
              <a:tr h="327259">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noProof="0">
                          <a:solidFill>
                            <a:schemeClr val="bg1"/>
                          </a:solidFill>
                          <a:effectLst/>
                          <a:latin typeface="Ubuntu"/>
                          <a:ea typeface="+mn-ea"/>
                          <a:cs typeface="+mn-cs"/>
                        </a:rPr>
                        <a:t>PMO Team</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marR="0" lvl="0" indent="0" algn="ctr" rtl="0">
                        <a:lnSpc>
                          <a:spcPct val="100000"/>
                        </a:lnSpc>
                        <a:spcBef>
                          <a:spcPts val="0"/>
                        </a:spcBef>
                        <a:spcAft>
                          <a:spcPts val="0"/>
                        </a:spcAft>
                        <a:buSzTx/>
                        <a:buFont typeface="Wingdings" panose="05000000000000000000" pitchFamily="2" charset="2"/>
                        <a:buNone/>
                      </a:pPr>
                      <a:endParaRPr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endParaRPr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mn-lt"/>
                          <a:ea typeface="+mn-ea"/>
                          <a:cs typeface="+mn-cs"/>
                        </a:rPr>
                        <a:t>x</a:t>
                      </a: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4258104437"/>
                  </a:ext>
                </a:extLst>
              </a:tr>
            </a:tbl>
          </a:graphicData>
        </a:graphic>
      </p:graphicFrame>
      <p:pic>
        <p:nvPicPr>
          <p:cNvPr id="7" name="Graphic 6" descr="Director's Chair with solid fill">
            <a:extLst>
              <a:ext uri="{FF2B5EF4-FFF2-40B4-BE49-F238E27FC236}">
                <a16:creationId xmlns:a16="http://schemas.microsoft.com/office/drawing/2014/main" id="{5E470F88-2734-39D2-C54A-822FDC99438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98430" y="1057940"/>
            <a:ext cx="207336" cy="207336"/>
          </a:xfrm>
          <a:prstGeom prst="rect">
            <a:avLst/>
          </a:prstGeom>
        </p:spPr>
      </p:pic>
      <p:pic>
        <p:nvPicPr>
          <p:cNvPr id="8" name="Graphic 7" descr="Director's Chair with solid fill">
            <a:extLst>
              <a:ext uri="{FF2B5EF4-FFF2-40B4-BE49-F238E27FC236}">
                <a16:creationId xmlns:a16="http://schemas.microsoft.com/office/drawing/2014/main" id="{05DAE736-C0D2-AF9A-F3C0-0BD3BDC3EBA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71280" y="1057940"/>
            <a:ext cx="207336" cy="207336"/>
          </a:xfrm>
          <a:prstGeom prst="rect">
            <a:avLst/>
          </a:prstGeom>
        </p:spPr>
      </p:pic>
      <p:pic>
        <p:nvPicPr>
          <p:cNvPr id="9" name="Graphic 8" descr="Director's Chair with solid fill">
            <a:extLst>
              <a:ext uri="{FF2B5EF4-FFF2-40B4-BE49-F238E27FC236}">
                <a16:creationId xmlns:a16="http://schemas.microsoft.com/office/drawing/2014/main" id="{E987B812-1815-DF28-A351-6A2A33A6EEB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000506" y="1057940"/>
            <a:ext cx="207336" cy="207336"/>
          </a:xfrm>
          <a:prstGeom prst="rect">
            <a:avLst/>
          </a:prstGeom>
        </p:spPr>
      </p:pic>
      <p:pic>
        <p:nvPicPr>
          <p:cNvPr id="10" name="Graphic 9" descr="Director's Chair with solid fill">
            <a:extLst>
              <a:ext uri="{FF2B5EF4-FFF2-40B4-BE49-F238E27FC236}">
                <a16:creationId xmlns:a16="http://schemas.microsoft.com/office/drawing/2014/main" id="{3064C823-CF75-78E7-A965-BFA03D16486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98935" y="1057940"/>
            <a:ext cx="207336" cy="207336"/>
          </a:xfrm>
          <a:prstGeom prst="rect">
            <a:avLst/>
          </a:prstGeom>
        </p:spPr>
      </p:pic>
      <p:pic>
        <p:nvPicPr>
          <p:cNvPr id="11" name="Graphic 10" descr="Director's Chair with solid fill">
            <a:extLst>
              <a:ext uri="{FF2B5EF4-FFF2-40B4-BE49-F238E27FC236}">
                <a16:creationId xmlns:a16="http://schemas.microsoft.com/office/drawing/2014/main" id="{41895E8B-61AD-DE05-33FE-17DC41B4790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53618" y="1057940"/>
            <a:ext cx="207336" cy="207336"/>
          </a:xfrm>
          <a:prstGeom prst="rect">
            <a:avLst/>
          </a:prstGeom>
        </p:spPr>
      </p:pic>
      <p:pic>
        <p:nvPicPr>
          <p:cNvPr id="12" name="Graphic 11" descr="Director's Chair with solid fill">
            <a:extLst>
              <a:ext uri="{FF2B5EF4-FFF2-40B4-BE49-F238E27FC236}">
                <a16:creationId xmlns:a16="http://schemas.microsoft.com/office/drawing/2014/main" id="{F23E7A85-D4B2-DEB2-D84D-E9FE455B53C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14581" y="1057940"/>
            <a:ext cx="207336" cy="207336"/>
          </a:xfrm>
          <a:prstGeom prst="rect">
            <a:avLst/>
          </a:prstGeom>
        </p:spPr>
      </p:pic>
      <p:pic>
        <p:nvPicPr>
          <p:cNvPr id="13" name="Graphic 12" descr="Director's Chair with solid fill">
            <a:extLst>
              <a:ext uri="{FF2B5EF4-FFF2-40B4-BE49-F238E27FC236}">
                <a16:creationId xmlns:a16="http://schemas.microsoft.com/office/drawing/2014/main" id="{8EDF8F02-F0CE-D703-0BF4-895DC463AC7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307493" y="1057940"/>
            <a:ext cx="207336" cy="207336"/>
          </a:xfrm>
          <a:prstGeom prst="rect">
            <a:avLst/>
          </a:prstGeom>
        </p:spPr>
      </p:pic>
      <p:pic>
        <p:nvPicPr>
          <p:cNvPr id="14" name="Graphic 13" descr="Director's Chair with solid fill">
            <a:extLst>
              <a:ext uri="{FF2B5EF4-FFF2-40B4-BE49-F238E27FC236}">
                <a16:creationId xmlns:a16="http://schemas.microsoft.com/office/drawing/2014/main" id="{B561EAA1-D154-110E-3353-E3EBFD72DF4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76723" y="1057940"/>
            <a:ext cx="207336" cy="207336"/>
          </a:xfrm>
          <a:prstGeom prst="rect">
            <a:avLst/>
          </a:prstGeom>
        </p:spPr>
      </p:pic>
      <p:pic>
        <p:nvPicPr>
          <p:cNvPr id="15" name="Graphic 14" descr="Director's Chair with solid fill">
            <a:extLst>
              <a:ext uri="{FF2B5EF4-FFF2-40B4-BE49-F238E27FC236}">
                <a16:creationId xmlns:a16="http://schemas.microsoft.com/office/drawing/2014/main" id="{960729E7-F12A-9513-EA97-DA0F04EB4A8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186833" y="1057940"/>
            <a:ext cx="207336" cy="207336"/>
          </a:xfrm>
          <a:prstGeom prst="rect">
            <a:avLst/>
          </a:prstGeom>
        </p:spPr>
      </p:pic>
      <p:pic>
        <p:nvPicPr>
          <p:cNvPr id="16" name="Graphic 15" descr="Director's Chair with solid fill">
            <a:extLst>
              <a:ext uri="{FF2B5EF4-FFF2-40B4-BE49-F238E27FC236}">
                <a16:creationId xmlns:a16="http://schemas.microsoft.com/office/drawing/2014/main" id="{A64C92DA-6ED0-5C71-712F-CBA62D0FC95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233326" y="1057940"/>
            <a:ext cx="207336" cy="207336"/>
          </a:xfrm>
          <a:prstGeom prst="rect">
            <a:avLst/>
          </a:prstGeom>
        </p:spPr>
      </p:pic>
      <p:pic>
        <p:nvPicPr>
          <p:cNvPr id="17" name="Graphic 16" descr="Director's Chair with solid fill">
            <a:extLst>
              <a:ext uri="{FF2B5EF4-FFF2-40B4-BE49-F238E27FC236}">
                <a16:creationId xmlns:a16="http://schemas.microsoft.com/office/drawing/2014/main" id="{BD32EBE4-E5E8-71AB-5086-FB1FFAAAD28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200904" y="1064140"/>
            <a:ext cx="207336" cy="207336"/>
          </a:xfrm>
          <a:prstGeom prst="rect">
            <a:avLst/>
          </a:prstGeom>
        </p:spPr>
      </p:pic>
      <p:pic>
        <p:nvPicPr>
          <p:cNvPr id="19" name="Graphic 18" descr="Director's Chair with solid fill">
            <a:extLst>
              <a:ext uri="{FF2B5EF4-FFF2-40B4-BE49-F238E27FC236}">
                <a16:creationId xmlns:a16="http://schemas.microsoft.com/office/drawing/2014/main" id="{53A9E8A5-3E21-BFB8-1647-A9EF7EBE8A6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446388" y="1057940"/>
            <a:ext cx="207336" cy="207336"/>
          </a:xfrm>
          <a:prstGeom prst="rect">
            <a:avLst/>
          </a:prstGeom>
        </p:spPr>
      </p:pic>
    </p:spTree>
    <p:extLst>
      <p:ext uri="{BB962C8B-B14F-4D97-AF65-F5344CB8AC3E}">
        <p14:creationId xmlns:p14="http://schemas.microsoft.com/office/powerpoint/2010/main" val="26444225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F0583-FC0E-F8D9-8735-8BB2DCA786A8}"/>
              </a:ext>
            </a:extLst>
          </p:cNvPr>
          <p:cNvSpPr txBox="1">
            <a:spLocks/>
          </p:cNvSpPr>
          <p:nvPr/>
        </p:nvSpPr>
        <p:spPr>
          <a:xfrm>
            <a:off x="184150" y="175419"/>
            <a:ext cx="10515600" cy="365127"/>
          </a:xfrm>
          <a:prstGeom prst="rect">
            <a:avLst/>
          </a:prstGeom>
        </p:spPr>
        <p:txBody>
          <a:bodyPr vert="horz" lIns="0" tIns="0" rIns="0" bIns="0" rtlCol="0" anchor="ctr">
            <a:normAutofit fontScale="975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Proposed Programme CADENCE</a:t>
            </a:r>
          </a:p>
        </p:txBody>
      </p:sp>
      <p:sp>
        <p:nvSpPr>
          <p:cNvPr id="4" name="Arrow: Chevron 3">
            <a:extLst>
              <a:ext uri="{FF2B5EF4-FFF2-40B4-BE49-F238E27FC236}">
                <a16:creationId xmlns:a16="http://schemas.microsoft.com/office/drawing/2014/main" id="{00E73B76-4B52-EC91-BD5D-2FCC245D12FE}"/>
              </a:ext>
            </a:extLst>
          </p:cNvPr>
          <p:cNvSpPr/>
          <p:nvPr/>
        </p:nvSpPr>
        <p:spPr>
          <a:xfrm>
            <a:off x="10377189" y="1299336"/>
            <a:ext cx="1256067" cy="341183"/>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50" b="1">
                <a:solidFill>
                  <a:srgbClr val="FFFFFF"/>
                </a:solidFill>
              </a:rPr>
              <a:t>Friday</a:t>
            </a:r>
            <a:endParaRPr kumimoji="0" lang="en-US" sz="1050" b="1" i="0" u="none" strike="noStrike" kern="1200" cap="none" spc="0" normalizeH="0" baseline="0" noProof="0">
              <a:ln>
                <a:noFill/>
              </a:ln>
              <a:solidFill>
                <a:srgbClr val="FFFFFF"/>
              </a:solidFill>
              <a:effectLst/>
              <a:uLnTx/>
              <a:uFillTx/>
              <a:ea typeface="+mn-ea"/>
              <a:cs typeface="+mn-cs"/>
            </a:endParaRPr>
          </a:p>
        </p:txBody>
      </p:sp>
      <p:graphicFrame>
        <p:nvGraphicFramePr>
          <p:cNvPr id="6" name="Table Placeholder 16">
            <a:extLst>
              <a:ext uri="{FF2B5EF4-FFF2-40B4-BE49-F238E27FC236}">
                <a16:creationId xmlns:a16="http://schemas.microsoft.com/office/drawing/2014/main" id="{90F47839-8A78-F80B-6AB1-950C093ECF8D}"/>
              </a:ext>
            </a:extLst>
          </p:cNvPr>
          <p:cNvGraphicFramePr>
            <a:graphicFrameLocks/>
          </p:cNvGraphicFramePr>
          <p:nvPr>
            <p:extLst>
              <p:ext uri="{D42A27DB-BD31-4B8C-83A1-F6EECF244321}">
                <p14:modId xmlns:p14="http://schemas.microsoft.com/office/powerpoint/2010/main" val="440891635"/>
              </p:ext>
            </p:extLst>
          </p:nvPr>
        </p:nvGraphicFramePr>
        <p:xfrm>
          <a:off x="136151" y="1648053"/>
          <a:ext cx="12043049" cy="4923688"/>
        </p:xfrm>
        <a:graphic>
          <a:graphicData uri="http://schemas.openxmlformats.org/drawingml/2006/table">
            <a:tbl>
              <a:tblPr firstRow="1" bandRow="1">
                <a:tableStyleId>{5C22544A-7EE6-4342-B048-85BDC9FD1C3A}</a:tableStyleId>
              </a:tblPr>
              <a:tblGrid>
                <a:gridCol w="828862">
                  <a:extLst>
                    <a:ext uri="{9D8B030D-6E8A-4147-A177-3AD203B41FA5}">
                      <a16:colId xmlns:a16="http://schemas.microsoft.com/office/drawing/2014/main" val="255500069"/>
                    </a:ext>
                  </a:extLst>
                </a:gridCol>
                <a:gridCol w="828862">
                  <a:extLst>
                    <a:ext uri="{9D8B030D-6E8A-4147-A177-3AD203B41FA5}">
                      <a16:colId xmlns:a16="http://schemas.microsoft.com/office/drawing/2014/main" val="635516686"/>
                    </a:ext>
                  </a:extLst>
                </a:gridCol>
                <a:gridCol w="828862">
                  <a:extLst>
                    <a:ext uri="{9D8B030D-6E8A-4147-A177-3AD203B41FA5}">
                      <a16:colId xmlns:a16="http://schemas.microsoft.com/office/drawing/2014/main" val="2573924794"/>
                    </a:ext>
                  </a:extLst>
                </a:gridCol>
                <a:gridCol w="828862">
                  <a:extLst>
                    <a:ext uri="{9D8B030D-6E8A-4147-A177-3AD203B41FA5}">
                      <a16:colId xmlns:a16="http://schemas.microsoft.com/office/drawing/2014/main" val="3926787875"/>
                    </a:ext>
                  </a:extLst>
                </a:gridCol>
                <a:gridCol w="1941458">
                  <a:extLst>
                    <a:ext uri="{9D8B030D-6E8A-4147-A177-3AD203B41FA5}">
                      <a16:colId xmlns:a16="http://schemas.microsoft.com/office/drawing/2014/main" val="1347465143"/>
                    </a:ext>
                  </a:extLst>
                </a:gridCol>
                <a:gridCol w="1602382">
                  <a:extLst>
                    <a:ext uri="{9D8B030D-6E8A-4147-A177-3AD203B41FA5}">
                      <a16:colId xmlns:a16="http://schemas.microsoft.com/office/drawing/2014/main" val="802954316"/>
                    </a:ext>
                  </a:extLst>
                </a:gridCol>
                <a:gridCol w="1732303">
                  <a:extLst>
                    <a:ext uri="{9D8B030D-6E8A-4147-A177-3AD203B41FA5}">
                      <a16:colId xmlns:a16="http://schemas.microsoft.com/office/drawing/2014/main" val="237998491"/>
                    </a:ext>
                  </a:extLst>
                </a:gridCol>
                <a:gridCol w="1797266">
                  <a:extLst>
                    <a:ext uri="{9D8B030D-6E8A-4147-A177-3AD203B41FA5}">
                      <a16:colId xmlns:a16="http://schemas.microsoft.com/office/drawing/2014/main" val="559338291"/>
                    </a:ext>
                  </a:extLst>
                </a:gridCol>
                <a:gridCol w="1654192">
                  <a:extLst>
                    <a:ext uri="{9D8B030D-6E8A-4147-A177-3AD203B41FA5}">
                      <a16:colId xmlns:a16="http://schemas.microsoft.com/office/drawing/2014/main" val="2662145481"/>
                    </a:ext>
                  </a:extLst>
                </a:gridCol>
              </a:tblGrid>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14:30 - 15:00</a:t>
                      </a:r>
                    </a:p>
                  </a:txBody>
                  <a:tcPr marL="89354" marR="89354"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9.00 – 9.30</a:t>
                      </a:r>
                    </a:p>
                  </a:txBody>
                  <a:tcPr marL="89354" marR="89354"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03:00 – 03:30</a:t>
                      </a:r>
                    </a:p>
                  </a:txBody>
                  <a:tcPr marL="89354" marR="89354"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04:00 – 04:30</a:t>
                      </a:r>
                    </a:p>
                  </a:txBody>
                  <a:tcPr marL="89354" marR="89354"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25710404"/>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15:30 – 16:15</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10.00 – 10.45</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04:00 – 04:45</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05:00 – 05:45</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69837876"/>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16:30 – 17:30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11.00 – 12.00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05:00 – 06:</a:t>
                      </a:r>
                      <a:r>
                        <a:rPr kumimoji="0" lang="en-US" sz="800" b="1" i="0" u="none" strike="noStrike" kern="1200" cap="none" spc="0" normalizeH="0" baseline="0" noProof="0">
                          <a:ln>
                            <a:noFill/>
                          </a:ln>
                          <a:solidFill>
                            <a:srgbClr val="FFFFFF"/>
                          </a:solidFill>
                          <a:effectLst/>
                          <a:uLnTx/>
                          <a:uFillTx/>
                          <a:latin typeface="+mn-lt"/>
                          <a:ea typeface="+mn-ea"/>
                          <a:cs typeface="+mn-cs"/>
                          <a:sym typeface="Wingdings" panose="05000000000000000000" pitchFamily="2" charset="2"/>
                        </a:rPr>
                        <a:t>00</a:t>
                      </a:r>
                      <a:endParaRPr kumimoji="0" lang="en-US" sz="800" b="1" i="0" u="none" strike="noStrike" kern="1200" cap="none" spc="0" normalizeH="0" baseline="0" noProof="0">
                        <a:ln>
                          <a:noFill/>
                        </a:ln>
                        <a:solidFill>
                          <a:srgbClr val="FFFFFF"/>
                        </a:solidFill>
                        <a:effectLst/>
                        <a:uLnTx/>
                        <a:uFillTx/>
                        <a:latin typeface="+mn-lt"/>
                        <a:ea typeface="+mn-ea"/>
                        <a:cs typeface="+mn-cs"/>
                      </a:endParaRP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06:00 – 07:00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20944819"/>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17:30 – 18:30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12.00 – 13.00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06:00 – 07:00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07:00 – 08:00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95842970"/>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18:30 – 19:30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13.00 – 14.00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07:00 – 08:00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08:00 – 09:00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44607630"/>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20:00 – 20:30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14.30 – 15.00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08:30 – 09:00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09:30 – 10:00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2164272"/>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20:30 – 21:30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15.00 – 16.00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09:00 – 10:00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10:00 – 11:00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2541989"/>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21:30 – 22:30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16.00 – 17.00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10:00 – 11:00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11:00 – 12:00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09405052"/>
                  </a:ext>
                </a:extLst>
              </a:tr>
            </a:tbl>
          </a:graphicData>
        </a:graphic>
      </p:graphicFrame>
      <p:sp>
        <p:nvSpPr>
          <p:cNvPr id="8" name="Arrow: Chevron 7">
            <a:extLst>
              <a:ext uri="{FF2B5EF4-FFF2-40B4-BE49-F238E27FC236}">
                <a16:creationId xmlns:a16="http://schemas.microsoft.com/office/drawing/2014/main" id="{7B477C90-E981-F680-95B0-FEEDAF5F7433}"/>
              </a:ext>
            </a:extLst>
          </p:cNvPr>
          <p:cNvSpPr/>
          <p:nvPr/>
        </p:nvSpPr>
        <p:spPr>
          <a:xfrm>
            <a:off x="8844633" y="1290964"/>
            <a:ext cx="1400397" cy="332166"/>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50" b="1">
                <a:solidFill>
                  <a:srgbClr val="FFFFFF"/>
                </a:solidFill>
              </a:rPr>
              <a:t>Thursday</a:t>
            </a:r>
            <a:endParaRPr kumimoji="0" lang="en-US" sz="1050" b="1" i="0" u="none" strike="noStrike" kern="1200" cap="none" spc="0" normalizeH="0" baseline="0" noProof="0">
              <a:ln>
                <a:noFill/>
              </a:ln>
              <a:solidFill>
                <a:srgbClr val="FFFFFF"/>
              </a:solidFill>
              <a:effectLst/>
              <a:uLnTx/>
              <a:uFillTx/>
              <a:ea typeface="+mn-ea"/>
              <a:cs typeface="+mn-cs"/>
            </a:endParaRPr>
          </a:p>
        </p:txBody>
      </p:sp>
      <p:sp>
        <p:nvSpPr>
          <p:cNvPr id="9" name="Arrow: Chevron 8">
            <a:extLst>
              <a:ext uri="{FF2B5EF4-FFF2-40B4-BE49-F238E27FC236}">
                <a16:creationId xmlns:a16="http://schemas.microsoft.com/office/drawing/2014/main" id="{ACD8AB5B-973C-A4F7-B535-042EC5C5A2CF}"/>
              </a:ext>
            </a:extLst>
          </p:cNvPr>
          <p:cNvSpPr/>
          <p:nvPr/>
        </p:nvSpPr>
        <p:spPr>
          <a:xfrm>
            <a:off x="7161900" y="1289897"/>
            <a:ext cx="1457166" cy="350622"/>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00" b="1">
                <a:solidFill>
                  <a:srgbClr val="FFFFFF"/>
                </a:solidFill>
              </a:rPr>
              <a:t>Wednesday</a:t>
            </a:r>
            <a:endParaRPr kumimoji="0" lang="en-US" sz="1000" b="1" i="0" u="none" strike="noStrike" kern="1200" cap="none" spc="0" normalizeH="0" baseline="0" noProof="0">
              <a:ln>
                <a:noFill/>
              </a:ln>
              <a:solidFill>
                <a:srgbClr val="FFFFFF"/>
              </a:solidFill>
              <a:effectLst/>
              <a:uLnTx/>
              <a:uFillTx/>
              <a:ea typeface="+mn-ea"/>
              <a:cs typeface="+mn-cs"/>
            </a:endParaRPr>
          </a:p>
        </p:txBody>
      </p:sp>
      <p:sp>
        <p:nvSpPr>
          <p:cNvPr id="10" name="Arrow: Chevron 9">
            <a:extLst>
              <a:ext uri="{FF2B5EF4-FFF2-40B4-BE49-F238E27FC236}">
                <a16:creationId xmlns:a16="http://schemas.microsoft.com/office/drawing/2014/main" id="{83F63585-7A6D-9A5B-3F65-52896F613371}"/>
              </a:ext>
            </a:extLst>
          </p:cNvPr>
          <p:cNvSpPr/>
          <p:nvPr/>
        </p:nvSpPr>
        <p:spPr>
          <a:xfrm>
            <a:off x="5485450" y="1284552"/>
            <a:ext cx="1400397" cy="365127"/>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50" b="1">
                <a:solidFill>
                  <a:srgbClr val="FFFFFF"/>
                </a:solidFill>
              </a:rPr>
              <a:t>Tuesday</a:t>
            </a:r>
            <a:endParaRPr kumimoji="0" lang="en-US" sz="1050" b="1" i="0" u="none" strike="noStrike" kern="1200" cap="none" spc="0" normalizeH="0" baseline="0" noProof="0">
              <a:ln>
                <a:noFill/>
              </a:ln>
              <a:solidFill>
                <a:srgbClr val="FFFFFF"/>
              </a:solidFill>
              <a:effectLst/>
              <a:uLnTx/>
              <a:uFillTx/>
              <a:ea typeface="+mn-ea"/>
              <a:cs typeface="+mn-cs"/>
            </a:endParaRPr>
          </a:p>
        </p:txBody>
      </p:sp>
      <p:sp>
        <p:nvSpPr>
          <p:cNvPr id="11" name="Arrow: Chevron 10">
            <a:extLst>
              <a:ext uri="{FF2B5EF4-FFF2-40B4-BE49-F238E27FC236}">
                <a16:creationId xmlns:a16="http://schemas.microsoft.com/office/drawing/2014/main" id="{4E6DF629-CF70-E34B-89EC-13E08441830D}"/>
              </a:ext>
            </a:extLst>
          </p:cNvPr>
          <p:cNvSpPr/>
          <p:nvPr/>
        </p:nvSpPr>
        <p:spPr>
          <a:xfrm>
            <a:off x="3836745" y="1268319"/>
            <a:ext cx="1400397" cy="371538"/>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50" b="1">
                <a:solidFill>
                  <a:srgbClr val="FFFFFF"/>
                </a:solidFill>
              </a:rPr>
              <a:t>Monday</a:t>
            </a:r>
            <a:endParaRPr kumimoji="0" lang="en-US" sz="1050" b="1" i="0" u="none" strike="noStrike" kern="1200" cap="none" spc="0" normalizeH="0" baseline="0" noProof="0">
              <a:ln>
                <a:noFill/>
              </a:ln>
              <a:solidFill>
                <a:srgbClr val="FFFFFF"/>
              </a:solidFill>
              <a:effectLst/>
              <a:uLnTx/>
              <a:uFillTx/>
              <a:ea typeface="+mn-ea"/>
              <a:cs typeface="+mn-cs"/>
            </a:endParaRPr>
          </a:p>
        </p:txBody>
      </p:sp>
      <p:graphicFrame>
        <p:nvGraphicFramePr>
          <p:cNvPr id="12" name="Table 27">
            <a:extLst>
              <a:ext uri="{FF2B5EF4-FFF2-40B4-BE49-F238E27FC236}">
                <a16:creationId xmlns:a16="http://schemas.microsoft.com/office/drawing/2014/main" id="{6412C549-74FC-CC9B-32F2-D027C353A278}"/>
              </a:ext>
            </a:extLst>
          </p:cNvPr>
          <p:cNvGraphicFramePr>
            <a:graphicFrameLocks noGrp="1"/>
          </p:cNvGraphicFramePr>
          <p:nvPr/>
        </p:nvGraphicFramePr>
        <p:xfrm>
          <a:off x="6435945" y="543969"/>
          <a:ext cx="5560395" cy="502920"/>
        </p:xfrm>
        <a:graphic>
          <a:graphicData uri="http://schemas.openxmlformats.org/drawingml/2006/table">
            <a:tbl>
              <a:tblPr firstRow="1" bandRow="1">
                <a:tableStyleId>{5C22544A-7EE6-4342-B048-85BDC9FD1C3A}</a:tableStyleId>
              </a:tblPr>
              <a:tblGrid>
                <a:gridCol w="1112079">
                  <a:extLst>
                    <a:ext uri="{9D8B030D-6E8A-4147-A177-3AD203B41FA5}">
                      <a16:colId xmlns:a16="http://schemas.microsoft.com/office/drawing/2014/main" val="3032226488"/>
                    </a:ext>
                  </a:extLst>
                </a:gridCol>
                <a:gridCol w="1112079">
                  <a:extLst>
                    <a:ext uri="{9D8B030D-6E8A-4147-A177-3AD203B41FA5}">
                      <a16:colId xmlns:a16="http://schemas.microsoft.com/office/drawing/2014/main" val="1815440024"/>
                    </a:ext>
                  </a:extLst>
                </a:gridCol>
                <a:gridCol w="1112079">
                  <a:extLst>
                    <a:ext uri="{9D8B030D-6E8A-4147-A177-3AD203B41FA5}">
                      <a16:colId xmlns:a16="http://schemas.microsoft.com/office/drawing/2014/main" val="3880930011"/>
                    </a:ext>
                  </a:extLst>
                </a:gridCol>
                <a:gridCol w="1112079">
                  <a:extLst>
                    <a:ext uri="{9D8B030D-6E8A-4147-A177-3AD203B41FA5}">
                      <a16:colId xmlns:a16="http://schemas.microsoft.com/office/drawing/2014/main" val="1897163096"/>
                    </a:ext>
                  </a:extLst>
                </a:gridCol>
                <a:gridCol w="1112079">
                  <a:extLst>
                    <a:ext uri="{9D8B030D-6E8A-4147-A177-3AD203B41FA5}">
                      <a16:colId xmlns:a16="http://schemas.microsoft.com/office/drawing/2014/main" val="2846398224"/>
                    </a:ext>
                  </a:extLst>
                </a:gridCol>
              </a:tblGrid>
              <a:tr h="182564">
                <a:tc gridSpan="5">
                  <a:txBody>
                    <a:bodyPr/>
                    <a:lstStyle/>
                    <a:p>
                      <a:r>
                        <a:rPr lang="en-GB" sz="1050">
                          <a:solidFill>
                            <a:schemeClr val="tx1"/>
                          </a:solidFill>
                        </a:rPr>
                        <a:t>Key</a:t>
                      </a:r>
                    </a:p>
                  </a:txBody>
                  <a:tcPr>
                    <a:solidFill>
                      <a:schemeClr val="bg1"/>
                    </a:solidFill>
                  </a:tcPr>
                </a:tc>
                <a:tc hMerge="1">
                  <a:txBody>
                    <a:bodyPr/>
                    <a:lstStyle/>
                    <a:p>
                      <a:endParaRPr lang="en-GB" sz="1400"/>
                    </a:p>
                  </a:txBody>
                  <a:tcPr/>
                </a:tc>
                <a:tc hMerge="1">
                  <a:txBody>
                    <a:bodyPr/>
                    <a:lstStyle/>
                    <a:p>
                      <a:endParaRPr lang="en-GB" sz="1400"/>
                    </a:p>
                  </a:txBody>
                  <a:tcPr/>
                </a:tc>
                <a:tc hMerge="1">
                  <a:txBody>
                    <a:bodyPr/>
                    <a:lstStyle/>
                    <a:p>
                      <a:endParaRPr lang="en-GB" sz="1400"/>
                    </a:p>
                  </a:txBody>
                  <a:tcPr/>
                </a:tc>
                <a:tc hMerge="1">
                  <a:txBody>
                    <a:bodyPr/>
                    <a:lstStyle/>
                    <a:p>
                      <a:endParaRPr lang="en-GB" sz="1400"/>
                    </a:p>
                  </a:txBody>
                  <a:tcPr/>
                </a:tc>
                <a:extLst>
                  <a:ext uri="{0D108BD9-81ED-4DB2-BD59-A6C34878D82A}">
                    <a16:rowId xmlns:a16="http://schemas.microsoft.com/office/drawing/2014/main" val="3684954922"/>
                  </a:ext>
                </a:extLst>
              </a:tr>
              <a:tr h="182564">
                <a:tc>
                  <a:txBody>
                    <a:bodyPr/>
                    <a:lstStyle/>
                    <a:p>
                      <a:pPr algn="ctr"/>
                      <a:r>
                        <a:rPr lang="en-GB" sz="1050"/>
                        <a:t>Daily</a:t>
                      </a:r>
                    </a:p>
                  </a:txBody>
                  <a:tcPr>
                    <a:solidFill>
                      <a:srgbClr val="00B0F0"/>
                    </a:solidFill>
                  </a:tcPr>
                </a:tc>
                <a:tc>
                  <a:txBody>
                    <a:bodyPr/>
                    <a:lstStyle/>
                    <a:p>
                      <a:pPr algn="ctr"/>
                      <a:r>
                        <a:rPr lang="en-GB" sz="1050"/>
                        <a:t>Weekly</a:t>
                      </a:r>
                    </a:p>
                  </a:txBody>
                  <a:tcPr>
                    <a:solidFill>
                      <a:srgbClr val="92D050"/>
                    </a:solidFill>
                  </a:tcPr>
                </a:tc>
                <a:tc>
                  <a:txBody>
                    <a:bodyPr/>
                    <a:lstStyle/>
                    <a:p>
                      <a:pPr algn="ctr"/>
                      <a:r>
                        <a:rPr lang="en-GB" sz="1050"/>
                        <a:t>Fortnightly</a:t>
                      </a:r>
                    </a:p>
                  </a:txBody>
                  <a:tcPr>
                    <a:solidFill>
                      <a:srgbClr val="FF9966"/>
                    </a:solidFill>
                  </a:tcPr>
                </a:tc>
                <a:tc>
                  <a:txBody>
                    <a:bodyPr/>
                    <a:lstStyle/>
                    <a:p>
                      <a:pPr algn="ctr"/>
                      <a:r>
                        <a:rPr lang="en-GB" sz="1050"/>
                        <a:t>Monthly</a:t>
                      </a:r>
                    </a:p>
                  </a:txBody>
                  <a:tcPr>
                    <a:solidFill>
                      <a:srgbClr val="CCCCFF"/>
                    </a:solidFill>
                  </a:tcPr>
                </a:tc>
                <a:tc>
                  <a:txBody>
                    <a:bodyPr/>
                    <a:lstStyle/>
                    <a:p>
                      <a:pPr algn="ctr"/>
                      <a:r>
                        <a:rPr lang="en-GB" sz="1050"/>
                        <a:t>Quarterly</a:t>
                      </a:r>
                    </a:p>
                  </a:txBody>
                  <a:tcPr>
                    <a:solidFill>
                      <a:srgbClr val="FFFF00"/>
                    </a:solidFill>
                  </a:tcPr>
                </a:tc>
                <a:extLst>
                  <a:ext uri="{0D108BD9-81ED-4DB2-BD59-A6C34878D82A}">
                    <a16:rowId xmlns:a16="http://schemas.microsoft.com/office/drawing/2014/main" val="3226666600"/>
                  </a:ext>
                </a:extLst>
              </a:tr>
            </a:tbl>
          </a:graphicData>
        </a:graphic>
      </p:graphicFrame>
      <p:sp>
        <p:nvSpPr>
          <p:cNvPr id="17" name="TextBox 16">
            <a:extLst>
              <a:ext uri="{FF2B5EF4-FFF2-40B4-BE49-F238E27FC236}">
                <a16:creationId xmlns:a16="http://schemas.microsoft.com/office/drawing/2014/main" id="{27E50A88-7BB0-B40E-6E34-EAB61AFD0B65}"/>
              </a:ext>
            </a:extLst>
          </p:cNvPr>
          <p:cNvSpPr txBox="1"/>
          <p:nvPr/>
        </p:nvSpPr>
        <p:spPr>
          <a:xfrm>
            <a:off x="6439420" y="1022098"/>
            <a:ext cx="5604557" cy="246221"/>
          </a:xfrm>
          <a:prstGeom prst="rect">
            <a:avLst/>
          </a:prstGeom>
          <a:noFill/>
        </p:spPr>
        <p:txBody>
          <a:bodyPr wrap="square" lIns="91440" tIns="45720" rIns="91440" bIns="45720" rtlCol="0" anchor="t">
            <a:spAutoFit/>
          </a:bodyPr>
          <a:lstStyle/>
          <a:p>
            <a:pPr>
              <a:defRPr/>
            </a:pPr>
            <a:r>
              <a:rPr lang="en-US" sz="1000">
                <a:latin typeface="Ubuntu"/>
              </a:rPr>
              <a:t>*Supplier Review Meeting occurs following Friday of sprint closure</a:t>
            </a:r>
            <a:endParaRPr lang="en-US"/>
          </a:p>
        </p:txBody>
      </p:sp>
      <p:sp>
        <p:nvSpPr>
          <p:cNvPr id="5" name="TextBox 4">
            <a:extLst>
              <a:ext uri="{FF2B5EF4-FFF2-40B4-BE49-F238E27FC236}">
                <a16:creationId xmlns:a16="http://schemas.microsoft.com/office/drawing/2014/main" id="{D36196F6-A46C-D758-E63D-51D4959744B8}"/>
              </a:ext>
            </a:extLst>
          </p:cNvPr>
          <p:cNvSpPr txBox="1"/>
          <p:nvPr/>
        </p:nvSpPr>
        <p:spPr>
          <a:xfrm>
            <a:off x="178253" y="548975"/>
            <a:ext cx="5195619" cy="461665"/>
          </a:xfrm>
          <a:prstGeom prst="rect">
            <a:avLst/>
          </a:prstGeom>
          <a:noFill/>
          <a:ln w="9525">
            <a:solidFill>
              <a:schemeClr val="tx1"/>
            </a:solidFill>
          </a:ln>
        </p:spPr>
        <p:txBody>
          <a:bodyPr wrap="square" rtlCol="0">
            <a:spAutoFit/>
          </a:bodyPr>
          <a:lstStyle/>
          <a:p>
            <a:pPr marL="171450" indent="-171450">
              <a:buFont typeface="Arial" panose="020B0604020202020204" pitchFamily="34" charset="0"/>
              <a:buChar char="•"/>
            </a:pPr>
            <a:r>
              <a:rPr lang="en-IN" sz="800"/>
              <a:t>All Daily stand-ups are ownership of respective Release Train leaders</a:t>
            </a:r>
          </a:p>
          <a:p>
            <a:pPr marL="171450" indent="-171450">
              <a:buFont typeface="Arial" panose="020B0604020202020204" pitchFamily="34" charset="0"/>
              <a:buChar char="•"/>
            </a:pPr>
            <a:r>
              <a:rPr lang="en-IN" sz="800"/>
              <a:t>All Leadership update Stand-ups (like SOS, Change Board, BDA, TDA etc) are ownership of Beazley to organise, conduct &amp; track. Capgemini to be part of them &amp; provide inputs as per process</a:t>
            </a:r>
            <a:endParaRPr lang="en-US" sz="800"/>
          </a:p>
        </p:txBody>
      </p:sp>
      <p:sp>
        <p:nvSpPr>
          <p:cNvPr id="18" name="TextBox 17">
            <a:extLst>
              <a:ext uri="{FF2B5EF4-FFF2-40B4-BE49-F238E27FC236}">
                <a16:creationId xmlns:a16="http://schemas.microsoft.com/office/drawing/2014/main" id="{212EA877-8586-2397-A7C9-D73BD3D3E325}"/>
              </a:ext>
            </a:extLst>
          </p:cNvPr>
          <p:cNvSpPr txBox="1"/>
          <p:nvPr/>
        </p:nvSpPr>
        <p:spPr>
          <a:xfrm>
            <a:off x="324354" y="1339747"/>
            <a:ext cx="474013" cy="276677"/>
          </a:xfrm>
          <a:prstGeom prst="rect">
            <a:avLst/>
          </a:prstGeom>
          <a:noFill/>
        </p:spPr>
        <p:txBody>
          <a:bodyPr wrap="square" rtlCol="0">
            <a:spAutoFit/>
          </a:bodyPr>
          <a:lstStyle/>
          <a:p>
            <a:r>
              <a:rPr lang="en-IN" sz="1200" b="1"/>
              <a:t>IST</a:t>
            </a:r>
          </a:p>
        </p:txBody>
      </p:sp>
      <p:sp>
        <p:nvSpPr>
          <p:cNvPr id="20" name="TextBox 19">
            <a:extLst>
              <a:ext uri="{FF2B5EF4-FFF2-40B4-BE49-F238E27FC236}">
                <a16:creationId xmlns:a16="http://schemas.microsoft.com/office/drawing/2014/main" id="{BC4C52DC-B529-9E5C-0B19-5B9B1039BE00}"/>
              </a:ext>
            </a:extLst>
          </p:cNvPr>
          <p:cNvSpPr txBox="1"/>
          <p:nvPr/>
        </p:nvSpPr>
        <p:spPr>
          <a:xfrm>
            <a:off x="1120441" y="1335215"/>
            <a:ext cx="474013" cy="276999"/>
          </a:xfrm>
          <a:prstGeom prst="rect">
            <a:avLst/>
          </a:prstGeom>
          <a:noFill/>
        </p:spPr>
        <p:txBody>
          <a:bodyPr wrap="square" rtlCol="0">
            <a:spAutoFit/>
          </a:bodyPr>
          <a:lstStyle/>
          <a:p>
            <a:r>
              <a:rPr lang="en-IN" sz="1200" b="1"/>
              <a:t>BST</a:t>
            </a:r>
          </a:p>
        </p:txBody>
      </p:sp>
      <p:sp>
        <p:nvSpPr>
          <p:cNvPr id="23" name="TextBox 22">
            <a:extLst>
              <a:ext uri="{FF2B5EF4-FFF2-40B4-BE49-F238E27FC236}">
                <a16:creationId xmlns:a16="http://schemas.microsoft.com/office/drawing/2014/main" id="{A8F4AD0D-160C-5E1D-CA9D-E9BEB334C9DC}"/>
              </a:ext>
            </a:extLst>
          </p:cNvPr>
          <p:cNvSpPr txBox="1"/>
          <p:nvPr/>
        </p:nvSpPr>
        <p:spPr>
          <a:xfrm>
            <a:off x="1842762" y="1346130"/>
            <a:ext cx="785094" cy="276999"/>
          </a:xfrm>
          <a:prstGeom prst="rect">
            <a:avLst/>
          </a:prstGeom>
          <a:noFill/>
        </p:spPr>
        <p:txBody>
          <a:bodyPr wrap="square" rtlCol="0">
            <a:spAutoFit/>
          </a:bodyPr>
          <a:lstStyle/>
          <a:p>
            <a:r>
              <a:rPr lang="en-IN" sz="1200" b="1"/>
              <a:t>US CTZ</a:t>
            </a:r>
          </a:p>
        </p:txBody>
      </p:sp>
      <p:sp>
        <p:nvSpPr>
          <p:cNvPr id="26" name="TextBox 25">
            <a:extLst>
              <a:ext uri="{FF2B5EF4-FFF2-40B4-BE49-F238E27FC236}">
                <a16:creationId xmlns:a16="http://schemas.microsoft.com/office/drawing/2014/main" id="{2C489DDE-D3E6-D90D-6FD0-F17B9FFB6F23}"/>
              </a:ext>
            </a:extLst>
          </p:cNvPr>
          <p:cNvSpPr txBox="1"/>
          <p:nvPr/>
        </p:nvSpPr>
        <p:spPr>
          <a:xfrm>
            <a:off x="2649440" y="1335214"/>
            <a:ext cx="785094" cy="276999"/>
          </a:xfrm>
          <a:prstGeom prst="rect">
            <a:avLst/>
          </a:prstGeom>
          <a:noFill/>
        </p:spPr>
        <p:txBody>
          <a:bodyPr wrap="square" rtlCol="0">
            <a:spAutoFit/>
          </a:bodyPr>
          <a:lstStyle/>
          <a:p>
            <a:r>
              <a:rPr lang="en-IN" sz="1200" b="1"/>
              <a:t>US ETZ</a:t>
            </a:r>
          </a:p>
        </p:txBody>
      </p:sp>
      <p:sp>
        <p:nvSpPr>
          <p:cNvPr id="29" name="Rectangle: Rounded Corners 28">
            <a:extLst>
              <a:ext uri="{FF2B5EF4-FFF2-40B4-BE49-F238E27FC236}">
                <a16:creationId xmlns:a16="http://schemas.microsoft.com/office/drawing/2014/main" id="{B46205D8-9DAB-7EDE-E5B5-B134D915ECDA}"/>
              </a:ext>
              <a:ext uri="{C183D7F6-B498-43B3-948B-1728B52AA6E4}">
                <adec:decorative xmlns:adec="http://schemas.microsoft.com/office/drawing/2017/decorative" val="1"/>
              </a:ext>
            </a:extLst>
          </p:cNvPr>
          <p:cNvSpPr/>
          <p:nvPr/>
        </p:nvSpPr>
        <p:spPr>
          <a:xfrm>
            <a:off x="3935667" y="4762119"/>
            <a:ext cx="1304561"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Scrum of Scrums</a:t>
            </a:r>
          </a:p>
        </p:txBody>
      </p:sp>
      <p:sp>
        <p:nvSpPr>
          <p:cNvPr id="32" name="Rectangle: Rounded Corners 31">
            <a:extLst>
              <a:ext uri="{FF2B5EF4-FFF2-40B4-BE49-F238E27FC236}">
                <a16:creationId xmlns:a16="http://schemas.microsoft.com/office/drawing/2014/main" id="{3C546BC1-4BDB-C281-3CB8-3F7E4449260F}"/>
              </a:ext>
              <a:ext uri="{C183D7F6-B498-43B3-948B-1728B52AA6E4}">
                <adec:decorative xmlns:adec="http://schemas.microsoft.com/office/drawing/2017/decorative" val="1"/>
              </a:ext>
            </a:extLst>
          </p:cNvPr>
          <p:cNvSpPr/>
          <p:nvPr/>
        </p:nvSpPr>
        <p:spPr>
          <a:xfrm>
            <a:off x="5530217" y="4767951"/>
            <a:ext cx="135563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Scrum of Scrums</a:t>
            </a:r>
          </a:p>
        </p:txBody>
      </p:sp>
      <p:sp>
        <p:nvSpPr>
          <p:cNvPr id="37" name="Rectangle: Rounded Corners 36">
            <a:extLst>
              <a:ext uri="{FF2B5EF4-FFF2-40B4-BE49-F238E27FC236}">
                <a16:creationId xmlns:a16="http://schemas.microsoft.com/office/drawing/2014/main" id="{F147CC7C-03F1-9738-BE4E-0012726DAAD0}"/>
              </a:ext>
              <a:ext uri="{C183D7F6-B498-43B3-948B-1728B52AA6E4}">
                <adec:decorative xmlns:adec="http://schemas.microsoft.com/office/drawing/2017/decorative" val="1"/>
              </a:ext>
            </a:extLst>
          </p:cNvPr>
          <p:cNvSpPr/>
          <p:nvPr/>
        </p:nvSpPr>
        <p:spPr>
          <a:xfrm>
            <a:off x="7204830" y="4768439"/>
            <a:ext cx="131127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Scrum of Scrums</a:t>
            </a:r>
          </a:p>
        </p:txBody>
      </p:sp>
      <p:sp>
        <p:nvSpPr>
          <p:cNvPr id="38" name="Rectangle: Rounded Corners 37">
            <a:extLst>
              <a:ext uri="{FF2B5EF4-FFF2-40B4-BE49-F238E27FC236}">
                <a16:creationId xmlns:a16="http://schemas.microsoft.com/office/drawing/2014/main" id="{A5F5CCCE-E921-0F2C-C443-C5335FCAFB68}"/>
              </a:ext>
              <a:ext uri="{C183D7F6-B498-43B3-948B-1728B52AA6E4}">
                <adec:decorative xmlns:adec="http://schemas.microsoft.com/office/drawing/2017/decorative" val="1"/>
              </a:ext>
            </a:extLst>
          </p:cNvPr>
          <p:cNvSpPr/>
          <p:nvPr/>
        </p:nvSpPr>
        <p:spPr>
          <a:xfrm>
            <a:off x="8947831" y="4767951"/>
            <a:ext cx="122984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Scrum of Scrums</a:t>
            </a:r>
          </a:p>
        </p:txBody>
      </p:sp>
      <p:sp>
        <p:nvSpPr>
          <p:cNvPr id="39" name="Rectangle: Rounded Corners 38">
            <a:extLst>
              <a:ext uri="{FF2B5EF4-FFF2-40B4-BE49-F238E27FC236}">
                <a16:creationId xmlns:a16="http://schemas.microsoft.com/office/drawing/2014/main" id="{B258CEA4-92BF-0A0A-4FBF-E17F9C1EA754}"/>
              </a:ext>
              <a:ext uri="{C183D7F6-B498-43B3-948B-1728B52AA6E4}">
                <adec:decorative xmlns:adec="http://schemas.microsoft.com/office/drawing/2017/decorative" val="1"/>
              </a:ext>
            </a:extLst>
          </p:cNvPr>
          <p:cNvSpPr/>
          <p:nvPr/>
        </p:nvSpPr>
        <p:spPr>
          <a:xfrm>
            <a:off x="10494568" y="4771151"/>
            <a:ext cx="1158879"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Scrum of Scrums</a:t>
            </a:r>
          </a:p>
        </p:txBody>
      </p:sp>
      <p:sp>
        <p:nvSpPr>
          <p:cNvPr id="40" name="TextBox 39">
            <a:extLst>
              <a:ext uri="{FF2B5EF4-FFF2-40B4-BE49-F238E27FC236}">
                <a16:creationId xmlns:a16="http://schemas.microsoft.com/office/drawing/2014/main" id="{BAD8929A-9F3C-5F5C-EEFB-27089C7A8ED7}"/>
              </a:ext>
            </a:extLst>
          </p:cNvPr>
          <p:cNvSpPr txBox="1"/>
          <p:nvPr/>
        </p:nvSpPr>
        <p:spPr>
          <a:xfrm>
            <a:off x="5766020" y="5304987"/>
            <a:ext cx="4248926" cy="584775"/>
          </a:xfrm>
          <a:prstGeom prst="rect">
            <a:avLst/>
          </a:prstGeom>
          <a:solidFill>
            <a:schemeClr val="accent3">
              <a:lumMod val="10000"/>
              <a:lumOff val="90000"/>
            </a:schemeClr>
          </a:solidFill>
          <a:ln>
            <a:noFill/>
          </a:ln>
        </p:spPr>
        <p:txBody>
          <a:bodyPr wrap="square" rtlCol="0">
            <a:spAutoFit/>
          </a:bodyPr>
          <a:lstStyle/>
          <a:p>
            <a:pPr marL="171450" indent="-171450">
              <a:buFont typeface="Arial" panose="020B0604020202020204" pitchFamily="34" charset="0"/>
              <a:buChar char="•"/>
            </a:pPr>
            <a:r>
              <a:rPr lang="en-IN" sz="800"/>
              <a:t>To allow Product Owners to join SoS, it is aligned to US morning. </a:t>
            </a:r>
          </a:p>
          <a:p>
            <a:pPr marL="171450" indent="-171450">
              <a:buFont typeface="Arial" panose="020B0604020202020204" pitchFamily="34" charset="0"/>
              <a:buChar char="•"/>
            </a:pPr>
            <a:r>
              <a:rPr lang="en-IN" sz="800"/>
              <a:t>Capgemini will be represented by Release Train Leads &amp; Functional leads from UK</a:t>
            </a:r>
          </a:p>
          <a:p>
            <a:pPr marL="171450" indent="-171450">
              <a:buFont typeface="Arial" panose="020B0604020202020204" pitchFamily="34" charset="0"/>
              <a:buChar char="•"/>
            </a:pPr>
            <a:r>
              <a:rPr lang="en-IN" sz="800"/>
              <a:t>Release Train Leads and the POs have an opportunity to catch-up on the SoS</a:t>
            </a:r>
          </a:p>
          <a:p>
            <a:pPr marL="171450" indent="-171450">
              <a:buFont typeface="Arial" panose="020B0604020202020204" pitchFamily="34" charset="0"/>
              <a:buChar char="•"/>
            </a:pPr>
            <a:r>
              <a:rPr lang="en-IN" sz="800"/>
              <a:t>Unless required, no India representation available</a:t>
            </a:r>
          </a:p>
        </p:txBody>
      </p:sp>
      <p:sp>
        <p:nvSpPr>
          <p:cNvPr id="43" name="Rectangle: Rounded Corners 42">
            <a:extLst>
              <a:ext uri="{FF2B5EF4-FFF2-40B4-BE49-F238E27FC236}">
                <a16:creationId xmlns:a16="http://schemas.microsoft.com/office/drawing/2014/main" id="{82A8419B-4F72-D57C-01E3-87DB297E303D}"/>
              </a:ext>
              <a:ext uri="{C183D7F6-B498-43B3-948B-1728B52AA6E4}">
                <adec:decorative xmlns:adec="http://schemas.microsoft.com/office/drawing/2017/decorative" val="1"/>
              </a:ext>
            </a:extLst>
          </p:cNvPr>
          <p:cNvSpPr/>
          <p:nvPr/>
        </p:nvSpPr>
        <p:spPr>
          <a:xfrm>
            <a:off x="3915476" y="1710072"/>
            <a:ext cx="130456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Daily Standups</a:t>
            </a:r>
          </a:p>
        </p:txBody>
      </p:sp>
      <p:sp>
        <p:nvSpPr>
          <p:cNvPr id="44" name="Rectangle: Rounded Corners 43">
            <a:extLst>
              <a:ext uri="{FF2B5EF4-FFF2-40B4-BE49-F238E27FC236}">
                <a16:creationId xmlns:a16="http://schemas.microsoft.com/office/drawing/2014/main" id="{A8F464D4-6A30-42E4-D709-0D6C0EB2542B}"/>
              </a:ext>
              <a:ext uri="{C183D7F6-B498-43B3-948B-1728B52AA6E4}">
                <adec:decorative xmlns:adec="http://schemas.microsoft.com/office/drawing/2017/decorative" val="1"/>
              </a:ext>
            </a:extLst>
          </p:cNvPr>
          <p:cNvSpPr/>
          <p:nvPr/>
        </p:nvSpPr>
        <p:spPr>
          <a:xfrm>
            <a:off x="5514196" y="1687501"/>
            <a:ext cx="1353545"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Daily Standups</a:t>
            </a:r>
          </a:p>
        </p:txBody>
      </p:sp>
      <p:sp>
        <p:nvSpPr>
          <p:cNvPr id="45" name="Rectangle: Rounded Corners 44">
            <a:extLst>
              <a:ext uri="{FF2B5EF4-FFF2-40B4-BE49-F238E27FC236}">
                <a16:creationId xmlns:a16="http://schemas.microsoft.com/office/drawing/2014/main" id="{8CAAA635-E982-2881-8719-31828F29D5DF}"/>
              </a:ext>
              <a:ext uri="{C183D7F6-B498-43B3-948B-1728B52AA6E4}">
                <adec:decorative xmlns:adec="http://schemas.microsoft.com/office/drawing/2017/decorative" val="1"/>
              </a:ext>
            </a:extLst>
          </p:cNvPr>
          <p:cNvSpPr/>
          <p:nvPr/>
        </p:nvSpPr>
        <p:spPr>
          <a:xfrm>
            <a:off x="7161901" y="1713486"/>
            <a:ext cx="1311272"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Daily Standups</a:t>
            </a:r>
          </a:p>
        </p:txBody>
      </p:sp>
      <p:sp>
        <p:nvSpPr>
          <p:cNvPr id="46" name="Rectangle: Rounded Corners 45">
            <a:extLst>
              <a:ext uri="{FF2B5EF4-FFF2-40B4-BE49-F238E27FC236}">
                <a16:creationId xmlns:a16="http://schemas.microsoft.com/office/drawing/2014/main" id="{7CF32ECA-0442-1F28-2543-CB5BAAB4EA20}"/>
              </a:ext>
              <a:ext uri="{C183D7F6-B498-43B3-948B-1728B52AA6E4}">
                <adec:decorative xmlns:adec="http://schemas.microsoft.com/office/drawing/2017/decorative" val="1"/>
              </a:ext>
            </a:extLst>
          </p:cNvPr>
          <p:cNvSpPr/>
          <p:nvPr/>
        </p:nvSpPr>
        <p:spPr>
          <a:xfrm>
            <a:off x="8927640" y="1713486"/>
            <a:ext cx="122984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Daily Standups</a:t>
            </a:r>
          </a:p>
        </p:txBody>
      </p:sp>
      <p:sp>
        <p:nvSpPr>
          <p:cNvPr id="47" name="Rectangle: Rounded Corners 46">
            <a:extLst>
              <a:ext uri="{FF2B5EF4-FFF2-40B4-BE49-F238E27FC236}">
                <a16:creationId xmlns:a16="http://schemas.microsoft.com/office/drawing/2014/main" id="{C9CD12D3-2FCB-FC52-AA4F-3C3A37309CC4}"/>
              </a:ext>
              <a:ext uri="{C183D7F6-B498-43B3-948B-1728B52AA6E4}">
                <adec:decorative xmlns:adec="http://schemas.microsoft.com/office/drawing/2017/decorative" val="1"/>
              </a:ext>
            </a:extLst>
          </p:cNvPr>
          <p:cNvSpPr/>
          <p:nvPr/>
        </p:nvSpPr>
        <p:spPr>
          <a:xfrm>
            <a:off x="10451640" y="1716686"/>
            <a:ext cx="1158878"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Daily Standups</a:t>
            </a:r>
          </a:p>
        </p:txBody>
      </p:sp>
      <p:sp>
        <p:nvSpPr>
          <p:cNvPr id="48" name="TextBox 47">
            <a:extLst>
              <a:ext uri="{FF2B5EF4-FFF2-40B4-BE49-F238E27FC236}">
                <a16:creationId xmlns:a16="http://schemas.microsoft.com/office/drawing/2014/main" id="{E0424E79-A878-01CF-D1E7-A010098F26AC}"/>
              </a:ext>
            </a:extLst>
          </p:cNvPr>
          <p:cNvSpPr txBox="1"/>
          <p:nvPr/>
        </p:nvSpPr>
        <p:spPr>
          <a:xfrm>
            <a:off x="5766020" y="2184990"/>
            <a:ext cx="3665538" cy="461665"/>
          </a:xfrm>
          <a:prstGeom prst="rect">
            <a:avLst/>
          </a:prstGeom>
          <a:solidFill>
            <a:schemeClr val="accent3">
              <a:lumMod val="10000"/>
              <a:lumOff val="90000"/>
            </a:schemeClr>
          </a:solidFill>
        </p:spPr>
        <p:txBody>
          <a:bodyPr wrap="square" rtlCol="0">
            <a:spAutoFit/>
          </a:bodyPr>
          <a:lstStyle/>
          <a:p>
            <a:pPr marL="171450" indent="-171450">
              <a:buFont typeface="Arial" panose="020B0604020202020204" pitchFamily="34" charset="0"/>
              <a:buChar char="•"/>
            </a:pPr>
            <a:r>
              <a:rPr lang="en-IN" sz="800"/>
              <a:t>Daily stand ups are within respective Release Train Teams. This includes both Technical &amp; Functional teams from Capgemini in UK &amp; India.  </a:t>
            </a:r>
          </a:p>
          <a:p>
            <a:pPr marL="171450" indent="-171450">
              <a:buFont typeface="Arial" panose="020B0604020202020204" pitchFamily="34" charset="0"/>
              <a:buChar char="•"/>
            </a:pPr>
            <a:r>
              <a:rPr lang="en-IN" sz="800"/>
              <a:t>Functional Catch up with Product Owner is planned twice a week</a:t>
            </a:r>
          </a:p>
        </p:txBody>
      </p:sp>
    </p:spTree>
    <p:extLst>
      <p:ext uri="{BB962C8B-B14F-4D97-AF65-F5344CB8AC3E}">
        <p14:creationId xmlns:p14="http://schemas.microsoft.com/office/powerpoint/2010/main" val="38694465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F0583-FC0E-F8D9-8735-8BB2DCA786A8}"/>
              </a:ext>
            </a:extLst>
          </p:cNvPr>
          <p:cNvSpPr txBox="1">
            <a:spLocks/>
          </p:cNvSpPr>
          <p:nvPr/>
        </p:nvSpPr>
        <p:spPr>
          <a:xfrm>
            <a:off x="184150" y="175419"/>
            <a:ext cx="10515600" cy="365127"/>
          </a:xfrm>
          <a:prstGeom prst="rect">
            <a:avLst/>
          </a:prstGeom>
        </p:spPr>
        <p:txBody>
          <a:bodyPr vert="horz" lIns="0" tIns="0" rIns="0" bIns="0" rtlCol="0" anchor="ctr">
            <a:normAutofit fontScale="975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Proposed Programme CADENCE</a:t>
            </a:r>
          </a:p>
        </p:txBody>
      </p:sp>
      <p:sp>
        <p:nvSpPr>
          <p:cNvPr id="4" name="Arrow: Chevron 3">
            <a:extLst>
              <a:ext uri="{FF2B5EF4-FFF2-40B4-BE49-F238E27FC236}">
                <a16:creationId xmlns:a16="http://schemas.microsoft.com/office/drawing/2014/main" id="{00E73B76-4B52-EC91-BD5D-2FCC245D12FE}"/>
              </a:ext>
            </a:extLst>
          </p:cNvPr>
          <p:cNvSpPr/>
          <p:nvPr/>
        </p:nvSpPr>
        <p:spPr>
          <a:xfrm>
            <a:off x="10377189" y="1299336"/>
            <a:ext cx="1256067" cy="341183"/>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50" b="1">
                <a:solidFill>
                  <a:srgbClr val="FFFFFF"/>
                </a:solidFill>
              </a:rPr>
              <a:t>Friday</a:t>
            </a:r>
            <a:endParaRPr kumimoji="0" lang="en-US" sz="1050" b="1" i="0" u="none" strike="noStrike" kern="1200" cap="none" spc="0" normalizeH="0" baseline="0" noProof="0">
              <a:ln>
                <a:noFill/>
              </a:ln>
              <a:solidFill>
                <a:srgbClr val="FFFFFF"/>
              </a:solidFill>
              <a:effectLst/>
              <a:uLnTx/>
              <a:uFillTx/>
              <a:ea typeface="+mn-ea"/>
              <a:cs typeface="+mn-cs"/>
            </a:endParaRPr>
          </a:p>
        </p:txBody>
      </p:sp>
      <p:graphicFrame>
        <p:nvGraphicFramePr>
          <p:cNvPr id="6" name="Table Placeholder 16">
            <a:extLst>
              <a:ext uri="{FF2B5EF4-FFF2-40B4-BE49-F238E27FC236}">
                <a16:creationId xmlns:a16="http://schemas.microsoft.com/office/drawing/2014/main" id="{90F47839-8A78-F80B-6AB1-950C093ECF8D}"/>
              </a:ext>
            </a:extLst>
          </p:cNvPr>
          <p:cNvGraphicFramePr>
            <a:graphicFrameLocks/>
          </p:cNvGraphicFramePr>
          <p:nvPr>
            <p:extLst>
              <p:ext uri="{D42A27DB-BD31-4B8C-83A1-F6EECF244321}">
                <p14:modId xmlns:p14="http://schemas.microsoft.com/office/powerpoint/2010/main" val="3927038994"/>
              </p:ext>
            </p:extLst>
          </p:nvPr>
        </p:nvGraphicFramePr>
        <p:xfrm>
          <a:off x="136151" y="1648053"/>
          <a:ext cx="12043049" cy="4923688"/>
        </p:xfrm>
        <a:graphic>
          <a:graphicData uri="http://schemas.openxmlformats.org/drawingml/2006/table">
            <a:tbl>
              <a:tblPr firstRow="1" bandRow="1">
                <a:tableStyleId>{5C22544A-7EE6-4342-B048-85BDC9FD1C3A}</a:tableStyleId>
              </a:tblPr>
              <a:tblGrid>
                <a:gridCol w="828862">
                  <a:extLst>
                    <a:ext uri="{9D8B030D-6E8A-4147-A177-3AD203B41FA5}">
                      <a16:colId xmlns:a16="http://schemas.microsoft.com/office/drawing/2014/main" val="255500069"/>
                    </a:ext>
                  </a:extLst>
                </a:gridCol>
                <a:gridCol w="828862">
                  <a:extLst>
                    <a:ext uri="{9D8B030D-6E8A-4147-A177-3AD203B41FA5}">
                      <a16:colId xmlns:a16="http://schemas.microsoft.com/office/drawing/2014/main" val="635516686"/>
                    </a:ext>
                  </a:extLst>
                </a:gridCol>
                <a:gridCol w="828862">
                  <a:extLst>
                    <a:ext uri="{9D8B030D-6E8A-4147-A177-3AD203B41FA5}">
                      <a16:colId xmlns:a16="http://schemas.microsoft.com/office/drawing/2014/main" val="2573924794"/>
                    </a:ext>
                  </a:extLst>
                </a:gridCol>
                <a:gridCol w="828862">
                  <a:extLst>
                    <a:ext uri="{9D8B030D-6E8A-4147-A177-3AD203B41FA5}">
                      <a16:colId xmlns:a16="http://schemas.microsoft.com/office/drawing/2014/main" val="3926787875"/>
                    </a:ext>
                  </a:extLst>
                </a:gridCol>
                <a:gridCol w="1941458">
                  <a:extLst>
                    <a:ext uri="{9D8B030D-6E8A-4147-A177-3AD203B41FA5}">
                      <a16:colId xmlns:a16="http://schemas.microsoft.com/office/drawing/2014/main" val="1347465143"/>
                    </a:ext>
                  </a:extLst>
                </a:gridCol>
                <a:gridCol w="1602382">
                  <a:extLst>
                    <a:ext uri="{9D8B030D-6E8A-4147-A177-3AD203B41FA5}">
                      <a16:colId xmlns:a16="http://schemas.microsoft.com/office/drawing/2014/main" val="802954316"/>
                    </a:ext>
                  </a:extLst>
                </a:gridCol>
                <a:gridCol w="1732303">
                  <a:extLst>
                    <a:ext uri="{9D8B030D-6E8A-4147-A177-3AD203B41FA5}">
                      <a16:colId xmlns:a16="http://schemas.microsoft.com/office/drawing/2014/main" val="237998491"/>
                    </a:ext>
                  </a:extLst>
                </a:gridCol>
                <a:gridCol w="1797266">
                  <a:extLst>
                    <a:ext uri="{9D8B030D-6E8A-4147-A177-3AD203B41FA5}">
                      <a16:colId xmlns:a16="http://schemas.microsoft.com/office/drawing/2014/main" val="559338291"/>
                    </a:ext>
                  </a:extLst>
                </a:gridCol>
                <a:gridCol w="1654192">
                  <a:extLst>
                    <a:ext uri="{9D8B030D-6E8A-4147-A177-3AD203B41FA5}">
                      <a16:colId xmlns:a16="http://schemas.microsoft.com/office/drawing/2014/main" val="2662145481"/>
                    </a:ext>
                  </a:extLst>
                </a:gridCol>
              </a:tblGrid>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14:00- 14:30</a:t>
                      </a:r>
                    </a:p>
                  </a:txBody>
                  <a:tcPr marL="89354" marR="89354"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8.30 – 09.00</a:t>
                      </a:r>
                    </a:p>
                  </a:txBody>
                  <a:tcPr marL="89354" marR="89354"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02:30 – 03:00</a:t>
                      </a:r>
                    </a:p>
                  </a:txBody>
                  <a:tcPr marL="89354" marR="89354"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03:30 – 04:00</a:t>
                      </a:r>
                    </a:p>
                  </a:txBody>
                  <a:tcPr marL="89354" marR="89354"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25710404"/>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14:30 - 15:00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9.00 – 9.30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03:00 – 03:30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04:00 – 04:30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69837876"/>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15:30 – 16:15</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10.00 – 10.45</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04:00 – 04:45</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05:00 – 05:45</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20944819"/>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17:30 – 18:30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12.00 – 13.00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06:00 – 07:00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07:00 – 08:00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95842970"/>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18:30 – 19:30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13.00 – 14.00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07:00 – 08:00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08:00 – 09:00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44607630"/>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19:30 – 20:30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14.00 – 15.00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08:00 – 09:00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09:00 – 10:00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2164272"/>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20:30 – 21:30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15.00 – 16.00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09:00 – 10:00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10:00 – 11:00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2541989"/>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21:30 – 22:30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16.00 – 17.00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10:00 – 11:00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11:00 – 12:00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09405052"/>
                  </a:ext>
                </a:extLst>
              </a:tr>
            </a:tbl>
          </a:graphicData>
        </a:graphic>
      </p:graphicFrame>
      <p:sp>
        <p:nvSpPr>
          <p:cNvPr id="8" name="Arrow: Chevron 7">
            <a:extLst>
              <a:ext uri="{FF2B5EF4-FFF2-40B4-BE49-F238E27FC236}">
                <a16:creationId xmlns:a16="http://schemas.microsoft.com/office/drawing/2014/main" id="{7B477C90-E981-F680-95B0-FEEDAF5F7433}"/>
              </a:ext>
            </a:extLst>
          </p:cNvPr>
          <p:cNvSpPr/>
          <p:nvPr/>
        </p:nvSpPr>
        <p:spPr>
          <a:xfrm>
            <a:off x="8844633" y="1290964"/>
            <a:ext cx="1400397" cy="332166"/>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50" b="1">
                <a:solidFill>
                  <a:srgbClr val="FFFFFF"/>
                </a:solidFill>
              </a:rPr>
              <a:t>Thursday</a:t>
            </a:r>
            <a:endParaRPr kumimoji="0" lang="en-US" sz="1050" b="1" i="0" u="none" strike="noStrike" kern="1200" cap="none" spc="0" normalizeH="0" baseline="0" noProof="0">
              <a:ln>
                <a:noFill/>
              </a:ln>
              <a:solidFill>
                <a:srgbClr val="FFFFFF"/>
              </a:solidFill>
              <a:effectLst/>
              <a:uLnTx/>
              <a:uFillTx/>
              <a:ea typeface="+mn-ea"/>
              <a:cs typeface="+mn-cs"/>
            </a:endParaRPr>
          </a:p>
        </p:txBody>
      </p:sp>
      <p:sp>
        <p:nvSpPr>
          <p:cNvPr id="9" name="Arrow: Chevron 8">
            <a:extLst>
              <a:ext uri="{FF2B5EF4-FFF2-40B4-BE49-F238E27FC236}">
                <a16:creationId xmlns:a16="http://schemas.microsoft.com/office/drawing/2014/main" id="{ACD8AB5B-973C-A4F7-B535-042EC5C5A2CF}"/>
              </a:ext>
            </a:extLst>
          </p:cNvPr>
          <p:cNvSpPr/>
          <p:nvPr/>
        </p:nvSpPr>
        <p:spPr>
          <a:xfrm>
            <a:off x="7161900" y="1289897"/>
            <a:ext cx="1457166" cy="350622"/>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00" b="1">
                <a:solidFill>
                  <a:srgbClr val="FFFFFF"/>
                </a:solidFill>
              </a:rPr>
              <a:t>Wednesday</a:t>
            </a:r>
            <a:endParaRPr kumimoji="0" lang="en-US" sz="1000" b="1" i="0" u="none" strike="noStrike" kern="1200" cap="none" spc="0" normalizeH="0" baseline="0" noProof="0">
              <a:ln>
                <a:noFill/>
              </a:ln>
              <a:solidFill>
                <a:srgbClr val="FFFFFF"/>
              </a:solidFill>
              <a:effectLst/>
              <a:uLnTx/>
              <a:uFillTx/>
              <a:ea typeface="+mn-ea"/>
              <a:cs typeface="+mn-cs"/>
            </a:endParaRPr>
          </a:p>
        </p:txBody>
      </p:sp>
      <p:sp>
        <p:nvSpPr>
          <p:cNvPr id="10" name="Arrow: Chevron 9">
            <a:extLst>
              <a:ext uri="{FF2B5EF4-FFF2-40B4-BE49-F238E27FC236}">
                <a16:creationId xmlns:a16="http://schemas.microsoft.com/office/drawing/2014/main" id="{83F63585-7A6D-9A5B-3F65-52896F613371}"/>
              </a:ext>
            </a:extLst>
          </p:cNvPr>
          <p:cNvSpPr/>
          <p:nvPr/>
        </p:nvSpPr>
        <p:spPr>
          <a:xfrm>
            <a:off x="5485450" y="1284552"/>
            <a:ext cx="1400397" cy="365127"/>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50" b="1">
                <a:solidFill>
                  <a:srgbClr val="FFFFFF"/>
                </a:solidFill>
              </a:rPr>
              <a:t>Tuesday</a:t>
            </a:r>
            <a:endParaRPr kumimoji="0" lang="en-US" sz="1050" b="1" i="0" u="none" strike="noStrike" kern="1200" cap="none" spc="0" normalizeH="0" baseline="0" noProof="0">
              <a:ln>
                <a:noFill/>
              </a:ln>
              <a:solidFill>
                <a:srgbClr val="FFFFFF"/>
              </a:solidFill>
              <a:effectLst/>
              <a:uLnTx/>
              <a:uFillTx/>
              <a:ea typeface="+mn-ea"/>
              <a:cs typeface="+mn-cs"/>
            </a:endParaRPr>
          </a:p>
        </p:txBody>
      </p:sp>
      <p:sp>
        <p:nvSpPr>
          <p:cNvPr id="11" name="Arrow: Chevron 10">
            <a:extLst>
              <a:ext uri="{FF2B5EF4-FFF2-40B4-BE49-F238E27FC236}">
                <a16:creationId xmlns:a16="http://schemas.microsoft.com/office/drawing/2014/main" id="{4E6DF629-CF70-E34B-89EC-13E08441830D}"/>
              </a:ext>
            </a:extLst>
          </p:cNvPr>
          <p:cNvSpPr/>
          <p:nvPr/>
        </p:nvSpPr>
        <p:spPr>
          <a:xfrm>
            <a:off x="3836745" y="1268319"/>
            <a:ext cx="1400397" cy="371538"/>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50" b="1">
                <a:solidFill>
                  <a:srgbClr val="FFFFFF"/>
                </a:solidFill>
              </a:rPr>
              <a:t>Monday</a:t>
            </a:r>
            <a:endParaRPr kumimoji="0" lang="en-US" sz="1050" b="1" i="0" u="none" strike="noStrike" kern="1200" cap="none" spc="0" normalizeH="0" baseline="0" noProof="0">
              <a:ln>
                <a:noFill/>
              </a:ln>
              <a:solidFill>
                <a:srgbClr val="FFFFFF"/>
              </a:solidFill>
              <a:effectLst/>
              <a:uLnTx/>
              <a:uFillTx/>
              <a:ea typeface="+mn-ea"/>
              <a:cs typeface="+mn-cs"/>
            </a:endParaRPr>
          </a:p>
        </p:txBody>
      </p:sp>
      <p:graphicFrame>
        <p:nvGraphicFramePr>
          <p:cNvPr id="12" name="Table 27">
            <a:extLst>
              <a:ext uri="{FF2B5EF4-FFF2-40B4-BE49-F238E27FC236}">
                <a16:creationId xmlns:a16="http://schemas.microsoft.com/office/drawing/2014/main" id="{6412C549-74FC-CC9B-32F2-D027C353A278}"/>
              </a:ext>
            </a:extLst>
          </p:cNvPr>
          <p:cNvGraphicFramePr>
            <a:graphicFrameLocks noGrp="1"/>
          </p:cNvGraphicFramePr>
          <p:nvPr/>
        </p:nvGraphicFramePr>
        <p:xfrm>
          <a:off x="6435945" y="543969"/>
          <a:ext cx="5560395" cy="502920"/>
        </p:xfrm>
        <a:graphic>
          <a:graphicData uri="http://schemas.openxmlformats.org/drawingml/2006/table">
            <a:tbl>
              <a:tblPr firstRow="1" bandRow="1">
                <a:tableStyleId>{5C22544A-7EE6-4342-B048-85BDC9FD1C3A}</a:tableStyleId>
              </a:tblPr>
              <a:tblGrid>
                <a:gridCol w="1112079">
                  <a:extLst>
                    <a:ext uri="{9D8B030D-6E8A-4147-A177-3AD203B41FA5}">
                      <a16:colId xmlns:a16="http://schemas.microsoft.com/office/drawing/2014/main" val="3032226488"/>
                    </a:ext>
                  </a:extLst>
                </a:gridCol>
                <a:gridCol w="1112079">
                  <a:extLst>
                    <a:ext uri="{9D8B030D-6E8A-4147-A177-3AD203B41FA5}">
                      <a16:colId xmlns:a16="http://schemas.microsoft.com/office/drawing/2014/main" val="1815440024"/>
                    </a:ext>
                  </a:extLst>
                </a:gridCol>
                <a:gridCol w="1112079">
                  <a:extLst>
                    <a:ext uri="{9D8B030D-6E8A-4147-A177-3AD203B41FA5}">
                      <a16:colId xmlns:a16="http://schemas.microsoft.com/office/drawing/2014/main" val="3880930011"/>
                    </a:ext>
                  </a:extLst>
                </a:gridCol>
                <a:gridCol w="1112079">
                  <a:extLst>
                    <a:ext uri="{9D8B030D-6E8A-4147-A177-3AD203B41FA5}">
                      <a16:colId xmlns:a16="http://schemas.microsoft.com/office/drawing/2014/main" val="1897163096"/>
                    </a:ext>
                  </a:extLst>
                </a:gridCol>
                <a:gridCol w="1112079">
                  <a:extLst>
                    <a:ext uri="{9D8B030D-6E8A-4147-A177-3AD203B41FA5}">
                      <a16:colId xmlns:a16="http://schemas.microsoft.com/office/drawing/2014/main" val="2846398224"/>
                    </a:ext>
                  </a:extLst>
                </a:gridCol>
              </a:tblGrid>
              <a:tr h="182564">
                <a:tc gridSpan="5">
                  <a:txBody>
                    <a:bodyPr/>
                    <a:lstStyle/>
                    <a:p>
                      <a:r>
                        <a:rPr lang="en-GB" sz="1050">
                          <a:solidFill>
                            <a:schemeClr val="tx1"/>
                          </a:solidFill>
                        </a:rPr>
                        <a:t>Key</a:t>
                      </a:r>
                    </a:p>
                  </a:txBody>
                  <a:tcPr>
                    <a:solidFill>
                      <a:schemeClr val="bg1"/>
                    </a:solidFill>
                  </a:tcPr>
                </a:tc>
                <a:tc hMerge="1">
                  <a:txBody>
                    <a:bodyPr/>
                    <a:lstStyle/>
                    <a:p>
                      <a:endParaRPr lang="en-GB" sz="1400"/>
                    </a:p>
                  </a:txBody>
                  <a:tcPr/>
                </a:tc>
                <a:tc hMerge="1">
                  <a:txBody>
                    <a:bodyPr/>
                    <a:lstStyle/>
                    <a:p>
                      <a:endParaRPr lang="en-GB" sz="1400"/>
                    </a:p>
                  </a:txBody>
                  <a:tcPr/>
                </a:tc>
                <a:tc hMerge="1">
                  <a:txBody>
                    <a:bodyPr/>
                    <a:lstStyle/>
                    <a:p>
                      <a:endParaRPr lang="en-GB" sz="1400"/>
                    </a:p>
                  </a:txBody>
                  <a:tcPr/>
                </a:tc>
                <a:tc hMerge="1">
                  <a:txBody>
                    <a:bodyPr/>
                    <a:lstStyle/>
                    <a:p>
                      <a:endParaRPr lang="en-GB" sz="1400"/>
                    </a:p>
                  </a:txBody>
                  <a:tcPr/>
                </a:tc>
                <a:extLst>
                  <a:ext uri="{0D108BD9-81ED-4DB2-BD59-A6C34878D82A}">
                    <a16:rowId xmlns:a16="http://schemas.microsoft.com/office/drawing/2014/main" val="3684954922"/>
                  </a:ext>
                </a:extLst>
              </a:tr>
              <a:tr h="182564">
                <a:tc>
                  <a:txBody>
                    <a:bodyPr/>
                    <a:lstStyle/>
                    <a:p>
                      <a:pPr algn="ctr"/>
                      <a:r>
                        <a:rPr lang="en-GB" sz="1050"/>
                        <a:t>Daily</a:t>
                      </a:r>
                    </a:p>
                  </a:txBody>
                  <a:tcPr>
                    <a:solidFill>
                      <a:srgbClr val="00B0F0"/>
                    </a:solidFill>
                  </a:tcPr>
                </a:tc>
                <a:tc>
                  <a:txBody>
                    <a:bodyPr/>
                    <a:lstStyle/>
                    <a:p>
                      <a:pPr algn="ctr"/>
                      <a:r>
                        <a:rPr lang="en-GB" sz="1050"/>
                        <a:t>Weekly</a:t>
                      </a:r>
                    </a:p>
                  </a:txBody>
                  <a:tcPr>
                    <a:solidFill>
                      <a:srgbClr val="92D050"/>
                    </a:solidFill>
                  </a:tcPr>
                </a:tc>
                <a:tc>
                  <a:txBody>
                    <a:bodyPr/>
                    <a:lstStyle/>
                    <a:p>
                      <a:pPr algn="ctr"/>
                      <a:r>
                        <a:rPr lang="en-GB" sz="1050"/>
                        <a:t>Fortnightly</a:t>
                      </a:r>
                    </a:p>
                  </a:txBody>
                  <a:tcPr>
                    <a:solidFill>
                      <a:srgbClr val="FF9966"/>
                    </a:solidFill>
                  </a:tcPr>
                </a:tc>
                <a:tc>
                  <a:txBody>
                    <a:bodyPr/>
                    <a:lstStyle/>
                    <a:p>
                      <a:pPr algn="ctr"/>
                      <a:r>
                        <a:rPr lang="en-GB" sz="1050"/>
                        <a:t>Monthly</a:t>
                      </a:r>
                    </a:p>
                  </a:txBody>
                  <a:tcPr>
                    <a:solidFill>
                      <a:srgbClr val="CCCCFF"/>
                    </a:solidFill>
                  </a:tcPr>
                </a:tc>
                <a:tc>
                  <a:txBody>
                    <a:bodyPr/>
                    <a:lstStyle/>
                    <a:p>
                      <a:pPr algn="ctr"/>
                      <a:r>
                        <a:rPr lang="en-GB" sz="1050"/>
                        <a:t>Quarterly</a:t>
                      </a:r>
                    </a:p>
                  </a:txBody>
                  <a:tcPr>
                    <a:solidFill>
                      <a:srgbClr val="FFFF00"/>
                    </a:solidFill>
                  </a:tcPr>
                </a:tc>
                <a:extLst>
                  <a:ext uri="{0D108BD9-81ED-4DB2-BD59-A6C34878D82A}">
                    <a16:rowId xmlns:a16="http://schemas.microsoft.com/office/drawing/2014/main" val="3226666600"/>
                  </a:ext>
                </a:extLst>
              </a:tr>
            </a:tbl>
          </a:graphicData>
        </a:graphic>
      </p:graphicFrame>
      <p:sp>
        <p:nvSpPr>
          <p:cNvPr id="14" name="Rectangle: Rounded Corners 13">
            <a:extLst>
              <a:ext uri="{FF2B5EF4-FFF2-40B4-BE49-F238E27FC236}">
                <a16:creationId xmlns:a16="http://schemas.microsoft.com/office/drawing/2014/main" id="{9638DDE8-8F49-CFB5-BBF3-687ACF559495}"/>
              </a:ext>
              <a:ext uri="{C183D7F6-B498-43B3-948B-1728B52AA6E4}">
                <adec:decorative xmlns:adec="http://schemas.microsoft.com/office/drawing/2017/decorative" val="1"/>
              </a:ext>
            </a:extLst>
          </p:cNvPr>
          <p:cNvSpPr/>
          <p:nvPr/>
        </p:nvSpPr>
        <p:spPr>
          <a:xfrm>
            <a:off x="8927639" y="4786379"/>
            <a:ext cx="1229841" cy="441996"/>
          </a:xfrm>
          <a:prstGeom prst="roundRect">
            <a:avLst/>
          </a:prstGeom>
          <a:solidFill>
            <a:srgbClr val="92D05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Technical Design Authority</a:t>
            </a:r>
          </a:p>
        </p:txBody>
      </p:sp>
      <p:sp>
        <p:nvSpPr>
          <p:cNvPr id="15" name="Rectangle: Rounded Corners 14">
            <a:extLst>
              <a:ext uri="{FF2B5EF4-FFF2-40B4-BE49-F238E27FC236}">
                <a16:creationId xmlns:a16="http://schemas.microsoft.com/office/drawing/2014/main" id="{AC86CC28-982D-25CD-24E1-D0070C23151C}"/>
              </a:ext>
              <a:ext uri="{C183D7F6-B498-43B3-948B-1728B52AA6E4}">
                <adec:decorative xmlns:adec="http://schemas.microsoft.com/office/drawing/2017/decorative" val="1"/>
              </a:ext>
            </a:extLst>
          </p:cNvPr>
          <p:cNvSpPr/>
          <p:nvPr/>
        </p:nvSpPr>
        <p:spPr>
          <a:xfrm>
            <a:off x="7161901" y="4796745"/>
            <a:ext cx="1311270" cy="441996"/>
          </a:xfrm>
          <a:prstGeom prst="roundRect">
            <a:avLst/>
          </a:prstGeom>
          <a:solidFill>
            <a:srgbClr val="92D05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Change Board</a:t>
            </a:r>
          </a:p>
        </p:txBody>
      </p:sp>
      <p:sp>
        <p:nvSpPr>
          <p:cNvPr id="16" name="Rectangle: Rounded Corners 15">
            <a:extLst>
              <a:ext uri="{FF2B5EF4-FFF2-40B4-BE49-F238E27FC236}">
                <a16:creationId xmlns:a16="http://schemas.microsoft.com/office/drawing/2014/main" id="{983EB2A9-1227-7FC3-FE76-CBF5100842D4}"/>
              </a:ext>
              <a:ext uri="{C183D7F6-B498-43B3-948B-1728B52AA6E4}">
                <adec:decorative xmlns:adec="http://schemas.microsoft.com/office/drawing/2017/decorative" val="1"/>
              </a:ext>
            </a:extLst>
          </p:cNvPr>
          <p:cNvSpPr/>
          <p:nvPr/>
        </p:nvSpPr>
        <p:spPr>
          <a:xfrm>
            <a:off x="7161900" y="5428653"/>
            <a:ext cx="1311271" cy="441996"/>
          </a:xfrm>
          <a:prstGeom prst="roundRect">
            <a:avLst/>
          </a:prstGeom>
          <a:solidFill>
            <a:srgbClr val="CCCCFF"/>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800">
                <a:solidFill>
                  <a:schemeClr val="tx1"/>
                </a:solidFill>
              </a:rPr>
              <a:t>Steer Co</a:t>
            </a:r>
          </a:p>
        </p:txBody>
      </p:sp>
      <p:sp>
        <p:nvSpPr>
          <p:cNvPr id="19" name="Rectangle: Rounded Corners 18">
            <a:extLst>
              <a:ext uri="{FF2B5EF4-FFF2-40B4-BE49-F238E27FC236}">
                <a16:creationId xmlns:a16="http://schemas.microsoft.com/office/drawing/2014/main" id="{1A56E2EE-86C7-28B2-65BC-2632803F3ED5}"/>
              </a:ext>
              <a:ext uri="{C183D7F6-B498-43B3-948B-1728B52AA6E4}">
                <adec:decorative xmlns:adec="http://schemas.microsoft.com/office/drawing/2017/decorative" val="1"/>
              </a:ext>
            </a:extLst>
          </p:cNvPr>
          <p:cNvSpPr/>
          <p:nvPr/>
        </p:nvSpPr>
        <p:spPr>
          <a:xfrm>
            <a:off x="10474376" y="4810398"/>
            <a:ext cx="1229841" cy="441996"/>
          </a:xfrm>
          <a:prstGeom prst="roundRect">
            <a:avLst/>
          </a:prstGeom>
          <a:solidFill>
            <a:srgbClr val="92D05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Business Design Authority</a:t>
            </a:r>
          </a:p>
        </p:txBody>
      </p:sp>
      <p:sp>
        <p:nvSpPr>
          <p:cNvPr id="33" name="Rectangle: Rounded Corners 32">
            <a:extLst>
              <a:ext uri="{FF2B5EF4-FFF2-40B4-BE49-F238E27FC236}">
                <a16:creationId xmlns:a16="http://schemas.microsoft.com/office/drawing/2014/main" id="{42DFD77E-92B0-8936-16CE-25EA2B12B677}"/>
              </a:ext>
              <a:ext uri="{C183D7F6-B498-43B3-948B-1728B52AA6E4}">
                <adec:decorative xmlns:adec="http://schemas.microsoft.com/office/drawing/2017/decorative" val="1"/>
              </a:ext>
            </a:extLst>
          </p:cNvPr>
          <p:cNvSpPr/>
          <p:nvPr/>
        </p:nvSpPr>
        <p:spPr>
          <a:xfrm>
            <a:off x="10474376" y="2277932"/>
            <a:ext cx="1229841" cy="441996"/>
          </a:xfrm>
          <a:prstGeom prst="roundRect">
            <a:avLst/>
          </a:prstGeom>
          <a:solidFill>
            <a:srgbClr val="92D05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chemeClr val="tx1"/>
                </a:solidFill>
              </a:rPr>
              <a:t>Program Management Update</a:t>
            </a:r>
            <a:endParaRPr kumimoji="0" lang="en-US" sz="800" b="0" i="0" u="none" strike="noStrike" kern="1200" cap="none" spc="0" normalizeH="0" baseline="0" noProof="0">
              <a:ln>
                <a:noFill/>
              </a:ln>
              <a:solidFill>
                <a:schemeClr val="tx1"/>
              </a:solidFill>
              <a:effectLst/>
              <a:uLnTx/>
              <a:uFillTx/>
              <a:ea typeface="+mn-ea"/>
              <a:cs typeface="+mn-cs"/>
            </a:endParaRPr>
          </a:p>
        </p:txBody>
      </p:sp>
      <p:sp>
        <p:nvSpPr>
          <p:cNvPr id="36" name="Rectangle: Rounded Corners 35">
            <a:extLst>
              <a:ext uri="{FF2B5EF4-FFF2-40B4-BE49-F238E27FC236}">
                <a16:creationId xmlns:a16="http://schemas.microsoft.com/office/drawing/2014/main" id="{7E61375C-4A8F-82E9-C6BF-BF54FFB1696B}"/>
              </a:ext>
              <a:ext uri="{C183D7F6-B498-43B3-948B-1728B52AA6E4}">
                <adec:decorative xmlns:adec="http://schemas.microsoft.com/office/drawing/2017/decorative" val="1"/>
              </a:ext>
            </a:extLst>
          </p:cNvPr>
          <p:cNvSpPr/>
          <p:nvPr/>
        </p:nvSpPr>
        <p:spPr>
          <a:xfrm>
            <a:off x="3842822" y="4810398"/>
            <a:ext cx="1388241" cy="441996"/>
          </a:xfrm>
          <a:prstGeom prst="roundRect">
            <a:avLst/>
          </a:prstGeom>
          <a:solidFill>
            <a:srgbClr val="92D05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Dependency Forum &amp; PMO RAID Review</a:t>
            </a:r>
          </a:p>
        </p:txBody>
      </p:sp>
      <p:sp>
        <p:nvSpPr>
          <p:cNvPr id="3" name="Rectangle: Rounded Corners 2">
            <a:extLst>
              <a:ext uri="{FF2B5EF4-FFF2-40B4-BE49-F238E27FC236}">
                <a16:creationId xmlns:a16="http://schemas.microsoft.com/office/drawing/2014/main" id="{347D1049-2A47-1D2F-78BF-34E7238AA0A5}"/>
              </a:ext>
              <a:ext uri="{C183D7F6-B498-43B3-948B-1728B52AA6E4}">
                <adec:decorative xmlns:adec="http://schemas.microsoft.com/office/drawing/2017/decorative" val="1"/>
              </a:ext>
            </a:extLst>
          </p:cNvPr>
          <p:cNvSpPr/>
          <p:nvPr/>
        </p:nvSpPr>
        <p:spPr>
          <a:xfrm>
            <a:off x="10486184" y="2951991"/>
            <a:ext cx="1229840" cy="441996"/>
          </a:xfrm>
          <a:prstGeom prst="roundRect">
            <a:avLst/>
          </a:prstGeom>
          <a:solidFill>
            <a:srgbClr val="CCCCFF"/>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Supplier Review</a:t>
            </a:r>
            <a:r>
              <a:rPr lang="en-US" sz="800">
                <a:solidFill>
                  <a:schemeClr val="tx1"/>
                </a:solidFill>
              </a:rPr>
              <a:t>*</a:t>
            </a:r>
            <a:endParaRPr kumimoji="0" lang="en-US" sz="800" b="0" i="0" u="none" strike="noStrike" kern="1200" cap="none" spc="0" normalizeH="0" baseline="30000" noProof="0">
              <a:ln>
                <a:noFill/>
              </a:ln>
              <a:solidFill>
                <a:schemeClr val="tx1"/>
              </a:solidFill>
              <a:effectLst/>
              <a:uLnTx/>
              <a:uFillTx/>
              <a:ea typeface="+mn-ea"/>
              <a:cs typeface="+mn-cs"/>
            </a:endParaRPr>
          </a:p>
        </p:txBody>
      </p:sp>
      <p:sp>
        <p:nvSpPr>
          <p:cNvPr id="17" name="TextBox 16">
            <a:extLst>
              <a:ext uri="{FF2B5EF4-FFF2-40B4-BE49-F238E27FC236}">
                <a16:creationId xmlns:a16="http://schemas.microsoft.com/office/drawing/2014/main" id="{27E50A88-7BB0-B40E-6E34-EAB61AFD0B65}"/>
              </a:ext>
            </a:extLst>
          </p:cNvPr>
          <p:cNvSpPr txBox="1"/>
          <p:nvPr/>
        </p:nvSpPr>
        <p:spPr>
          <a:xfrm>
            <a:off x="6439420" y="1022098"/>
            <a:ext cx="5604557" cy="246221"/>
          </a:xfrm>
          <a:prstGeom prst="rect">
            <a:avLst/>
          </a:prstGeom>
          <a:noFill/>
        </p:spPr>
        <p:txBody>
          <a:bodyPr wrap="square" lIns="91440" tIns="45720" rIns="91440" bIns="45720" rtlCol="0" anchor="t">
            <a:spAutoFit/>
          </a:bodyPr>
          <a:lstStyle/>
          <a:p>
            <a:pPr>
              <a:defRPr/>
            </a:pPr>
            <a:r>
              <a:rPr lang="en-US" sz="1000">
                <a:latin typeface="Ubuntu"/>
              </a:rPr>
              <a:t>*Supplier Review Meeting occurs following Friday of sprint closure</a:t>
            </a:r>
            <a:endParaRPr lang="en-US"/>
          </a:p>
        </p:txBody>
      </p:sp>
      <p:sp>
        <p:nvSpPr>
          <p:cNvPr id="5" name="TextBox 4">
            <a:extLst>
              <a:ext uri="{FF2B5EF4-FFF2-40B4-BE49-F238E27FC236}">
                <a16:creationId xmlns:a16="http://schemas.microsoft.com/office/drawing/2014/main" id="{D36196F6-A46C-D758-E63D-51D4959744B8}"/>
              </a:ext>
            </a:extLst>
          </p:cNvPr>
          <p:cNvSpPr txBox="1"/>
          <p:nvPr/>
        </p:nvSpPr>
        <p:spPr>
          <a:xfrm>
            <a:off x="178253" y="548975"/>
            <a:ext cx="5195619" cy="461665"/>
          </a:xfrm>
          <a:prstGeom prst="rect">
            <a:avLst/>
          </a:prstGeom>
          <a:noFill/>
          <a:ln w="9525">
            <a:solidFill>
              <a:schemeClr val="tx1"/>
            </a:solidFill>
          </a:ln>
        </p:spPr>
        <p:txBody>
          <a:bodyPr wrap="square" rtlCol="0">
            <a:spAutoFit/>
          </a:bodyPr>
          <a:lstStyle/>
          <a:p>
            <a:pPr marL="171450" indent="-171450">
              <a:buFont typeface="Arial" panose="020B0604020202020204" pitchFamily="34" charset="0"/>
              <a:buChar char="•"/>
            </a:pPr>
            <a:r>
              <a:rPr lang="en-IN" sz="800"/>
              <a:t>All Daily stand-ups are ownership of respective Release Train leaders</a:t>
            </a:r>
          </a:p>
          <a:p>
            <a:pPr marL="171450" indent="-171450">
              <a:buFont typeface="Arial" panose="020B0604020202020204" pitchFamily="34" charset="0"/>
              <a:buChar char="•"/>
            </a:pPr>
            <a:r>
              <a:rPr lang="en-IN" sz="800"/>
              <a:t>All Leadership update Stand-ups (like SOS, Change Board, BDA, TDA etc) are ownership of Beazley to organise, conduct &amp; track. Capgemini to be part of them &amp; provide inputs as per process</a:t>
            </a:r>
            <a:endParaRPr lang="en-US" sz="800"/>
          </a:p>
        </p:txBody>
      </p:sp>
      <p:sp>
        <p:nvSpPr>
          <p:cNvPr id="18" name="TextBox 17">
            <a:extLst>
              <a:ext uri="{FF2B5EF4-FFF2-40B4-BE49-F238E27FC236}">
                <a16:creationId xmlns:a16="http://schemas.microsoft.com/office/drawing/2014/main" id="{212EA877-8586-2397-A7C9-D73BD3D3E325}"/>
              </a:ext>
            </a:extLst>
          </p:cNvPr>
          <p:cNvSpPr txBox="1"/>
          <p:nvPr/>
        </p:nvSpPr>
        <p:spPr>
          <a:xfrm>
            <a:off x="324354" y="1339747"/>
            <a:ext cx="474013" cy="276677"/>
          </a:xfrm>
          <a:prstGeom prst="rect">
            <a:avLst/>
          </a:prstGeom>
          <a:noFill/>
        </p:spPr>
        <p:txBody>
          <a:bodyPr wrap="square" rtlCol="0">
            <a:spAutoFit/>
          </a:bodyPr>
          <a:lstStyle/>
          <a:p>
            <a:r>
              <a:rPr lang="en-IN" sz="1200" b="1"/>
              <a:t>IST</a:t>
            </a:r>
          </a:p>
        </p:txBody>
      </p:sp>
      <p:sp>
        <p:nvSpPr>
          <p:cNvPr id="20" name="TextBox 19">
            <a:extLst>
              <a:ext uri="{FF2B5EF4-FFF2-40B4-BE49-F238E27FC236}">
                <a16:creationId xmlns:a16="http://schemas.microsoft.com/office/drawing/2014/main" id="{BC4C52DC-B529-9E5C-0B19-5B9B1039BE00}"/>
              </a:ext>
            </a:extLst>
          </p:cNvPr>
          <p:cNvSpPr txBox="1"/>
          <p:nvPr/>
        </p:nvSpPr>
        <p:spPr>
          <a:xfrm>
            <a:off x="1120441" y="1335215"/>
            <a:ext cx="474013" cy="276999"/>
          </a:xfrm>
          <a:prstGeom prst="rect">
            <a:avLst/>
          </a:prstGeom>
          <a:noFill/>
        </p:spPr>
        <p:txBody>
          <a:bodyPr wrap="square" rtlCol="0">
            <a:spAutoFit/>
          </a:bodyPr>
          <a:lstStyle/>
          <a:p>
            <a:r>
              <a:rPr lang="en-IN" sz="1200" b="1"/>
              <a:t>BST</a:t>
            </a:r>
          </a:p>
        </p:txBody>
      </p:sp>
      <p:sp>
        <p:nvSpPr>
          <p:cNvPr id="23" name="TextBox 22">
            <a:extLst>
              <a:ext uri="{FF2B5EF4-FFF2-40B4-BE49-F238E27FC236}">
                <a16:creationId xmlns:a16="http://schemas.microsoft.com/office/drawing/2014/main" id="{A8F4AD0D-160C-5E1D-CA9D-E9BEB334C9DC}"/>
              </a:ext>
            </a:extLst>
          </p:cNvPr>
          <p:cNvSpPr txBox="1"/>
          <p:nvPr/>
        </p:nvSpPr>
        <p:spPr>
          <a:xfrm>
            <a:off x="1842762" y="1346130"/>
            <a:ext cx="785094" cy="276999"/>
          </a:xfrm>
          <a:prstGeom prst="rect">
            <a:avLst/>
          </a:prstGeom>
          <a:noFill/>
        </p:spPr>
        <p:txBody>
          <a:bodyPr wrap="square" rtlCol="0">
            <a:spAutoFit/>
          </a:bodyPr>
          <a:lstStyle/>
          <a:p>
            <a:r>
              <a:rPr lang="en-IN" sz="1200" b="1"/>
              <a:t>US CTZ</a:t>
            </a:r>
          </a:p>
        </p:txBody>
      </p:sp>
      <p:sp>
        <p:nvSpPr>
          <p:cNvPr id="26" name="TextBox 25">
            <a:extLst>
              <a:ext uri="{FF2B5EF4-FFF2-40B4-BE49-F238E27FC236}">
                <a16:creationId xmlns:a16="http://schemas.microsoft.com/office/drawing/2014/main" id="{2C489DDE-D3E6-D90D-6FD0-F17B9FFB6F23}"/>
              </a:ext>
            </a:extLst>
          </p:cNvPr>
          <p:cNvSpPr txBox="1"/>
          <p:nvPr/>
        </p:nvSpPr>
        <p:spPr>
          <a:xfrm>
            <a:off x="2649440" y="1335214"/>
            <a:ext cx="785094" cy="276999"/>
          </a:xfrm>
          <a:prstGeom prst="rect">
            <a:avLst/>
          </a:prstGeom>
          <a:noFill/>
        </p:spPr>
        <p:txBody>
          <a:bodyPr wrap="square" rtlCol="0">
            <a:spAutoFit/>
          </a:bodyPr>
          <a:lstStyle/>
          <a:p>
            <a:r>
              <a:rPr lang="en-IN" sz="1200" b="1"/>
              <a:t>US ETZ</a:t>
            </a:r>
          </a:p>
        </p:txBody>
      </p:sp>
      <p:sp>
        <p:nvSpPr>
          <p:cNvPr id="7" name="Rectangle: Rounded Corners 6">
            <a:extLst>
              <a:ext uri="{FF2B5EF4-FFF2-40B4-BE49-F238E27FC236}">
                <a16:creationId xmlns:a16="http://schemas.microsoft.com/office/drawing/2014/main" id="{A7594C23-7AA6-50F3-71B8-C08A1C56B3F2}"/>
              </a:ext>
              <a:ext uri="{C183D7F6-B498-43B3-948B-1728B52AA6E4}">
                <adec:decorative xmlns:adec="http://schemas.microsoft.com/office/drawing/2017/decorative" val="1"/>
              </a:ext>
            </a:extLst>
          </p:cNvPr>
          <p:cNvSpPr/>
          <p:nvPr/>
        </p:nvSpPr>
        <p:spPr>
          <a:xfrm>
            <a:off x="3915476" y="1710072"/>
            <a:ext cx="130456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Cap/BZ Joint Stand-up</a:t>
            </a:r>
          </a:p>
        </p:txBody>
      </p:sp>
      <p:sp>
        <p:nvSpPr>
          <p:cNvPr id="13" name="Rectangle: Rounded Corners 12">
            <a:extLst>
              <a:ext uri="{FF2B5EF4-FFF2-40B4-BE49-F238E27FC236}">
                <a16:creationId xmlns:a16="http://schemas.microsoft.com/office/drawing/2014/main" id="{FF738030-538D-7807-C0D4-D181F0CE54C5}"/>
              </a:ext>
              <a:ext uri="{C183D7F6-B498-43B3-948B-1728B52AA6E4}">
                <adec:decorative xmlns:adec="http://schemas.microsoft.com/office/drawing/2017/decorative" val="1"/>
              </a:ext>
            </a:extLst>
          </p:cNvPr>
          <p:cNvSpPr/>
          <p:nvPr/>
        </p:nvSpPr>
        <p:spPr>
          <a:xfrm>
            <a:off x="5512111" y="1710072"/>
            <a:ext cx="130456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Cap/BZ Joint Stand-up</a:t>
            </a:r>
          </a:p>
        </p:txBody>
      </p:sp>
      <p:sp>
        <p:nvSpPr>
          <p:cNvPr id="21" name="Rectangle: Rounded Corners 20">
            <a:extLst>
              <a:ext uri="{FF2B5EF4-FFF2-40B4-BE49-F238E27FC236}">
                <a16:creationId xmlns:a16="http://schemas.microsoft.com/office/drawing/2014/main" id="{78EA80FE-F19E-F6A3-ADA9-F2EE5A438A53}"/>
              </a:ext>
              <a:ext uri="{C183D7F6-B498-43B3-948B-1728B52AA6E4}">
                <adec:decorative xmlns:adec="http://schemas.microsoft.com/office/drawing/2017/decorative" val="1"/>
              </a:ext>
            </a:extLst>
          </p:cNvPr>
          <p:cNvSpPr/>
          <p:nvPr/>
        </p:nvSpPr>
        <p:spPr>
          <a:xfrm>
            <a:off x="7256285" y="1705909"/>
            <a:ext cx="130456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Cap/BZ Joint Stand-up</a:t>
            </a:r>
          </a:p>
        </p:txBody>
      </p:sp>
      <p:sp>
        <p:nvSpPr>
          <p:cNvPr id="22" name="Rectangle: Rounded Corners 21">
            <a:extLst>
              <a:ext uri="{FF2B5EF4-FFF2-40B4-BE49-F238E27FC236}">
                <a16:creationId xmlns:a16="http://schemas.microsoft.com/office/drawing/2014/main" id="{36BD00B8-EBEF-0C0F-6F4F-293A468C91EA}"/>
              </a:ext>
              <a:ext uri="{C183D7F6-B498-43B3-948B-1728B52AA6E4}">
                <adec:decorative xmlns:adec="http://schemas.microsoft.com/office/drawing/2017/decorative" val="1"/>
              </a:ext>
            </a:extLst>
          </p:cNvPr>
          <p:cNvSpPr/>
          <p:nvPr/>
        </p:nvSpPr>
        <p:spPr>
          <a:xfrm>
            <a:off x="8852920" y="1705909"/>
            <a:ext cx="130456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Cap/BZ Joint Stand-up</a:t>
            </a:r>
          </a:p>
        </p:txBody>
      </p:sp>
      <p:sp>
        <p:nvSpPr>
          <p:cNvPr id="24" name="Rectangle: Rounded Corners 23">
            <a:extLst>
              <a:ext uri="{FF2B5EF4-FFF2-40B4-BE49-F238E27FC236}">
                <a16:creationId xmlns:a16="http://schemas.microsoft.com/office/drawing/2014/main" id="{0747832B-85E5-8DBB-3FF1-E242348B7505}"/>
              </a:ext>
              <a:ext uri="{C183D7F6-B498-43B3-948B-1728B52AA6E4}">
                <adec:decorative xmlns:adec="http://schemas.microsoft.com/office/drawing/2017/decorative" val="1"/>
              </a:ext>
            </a:extLst>
          </p:cNvPr>
          <p:cNvSpPr/>
          <p:nvPr/>
        </p:nvSpPr>
        <p:spPr>
          <a:xfrm>
            <a:off x="10377189" y="1705180"/>
            <a:ext cx="130456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Cap/BZ Joint Stand-up</a:t>
            </a:r>
          </a:p>
        </p:txBody>
      </p:sp>
      <p:sp>
        <p:nvSpPr>
          <p:cNvPr id="25" name="TextBox 24">
            <a:extLst>
              <a:ext uri="{FF2B5EF4-FFF2-40B4-BE49-F238E27FC236}">
                <a16:creationId xmlns:a16="http://schemas.microsoft.com/office/drawing/2014/main" id="{21F60C92-9760-4A25-F4DD-7DF64E123E58}"/>
              </a:ext>
            </a:extLst>
          </p:cNvPr>
          <p:cNvSpPr txBox="1"/>
          <p:nvPr/>
        </p:nvSpPr>
        <p:spPr>
          <a:xfrm>
            <a:off x="3915476" y="2170735"/>
            <a:ext cx="3665538" cy="461665"/>
          </a:xfrm>
          <a:prstGeom prst="rect">
            <a:avLst/>
          </a:prstGeom>
          <a:solidFill>
            <a:schemeClr val="accent3">
              <a:lumMod val="10000"/>
              <a:lumOff val="90000"/>
            </a:schemeClr>
          </a:solidFill>
        </p:spPr>
        <p:txBody>
          <a:bodyPr wrap="square" rtlCol="0">
            <a:spAutoFit/>
          </a:bodyPr>
          <a:lstStyle/>
          <a:p>
            <a:pPr marL="171450" indent="-171450">
              <a:buFont typeface="Arial" panose="020B0604020202020204" pitchFamily="34" charset="0"/>
              <a:buChar char="•"/>
            </a:pPr>
            <a:r>
              <a:rPr lang="en-IN" sz="800"/>
              <a:t>First hr catch-up with Capgemini RTEs to review SoS actions as necessary</a:t>
            </a:r>
          </a:p>
          <a:p>
            <a:pPr marL="171450" indent="-171450">
              <a:buFont typeface="Arial" panose="020B0604020202020204" pitchFamily="34" charset="0"/>
              <a:buChar char="•"/>
            </a:pPr>
            <a:r>
              <a:rPr lang="en-IN" sz="800"/>
              <a:t>RTE, Beazley and Capgemini Program Managers</a:t>
            </a:r>
          </a:p>
        </p:txBody>
      </p:sp>
      <p:sp>
        <p:nvSpPr>
          <p:cNvPr id="28" name="TextBox 27">
            <a:extLst>
              <a:ext uri="{FF2B5EF4-FFF2-40B4-BE49-F238E27FC236}">
                <a16:creationId xmlns:a16="http://schemas.microsoft.com/office/drawing/2014/main" id="{E089AEA1-D7F9-BB7B-856E-86ED7EC317F6}"/>
              </a:ext>
            </a:extLst>
          </p:cNvPr>
          <p:cNvSpPr txBox="1"/>
          <p:nvPr/>
        </p:nvSpPr>
        <p:spPr>
          <a:xfrm>
            <a:off x="8973359" y="5339740"/>
            <a:ext cx="2474455" cy="830997"/>
          </a:xfrm>
          <a:prstGeom prst="rect">
            <a:avLst/>
          </a:prstGeom>
          <a:solidFill>
            <a:schemeClr val="accent3">
              <a:lumMod val="10000"/>
              <a:lumOff val="90000"/>
            </a:schemeClr>
          </a:solidFill>
        </p:spPr>
        <p:txBody>
          <a:bodyPr wrap="square" rtlCol="0">
            <a:spAutoFit/>
          </a:bodyPr>
          <a:lstStyle/>
          <a:p>
            <a:pPr marL="171450" indent="-171450">
              <a:buFont typeface="Arial" panose="020B0604020202020204" pitchFamily="34" charset="0"/>
              <a:buChar char="•"/>
            </a:pPr>
            <a:r>
              <a:rPr lang="en-IN" sz="800"/>
              <a:t>The TDA and BDA forums are suggested to be GPAS &amp; Billing Program specific to low level design decisions</a:t>
            </a:r>
          </a:p>
          <a:p>
            <a:pPr marL="171450" indent="-171450">
              <a:buFont typeface="Arial" panose="020B0604020202020204" pitchFamily="34" charset="0"/>
              <a:buChar char="•"/>
            </a:pPr>
            <a:r>
              <a:rPr lang="en-IN" sz="800"/>
              <a:t>Those impacting systems outside of GPAS &amp; Billing must be taken up at the wider Modernization authorities (existing forums)</a:t>
            </a:r>
          </a:p>
        </p:txBody>
      </p:sp>
      <p:sp>
        <p:nvSpPr>
          <p:cNvPr id="27" name="Rectangle: Rounded Corners 26">
            <a:extLst>
              <a:ext uri="{FF2B5EF4-FFF2-40B4-BE49-F238E27FC236}">
                <a16:creationId xmlns:a16="http://schemas.microsoft.com/office/drawing/2014/main" id="{7BC6F64A-FEEE-7EA3-B2C7-BC461C52C5F0}"/>
              </a:ext>
              <a:ext uri="{C183D7F6-B498-43B3-948B-1728B52AA6E4}">
                <adec:decorative xmlns:adec="http://schemas.microsoft.com/office/drawing/2017/decorative" val="1"/>
              </a:ext>
            </a:extLst>
          </p:cNvPr>
          <p:cNvSpPr/>
          <p:nvPr/>
        </p:nvSpPr>
        <p:spPr>
          <a:xfrm>
            <a:off x="7293645" y="2953369"/>
            <a:ext cx="1229840" cy="441996"/>
          </a:xfrm>
          <a:prstGeom prst="roundRect">
            <a:avLst/>
          </a:prstGeom>
          <a:solidFill>
            <a:srgbClr val="CCCCFF"/>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Program Working Group</a:t>
            </a:r>
            <a:endParaRPr kumimoji="0" lang="en-US" sz="800" b="0" i="0" u="none" strike="noStrike" kern="1200" cap="none" spc="0" normalizeH="0" baseline="30000" noProof="0">
              <a:ln>
                <a:noFill/>
              </a:ln>
              <a:solidFill>
                <a:schemeClr val="tx1"/>
              </a:solidFill>
              <a:effectLst/>
              <a:uLnTx/>
              <a:uFillTx/>
              <a:ea typeface="+mn-ea"/>
              <a:cs typeface="+mn-cs"/>
            </a:endParaRPr>
          </a:p>
        </p:txBody>
      </p:sp>
    </p:spTree>
    <p:extLst>
      <p:ext uri="{BB962C8B-B14F-4D97-AF65-F5344CB8AC3E}">
        <p14:creationId xmlns:p14="http://schemas.microsoft.com/office/powerpoint/2010/main" val="32524467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224828" y="1281"/>
            <a:ext cx="9776592" cy="716711"/>
          </a:xfrm>
        </p:spPr>
        <p:txBody>
          <a:bodyPr/>
          <a:lstStyle/>
          <a:p>
            <a:r>
              <a:rPr lang="en-GB"/>
              <a:t>Escalation process</a:t>
            </a:r>
          </a:p>
        </p:txBody>
      </p:sp>
      <p:sp>
        <p:nvSpPr>
          <p:cNvPr id="4" name="Rectangle: Rounded Corners 3">
            <a:extLst>
              <a:ext uri="{FF2B5EF4-FFF2-40B4-BE49-F238E27FC236}">
                <a16:creationId xmlns:a16="http://schemas.microsoft.com/office/drawing/2014/main" id="{706B6A75-28EE-1CEB-7E72-360E7BA43EB4}"/>
              </a:ext>
            </a:extLst>
          </p:cNvPr>
          <p:cNvSpPr/>
          <p:nvPr/>
        </p:nvSpPr>
        <p:spPr>
          <a:xfrm>
            <a:off x="277280" y="2578899"/>
            <a:ext cx="1335166" cy="3062498"/>
          </a:xfrm>
          <a:prstGeom prst="roundRect">
            <a:avLst>
              <a:gd name="adj" fmla="val 8106"/>
            </a:avLst>
          </a:prstGeom>
          <a:solidFill>
            <a:srgbClr val="FF33CC"/>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 name="Rectangle: Rounded Corners 4">
            <a:extLst>
              <a:ext uri="{FF2B5EF4-FFF2-40B4-BE49-F238E27FC236}">
                <a16:creationId xmlns:a16="http://schemas.microsoft.com/office/drawing/2014/main" id="{C180034C-E859-B2E5-597F-47AA58FED094}"/>
              </a:ext>
            </a:extLst>
          </p:cNvPr>
          <p:cNvSpPr/>
          <p:nvPr/>
        </p:nvSpPr>
        <p:spPr>
          <a:xfrm>
            <a:off x="1809751" y="1657350"/>
            <a:ext cx="7124700" cy="669602"/>
          </a:xfrm>
          <a:prstGeom prst="roundRect">
            <a:avLst>
              <a:gd name="adj" fmla="val 12874"/>
            </a:avLst>
          </a:prstGeom>
          <a:gradFill flip="none" rotWithShape="1">
            <a:gsLst>
              <a:gs pos="49000">
                <a:srgbClr val="FF33CC"/>
              </a:gs>
              <a:gs pos="0">
                <a:srgbClr val="FF33CC"/>
              </a:gs>
              <a:gs pos="55000">
                <a:srgbClr val="0070C0"/>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6" name="Group 3">
            <a:extLst>
              <a:ext uri="{FF2B5EF4-FFF2-40B4-BE49-F238E27FC236}">
                <a16:creationId xmlns:a16="http://schemas.microsoft.com/office/drawing/2014/main" id="{91F1EEB7-EA7A-D5C8-DE54-4BA7B14A4BFE}"/>
              </a:ext>
            </a:extLst>
          </p:cNvPr>
          <p:cNvGrpSpPr/>
          <p:nvPr/>
        </p:nvGrpSpPr>
        <p:grpSpPr>
          <a:xfrm>
            <a:off x="5347079" y="1051358"/>
            <a:ext cx="563690" cy="455288"/>
            <a:chOff x="-1" y="-1"/>
            <a:chExt cx="563689" cy="455286"/>
          </a:xfrm>
        </p:grpSpPr>
        <p:sp>
          <p:nvSpPr>
            <p:cNvPr id="7" name="Freeform 21">
              <a:extLst>
                <a:ext uri="{FF2B5EF4-FFF2-40B4-BE49-F238E27FC236}">
                  <a16:creationId xmlns:a16="http://schemas.microsoft.com/office/drawing/2014/main" id="{30364FE3-14B1-F002-ACD5-547B5A67CF6F}"/>
                </a:ext>
              </a:extLst>
            </p:cNvPr>
            <p:cNvSpPr/>
            <p:nvPr/>
          </p:nvSpPr>
          <p:spPr>
            <a:xfrm>
              <a:off x="-1" y="205962"/>
              <a:ext cx="563689" cy="249323"/>
            </a:xfrm>
            <a:custGeom>
              <a:avLst/>
              <a:gdLst/>
              <a:ahLst/>
              <a:cxnLst>
                <a:cxn ang="0">
                  <a:pos x="wd2" y="hd2"/>
                </a:cxn>
                <a:cxn ang="5400000">
                  <a:pos x="wd2" y="hd2"/>
                </a:cxn>
                <a:cxn ang="10800000">
                  <a:pos x="wd2" y="hd2"/>
                </a:cxn>
                <a:cxn ang="16200000">
                  <a:pos x="wd2" y="hd2"/>
                </a:cxn>
              </a:cxnLst>
              <a:rect l="0" t="0" r="r" b="b"/>
              <a:pathLst>
                <a:path w="21600" h="21600" extrusionOk="0">
                  <a:moveTo>
                    <a:pt x="19855" y="2455"/>
                  </a:moveTo>
                  <a:cubicBezTo>
                    <a:pt x="17127" y="0"/>
                    <a:pt x="17127" y="0"/>
                    <a:pt x="17127" y="0"/>
                  </a:cubicBezTo>
                  <a:cubicBezTo>
                    <a:pt x="16691" y="982"/>
                    <a:pt x="16145" y="1718"/>
                    <a:pt x="15491" y="1964"/>
                  </a:cubicBezTo>
                  <a:cubicBezTo>
                    <a:pt x="15382" y="3436"/>
                    <a:pt x="14945" y="4664"/>
                    <a:pt x="14400" y="5891"/>
                  </a:cubicBezTo>
                  <a:cubicBezTo>
                    <a:pt x="14291" y="6136"/>
                    <a:pt x="14182" y="6627"/>
                    <a:pt x="14182" y="6873"/>
                  </a:cubicBezTo>
                  <a:cubicBezTo>
                    <a:pt x="16255" y="8591"/>
                    <a:pt x="16255" y="8591"/>
                    <a:pt x="16255" y="8591"/>
                  </a:cubicBezTo>
                  <a:cubicBezTo>
                    <a:pt x="17127" y="9327"/>
                    <a:pt x="17891" y="10800"/>
                    <a:pt x="18327" y="12518"/>
                  </a:cubicBezTo>
                  <a:cubicBezTo>
                    <a:pt x="21600" y="12518"/>
                    <a:pt x="21600" y="12518"/>
                    <a:pt x="21600" y="12518"/>
                  </a:cubicBezTo>
                  <a:cubicBezTo>
                    <a:pt x="21600" y="8345"/>
                    <a:pt x="21600" y="8345"/>
                    <a:pt x="21600" y="8345"/>
                  </a:cubicBezTo>
                  <a:cubicBezTo>
                    <a:pt x="21600" y="5645"/>
                    <a:pt x="20945" y="3191"/>
                    <a:pt x="19855" y="2455"/>
                  </a:cubicBezTo>
                  <a:close/>
                  <a:moveTo>
                    <a:pt x="7527" y="6873"/>
                  </a:moveTo>
                  <a:cubicBezTo>
                    <a:pt x="7418" y="6627"/>
                    <a:pt x="7309" y="6136"/>
                    <a:pt x="7309" y="5891"/>
                  </a:cubicBezTo>
                  <a:cubicBezTo>
                    <a:pt x="6655" y="4664"/>
                    <a:pt x="6218" y="3436"/>
                    <a:pt x="6109" y="1964"/>
                  </a:cubicBezTo>
                  <a:cubicBezTo>
                    <a:pt x="5455" y="1718"/>
                    <a:pt x="4909" y="982"/>
                    <a:pt x="4582" y="0"/>
                  </a:cubicBezTo>
                  <a:cubicBezTo>
                    <a:pt x="1855" y="2455"/>
                    <a:pt x="1855" y="2455"/>
                    <a:pt x="1855" y="2455"/>
                  </a:cubicBezTo>
                  <a:cubicBezTo>
                    <a:pt x="764" y="3191"/>
                    <a:pt x="0" y="5645"/>
                    <a:pt x="0" y="8345"/>
                  </a:cubicBezTo>
                  <a:cubicBezTo>
                    <a:pt x="0" y="12518"/>
                    <a:pt x="0" y="12518"/>
                    <a:pt x="0" y="12518"/>
                  </a:cubicBezTo>
                  <a:cubicBezTo>
                    <a:pt x="3273" y="12518"/>
                    <a:pt x="3273" y="12518"/>
                    <a:pt x="3273" y="12518"/>
                  </a:cubicBezTo>
                  <a:cubicBezTo>
                    <a:pt x="3818" y="10800"/>
                    <a:pt x="4473" y="9327"/>
                    <a:pt x="5345" y="8591"/>
                  </a:cubicBezTo>
                  <a:lnTo>
                    <a:pt x="7527" y="6873"/>
                  </a:lnTo>
                  <a:close/>
                  <a:moveTo>
                    <a:pt x="15818" y="11536"/>
                  </a:moveTo>
                  <a:cubicBezTo>
                    <a:pt x="12982" y="9082"/>
                    <a:pt x="12982" y="9082"/>
                    <a:pt x="12982" y="9082"/>
                  </a:cubicBezTo>
                  <a:cubicBezTo>
                    <a:pt x="10800" y="15709"/>
                    <a:pt x="10800" y="15709"/>
                    <a:pt x="10800" y="15709"/>
                  </a:cubicBezTo>
                  <a:cubicBezTo>
                    <a:pt x="8618" y="9082"/>
                    <a:pt x="8618" y="9082"/>
                    <a:pt x="8618" y="9082"/>
                  </a:cubicBezTo>
                  <a:cubicBezTo>
                    <a:pt x="5891" y="11536"/>
                    <a:pt x="5891" y="11536"/>
                    <a:pt x="5891" y="11536"/>
                  </a:cubicBezTo>
                  <a:cubicBezTo>
                    <a:pt x="4800" y="12518"/>
                    <a:pt x="4036" y="14727"/>
                    <a:pt x="4036" y="17427"/>
                  </a:cubicBezTo>
                  <a:cubicBezTo>
                    <a:pt x="4036" y="21600"/>
                    <a:pt x="4036" y="21600"/>
                    <a:pt x="4036" y="21600"/>
                  </a:cubicBezTo>
                  <a:cubicBezTo>
                    <a:pt x="17564" y="21600"/>
                    <a:pt x="17564" y="21600"/>
                    <a:pt x="17564" y="21600"/>
                  </a:cubicBezTo>
                  <a:cubicBezTo>
                    <a:pt x="17564" y="17427"/>
                    <a:pt x="17564" y="17427"/>
                    <a:pt x="17564" y="17427"/>
                  </a:cubicBezTo>
                  <a:cubicBezTo>
                    <a:pt x="17564" y="14727"/>
                    <a:pt x="16800" y="12518"/>
                    <a:pt x="15818" y="11536"/>
                  </a:cubicBezTo>
                  <a:close/>
                </a:path>
              </a:pathLst>
            </a:custGeom>
            <a:solidFill>
              <a:srgbClr val="0070AD"/>
            </a:solidFill>
            <a:ln w="12700" cap="flat">
              <a:noFill/>
              <a:miter lim="400000"/>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a:latin typeface="Verdana"/>
                  <a:ea typeface="Verdana"/>
                  <a:cs typeface="Verdana"/>
                  <a:sym typeface="Verdana"/>
                </a:defRPr>
              </a:pPr>
              <a:endParaRPr kumimoji="0" sz="12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8" name="Freeform 22">
              <a:extLst>
                <a:ext uri="{FF2B5EF4-FFF2-40B4-BE49-F238E27FC236}">
                  <a16:creationId xmlns:a16="http://schemas.microsoft.com/office/drawing/2014/main" id="{219FAD3E-0C25-6A50-20BA-ECBFF1D9306A}"/>
                </a:ext>
              </a:extLst>
            </p:cNvPr>
            <p:cNvSpPr/>
            <p:nvPr/>
          </p:nvSpPr>
          <p:spPr>
            <a:xfrm>
              <a:off x="89129" y="-1"/>
              <a:ext cx="386633" cy="310752"/>
            </a:xfrm>
            <a:custGeom>
              <a:avLst/>
              <a:gdLst/>
              <a:ahLst/>
              <a:cxnLst>
                <a:cxn ang="0">
                  <a:pos x="wd2" y="hd2"/>
                </a:cxn>
                <a:cxn ang="5400000">
                  <a:pos x="wd2" y="hd2"/>
                </a:cxn>
                <a:cxn ang="10800000">
                  <a:pos x="wd2" y="hd2"/>
                </a:cxn>
                <a:cxn ang="16200000">
                  <a:pos x="wd2" y="hd2"/>
                </a:cxn>
              </a:cxnLst>
              <a:rect l="0" t="0" r="r" b="b"/>
              <a:pathLst>
                <a:path w="21600" h="21600" extrusionOk="0">
                  <a:moveTo>
                    <a:pt x="21124" y="6341"/>
                  </a:moveTo>
                  <a:cubicBezTo>
                    <a:pt x="21124" y="6143"/>
                    <a:pt x="21124" y="5747"/>
                    <a:pt x="21124" y="5549"/>
                  </a:cubicBezTo>
                  <a:cubicBezTo>
                    <a:pt x="21124" y="2180"/>
                    <a:pt x="19218" y="0"/>
                    <a:pt x="16676" y="0"/>
                  </a:cubicBezTo>
                  <a:cubicBezTo>
                    <a:pt x="14294" y="0"/>
                    <a:pt x="12547" y="1982"/>
                    <a:pt x="12388" y="4954"/>
                  </a:cubicBezTo>
                  <a:cubicBezTo>
                    <a:pt x="15247" y="5945"/>
                    <a:pt x="17153" y="8917"/>
                    <a:pt x="17153" y="12881"/>
                  </a:cubicBezTo>
                  <a:cubicBezTo>
                    <a:pt x="17312" y="13277"/>
                    <a:pt x="17471" y="13673"/>
                    <a:pt x="17629" y="14070"/>
                  </a:cubicBezTo>
                  <a:cubicBezTo>
                    <a:pt x="19059" y="13673"/>
                    <a:pt x="19694" y="11890"/>
                    <a:pt x="20329" y="9908"/>
                  </a:cubicBezTo>
                  <a:cubicBezTo>
                    <a:pt x="21124" y="9314"/>
                    <a:pt x="21600" y="8719"/>
                    <a:pt x="21600" y="7728"/>
                  </a:cubicBezTo>
                  <a:cubicBezTo>
                    <a:pt x="21600" y="7332"/>
                    <a:pt x="21441" y="6738"/>
                    <a:pt x="21124" y="6341"/>
                  </a:cubicBezTo>
                  <a:close/>
                  <a:moveTo>
                    <a:pt x="9212" y="4954"/>
                  </a:moveTo>
                  <a:cubicBezTo>
                    <a:pt x="9053" y="1982"/>
                    <a:pt x="7306" y="0"/>
                    <a:pt x="4924" y="0"/>
                  </a:cubicBezTo>
                  <a:cubicBezTo>
                    <a:pt x="2382" y="0"/>
                    <a:pt x="635" y="2180"/>
                    <a:pt x="635" y="5549"/>
                  </a:cubicBezTo>
                  <a:cubicBezTo>
                    <a:pt x="635" y="5747"/>
                    <a:pt x="635" y="6143"/>
                    <a:pt x="635" y="6341"/>
                  </a:cubicBezTo>
                  <a:cubicBezTo>
                    <a:pt x="159" y="6738"/>
                    <a:pt x="0" y="7332"/>
                    <a:pt x="0" y="7728"/>
                  </a:cubicBezTo>
                  <a:cubicBezTo>
                    <a:pt x="0" y="8719"/>
                    <a:pt x="476" y="9314"/>
                    <a:pt x="1271" y="9908"/>
                  </a:cubicBezTo>
                  <a:cubicBezTo>
                    <a:pt x="1906" y="11890"/>
                    <a:pt x="2541" y="13673"/>
                    <a:pt x="4129" y="14070"/>
                  </a:cubicBezTo>
                  <a:cubicBezTo>
                    <a:pt x="4129" y="13673"/>
                    <a:pt x="4288" y="13277"/>
                    <a:pt x="4447" y="12881"/>
                  </a:cubicBezTo>
                  <a:cubicBezTo>
                    <a:pt x="4606" y="8917"/>
                    <a:pt x="6512" y="5945"/>
                    <a:pt x="9212" y="4954"/>
                  </a:cubicBezTo>
                  <a:close/>
                  <a:moveTo>
                    <a:pt x="15247" y="12881"/>
                  </a:moveTo>
                  <a:cubicBezTo>
                    <a:pt x="15247" y="9710"/>
                    <a:pt x="13341" y="7332"/>
                    <a:pt x="10800" y="7332"/>
                  </a:cubicBezTo>
                  <a:cubicBezTo>
                    <a:pt x="8259" y="7332"/>
                    <a:pt x="6512" y="9710"/>
                    <a:pt x="6512" y="12881"/>
                  </a:cubicBezTo>
                  <a:cubicBezTo>
                    <a:pt x="6512" y="13079"/>
                    <a:pt x="6512" y="13475"/>
                    <a:pt x="6512" y="13673"/>
                  </a:cubicBezTo>
                  <a:cubicBezTo>
                    <a:pt x="6194" y="14070"/>
                    <a:pt x="5876" y="14664"/>
                    <a:pt x="5876" y="15061"/>
                  </a:cubicBezTo>
                  <a:cubicBezTo>
                    <a:pt x="5876" y="16051"/>
                    <a:pt x="6353" y="16844"/>
                    <a:pt x="7306" y="17240"/>
                  </a:cubicBezTo>
                  <a:cubicBezTo>
                    <a:pt x="7941" y="19618"/>
                    <a:pt x="8735" y="21600"/>
                    <a:pt x="10800" y="21600"/>
                  </a:cubicBezTo>
                  <a:cubicBezTo>
                    <a:pt x="12865" y="21600"/>
                    <a:pt x="13659" y="19618"/>
                    <a:pt x="14453" y="17240"/>
                  </a:cubicBezTo>
                  <a:cubicBezTo>
                    <a:pt x="15247" y="16844"/>
                    <a:pt x="15724" y="16051"/>
                    <a:pt x="15724" y="15061"/>
                  </a:cubicBezTo>
                  <a:cubicBezTo>
                    <a:pt x="15724" y="14664"/>
                    <a:pt x="15565" y="14070"/>
                    <a:pt x="15247" y="13673"/>
                  </a:cubicBezTo>
                  <a:cubicBezTo>
                    <a:pt x="15247" y="13475"/>
                    <a:pt x="15247" y="13079"/>
                    <a:pt x="15247" y="12881"/>
                  </a:cubicBezTo>
                  <a:close/>
                </a:path>
              </a:pathLst>
            </a:custGeom>
            <a:solidFill>
              <a:srgbClr val="0070AD"/>
            </a:solidFill>
            <a:ln w="12700" cap="flat">
              <a:noFill/>
              <a:miter lim="400000"/>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a:latin typeface="Verdana"/>
                  <a:ea typeface="Verdana"/>
                  <a:cs typeface="Verdana"/>
                  <a:sym typeface="Verdana"/>
                </a:defRPr>
              </a:pPr>
              <a:endParaRPr kumimoji="0" sz="1200" b="0" i="0" u="none" strike="noStrike" kern="1200" cap="none" spc="0" normalizeH="0" baseline="0" noProof="0">
                <a:ln>
                  <a:noFill/>
                </a:ln>
                <a:solidFill>
                  <a:prstClr val="black"/>
                </a:solidFill>
                <a:effectLst/>
                <a:uLnTx/>
                <a:uFillTx/>
                <a:latin typeface="Verdana"/>
                <a:ea typeface="Verdana"/>
                <a:cs typeface="Verdana"/>
                <a:sym typeface="Verdana"/>
              </a:endParaRPr>
            </a:p>
          </p:txBody>
        </p:sp>
      </p:grpSp>
      <p:grpSp>
        <p:nvGrpSpPr>
          <p:cNvPr id="9" name="Group 14">
            <a:extLst>
              <a:ext uri="{FF2B5EF4-FFF2-40B4-BE49-F238E27FC236}">
                <a16:creationId xmlns:a16="http://schemas.microsoft.com/office/drawing/2014/main" id="{E84670E2-B3A9-2243-6FE8-B3E0AA34B5D4}"/>
              </a:ext>
            </a:extLst>
          </p:cNvPr>
          <p:cNvGrpSpPr/>
          <p:nvPr/>
        </p:nvGrpSpPr>
        <p:grpSpPr>
          <a:xfrm>
            <a:off x="6152553" y="1154554"/>
            <a:ext cx="1292195" cy="288094"/>
            <a:chOff x="0" y="-1"/>
            <a:chExt cx="1292195" cy="288092"/>
          </a:xfrm>
        </p:grpSpPr>
        <p:sp>
          <p:nvSpPr>
            <p:cNvPr id="10" name="Freeform 57">
              <a:extLst>
                <a:ext uri="{FF2B5EF4-FFF2-40B4-BE49-F238E27FC236}">
                  <a16:creationId xmlns:a16="http://schemas.microsoft.com/office/drawing/2014/main" id="{310C64A6-B06D-475E-916E-02A0FBD646DA}"/>
                </a:ext>
              </a:extLst>
            </p:cNvPr>
            <p:cNvSpPr/>
            <p:nvPr/>
          </p:nvSpPr>
          <p:spPr>
            <a:xfrm>
              <a:off x="1142785" y="88112"/>
              <a:ext cx="149409" cy="121444"/>
            </a:xfrm>
            <a:custGeom>
              <a:avLst/>
              <a:gdLst/>
              <a:ahLst/>
              <a:cxnLst>
                <a:cxn ang="0">
                  <a:pos x="wd2" y="hd2"/>
                </a:cxn>
                <a:cxn ang="5400000">
                  <a:pos x="wd2" y="hd2"/>
                </a:cxn>
                <a:cxn ang="10800000">
                  <a:pos x="wd2" y="hd2"/>
                </a:cxn>
                <a:cxn ang="16200000">
                  <a:pos x="wd2" y="hd2"/>
                </a:cxn>
              </a:cxnLst>
              <a:rect l="0" t="0" r="r" b="b"/>
              <a:pathLst>
                <a:path w="21600" h="21600" extrusionOk="0">
                  <a:moveTo>
                    <a:pt x="14286" y="15008"/>
                  </a:moveTo>
                  <a:cubicBezTo>
                    <a:pt x="18400" y="15008"/>
                    <a:pt x="21486" y="10940"/>
                    <a:pt x="21600" y="6031"/>
                  </a:cubicBezTo>
                  <a:cubicBezTo>
                    <a:pt x="21257" y="3927"/>
                    <a:pt x="20686" y="0"/>
                    <a:pt x="16229" y="0"/>
                  </a:cubicBezTo>
                  <a:cubicBezTo>
                    <a:pt x="11314" y="0"/>
                    <a:pt x="9600" y="8416"/>
                    <a:pt x="5714" y="13886"/>
                  </a:cubicBezTo>
                  <a:cubicBezTo>
                    <a:pt x="5371" y="16971"/>
                    <a:pt x="2971" y="19636"/>
                    <a:pt x="0" y="20197"/>
                  </a:cubicBezTo>
                  <a:cubicBezTo>
                    <a:pt x="686" y="21039"/>
                    <a:pt x="2286" y="21600"/>
                    <a:pt x="4229" y="21600"/>
                  </a:cubicBezTo>
                  <a:cubicBezTo>
                    <a:pt x="7771" y="21600"/>
                    <a:pt x="12114" y="20338"/>
                    <a:pt x="14286" y="17532"/>
                  </a:cubicBezTo>
                  <a:cubicBezTo>
                    <a:pt x="11314" y="17673"/>
                    <a:pt x="9371" y="15288"/>
                    <a:pt x="9257" y="11922"/>
                  </a:cubicBezTo>
                  <a:cubicBezTo>
                    <a:pt x="10629" y="14166"/>
                    <a:pt x="12343" y="15008"/>
                    <a:pt x="14286" y="15008"/>
                  </a:cubicBezTo>
                </a:path>
              </a:pathLst>
            </a:custGeom>
            <a:solidFill>
              <a:srgbClr val="12ABDB"/>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Verdana"/>
                  <a:ea typeface="Verdana"/>
                  <a:cs typeface="Verdana"/>
                  <a:sym typeface="Verdana"/>
                </a:defRPr>
              </a:pPr>
              <a:endParaRPr kumimoji="0" sz="18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1" name="Freeform 58">
              <a:extLst>
                <a:ext uri="{FF2B5EF4-FFF2-40B4-BE49-F238E27FC236}">
                  <a16:creationId xmlns:a16="http://schemas.microsoft.com/office/drawing/2014/main" id="{FBEE17C5-CB53-E942-C73C-AFFB57FD7C58}"/>
                </a:ext>
              </a:extLst>
            </p:cNvPr>
            <p:cNvSpPr/>
            <p:nvPr/>
          </p:nvSpPr>
          <p:spPr>
            <a:xfrm>
              <a:off x="0" y="4213"/>
              <a:ext cx="1050459" cy="283878"/>
            </a:xfrm>
            <a:custGeom>
              <a:avLst/>
              <a:gdLst/>
              <a:ahLst/>
              <a:cxnLst>
                <a:cxn ang="0">
                  <a:pos x="wd2" y="hd2"/>
                </a:cxn>
                <a:cxn ang="5400000">
                  <a:pos x="wd2" y="hd2"/>
                </a:cxn>
                <a:cxn ang="10800000">
                  <a:pos x="wd2" y="hd2"/>
                </a:cxn>
                <a:cxn ang="16200000">
                  <a:pos x="wd2" y="hd2"/>
                </a:cxn>
              </a:cxnLst>
              <a:rect l="0" t="0" r="r" b="b"/>
              <a:pathLst>
                <a:path w="21600" h="21600" extrusionOk="0">
                  <a:moveTo>
                    <a:pt x="21063" y="7100"/>
                  </a:moveTo>
                  <a:cubicBezTo>
                    <a:pt x="21063" y="5957"/>
                    <a:pt x="21047" y="5174"/>
                    <a:pt x="20836" y="5174"/>
                  </a:cubicBezTo>
                  <a:cubicBezTo>
                    <a:pt x="20738" y="5174"/>
                    <a:pt x="20705" y="5235"/>
                    <a:pt x="20624" y="5355"/>
                  </a:cubicBezTo>
                  <a:cubicBezTo>
                    <a:pt x="20689" y="9206"/>
                    <a:pt x="20461" y="12635"/>
                    <a:pt x="20169" y="12635"/>
                  </a:cubicBezTo>
                  <a:cubicBezTo>
                    <a:pt x="19795" y="12635"/>
                    <a:pt x="19973" y="4332"/>
                    <a:pt x="19177" y="4332"/>
                  </a:cubicBezTo>
                  <a:cubicBezTo>
                    <a:pt x="18428" y="4332"/>
                    <a:pt x="18331" y="10950"/>
                    <a:pt x="18249" y="10950"/>
                  </a:cubicBezTo>
                  <a:cubicBezTo>
                    <a:pt x="18184" y="10950"/>
                    <a:pt x="18184" y="9206"/>
                    <a:pt x="18184" y="7882"/>
                  </a:cubicBezTo>
                  <a:cubicBezTo>
                    <a:pt x="18217" y="7220"/>
                    <a:pt x="18233" y="6679"/>
                    <a:pt x="18233" y="6257"/>
                  </a:cubicBezTo>
                  <a:cubicBezTo>
                    <a:pt x="18233" y="5596"/>
                    <a:pt x="18168" y="4573"/>
                    <a:pt x="17778" y="5054"/>
                  </a:cubicBezTo>
                  <a:cubicBezTo>
                    <a:pt x="17794" y="9807"/>
                    <a:pt x="17534" y="12695"/>
                    <a:pt x="17257" y="12695"/>
                  </a:cubicBezTo>
                  <a:cubicBezTo>
                    <a:pt x="16834" y="12695"/>
                    <a:pt x="16818" y="8363"/>
                    <a:pt x="16818" y="7220"/>
                  </a:cubicBezTo>
                  <a:cubicBezTo>
                    <a:pt x="16818" y="6077"/>
                    <a:pt x="16851" y="4513"/>
                    <a:pt x="16379" y="5054"/>
                  </a:cubicBezTo>
                  <a:cubicBezTo>
                    <a:pt x="16314" y="9206"/>
                    <a:pt x="16021" y="12274"/>
                    <a:pt x="15842" y="12274"/>
                  </a:cubicBezTo>
                  <a:cubicBezTo>
                    <a:pt x="15566" y="12274"/>
                    <a:pt x="15614" y="5174"/>
                    <a:pt x="15029" y="5174"/>
                  </a:cubicBezTo>
                  <a:cubicBezTo>
                    <a:pt x="14492" y="5174"/>
                    <a:pt x="14330" y="11913"/>
                    <a:pt x="14216" y="11913"/>
                  </a:cubicBezTo>
                  <a:cubicBezTo>
                    <a:pt x="14004" y="11913"/>
                    <a:pt x="14264" y="4332"/>
                    <a:pt x="13500" y="4332"/>
                  </a:cubicBezTo>
                  <a:cubicBezTo>
                    <a:pt x="13093" y="4332"/>
                    <a:pt x="12931" y="6859"/>
                    <a:pt x="12768" y="9687"/>
                  </a:cubicBezTo>
                  <a:cubicBezTo>
                    <a:pt x="12752" y="10228"/>
                    <a:pt x="12719" y="10289"/>
                    <a:pt x="12703" y="9627"/>
                  </a:cubicBezTo>
                  <a:cubicBezTo>
                    <a:pt x="12703" y="9145"/>
                    <a:pt x="12703" y="8544"/>
                    <a:pt x="12703" y="8062"/>
                  </a:cubicBezTo>
                  <a:cubicBezTo>
                    <a:pt x="12898" y="5174"/>
                    <a:pt x="12654" y="4152"/>
                    <a:pt x="12296" y="4874"/>
                  </a:cubicBezTo>
                  <a:cubicBezTo>
                    <a:pt x="12410" y="10168"/>
                    <a:pt x="11760" y="12755"/>
                    <a:pt x="11255" y="12755"/>
                  </a:cubicBezTo>
                  <a:cubicBezTo>
                    <a:pt x="11077" y="12755"/>
                    <a:pt x="10930" y="12455"/>
                    <a:pt x="10833" y="12033"/>
                  </a:cubicBezTo>
                  <a:cubicBezTo>
                    <a:pt x="11434" y="10650"/>
                    <a:pt x="11695" y="9085"/>
                    <a:pt x="11695" y="7581"/>
                  </a:cubicBezTo>
                  <a:cubicBezTo>
                    <a:pt x="11695" y="5896"/>
                    <a:pt x="11451" y="4934"/>
                    <a:pt x="11011" y="4934"/>
                  </a:cubicBezTo>
                  <a:cubicBezTo>
                    <a:pt x="10410" y="4934"/>
                    <a:pt x="10084" y="7220"/>
                    <a:pt x="10084" y="9145"/>
                  </a:cubicBezTo>
                  <a:cubicBezTo>
                    <a:pt x="10084" y="10168"/>
                    <a:pt x="10133" y="11071"/>
                    <a:pt x="10214" y="11793"/>
                  </a:cubicBezTo>
                  <a:cubicBezTo>
                    <a:pt x="10019" y="12154"/>
                    <a:pt x="9824" y="12455"/>
                    <a:pt x="9645" y="12755"/>
                  </a:cubicBezTo>
                  <a:cubicBezTo>
                    <a:pt x="9629" y="10770"/>
                    <a:pt x="9564" y="8724"/>
                    <a:pt x="9515" y="6799"/>
                  </a:cubicBezTo>
                  <a:cubicBezTo>
                    <a:pt x="9206" y="6438"/>
                    <a:pt x="9108" y="7040"/>
                    <a:pt x="9092" y="8062"/>
                  </a:cubicBezTo>
                  <a:cubicBezTo>
                    <a:pt x="9027" y="10469"/>
                    <a:pt x="8783" y="11913"/>
                    <a:pt x="8572" y="11913"/>
                  </a:cubicBezTo>
                  <a:cubicBezTo>
                    <a:pt x="8425" y="11913"/>
                    <a:pt x="8328" y="11191"/>
                    <a:pt x="8311" y="10469"/>
                  </a:cubicBezTo>
                  <a:cubicBezTo>
                    <a:pt x="8246" y="6618"/>
                    <a:pt x="9092" y="5535"/>
                    <a:pt x="9531" y="6137"/>
                  </a:cubicBezTo>
                  <a:cubicBezTo>
                    <a:pt x="9629" y="5295"/>
                    <a:pt x="9515" y="4633"/>
                    <a:pt x="9125" y="4633"/>
                  </a:cubicBezTo>
                  <a:cubicBezTo>
                    <a:pt x="8637" y="4633"/>
                    <a:pt x="8279" y="5716"/>
                    <a:pt x="8019" y="7100"/>
                  </a:cubicBezTo>
                  <a:cubicBezTo>
                    <a:pt x="7840" y="8062"/>
                    <a:pt x="7645" y="8724"/>
                    <a:pt x="7368" y="9506"/>
                  </a:cubicBezTo>
                  <a:cubicBezTo>
                    <a:pt x="7384" y="9266"/>
                    <a:pt x="7384" y="9025"/>
                    <a:pt x="7384" y="8845"/>
                  </a:cubicBezTo>
                  <a:cubicBezTo>
                    <a:pt x="7384" y="6137"/>
                    <a:pt x="6994" y="4934"/>
                    <a:pt x="6604" y="4934"/>
                  </a:cubicBezTo>
                  <a:cubicBezTo>
                    <a:pt x="6295" y="4934"/>
                    <a:pt x="6099" y="5656"/>
                    <a:pt x="5986" y="6679"/>
                  </a:cubicBezTo>
                  <a:cubicBezTo>
                    <a:pt x="5953" y="5656"/>
                    <a:pt x="5904" y="5174"/>
                    <a:pt x="5742" y="5174"/>
                  </a:cubicBezTo>
                  <a:cubicBezTo>
                    <a:pt x="5660" y="5174"/>
                    <a:pt x="5563" y="5235"/>
                    <a:pt x="5449" y="5415"/>
                  </a:cubicBezTo>
                  <a:cubicBezTo>
                    <a:pt x="5498" y="6017"/>
                    <a:pt x="5530" y="7340"/>
                    <a:pt x="5530" y="8243"/>
                  </a:cubicBezTo>
                  <a:cubicBezTo>
                    <a:pt x="5530" y="11492"/>
                    <a:pt x="5270" y="12936"/>
                    <a:pt x="5026" y="12936"/>
                  </a:cubicBezTo>
                  <a:cubicBezTo>
                    <a:pt x="4749" y="12936"/>
                    <a:pt x="4717" y="9085"/>
                    <a:pt x="4684" y="7581"/>
                  </a:cubicBezTo>
                  <a:cubicBezTo>
                    <a:pt x="4652" y="7521"/>
                    <a:pt x="4619" y="7461"/>
                    <a:pt x="4554" y="7461"/>
                  </a:cubicBezTo>
                  <a:cubicBezTo>
                    <a:pt x="4294" y="7461"/>
                    <a:pt x="4261" y="8724"/>
                    <a:pt x="4213" y="9867"/>
                  </a:cubicBezTo>
                  <a:cubicBezTo>
                    <a:pt x="4131" y="11131"/>
                    <a:pt x="3936" y="12695"/>
                    <a:pt x="3643" y="12695"/>
                  </a:cubicBezTo>
                  <a:cubicBezTo>
                    <a:pt x="3481" y="12695"/>
                    <a:pt x="3367" y="12094"/>
                    <a:pt x="3351" y="10950"/>
                  </a:cubicBezTo>
                  <a:cubicBezTo>
                    <a:pt x="3318" y="8664"/>
                    <a:pt x="3839" y="5957"/>
                    <a:pt x="4652" y="6799"/>
                  </a:cubicBezTo>
                  <a:cubicBezTo>
                    <a:pt x="4749" y="5896"/>
                    <a:pt x="4587" y="5174"/>
                    <a:pt x="4245" y="5174"/>
                  </a:cubicBezTo>
                  <a:cubicBezTo>
                    <a:pt x="3660" y="5174"/>
                    <a:pt x="3172" y="6799"/>
                    <a:pt x="2960" y="8724"/>
                  </a:cubicBezTo>
                  <a:cubicBezTo>
                    <a:pt x="2749" y="10529"/>
                    <a:pt x="2358" y="13116"/>
                    <a:pt x="1594" y="13116"/>
                  </a:cubicBezTo>
                  <a:cubicBezTo>
                    <a:pt x="1057" y="13116"/>
                    <a:pt x="634" y="11372"/>
                    <a:pt x="634" y="7701"/>
                  </a:cubicBezTo>
                  <a:cubicBezTo>
                    <a:pt x="634" y="4513"/>
                    <a:pt x="1171" y="1504"/>
                    <a:pt x="1757" y="1504"/>
                  </a:cubicBezTo>
                  <a:cubicBezTo>
                    <a:pt x="2147" y="1504"/>
                    <a:pt x="2245" y="3008"/>
                    <a:pt x="2212" y="4332"/>
                  </a:cubicBezTo>
                  <a:cubicBezTo>
                    <a:pt x="2423" y="4994"/>
                    <a:pt x="2765" y="4392"/>
                    <a:pt x="2765" y="2828"/>
                  </a:cubicBezTo>
                  <a:cubicBezTo>
                    <a:pt x="2765" y="1805"/>
                    <a:pt x="2537" y="0"/>
                    <a:pt x="1773" y="0"/>
                  </a:cubicBezTo>
                  <a:cubicBezTo>
                    <a:pt x="830" y="0"/>
                    <a:pt x="0" y="3430"/>
                    <a:pt x="0" y="7942"/>
                  </a:cubicBezTo>
                  <a:cubicBezTo>
                    <a:pt x="0" y="12394"/>
                    <a:pt x="618" y="14982"/>
                    <a:pt x="1464" y="14982"/>
                  </a:cubicBezTo>
                  <a:cubicBezTo>
                    <a:pt x="2001" y="14982"/>
                    <a:pt x="2505" y="13838"/>
                    <a:pt x="2863" y="11733"/>
                  </a:cubicBezTo>
                  <a:cubicBezTo>
                    <a:pt x="2944" y="13598"/>
                    <a:pt x="3286" y="14320"/>
                    <a:pt x="3546" y="14320"/>
                  </a:cubicBezTo>
                  <a:cubicBezTo>
                    <a:pt x="3952" y="14320"/>
                    <a:pt x="4229" y="13357"/>
                    <a:pt x="4375" y="12033"/>
                  </a:cubicBezTo>
                  <a:cubicBezTo>
                    <a:pt x="4457" y="13357"/>
                    <a:pt x="4652" y="14320"/>
                    <a:pt x="4977" y="14320"/>
                  </a:cubicBezTo>
                  <a:cubicBezTo>
                    <a:pt x="5205" y="14320"/>
                    <a:pt x="5367" y="13899"/>
                    <a:pt x="5514" y="13237"/>
                  </a:cubicBezTo>
                  <a:cubicBezTo>
                    <a:pt x="5449" y="17870"/>
                    <a:pt x="5384" y="20818"/>
                    <a:pt x="6132" y="20276"/>
                  </a:cubicBezTo>
                  <a:cubicBezTo>
                    <a:pt x="6018" y="18953"/>
                    <a:pt x="5986" y="16546"/>
                    <a:pt x="5986" y="14380"/>
                  </a:cubicBezTo>
                  <a:cubicBezTo>
                    <a:pt x="5986" y="8484"/>
                    <a:pt x="6246" y="6558"/>
                    <a:pt x="6571" y="6558"/>
                  </a:cubicBezTo>
                  <a:cubicBezTo>
                    <a:pt x="6815" y="6558"/>
                    <a:pt x="6880" y="7701"/>
                    <a:pt x="6880" y="8905"/>
                  </a:cubicBezTo>
                  <a:cubicBezTo>
                    <a:pt x="6880" y="9506"/>
                    <a:pt x="6864" y="10228"/>
                    <a:pt x="6831" y="10950"/>
                  </a:cubicBezTo>
                  <a:cubicBezTo>
                    <a:pt x="6425" y="11853"/>
                    <a:pt x="6099" y="12635"/>
                    <a:pt x="6099" y="13538"/>
                  </a:cubicBezTo>
                  <a:cubicBezTo>
                    <a:pt x="6099" y="14320"/>
                    <a:pt x="6246" y="14380"/>
                    <a:pt x="6376" y="14380"/>
                  </a:cubicBezTo>
                  <a:cubicBezTo>
                    <a:pt x="6685" y="14380"/>
                    <a:pt x="7059" y="13237"/>
                    <a:pt x="7270" y="11131"/>
                  </a:cubicBezTo>
                  <a:cubicBezTo>
                    <a:pt x="7449" y="10710"/>
                    <a:pt x="7628" y="10228"/>
                    <a:pt x="7807" y="9627"/>
                  </a:cubicBezTo>
                  <a:cubicBezTo>
                    <a:pt x="7807" y="9867"/>
                    <a:pt x="7791" y="10048"/>
                    <a:pt x="7791" y="10289"/>
                  </a:cubicBezTo>
                  <a:cubicBezTo>
                    <a:pt x="7791" y="12394"/>
                    <a:pt x="8051" y="13658"/>
                    <a:pt x="8442" y="13658"/>
                  </a:cubicBezTo>
                  <a:cubicBezTo>
                    <a:pt x="8751" y="13658"/>
                    <a:pt x="8995" y="12876"/>
                    <a:pt x="9157" y="11612"/>
                  </a:cubicBezTo>
                  <a:cubicBezTo>
                    <a:pt x="9173" y="12334"/>
                    <a:pt x="9173" y="12996"/>
                    <a:pt x="9173" y="13598"/>
                  </a:cubicBezTo>
                  <a:cubicBezTo>
                    <a:pt x="8539" y="14681"/>
                    <a:pt x="7840" y="15764"/>
                    <a:pt x="7840" y="18832"/>
                  </a:cubicBezTo>
                  <a:cubicBezTo>
                    <a:pt x="7840" y="20397"/>
                    <a:pt x="8149" y="21600"/>
                    <a:pt x="8555" y="21600"/>
                  </a:cubicBezTo>
                  <a:cubicBezTo>
                    <a:pt x="9434" y="21600"/>
                    <a:pt x="9645" y="18170"/>
                    <a:pt x="9645" y="14139"/>
                  </a:cubicBezTo>
                  <a:cubicBezTo>
                    <a:pt x="9938" y="13658"/>
                    <a:pt x="10149" y="13357"/>
                    <a:pt x="10393" y="12876"/>
                  </a:cubicBezTo>
                  <a:cubicBezTo>
                    <a:pt x="10605" y="13838"/>
                    <a:pt x="10898" y="14320"/>
                    <a:pt x="11158" y="14320"/>
                  </a:cubicBezTo>
                  <a:cubicBezTo>
                    <a:pt x="11662" y="14320"/>
                    <a:pt x="12036" y="13357"/>
                    <a:pt x="12329" y="11372"/>
                  </a:cubicBezTo>
                  <a:cubicBezTo>
                    <a:pt x="12394" y="12876"/>
                    <a:pt x="12492" y="14320"/>
                    <a:pt x="12703" y="14320"/>
                  </a:cubicBezTo>
                  <a:cubicBezTo>
                    <a:pt x="13110" y="14320"/>
                    <a:pt x="13191" y="6679"/>
                    <a:pt x="13484" y="6679"/>
                  </a:cubicBezTo>
                  <a:cubicBezTo>
                    <a:pt x="13711" y="6679"/>
                    <a:pt x="13516" y="14982"/>
                    <a:pt x="14118" y="14982"/>
                  </a:cubicBezTo>
                  <a:cubicBezTo>
                    <a:pt x="14622" y="14982"/>
                    <a:pt x="14720" y="7701"/>
                    <a:pt x="14964" y="7701"/>
                  </a:cubicBezTo>
                  <a:cubicBezTo>
                    <a:pt x="15143" y="7701"/>
                    <a:pt x="15159" y="14320"/>
                    <a:pt x="15712" y="14320"/>
                  </a:cubicBezTo>
                  <a:cubicBezTo>
                    <a:pt x="15989" y="14320"/>
                    <a:pt x="16281" y="13116"/>
                    <a:pt x="16428" y="10589"/>
                  </a:cubicBezTo>
                  <a:cubicBezTo>
                    <a:pt x="16493" y="12274"/>
                    <a:pt x="16720" y="14320"/>
                    <a:pt x="17176" y="14320"/>
                  </a:cubicBezTo>
                  <a:cubicBezTo>
                    <a:pt x="17436" y="14320"/>
                    <a:pt x="17664" y="13357"/>
                    <a:pt x="17843" y="12033"/>
                  </a:cubicBezTo>
                  <a:cubicBezTo>
                    <a:pt x="17892" y="13417"/>
                    <a:pt x="17989" y="14320"/>
                    <a:pt x="18184" y="14320"/>
                  </a:cubicBezTo>
                  <a:cubicBezTo>
                    <a:pt x="18705" y="14320"/>
                    <a:pt x="18689" y="6739"/>
                    <a:pt x="19095" y="6739"/>
                  </a:cubicBezTo>
                  <a:cubicBezTo>
                    <a:pt x="19420" y="6739"/>
                    <a:pt x="19323" y="14320"/>
                    <a:pt x="20087" y="14320"/>
                  </a:cubicBezTo>
                  <a:cubicBezTo>
                    <a:pt x="20445" y="14320"/>
                    <a:pt x="20624" y="13237"/>
                    <a:pt x="20722" y="11793"/>
                  </a:cubicBezTo>
                  <a:cubicBezTo>
                    <a:pt x="20868" y="13899"/>
                    <a:pt x="21096" y="14320"/>
                    <a:pt x="21275" y="14320"/>
                  </a:cubicBezTo>
                  <a:cubicBezTo>
                    <a:pt x="21389" y="14320"/>
                    <a:pt x="21486" y="14199"/>
                    <a:pt x="21600" y="13658"/>
                  </a:cubicBezTo>
                  <a:cubicBezTo>
                    <a:pt x="21014" y="12755"/>
                    <a:pt x="21063" y="9326"/>
                    <a:pt x="21063" y="7100"/>
                  </a:cubicBezTo>
                  <a:moveTo>
                    <a:pt x="8588" y="20156"/>
                  </a:moveTo>
                  <a:cubicBezTo>
                    <a:pt x="8409" y="20156"/>
                    <a:pt x="8311" y="19554"/>
                    <a:pt x="8311" y="18832"/>
                  </a:cubicBezTo>
                  <a:cubicBezTo>
                    <a:pt x="8311" y="16847"/>
                    <a:pt x="8702" y="15824"/>
                    <a:pt x="9173" y="14921"/>
                  </a:cubicBezTo>
                  <a:cubicBezTo>
                    <a:pt x="9157" y="19193"/>
                    <a:pt x="8881" y="20156"/>
                    <a:pt x="8588" y="20156"/>
                  </a:cubicBezTo>
                  <a:moveTo>
                    <a:pt x="10963" y="6318"/>
                  </a:moveTo>
                  <a:cubicBezTo>
                    <a:pt x="11142" y="6318"/>
                    <a:pt x="11255" y="6919"/>
                    <a:pt x="11239" y="7762"/>
                  </a:cubicBezTo>
                  <a:cubicBezTo>
                    <a:pt x="11207" y="8784"/>
                    <a:pt x="11011" y="9988"/>
                    <a:pt x="10654" y="10890"/>
                  </a:cubicBezTo>
                  <a:cubicBezTo>
                    <a:pt x="10475" y="8965"/>
                    <a:pt x="10621" y="6318"/>
                    <a:pt x="10963" y="6318"/>
                  </a:cubicBezTo>
                </a:path>
              </a:pathLst>
            </a:custGeom>
            <a:solidFill>
              <a:srgbClr val="0070AD"/>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Verdana"/>
                  <a:ea typeface="Verdana"/>
                  <a:cs typeface="Verdana"/>
                  <a:sym typeface="Verdana"/>
                </a:defRPr>
              </a:pPr>
              <a:endParaRPr kumimoji="0" sz="18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2" name="Freeform 59">
              <a:extLst>
                <a:ext uri="{FF2B5EF4-FFF2-40B4-BE49-F238E27FC236}">
                  <a16:creationId xmlns:a16="http://schemas.microsoft.com/office/drawing/2014/main" id="{CC2A41A5-1441-D327-0CDD-0BDD4F0B5586}"/>
                </a:ext>
              </a:extLst>
            </p:cNvPr>
            <p:cNvSpPr/>
            <p:nvPr/>
          </p:nvSpPr>
          <p:spPr>
            <a:xfrm>
              <a:off x="792632" y="18388"/>
              <a:ext cx="29116" cy="30649"/>
            </a:xfrm>
            <a:custGeom>
              <a:avLst/>
              <a:gdLst/>
              <a:ahLst/>
              <a:cxnLst>
                <a:cxn ang="0">
                  <a:pos x="wd2" y="hd2"/>
                </a:cxn>
                <a:cxn ang="5400000">
                  <a:pos x="wd2" y="hd2"/>
                </a:cxn>
                <a:cxn ang="10800000">
                  <a:pos x="wd2" y="hd2"/>
                </a:cxn>
                <a:cxn ang="16200000">
                  <a:pos x="wd2" y="hd2"/>
                </a:cxn>
              </a:cxnLst>
              <a:rect l="0" t="0" r="r" b="b"/>
              <a:pathLst>
                <a:path w="21600" h="21600" extrusionOk="0">
                  <a:moveTo>
                    <a:pt x="11092" y="21600"/>
                  </a:moveTo>
                  <a:cubicBezTo>
                    <a:pt x="17514" y="21046"/>
                    <a:pt x="21600" y="16062"/>
                    <a:pt x="21600" y="10523"/>
                  </a:cubicBezTo>
                  <a:cubicBezTo>
                    <a:pt x="21600" y="4431"/>
                    <a:pt x="17514" y="0"/>
                    <a:pt x="11092" y="0"/>
                  </a:cubicBezTo>
                  <a:cubicBezTo>
                    <a:pt x="5254" y="554"/>
                    <a:pt x="0" y="4985"/>
                    <a:pt x="0" y="11077"/>
                  </a:cubicBezTo>
                  <a:cubicBezTo>
                    <a:pt x="0" y="17169"/>
                    <a:pt x="5254" y="21600"/>
                    <a:pt x="11092" y="21600"/>
                  </a:cubicBezTo>
                </a:path>
              </a:pathLst>
            </a:custGeom>
            <a:solidFill>
              <a:srgbClr val="0070AD"/>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Verdana"/>
                  <a:ea typeface="Verdana"/>
                  <a:cs typeface="Verdana"/>
                  <a:sym typeface="Verdana"/>
                </a:defRPr>
              </a:pPr>
              <a:endParaRPr kumimoji="0" sz="18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3" name="Freeform 60">
              <a:extLst>
                <a:ext uri="{FF2B5EF4-FFF2-40B4-BE49-F238E27FC236}">
                  <a16:creationId xmlns:a16="http://schemas.microsoft.com/office/drawing/2014/main" id="{3007AEF4-1909-E000-EB1A-D963D6BB63B0}"/>
                </a:ext>
              </a:extLst>
            </p:cNvPr>
            <p:cNvSpPr/>
            <p:nvPr/>
          </p:nvSpPr>
          <p:spPr>
            <a:xfrm>
              <a:off x="999506" y="23752"/>
              <a:ext cx="27201" cy="29536"/>
            </a:xfrm>
            <a:custGeom>
              <a:avLst/>
              <a:gdLst/>
              <a:ahLst/>
              <a:cxnLst>
                <a:cxn ang="0">
                  <a:pos x="wd2" y="hd2"/>
                </a:cxn>
                <a:cxn ang="5400000">
                  <a:pos x="wd2" y="hd2"/>
                </a:cxn>
                <a:cxn ang="10800000">
                  <a:pos x="wd2" y="hd2"/>
                </a:cxn>
                <a:cxn ang="16200000">
                  <a:pos x="wd2" y="hd2"/>
                </a:cxn>
              </a:cxnLst>
              <a:rect l="0" t="0" r="r" b="b"/>
              <a:pathLst>
                <a:path w="21600" h="21080" extrusionOk="0">
                  <a:moveTo>
                    <a:pt x="10800" y="21032"/>
                  </a:moveTo>
                  <a:cubicBezTo>
                    <a:pt x="16518" y="21032"/>
                    <a:pt x="21600" y="15916"/>
                    <a:pt x="21600" y="10232"/>
                  </a:cubicBezTo>
                  <a:cubicBezTo>
                    <a:pt x="21600" y="4547"/>
                    <a:pt x="16518" y="0"/>
                    <a:pt x="10800" y="0"/>
                  </a:cubicBezTo>
                  <a:cubicBezTo>
                    <a:pt x="4447" y="568"/>
                    <a:pt x="0" y="5116"/>
                    <a:pt x="0" y="10800"/>
                  </a:cubicBezTo>
                  <a:cubicBezTo>
                    <a:pt x="0" y="17053"/>
                    <a:pt x="4447" y="21600"/>
                    <a:pt x="10800" y="21032"/>
                  </a:cubicBezTo>
                </a:path>
              </a:pathLst>
            </a:custGeom>
            <a:solidFill>
              <a:srgbClr val="0070AD"/>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Verdana"/>
                  <a:ea typeface="Verdana"/>
                  <a:cs typeface="Verdana"/>
                  <a:sym typeface="Verdana"/>
                </a:defRPr>
              </a:pPr>
              <a:endParaRPr kumimoji="0" sz="18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4" name="Freeform 61">
              <a:extLst>
                <a:ext uri="{FF2B5EF4-FFF2-40B4-BE49-F238E27FC236}">
                  <a16:creationId xmlns:a16="http://schemas.microsoft.com/office/drawing/2014/main" id="{29FE1352-0768-B194-8298-D358E9EF1581}"/>
                </a:ext>
              </a:extLst>
            </p:cNvPr>
            <p:cNvSpPr/>
            <p:nvPr/>
          </p:nvSpPr>
          <p:spPr>
            <a:xfrm>
              <a:off x="1065399" y="-1"/>
              <a:ext cx="226796" cy="191037"/>
            </a:xfrm>
            <a:custGeom>
              <a:avLst/>
              <a:gdLst/>
              <a:ahLst/>
              <a:cxnLst>
                <a:cxn ang="0">
                  <a:pos x="wd2" y="hd2"/>
                </a:cxn>
                <a:cxn ang="5400000">
                  <a:pos x="wd2" y="hd2"/>
                </a:cxn>
                <a:cxn ang="10800000">
                  <a:pos x="wd2" y="hd2"/>
                </a:cxn>
                <a:cxn ang="16200000">
                  <a:pos x="wd2" y="hd2"/>
                </a:cxn>
              </a:cxnLst>
              <a:rect l="0" t="0" r="r" b="b"/>
              <a:pathLst>
                <a:path w="21600" h="21456" extrusionOk="0">
                  <a:moveTo>
                    <a:pt x="21525" y="13511"/>
                  </a:moveTo>
                  <a:cubicBezTo>
                    <a:pt x="21525" y="9867"/>
                    <a:pt x="20095" y="6844"/>
                    <a:pt x="17837" y="4444"/>
                  </a:cubicBezTo>
                  <a:cubicBezTo>
                    <a:pt x="16181" y="2667"/>
                    <a:pt x="14149" y="1244"/>
                    <a:pt x="12042" y="267"/>
                  </a:cubicBezTo>
                  <a:cubicBezTo>
                    <a:pt x="11891" y="178"/>
                    <a:pt x="11741" y="89"/>
                    <a:pt x="11515" y="0"/>
                  </a:cubicBezTo>
                  <a:cubicBezTo>
                    <a:pt x="11515" y="0"/>
                    <a:pt x="11515" y="0"/>
                    <a:pt x="11515" y="0"/>
                  </a:cubicBezTo>
                  <a:cubicBezTo>
                    <a:pt x="8956" y="3644"/>
                    <a:pt x="0" y="6400"/>
                    <a:pt x="0" y="14044"/>
                  </a:cubicBezTo>
                  <a:cubicBezTo>
                    <a:pt x="0" y="17067"/>
                    <a:pt x="1580" y="19822"/>
                    <a:pt x="3989" y="20978"/>
                  </a:cubicBezTo>
                  <a:cubicBezTo>
                    <a:pt x="5344" y="21600"/>
                    <a:pt x="6698" y="21600"/>
                    <a:pt x="8053" y="21067"/>
                  </a:cubicBezTo>
                  <a:cubicBezTo>
                    <a:pt x="9257" y="20622"/>
                    <a:pt x="10311" y="19733"/>
                    <a:pt x="11139" y="18667"/>
                  </a:cubicBezTo>
                  <a:cubicBezTo>
                    <a:pt x="13698" y="15200"/>
                    <a:pt x="14826" y="9867"/>
                    <a:pt x="18063" y="9867"/>
                  </a:cubicBezTo>
                  <a:cubicBezTo>
                    <a:pt x="20998" y="9867"/>
                    <a:pt x="21374" y="12356"/>
                    <a:pt x="21600" y="13689"/>
                  </a:cubicBezTo>
                  <a:cubicBezTo>
                    <a:pt x="21600" y="13689"/>
                    <a:pt x="21600" y="13600"/>
                    <a:pt x="21525" y="13511"/>
                  </a:cubicBezTo>
                </a:path>
              </a:pathLst>
            </a:custGeom>
            <a:solidFill>
              <a:srgbClr val="0070AD"/>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Verdana"/>
                  <a:ea typeface="Verdana"/>
                  <a:cs typeface="Verdana"/>
                  <a:sym typeface="Verdana"/>
                </a:defRPr>
              </a:pPr>
              <a:endParaRPr kumimoji="0" sz="1800" b="0" i="0" u="none" strike="noStrike" kern="1200" cap="none" spc="0" normalizeH="0" baseline="0" noProof="0">
                <a:ln>
                  <a:noFill/>
                </a:ln>
                <a:solidFill>
                  <a:prstClr val="black"/>
                </a:solidFill>
                <a:effectLst/>
                <a:uLnTx/>
                <a:uFillTx/>
                <a:latin typeface="Verdana"/>
                <a:ea typeface="Verdana"/>
                <a:cs typeface="Verdana"/>
                <a:sym typeface="Verdana"/>
              </a:endParaRPr>
            </a:p>
          </p:txBody>
        </p:sp>
      </p:grpSp>
      <p:sp>
        <p:nvSpPr>
          <p:cNvPr id="16" name="Freeform 21">
            <a:extLst>
              <a:ext uri="{FF2B5EF4-FFF2-40B4-BE49-F238E27FC236}">
                <a16:creationId xmlns:a16="http://schemas.microsoft.com/office/drawing/2014/main" id="{323917D4-59EC-69F8-6FB5-6A37B28BDB35}"/>
              </a:ext>
            </a:extLst>
          </p:cNvPr>
          <p:cNvSpPr/>
          <p:nvPr/>
        </p:nvSpPr>
        <p:spPr>
          <a:xfrm>
            <a:off x="4707586" y="1257922"/>
            <a:ext cx="563690" cy="249324"/>
          </a:xfrm>
          <a:custGeom>
            <a:avLst/>
            <a:gdLst/>
            <a:ahLst/>
            <a:cxnLst>
              <a:cxn ang="0">
                <a:pos x="wd2" y="hd2"/>
              </a:cxn>
              <a:cxn ang="5400000">
                <a:pos x="wd2" y="hd2"/>
              </a:cxn>
              <a:cxn ang="10800000">
                <a:pos x="wd2" y="hd2"/>
              </a:cxn>
              <a:cxn ang="16200000">
                <a:pos x="wd2" y="hd2"/>
              </a:cxn>
            </a:cxnLst>
            <a:rect l="0" t="0" r="r" b="b"/>
            <a:pathLst>
              <a:path w="21600" h="21600" extrusionOk="0">
                <a:moveTo>
                  <a:pt x="19855" y="2455"/>
                </a:moveTo>
                <a:cubicBezTo>
                  <a:pt x="17127" y="0"/>
                  <a:pt x="17127" y="0"/>
                  <a:pt x="17127" y="0"/>
                </a:cubicBezTo>
                <a:cubicBezTo>
                  <a:pt x="16691" y="982"/>
                  <a:pt x="16145" y="1718"/>
                  <a:pt x="15491" y="1964"/>
                </a:cubicBezTo>
                <a:cubicBezTo>
                  <a:pt x="15382" y="3436"/>
                  <a:pt x="14945" y="4664"/>
                  <a:pt x="14400" y="5891"/>
                </a:cubicBezTo>
                <a:cubicBezTo>
                  <a:pt x="14291" y="6136"/>
                  <a:pt x="14182" y="6627"/>
                  <a:pt x="14182" y="6873"/>
                </a:cubicBezTo>
                <a:cubicBezTo>
                  <a:pt x="16255" y="8591"/>
                  <a:pt x="16255" y="8591"/>
                  <a:pt x="16255" y="8591"/>
                </a:cubicBezTo>
                <a:cubicBezTo>
                  <a:pt x="17127" y="9327"/>
                  <a:pt x="17891" y="10800"/>
                  <a:pt x="18327" y="12518"/>
                </a:cubicBezTo>
                <a:cubicBezTo>
                  <a:pt x="21600" y="12518"/>
                  <a:pt x="21600" y="12518"/>
                  <a:pt x="21600" y="12518"/>
                </a:cubicBezTo>
                <a:cubicBezTo>
                  <a:pt x="21600" y="8345"/>
                  <a:pt x="21600" y="8345"/>
                  <a:pt x="21600" y="8345"/>
                </a:cubicBezTo>
                <a:cubicBezTo>
                  <a:pt x="21600" y="5645"/>
                  <a:pt x="20945" y="3191"/>
                  <a:pt x="19855" y="2455"/>
                </a:cubicBezTo>
                <a:close/>
                <a:moveTo>
                  <a:pt x="7527" y="6873"/>
                </a:moveTo>
                <a:cubicBezTo>
                  <a:pt x="7418" y="6627"/>
                  <a:pt x="7309" y="6136"/>
                  <a:pt x="7309" y="5891"/>
                </a:cubicBezTo>
                <a:cubicBezTo>
                  <a:pt x="6655" y="4664"/>
                  <a:pt x="6218" y="3436"/>
                  <a:pt x="6109" y="1964"/>
                </a:cubicBezTo>
                <a:cubicBezTo>
                  <a:pt x="5455" y="1718"/>
                  <a:pt x="4909" y="982"/>
                  <a:pt x="4582" y="0"/>
                </a:cubicBezTo>
                <a:cubicBezTo>
                  <a:pt x="1855" y="2455"/>
                  <a:pt x="1855" y="2455"/>
                  <a:pt x="1855" y="2455"/>
                </a:cubicBezTo>
                <a:cubicBezTo>
                  <a:pt x="764" y="3191"/>
                  <a:pt x="0" y="5645"/>
                  <a:pt x="0" y="8345"/>
                </a:cubicBezTo>
                <a:cubicBezTo>
                  <a:pt x="0" y="12518"/>
                  <a:pt x="0" y="12518"/>
                  <a:pt x="0" y="12518"/>
                </a:cubicBezTo>
                <a:cubicBezTo>
                  <a:pt x="3273" y="12518"/>
                  <a:pt x="3273" y="12518"/>
                  <a:pt x="3273" y="12518"/>
                </a:cubicBezTo>
                <a:cubicBezTo>
                  <a:pt x="3818" y="10800"/>
                  <a:pt x="4473" y="9327"/>
                  <a:pt x="5345" y="8591"/>
                </a:cubicBezTo>
                <a:lnTo>
                  <a:pt x="7527" y="6873"/>
                </a:lnTo>
                <a:close/>
                <a:moveTo>
                  <a:pt x="15818" y="11536"/>
                </a:moveTo>
                <a:cubicBezTo>
                  <a:pt x="12982" y="9082"/>
                  <a:pt x="12982" y="9082"/>
                  <a:pt x="12982" y="9082"/>
                </a:cubicBezTo>
                <a:cubicBezTo>
                  <a:pt x="10800" y="15709"/>
                  <a:pt x="10800" y="15709"/>
                  <a:pt x="10800" y="15709"/>
                </a:cubicBezTo>
                <a:cubicBezTo>
                  <a:pt x="8618" y="9082"/>
                  <a:pt x="8618" y="9082"/>
                  <a:pt x="8618" y="9082"/>
                </a:cubicBezTo>
                <a:cubicBezTo>
                  <a:pt x="5891" y="11536"/>
                  <a:pt x="5891" y="11536"/>
                  <a:pt x="5891" y="11536"/>
                </a:cubicBezTo>
                <a:cubicBezTo>
                  <a:pt x="4800" y="12518"/>
                  <a:pt x="4036" y="14727"/>
                  <a:pt x="4036" y="17427"/>
                </a:cubicBezTo>
                <a:cubicBezTo>
                  <a:pt x="4036" y="21600"/>
                  <a:pt x="4036" y="21600"/>
                  <a:pt x="4036" y="21600"/>
                </a:cubicBezTo>
                <a:cubicBezTo>
                  <a:pt x="17564" y="21600"/>
                  <a:pt x="17564" y="21600"/>
                  <a:pt x="17564" y="21600"/>
                </a:cubicBezTo>
                <a:cubicBezTo>
                  <a:pt x="17564" y="17427"/>
                  <a:pt x="17564" y="17427"/>
                  <a:pt x="17564" y="17427"/>
                </a:cubicBezTo>
                <a:cubicBezTo>
                  <a:pt x="17564" y="14727"/>
                  <a:pt x="16800" y="12518"/>
                  <a:pt x="15818" y="11536"/>
                </a:cubicBezTo>
                <a:close/>
              </a:path>
            </a:pathLst>
          </a:custGeom>
          <a:solidFill>
            <a:srgbClr val="FF33CC"/>
          </a:solidFill>
          <a:ln w="12700" cap="flat">
            <a:noFill/>
            <a:miter lim="400000"/>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a:latin typeface="Verdana"/>
                <a:ea typeface="Verdana"/>
                <a:cs typeface="Verdana"/>
                <a:sym typeface="Verdana"/>
              </a:defRPr>
            </a:pPr>
            <a:endParaRPr kumimoji="0" sz="12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7" name="Freeform 22">
            <a:extLst>
              <a:ext uri="{FF2B5EF4-FFF2-40B4-BE49-F238E27FC236}">
                <a16:creationId xmlns:a16="http://schemas.microsoft.com/office/drawing/2014/main" id="{7EE8758F-CE2A-406C-25A5-24AADC136BEB}"/>
              </a:ext>
            </a:extLst>
          </p:cNvPr>
          <p:cNvSpPr/>
          <p:nvPr/>
        </p:nvSpPr>
        <p:spPr>
          <a:xfrm>
            <a:off x="4796716" y="1051958"/>
            <a:ext cx="386634" cy="310753"/>
          </a:xfrm>
          <a:custGeom>
            <a:avLst/>
            <a:gdLst/>
            <a:ahLst/>
            <a:cxnLst>
              <a:cxn ang="0">
                <a:pos x="wd2" y="hd2"/>
              </a:cxn>
              <a:cxn ang="5400000">
                <a:pos x="wd2" y="hd2"/>
              </a:cxn>
              <a:cxn ang="10800000">
                <a:pos x="wd2" y="hd2"/>
              </a:cxn>
              <a:cxn ang="16200000">
                <a:pos x="wd2" y="hd2"/>
              </a:cxn>
            </a:cxnLst>
            <a:rect l="0" t="0" r="r" b="b"/>
            <a:pathLst>
              <a:path w="21600" h="21600" extrusionOk="0">
                <a:moveTo>
                  <a:pt x="21124" y="6341"/>
                </a:moveTo>
                <a:cubicBezTo>
                  <a:pt x="21124" y="6143"/>
                  <a:pt x="21124" y="5747"/>
                  <a:pt x="21124" y="5549"/>
                </a:cubicBezTo>
                <a:cubicBezTo>
                  <a:pt x="21124" y="2180"/>
                  <a:pt x="19218" y="0"/>
                  <a:pt x="16676" y="0"/>
                </a:cubicBezTo>
                <a:cubicBezTo>
                  <a:pt x="14294" y="0"/>
                  <a:pt x="12547" y="1982"/>
                  <a:pt x="12388" y="4954"/>
                </a:cubicBezTo>
                <a:cubicBezTo>
                  <a:pt x="15247" y="5945"/>
                  <a:pt x="17153" y="8917"/>
                  <a:pt x="17153" y="12881"/>
                </a:cubicBezTo>
                <a:cubicBezTo>
                  <a:pt x="17312" y="13277"/>
                  <a:pt x="17471" y="13673"/>
                  <a:pt x="17629" y="14070"/>
                </a:cubicBezTo>
                <a:cubicBezTo>
                  <a:pt x="19059" y="13673"/>
                  <a:pt x="19694" y="11890"/>
                  <a:pt x="20329" y="9908"/>
                </a:cubicBezTo>
                <a:cubicBezTo>
                  <a:pt x="21124" y="9314"/>
                  <a:pt x="21600" y="8719"/>
                  <a:pt x="21600" y="7728"/>
                </a:cubicBezTo>
                <a:cubicBezTo>
                  <a:pt x="21600" y="7332"/>
                  <a:pt x="21441" y="6738"/>
                  <a:pt x="21124" y="6341"/>
                </a:cubicBezTo>
                <a:close/>
                <a:moveTo>
                  <a:pt x="9212" y="4954"/>
                </a:moveTo>
                <a:cubicBezTo>
                  <a:pt x="9053" y="1982"/>
                  <a:pt x="7306" y="0"/>
                  <a:pt x="4924" y="0"/>
                </a:cubicBezTo>
                <a:cubicBezTo>
                  <a:pt x="2382" y="0"/>
                  <a:pt x="635" y="2180"/>
                  <a:pt x="635" y="5549"/>
                </a:cubicBezTo>
                <a:cubicBezTo>
                  <a:pt x="635" y="5747"/>
                  <a:pt x="635" y="6143"/>
                  <a:pt x="635" y="6341"/>
                </a:cubicBezTo>
                <a:cubicBezTo>
                  <a:pt x="159" y="6738"/>
                  <a:pt x="0" y="7332"/>
                  <a:pt x="0" y="7728"/>
                </a:cubicBezTo>
                <a:cubicBezTo>
                  <a:pt x="0" y="8719"/>
                  <a:pt x="476" y="9314"/>
                  <a:pt x="1271" y="9908"/>
                </a:cubicBezTo>
                <a:cubicBezTo>
                  <a:pt x="1906" y="11890"/>
                  <a:pt x="2541" y="13673"/>
                  <a:pt x="4129" y="14070"/>
                </a:cubicBezTo>
                <a:cubicBezTo>
                  <a:pt x="4129" y="13673"/>
                  <a:pt x="4288" y="13277"/>
                  <a:pt x="4447" y="12881"/>
                </a:cubicBezTo>
                <a:cubicBezTo>
                  <a:pt x="4606" y="8917"/>
                  <a:pt x="6512" y="5945"/>
                  <a:pt x="9212" y="4954"/>
                </a:cubicBezTo>
                <a:close/>
                <a:moveTo>
                  <a:pt x="15247" y="12881"/>
                </a:moveTo>
                <a:cubicBezTo>
                  <a:pt x="15247" y="9710"/>
                  <a:pt x="13341" y="7332"/>
                  <a:pt x="10800" y="7332"/>
                </a:cubicBezTo>
                <a:cubicBezTo>
                  <a:pt x="8259" y="7332"/>
                  <a:pt x="6512" y="9710"/>
                  <a:pt x="6512" y="12881"/>
                </a:cubicBezTo>
                <a:cubicBezTo>
                  <a:pt x="6512" y="13079"/>
                  <a:pt x="6512" y="13475"/>
                  <a:pt x="6512" y="13673"/>
                </a:cubicBezTo>
                <a:cubicBezTo>
                  <a:pt x="6194" y="14070"/>
                  <a:pt x="5876" y="14664"/>
                  <a:pt x="5876" y="15061"/>
                </a:cubicBezTo>
                <a:cubicBezTo>
                  <a:pt x="5876" y="16051"/>
                  <a:pt x="6353" y="16844"/>
                  <a:pt x="7306" y="17240"/>
                </a:cubicBezTo>
                <a:cubicBezTo>
                  <a:pt x="7941" y="19618"/>
                  <a:pt x="8735" y="21600"/>
                  <a:pt x="10800" y="21600"/>
                </a:cubicBezTo>
                <a:cubicBezTo>
                  <a:pt x="12865" y="21600"/>
                  <a:pt x="13659" y="19618"/>
                  <a:pt x="14453" y="17240"/>
                </a:cubicBezTo>
                <a:cubicBezTo>
                  <a:pt x="15247" y="16844"/>
                  <a:pt x="15724" y="16051"/>
                  <a:pt x="15724" y="15061"/>
                </a:cubicBezTo>
                <a:cubicBezTo>
                  <a:pt x="15724" y="14664"/>
                  <a:pt x="15565" y="14070"/>
                  <a:pt x="15247" y="13673"/>
                </a:cubicBezTo>
                <a:cubicBezTo>
                  <a:pt x="15247" y="13475"/>
                  <a:pt x="15247" y="13079"/>
                  <a:pt x="15247" y="12881"/>
                </a:cubicBezTo>
                <a:close/>
              </a:path>
            </a:pathLst>
          </a:custGeom>
          <a:solidFill>
            <a:srgbClr val="FF33CC"/>
          </a:solidFill>
          <a:ln w="12700" cap="flat">
            <a:noFill/>
            <a:miter lim="400000"/>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a:latin typeface="Verdana"/>
                <a:ea typeface="Verdana"/>
                <a:cs typeface="Verdana"/>
                <a:sym typeface="Verdana"/>
              </a:defRPr>
            </a:pPr>
            <a:endParaRPr kumimoji="0" sz="12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8" name="Arrow: Left-Right-Up 17">
            <a:extLst>
              <a:ext uri="{FF2B5EF4-FFF2-40B4-BE49-F238E27FC236}">
                <a16:creationId xmlns:a16="http://schemas.microsoft.com/office/drawing/2014/main" id="{E3CE930B-6579-D0D0-A55B-55BA0970A65A}"/>
              </a:ext>
            </a:extLst>
          </p:cNvPr>
          <p:cNvSpPr/>
          <p:nvPr/>
        </p:nvSpPr>
        <p:spPr>
          <a:xfrm>
            <a:off x="4871358" y="2717334"/>
            <a:ext cx="1001486" cy="654434"/>
          </a:xfrm>
          <a:prstGeom prst="leftRightUpArrow">
            <a:avLst/>
          </a:prstGeom>
          <a:gradFill flip="none" rotWithShape="1">
            <a:gsLst>
              <a:gs pos="48000">
                <a:srgbClr val="FF33CC"/>
              </a:gs>
              <a:gs pos="0">
                <a:srgbClr val="FF33CC"/>
              </a:gs>
              <a:gs pos="55000">
                <a:srgbClr val="0070C0"/>
              </a:gs>
            </a:gsLst>
            <a:lin ang="0" scaled="1"/>
            <a:tileRect/>
          </a:gradFill>
          <a:ln w="12700" cap="flat" cmpd="sng" algn="ctr">
            <a:noFill/>
            <a:prstDash val="solid"/>
            <a:miter lim="800000"/>
          </a:ln>
          <a:effectLst/>
        </p:spPr>
        <p:txBody>
          <a:bodyPr rtlCol="0" anchor="ctr"/>
          <a:lstStyle/>
          <a:p>
            <a:pPr algn="ctr"/>
            <a:endParaRPr lang="en-GB" kern="0">
              <a:solidFill>
                <a:prstClr val="white"/>
              </a:solidFill>
              <a:latin typeface="Calibri" panose="020F0502020204030204"/>
            </a:endParaRPr>
          </a:p>
        </p:txBody>
      </p:sp>
      <p:sp>
        <p:nvSpPr>
          <p:cNvPr id="19" name="Arrow: Left-Right-Up 18">
            <a:extLst>
              <a:ext uri="{FF2B5EF4-FFF2-40B4-BE49-F238E27FC236}">
                <a16:creationId xmlns:a16="http://schemas.microsoft.com/office/drawing/2014/main" id="{6E2E7925-F87A-5A21-091A-AE06F240E47F}"/>
              </a:ext>
            </a:extLst>
          </p:cNvPr>
          <p:cNvSpPr/>
          <p:nvPr/>
        </p:nvSpPr>
        <p:spPr>
          <a:xfrm>
            <a:off x="4871358" y="3635483"/>
            <a:ext cx="1001486" cy="654434"/>
          </a:xfrm>
          <a:prstGeom prst="leftRightUpArrow">
            <a:avLst/>
          </a:prstGeom>
          <a:gradFill flip="none" rotWithShape="1">
            <a:gsLst>
              <a:gs pos="48000">
                <a:srgbClr val="FF33CC"/>
              </a:gs>
              <a:gs pos="0">
                <a:srgbClr val="FF33CC"/>
              </a:gs>
              <a:gs pos="55000">
                <a:srgbClr val="0070C0"/>
              </a:gs>
            </a:gsLst>
            <a:lin ang="0" scaled="1"/>
            <a:tileRect/>
          </a:gradFill>
          <a:ln w="12700" cap="flat" cmpd="sng" algn="ctr">
            <a:noFill/>
            <a:prstDash val="solid"/>
            <a:miter lim="800000"/>
          </a:ln>
          <a:effectLst/>
        </p:spPr>
        <p:txBody>
          <a:bodyPr rtlCol="0" anchor="ctr"/>
          <a:lstStyle/>
          <a:p>
            <a:pPr algn="ctr"/>
            <a:endParaRPr lang="en-GB" kern="0">
              <a:solidFill>
                <a:prstClr val="white"/>
              </a:solidFill>
              <a:latin typeface="Calibri" panose="020F0502020204030204"/>
            </a:endParaRPr>
          </a:p>
        </p:txBody>
      </p:sp>
      <p:sp>
        <p:nvSpPr>
          <p:cNvPr id="20" name="Arrow: Left-Right-Up 19">
            <a:extLst>
              <a:ext uri="{FF2B5EF4-FFF2-40B4-BE49-F238E27FC236}">
                <a16:creationId xmlns:a16="http://schemas.microsoft.com/office/drawing/2014/main" id="{509D5C8D-8ABD-06CA-F858-FF0498BAECB4}"/>
              </a:ext>
            </a:extLst>
          </p:cNvPr>
          <p:cNvSpPr/>
          <p:nvPr/>
        </p:nvSpPr>
        <p:spPr>
          <a:xfrm>
            <a:off x="4871358" y="4464849"/>
            <a:ext cx="1001486" cy="654434"/>
          </a:xfrm>
          <a:prstGeom prst="leftRightUpArrow">
            <a:avLst/>
          </a:prstGeom>
          <a:gradFill flip="none" rotWithShape="1">
            <a:gsLst>
              <a:gs pos="48000">
                <a:srgbClr val="FF33CC"/>
              </a:gs>
              <a:gs pos="0">
                <a:srgbClr val="FF33CC"/>
              </a:gs>
              <a:gs pos="55000">
                <a:srgbClr val="0070C0"/>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1" name="TextBox 20">
            <a:extLst>
              <a:ext uri="{FF2B5EF4-FFF2-40B4-BE49-F238E27FC236}">
                <a16:creationId xmlns:a16="http://schemas.microsoft.com/office/drawing/2014/main" id="{86A9E356-8DCA-1DD8-2A15-B34268754DA4}"/>
              </a:ext>
            </a:extLst>
          </p:cNvPr>
          <p:cNvSpPr txBox="1"/>
          <p:nvPr/>
        </p:nvSpPr>
        <p:spPr>
          <a:xfrm>
            <a:off x="1775600" y="1407370"/>
            <a:ext cx="3571480"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mn-cs"/>
              </a:rPr>
              <a:t>Executive Level:</a:t>
            </a:r>
          </a:p>
        </p:txBody>
      </p:sp>
      <p:sp>
        <p:nvSpPr>
          <p:cNvPr id="31" name="TextBox 30">
            <a:extLst>
              <a:ext uri="{FF2B5EF4-FFF2-40B4-BE49-F238E27FC236}">
                <a16:creationId xmlns:a16="http://schemas.microsoft.com/office/drawing/2014/main" id="{F6EDAFA3-CF5D-6CD1-3F04-F26402155D40}"/>
              </a:ext>
            </a:extLst>
          </p:cNvPr>
          <p:cNvSpPr txBox="1"/>
          <p:nvPr/>
        </p:nvSpPr>
        <p:spPr>
          <a:xfrm>
            <a:off x="184311" y="1797798"/>
            <a:ext cx="133516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mn-cs"/>
              </a:rPr>
              <a:t>Other key stakeholders:</a:t>
            </a:r>
          </a:p>
        </p:txBody>
      </p:sp>
      <p:sp>
        <p:nvSpPr>
          <p:cNvPr id="64" name="TextBox 63">
            <a:extLst>
              <a:ext uri="{FF2B5EF4-FFF2-40B4-BE49-F238E27FC236}">
                <a16:creationId xmlns:a16="http://schemas.microsoft.com/office/drawing/2014/main" id="{56C8ED0B-81D8-46AA-6AD3-9599BED25299}"/>
              </a:ext>
            </a:extLst>
          </p:cNvPr>
          <p:cNvSpPr txBox="1"/>
          <p:nvPr/>
        </p:nvSpPr>
        <p:spPr>
          <a:xfrm>
            <a:off x="272092" y="2442455"/>
            <a:ext cx="1403755" cy="3049778"/>
          </a:xfrm>
          <a:prstGeom prst="rect">
            <a:avLst/>
          </a:prstGeom>
          <a:noFill/>
        </p:spPr>
        <p:txBody>
          <a:bodyPr wrap="square" lIns="91440" tIns="45720" rIns="91440" bIns="45720" rtlCol="0" anchor="t">
            <a:noAutofit/>
          </a:bodyPr>
          <a:lstStyle/>
          <a:p>
            <a:pPr>
              <a:defRPr/>
            </a:pPr>
            <a:endParaRPr lang="en-GB" sz="1200" b="1" kern="0">
              <a:solidFill>
                <a:prstClr val="white"/>
              </a:solidFill>
              <a:latin typeface="Calibri"/>
              <a:ea typeface="Calibri"/>
              <a:cs typeface="Calibri"/>
            </a:endParaRPr>
          </a:p>
          <a:p>
            <a:pPr>
              <a:defRPr/>
            </a:pPr>
            <a:endParaRPr lang="en-GB" sz="1200" b="1" kern="0">
              <a:solidFill>
                <a:prstClr val="white"/>
              </a:solidFill>
              <a:latin typeface="Calibri"/>
              <a:ea typeface="Calibri"/>
              <a:cs typeface="Calibri"/>
            </a:endParaRPr>
          </a:p>
          <a:p>
            <a:pPr>
              <a:defRPr/>
            </a:pPr>
            <a:r>
              <a:rPr lang="en-GB" sz="1200" b="1" kern="0">
                <a:solidFill>
                  <a:prstClr val="white"/>
                </a:solidFill>
                <a:latin typeface="Calibri"/>
                <a:ea typeface="Calibri"/>
                <a:cs typeface="Calibri"/>
              </a:rPr>
              <a:t>Finance modernisation</a:t>
            </a:r>
            <a:endParaRPr lang="en-GB" err="1">
              <a:solidFill>
                <a:prstClr val="white"/>
              </a:solidFill>
            </a:endParaRPr>
          </a:p>
          <a:p>
            <a:pPr>
              <a:defRPr/>
            </a:pPr>
            <a:endParaRPr lang="en-GB" sz="1200" b="1" kern="0">
              <a:solidFill>
                <a:prstClr val="white"/>
              </a:solidFill>
              <a:latin typeface="Calibri"/>
              <a:ea typeface="Calibri"/>
              <a:cs typeface="Calibri"/>
            </a:endParaRPr>
          </a:p>
          <a:p>
            <a:pPr>
              <a:defRPr/>
            </a:pPr>
            <a:endParaRPr lang="en-GB" sz="1200" b="1" kern="0">
              <a:solidFill>
                <a:prstClr val="white"/>
              </a:solidFill>
              <a:latin typeface="Calibri"/>
              <a:ea typeface="Calibri"/>
              <a:cs typeface="Calibri"/>
            </a:endParaRPr>
          </a:p>
          <a:p>
            <a:pPr>
              <a:defRPr/>
            </a:pPr>
            <a:r>
              <a:rPr lang="en-GB" sz="1200" b="1" kern="0">
                <a:solidFill>
                  <a:prstClr val="white"/>
                </a:solidFill>
                <a:latin typeface="Calibri"/>
                <a:ea typeface="Calibri"/>
                <a:cs typeface="Calibri"/>
              </a:rPr>
              <a:t>Underwriting &amp; Servicing </a:t>
            </a:r>
          </a:p>
          <a:p>
            <a:pPr>
              <a:defRPr/>
            </a:pPr>
            <a:endParaRPr lang="en-GB" sz="1200" b="1" kern="0">
              <a:solidFill>
                <a:prstClr val="white"/>
              </a:solidFill>
              <a:latin typeface="Calibri"/>
              <a:ea typeface="Calibri"/>
              <a:cs typeface="Calibri"/>
            </a:endParaRPr>
          </a:p>
          <a:p>
            <a:pPr>
              <a:defRPr/>
            </a:pPr>
            <a:endParaRPr lang="en-GB" sz="1200" b="1" kern="0">
              <a:solidFill>
                <a:prstClr val="white"/>
              </a:solidFill>
              <a:latin typeface="Calibri"/>
              <a:ea typeface="Calibri"/>
              <a:cs typeface="Calibri"/>
            </a:endParaRPr>
          </a:p>
          <a:p>
            <a:pPr>
              <a:defRPr/>
            </a:pPr>
            <a:r>
              <a:rPr lang="en-GB" sz="1200" b="1" kern="0">
                <a:solidFill>
                  <a:prstClr val="white"/>
                </a:solidFill>
                <a:latin typeface="Calibri"/>
                <a:ea typeface="Calibri"/>
                <a:cs typeface="Calibri"/>
              </a:rPr>
              <a:t>Data Migration</a:t>
            </a:r>
          </a:p>
          <a:p>
            <a:pPr>
              <a:defRPr/>
            </a:pPr>
            <a:endParaRPr lang="en-GB" sz="1200" b="1" kern="0">
              <a:solidFill>
                <a:prstClr val="white"/>
              </a:solidFill>
              <a:latin typeface="Calibri"/>
              <a:ea typeface="Calibri"/>
              <a:cs typeface="Calibri"/>
            </a:endParaRPr>
          </a:p>
          <a:p>
            <a:pPr>
              <a:defRPr/>
            </a:pPr>
            <a:endParaRPr lang="en-GB" sz="1200" b="1" kern="0">
              <a:solidFill>
                <a:prstClr val="white"/>
              </a:solidFill>
              <a:latin typeface="Calibri"/>
              <a:ea typeface="Calibri"/>
              <a:cs typeface="Calibri"/>
            </a:endParaRPr>
          </a:p>
          <a:p>
            <a:pPr>
              <a:defRPr/>
            </a:pPr>
            <a:r>
              <a:rPr lang="en-GB" sz="1200" b="1" kern="0">
                <a:solidFill>
                  <a:prstClr val="white"/>
                </a:solidFill>
                <a:latin typeface="Calibri"/>
                <a:ea typeface="Calibri"/>
                <a:cs typeface="Calibri"/>
              </a:rPr>
              <a:t>Operations </a:t>
            </a:r>
          </a:p>
        </p:txBody>
      </p:sp>
      <p:sp>
        <p:nvSpPr>
          <p:cNvPr id="65" name="Rectangle: Rounded Corners 64">
            <a:extLst>
              <a:ext uri="{FF2B5EF4-FFF2-40B4-BE49-F238E27FC236}">
                <a16:creationId xmlns:a16="http://schemas.microsoft.com/office/drawing/2014/main" id="{DD795179-BE8A-87C7-2CC3-B660419A6194}"/>
              </a:ext>
            </a:extLst>
          </p:cNvPr>
          <p:cNvSpPr/>
          <p:nvPr/>
        </p:nvSpPr>
        <p:spPr>
          <a:xfrm>
            <a:off x="1809751" y="5409233"/>
            <a:ext cx="7124700" cy="527334"/>
          </a:xfrm>
          <a:prstGeom prst="roundRect">
            <a:avLst>
              <a:gd name="adj" fmla="val 14259"/>
            </a:avLst>
          </a:prstGeom>
          <a:gradFill flip="none" rotWithShape="1">
            <a:gsLst>
              <a:gs pos="49000">
                <a:srgbClr val="FF33CC"/>
              </a:gs>
              <a:gs pos="0">
                <a:srgbClr val="FF33CC"/>
              </a:gs>
              <a:gs pos="55000">
                <a:srgbClr val="0070C0"/>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6" name="TextBox 65">
            <a:extLst>
              <a:ext uri="{FF2B5EF4-FFF2-40B4-BE49-F238E27FC236}">
                <a16:creationId xmlns:a16="http://schemas.microsoft.com/office/drawing/2014/main" id="{29E59022-4BF3-E29E-C12E-B58C08FA9385}"/>
              </a:ext>
            </a:extLst>
          </p:cNvPr>
          <p:cNvSpPr txBox="1"/>
          <p:nvPr/>
        </p:nvSpPr>
        <p:spPr>
          <a:xfrm>
            <a:off x="1814423" y="1726943"/>
            <a:ext cx="3486150" cy="261610"/>
          </a:xfrm>
          <a:prstGeom prst="rect">
            <a:avLst/>
          </a:prstGeom>
          <a:noFill/>
        </p:spPr>
        <p:txBody>
          <a:bodyPr wrap="square" lIns="91440" tIns="45720" rIns="91440" bIns="45720" rtlCol="0" anchor="t">
            <a:spAutoFit/>
          </a:bodyPr>
          <a:lstStyle/>
          <a:p>
            <a:pPr>
              <a:defRPr/>
            </a:pPr>
            <a:r>
              <a:rPr lang="en-GB" sz="1100" kern="0">
                <a:solidFill>
                  <a:prstClr val="white"/>
                </a:solidFill>
                <a:latin typeface="Calibri" panose="020F0502020204030204"/>
              </a:rPr>
              <a:t>Business Sponsor</a:t>
            </a:r>
          </a:p>
        </p:txBody>
      </p:sp>
      <p:sp>
        <p:nvSpPr>
          <p:cNvPr id="68" name="Arrow: Right 67">
            <a:extLst>
              <a:ext uri="{FF2B5EF4-FFF2-40B4-BE49-F238E27FC236}">
                <a16:creationId xmlns:a16="http://schemas.microsoft.com/office/drawing/2014/main" id="{6EC92D07-E96C-E6F1-6144-5C016A8483E5}"/>
              </a:ext>
            </a:extLst>
          </p:cNvPr>
          <p:cNvSpPr/>
          <p:nvPr/>
        </p:nvSpPr>
        <p:spPr>
          <a:xfrm>
            <a:off x="1581921" y="3146497"/>
            <a:ext cx="226796" cy="312260"/>
          </a:xfrm>
          <a:prstGeom prst="rightArrow">
            <a:avLst/>
          </a:prstGeom>
          <a:solidFill>
            <a:srgbClr val="FF33CC"/>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9" name="Arrow: Right 68">
            <a:extLst>
              <a:ext uri="{FF2B5EF4-FFF2-40B4-BE49-F238E27FC236}">
                <a16:creationId xmlns:a16="http://schemas.microsoft.com/office/drawing/2014/main" id="{5D7DF35D-547B-CEF6-8912-5239B47DA582}"/>
              </a:ext>
            </a:extLst>
          </p:cNvPr>
          <p:cNvSpPr/>
          <p:nvPr/>
        </p:nvSpPr>
        <p:spPr>
          <a:xfrm>
            <a:off x="1588750" y="4631419"/>
            <a:ext cx="226796" cy="312260"/>
          </a:xfrm>
          <a:prstGeom prst="rightArrow">
            <a:avLst/>
          </a:prstGeom>
          <a:solidFill>
            <a:srgbClr val="FF33CC"/>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71" name="TextBox 70">
            <a:extLst>
              <a:ext uri="{FF2B5EF4-FFF2-40B4-BE49-F238E27FC236}">
                <a16:creationId xmlns:a16="http://schemas.microsoft.com/office/drawing/2014/main" id="{CFB73E41-28E5-5B6A-78F2-6DDBCEC42C75}"/>
              </a:ext>
            </a:extLst>
          </p:cNvPr>
          <p:cNvSpPr txBox="1"/>
          <p:nvPr/>
        </p:nvSpPr>
        <p:spPr>
          <a:xfrm>
            <a:off x="1857012" y="5403942"/>
            <a:ext cx="34861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300"/>
              </a:spcBef>
              <a:spcAft>
                <a:spcPts val="0"/>
              </a:spcAft>
              <a:buClr>
                <a:srgbClr val="0070AD"/>
              </a:buClr>
              <a:buSzPct val="100000"/>
              <a:buFontTx/>
              <a:buNone/>
              <a:tabLst/>
              <a:defRPr sz="1000">
                <a:latin typeface="Verdana"/>
                <a:ea typeface="Verdana"/>
                <a:cs typeface="Verdana"/>
                <a:sym typeface="Verdana"/>
              </a:defRPr>
            </a:pPr>
            <a:r>
              <a:rPr kumimoji="0" lang="en-GB" sz="1200" b="0" i="0" u="none" strike="noStrike" kern="1200" cap="none" spc="0" normalizeH="0" baseline="0" noProof="0">
                <a:ln>
                  <a:noFill/>
                </a:ln>
                <a:solidFill>
                  <a:prstClr val="white"/>
                </a:solidFill>
                <a:effectLst/>
                <a:uLnTx/>
                <a:uFillTx/>
                <a:latin typeface="Calibri Light" panose="020F0302020204030204"/>
                <a:ea typeface="Verdana"/>
                <a:cs typeface="Verdana"/>
                <a:sym typeface="Verdana"/>
              </a:rPr>
              <a:t>Business SMEs, Business Analysts, Architects, Engineers, UAT team etc.</a:t>
            </a:r>
          </a:p>
        </p:txBody>
      </p:sp>
      <p:sp>
        <p:nvSpPr>
          <p:cNvPr id="72" name="TextBox 71">
            <a:extLst>
              <a:ext uri="{FF2B5EF4-FFF2-40B4-BE49-F238E27FC236}">
                <a16:creationId xmlns:a16="http://schemas.microsoft.com/office/drawing/2014/main" id="{8BE5E1E7-CD92-CE60-9C08-362CA75D1DE5}"/>
              </a:ext>
            </a:extLst>
          </p:cNvPr>
          <p:cNvSpPr txBox="1"/>
          <p:nvPr/>
        </p:nvSpPr>
        <p:spPr>
          <a:xfrm>
            <a:off x="1775600" y="5176198"/>
            <a:ext cx="3486150"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prstClr val="black"/>
                </a:solidFill>
                <a:effectLst/>
                <a:uLnTx/>
                <a:uFillTx/>
                <a:latin typeface="Calibri" panose="020F0502020204030204"/>
                <a:ea typeface="+mn-ea"/>
                <a:cs typeface="+mn-cs"/>
              </a:rPr>
              <a:t>Project Team:</a:t>
            </a:r>
          </a:p>
        </p:txBody>
      </p:sp>
      <p:sp>
        <p:nvSpPr>
          <p:cNvPr id="73" name="TextBox 72">
            <a:extLst>
              <a:ext uri="{FF2B5EF4-FFF2-40B4-BE49-F238E27FC236}">
                <a16:creationId xmlns:a16="http://schemas.microsoft.com/office/drawing/2014/main" id="{DA88CA85-FB53-C64C-A159-419AAEA605FC}"/>
              </a:ext>
            </a:extLst>
          </p:cNvPr>
          <p:cNvSpPr txBox="1"/>
          <p:nvPr/>
        </p:nvSpPr>
        <p:spPr>
          <a:xfrm>
            <a:off x="5507548" y="5412656"/>
            <a:ext cx="34861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300"/>
              </a:spcBef>
              <a:spcAft>
                <a:spcPts val="0"/>
              </a:spcAft>
              <a:buClr>
                <a:srgbClr val="0070AD"/>
              </a:buClr>
              <a:buSzPct val="100000"/>
              <a:buFontTx/>
              <a:buNone/>
              <a:tabLst/>
              <a:defRPr sz="1000">
                <a:latin typeface="Verdana"/>
                <a:ea typeface="Verdana"/>
                <a:cs typeface="Verdana"/>
                <a:sym typeface="Verdana"/>
              </a:defRPr>
            </a:pPr>
            <a:r>
              <a:rPr kumimoji="0" lang="en-GB" sz="1200" b="0" i="0" u="none" strike="noStrike" kern="1200" cap="none" spc="0" normalizeH="0" baseline="0" noProof="0">
                <a:ln>
                  <a:noFill/>
                </a:ln>
                <a:solidFill>
                  <a:prstClr val="white"/>
                </a:solidFill>
                <a:effectLst/>
                <a:uLnTx/>
                <a:uFillTx/>
                <a:latin typeface="Calibri Light" panose="020F0302020204030204"/>
                <a:ea typeface="Verdana"/>
                <a:cs typeface="Verdana"/>
                <a:sym typeface="Verdana"/>
              </a:rPr>
              <a:t>Business Analysts, Architects, Designers, Engineers, QA / Testers, DevOps, Scrum Masters, Data Scientists</a:t>
            </a:r>
          </a:p>
        </p:txBody>
      </p:sp>
      <p:sp>
        <p:nvSpPr>
          <p:cNvPr id="75" name="TextBox 74">
            <a:extLst>
              <a:ext uri="{FF2B5EF4-FFF2-40B4-BE49-F238E27FC236}">
                <a16:creationId xmlns:a16="http://schemas.microsoft.com/office/drawing/2014/main" id="{91FCB2E9-EFCE-A69F-5B43-74088B169490}"/>
              </a:ext>
            </a:extLst>
          </p:cNvPr>
          <p:cNvSpPr txBox="1"/>
          <p:nvPr/>
        </p:nvSpPr>
        <p:spPr>
          <a:xfrm>
            <a:off x="5446052" y="1769040"/>
            <a:ext cx="3486150" cy="430887"/>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a:ln>
                  <a:noFill/>
                </a:ln>
                <a:solidFill>
                  <a:prstClr val="white"/>
                </a:solidFill>
                <a:effectLst/>
                <a:uLnTx/>
                <a:uFillTx/>
                <a:latin typeface="Calibri" panose="020F0502020204030204"/>
                <a:ea typeface="+mn-ea"/>
                <a:cs typeface="+mn-cs"/>
              </a:rPr>
              <a:t>Delivery Executive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a:ln>
                  <a:noFill/>
                </a:ln>
                <a:solidFill>
                  <a:prstClr val="white"/>
                </a:solidFill>
                <a:effectLst/>
                <a:uLnTx/>
                <a:uFillTx/>
                <a:latin typeface="Calibri" panose="020F0502020204030204"/>
                <a:ea typeface="+mn-ea"/>
                <a:cs typeface="+mn-cs"/>
              </a:rPr>
              <a:t>Account Executive</a:t>
            </a:r>
            <a:endParaRPr lang="en-GB" sz="1100" b="0" i="0" u="none" strike="noStrike" kern="0" cap="none" spc="0" normalizeH="0" baseline="0" noProof="0">
              <a:ln>
                <a:noFill/>
              </a:ln>
              <a:solidFill>
                <a:prstClr val="white"/>
              </a:solidFill>
              <a:effectLst/>
              <a:uLnTx/>
              <a:uFillTx/>
              <a:latin typeface="Calibri" panose="020F0502020204030204"/>
              <a:ea typeface="Calibri"/>
              <a:cs typeface="Calibri"/>
            </a:endParaRPr>
          </a:p>
        </p:txBody>
      </p:sp>
      <p:sp>
        <p:nvSpPr>
          <p:cNvPr id="79" name="Arrow: Right 78">
            <a:extLst>
              <a:ext uri="{FF2B5EF4-FFF2-40B4-BE49-F238E27FC236}">
                <a16:creationId xmlns:a16="http://schemas.microsoft.com/office/drawing/2014/main" id="{CD85CC9E-C76C-99A6-0AA7-D23EBC90B81C}"/>
              </a:ext>
            </a:extLst>
          </p:cNvPr>
          <p:cNvSpPr/>
          <p:nvPr/>
        </p:nvSpPr>
        <p:spPr>
          <a:xfrm rot="16200000">
            <a:off x="3540796" y="5169549"/>
            <a:ext cx="226796" cy="312260"/>
          </a:xfrm>
          <a:prstGeom prst="rightArrow">
            <a:avLst/>
          </a:prstGeom>
          <a:solidFill>
            <a:srgbClr val="FF33CC"/>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0" name="Arrow: Right 79">
            <a:extLst>
              <a:ext uri="{FF2B5EF4-FFF2-40B4-BE49-F238E27FC236}">
                <a16:creationId xmlns:a16="http://schemas.microsoft.com/office/drawing/2014/main" id="{D12F3023-A010-953A-C779-351443104C21}"/>
              </a:ext>
            </a:extLst>
          </p:cNvPr>
          <p:cNvSpPr/>
          <p:nvPr/>
        </p:nvSpPr>
        <p:spPr>
          <a:xfrm rot="16200000">
            <a:off x="7020499" y="5169550"/>
            <a:ext cx="226796" cy="312260"/>
          </a:xfrm>
          <a:prstGeom prst="rightArrow">
            <a:avLst/>
          </a:prstGeom>
          <a:solidFill>
            <a:srgbClr val="0070C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58" name="Arrow: Up 157">
            <a:extLst>
              <a:ext uri="{FF2B5EF4-FFF2-40B4-BE49-F238E27FC236}">
                <a16:creationId xmlns:a16="http://schemas.microsoft.com/office/drawing/2014/main" id="{065D6069-35D1-F6CE-68FA-DAB7FF59AAE4}"/>
              </a:ext>
            </a:extLst>
          </p:cNvPr>
          <p:cNvSpPr/>
          <p:nvPr/>
        </p:nvSpPr>
        <p:spPr>
          <a:xfrm>
            <a:off x="9007805" y="1675102"/>
            <a:ext cx="312260" cy="4267940"/>
          </a:xfrm>
          <a:prstGeom prst="upArrow">
            <a:avLst/>
          </a:prstGeom>
          <a:gradFill flip="none" rotWithShape="1">
            <a:gsLst>
              <a:gs pos="47000">
                <a:srgbClr val="FF33CC"/>
              </a:gs>
              <a:gs pos="0">
                <a:srgbClr val="FF33CC"/>
              </a:gs>
              <a:gs pos="55000">
                <a:srgbClr val="0070C0"/>
              </a:gs>
            </a:gsLst>
            <a:lin ang="0" scaled="1"/>
            <a:tileRect/>
          </a:gradFill>
          <a:ln w="12700" cap="flat" cmpd="sng" algn="ctr">
            <a:noFill/>
            <a:prstDash val="solid"/>
            <a:miter lim="800000"/>
          </a:ln>
          <a:effectLst/>
        </p:spPr>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prstClr val="white"/>
                </a:solidFill>
                <a:effectLst/>
                <a:uLnTx/>
                <a:uFillTx/>
                <a:latin typeface="Calibri" panose="020F0502020204030204"/>
                <a:ea typeface="+mn-ea"/>
                <a:cs typeface="+mn-cs"/>
              </a:rPr>
              <a:t>Escalations</a:t>
            </a:r>
          </a:p>
        </p:txBody>
      </p:sp>
      <p:sp>
        <p:nvSpPr>
          <p:cNvPr id="159" name="Arrow: Up 158">
            <a:extLst>
              <a:ext uri="{FF2B5EF4-FFF2-40B4-BE49-F238E27FC236}">
                <a16:creationId xmlns:a16="http://schemas.microsoft.com/office/drawing/2014/main" id="{3E74D0DB-5D9F-2161-28F6-5F9454CB384D}"/>
              </a:ext>
            </a:extLst>
          </p:cNvPr>
          <p:cNvSpPr/>
          <p:nvPr/>
        </p:nvSpPr>
        <p:spPr>
          <a:xfrm rot="10800000">
            <a:off x="9307005" y="1684369"/>
            <a:ext cx="312260" cy="4267940"/>
          </a:xfrm>
          <a:prstGeom prst="upArrow">
            <a:avLst/>
          </a:prstGeom>
          <a:gradFill flip="none" rotWithShape="1">
            <a:gsLst>
              <a:gs pos="0">
                <a:scrgbClr r="0" g="0" b="0"/>
              </a:gs>
              <a:gs pos="0">
                <a:srgbClr val="0070C0"/>
              </a:gs>
              <a:gs pos="40000">
                <a:srgbClr val="0070C0"/>
              </a:gs>
              <a:gs pos="55000">
                <a:srgbClr val="FF33CC"/>
              </a:gs>
            </a:gsLst>
            <a:lin ang="0" scaled="1"/>
            <a:tileRect/>
          </a:gradFill>
          <a:ln w="12700" cap="flat" cmpd="sng" algn="ctr">
            <a:noFill/>
            <a:prstDash val="solid"/>
            <a:miter lim="800000"/>
          </a:ln>
          <a:effectLst/>
        </p:spPr>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prstClr val="white"/>
                </a:solidFill>
                <a:effectLst/>
                <a:uLnTx/>
                <a:uFillTx/>
                <a:latin typeface="Calibri" panose="020F0502020204030204"/>
                <a:ea typeface="+mn-ea"/>
                <a:cs typeface="+mn-cs"/>
              </a:rPr>
              <a:t>Decisions / Actions</a:t>
            </a:r>
          </a:p>
        </p:txBody>
      </p:sp>
      <p:sp>
        <p:nvSpPr>
          <p:cNvPr id="161" name="TextBox 160">
            <a:extLst>
              <a:ext uri="{FF2B5EF4-FFF2-40B4-BE49-F238E27FC236}">
                <a16:creationId xmlns:a16="http://schemas.microsoft.com/office/drawing/2014/main" id="{D33F3196-94FF-53A9-BF8E-DF5118DDD82D}"/>
              </a:ext>
            </a:extLst>
          </p:cNvPr>
          <p:cNvSpPr txBox="1"/>
          <p:nvPr/>
        </p:nvSpPr>
        <p:spPr>
          <a:xfrm>
            <a:off x="9741952" y="1770632"/>
            <a:ext cx="2450147" cy="4449431"/>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Escalations are done jointly from Capgemini and Beazley representatives from one level to Capgemini &amp; Beazley representatives at the next level up.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Prior to escalation, representatives will work together to:</a:t>
            </a:r>
          </a:p>
          <a:p>
            <a:pPr marL="228600" marR="0" lvl="0" indent="-228600" algn="l" defTabSz="914400" rtl="0" eaLnBrk="1" fontAlgn="auto" latinLnBrk="0" hangingPunct="1">
              <a:lnSpc>
                <a:spcPct val="100000"/>
              </a:lnSpc>
              <a:spcBef>
                <a:spcPts val="300"/>
              </a:spcBef>
              <a:spcAft>
                <a:spcPts val="0"/>
              </a:spcAft>
              <a:buClrTx/>
              <a:buSzTx/>
              <a:buFontTx/>
              <a:buAutoNum type="arabicPeriod"/>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Agree what they agree on</a:t>
            </a:r>
          </a:p>
          <a:p>
            <a:pPr marL="228600" marR="0" lvl="0" indent="-228600" algn="l" defTabSz="914400" rtl="0" eaLnBrk="1" fontAlgn="auto" latinLnBrk="0" hangingPunct="1">
              <a:lnSpc>
                <a:spcPct val="100000"/>
              </a:lnSpc>
              <a:spcBef>
                <a:spcPts val="300"/>
              </a:spcBef>
              <a:spcAft>
                <a:spcPts val="0"/>
              </a:spcAft>
              <a:buClrTx/>
              <a:buSzTx/>
              <a:buFontTx/>
              <a:buAutoNum type="arabicPeriod"/>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Agree what they disagree on</a:t>
            </a:r>
          </a:p>
          <a:p>
            <a:pPr marL="228600" marR="0" lvl="0" indent="-228600" algn="l" defTabSz="914400" rtl="0" eaLnBrk="1" fontAlgn="auto" latinLnBrk="0" hangingPunct="1">
              <a:lnSpc>
                <a:spcPct val="100000"/>
              </a:lnSpc>
              <a:spcBef>
                <a:spcPts val="300"/>
              </a:spcBef>
              <a:spcAft>
                <a:spcPts val="0"/>
              </a:spcAft>
              <a:buClrTx/>
              <a:buSzTx/>
              <a:buFontTx/>
              <a:buAutoNum type="arabicPeriod"/>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Prepare for the escalation, making clear:</a:t>
            </a:r>
          </a:p>
          <a:p>
            <a:pPr marL="444500" marR="0" lvl="1" indent="-17780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The problem statement</a:t>
            </a:r>
          </a:p>
          <a:p>
            <a:pPr marL="444500" marR="0" lvl="1" indent="-17780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The options for resolution and their pros and cons</a:t>
            </a:r>
          </a:p>
          <a:p>
            <a:pPr marL="444500" marR="0" lvl="1" indent="-17780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The decision(s) and / or action(s) required</a:t>
            </a:r>
          </a:p>
          <a:p>
            <a:pPr marL="444500" marR="0" lvl="1" indent="-17780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The date required by</a:t>
            </a:r>
          </a:p>
          <a:p>
            <a:pPr marL="444500" marR="0" lvl="1" indent="-17780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The impact of doing nothing / missing the date</a:t>
            </a:r>
          </a:p>
        </p:txBody>
      </p:sp>
      <p:sp>
        <p:nvSpPr>
          <p:cNvPr id="162" name="TextBox 161">
            <a:extLst>
              <a:ext uri="{FF2B5EF4-FFF2-40B4-BE49-F238E27FC236}">
                <a16:creationId xmlns:a16="http://schemas.microsoft.com/office/drawing/2014/main" id="{5E165112-15A1-D585-19AD-FF403D4091AB}"/>
              </a:ext>
            </a:extLst>
          </p:cNvPr>
          <p:cNvSpPr txBox="1"/>
          <p:nvPr/>
        </p:nvSpPr>
        <p:spPr>
          <a:xfrm>
            <a:off x="9757810" y="1407370"/>
            <a:ext cx="1493101" cy="276999"/>
          </a:xfrm>
          <a:prstGeom prst="rect">
            <a:avLst/>
          </a:prstGeom>
          <a:noFill/>
        </p:spPr>
        <p:txBody>
          <a:bodyPr wrap="square" rtlCol="0">
            <a:spAutoFit/>
          </a:bodyPr>
          <a:lstStyle>
            <a:defPPr>
              <a:defRPr lang="en-US"/>
            </a:defPPr>
            <a:lvl1pPr>
              <a:defRPr sz="1200" b="1"/>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mn-cs"/>
              </a:rPr>
              <a:t>Escalation Etiquette:</a:t>
            </a:r>
          </a:p>
        </p:txBody>
      </p:sp>
      <p:sp>
        <p:nvSpPr>
          <p:cNvPr id="163" name="Rectangle: Rounded Corners 162">
            <a:extLst>
              <a:ext uri="{FF2B5EF4-FFF2-40B4-BE49-F238E27FC236}">
                <a16:creationId xmlns:a16="http://schemas.microsoft.com/office/drawing/2014/main" id="{A5DD8720-9485-51AF-3716-5D7E07F0CCBC}"/>
              </a:ext>
            </a:extLst>
          </p:cNvPr>
          <p:cNvSpPr/>
          <p:nvPr/>
        </p:nvSpPr>
        <p:spPr>
          <a:xfrm>
            <a:off x="9670066" y="1675102"/>
            <a:ext cx="2409167" cy="4277207"/>
          </a:xfrm>
          <a:prstGeom prst="roundRect">
            <a:avLst>
              <a:gd name="adj" fmla="val 8823"/>
            </a:avLst>
          </a:prstGeom>
          <a:noFill/>
          <a:ln w="12700" cap="flat" cmpd="sng" algn="ctr">
            <a:solidFill>
              <a:sysClr val="window" lastClr="FFFFFF">
                <a:lumMod val="50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pic>
        <p:nvPicPr>
          <p:cNvPr id="166" name="Picture 2" descr="Beazley launches new private equity liability insurance product -  Reinsurance News">
            <a:extLst>
              <a:ext uri="{FF2B5EF4-FFF2-40B4-BE49-F238E27FC236}">
                <a16:creationId xmlns:a16="http://schemas.microsoft.com/office/drawing/2014/main" id="{32021D27-AC29-E2A0-0031-9CFB5CD37562}"/>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528200" y="1109227"/>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Rounded Corners 31">
            <a:extLst>
              <a:ext uri="{FF2B5EF4-FFF2-40B4-BE49-F238E27FC236}">
                <a16:creationId xmlns:a16="http://schemas.microsoft.com/office/drawing/2014/main" id="{9E2631F3-619B-FDD4-3D9F-C00744220037}"/>
              </a:ext>
            </a:extLst>
          </p:cNvPr>
          <p:cNvSpPr/>
          <p:nvPr/>
        </p:nvSpPr>
        <p:spPr>
          <a:xfrm>
            <a:off x="2211506" y="4626687"/>
            <a:ext cx="2035288" cy="41951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Product Owner</a:t>
            </a:r>
            <a:endParaRPr lang="en-US"/>
          </a:p>
        </p:txBody>
      </p:sp>
      <p:sp>
        <p:nvSpPr>
          <p:cNvPr id="34" name="Rectangle: Rounded Corners 33">
            <a:extLst>
              <a:ext uri="{FF2B5EF4-FFF2-40B4-BE49-F238E27FC236}">
                <a16:creationId xmlns:a16="http://schemas.microsoft.com/office/drawing/2014/main" id="{15C5CECE-DD38-EEFF-8D9A-FA5871A281C0}"/>
              </a:ext>
            </a:extLst>
          </p:cNvPr>
          <p:cNvSpPr/>
          <p:nvPr/>
        </p:nvSpPr>
        <p:spPr>
          <a:xfrm>
            <a:off x="6214165" y="4667177"/>
            <a:ext cx="1844931" cy="41951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Functional Lead</a:t>
            </a:r>
            <a:endParaRPr lang="en-US">
              <a:solidFill>
                <a:schemeClr val="bg1"/>
              </a:solidFill>
            </a:endParaRPr>
          </a:p>
        </p:txBody>
      </p:sp>
      <p:sp>
        <p:nvSpPr>
          <p:cNvPr id="35" name="Rectangle: Rounded Corners 34">
            <a:extLst>
              <a:ext uri="{FF2B5EF4-FFF2-40B4-BE49-F238E27FC236}">
                <a16:creationId xmlns:a16="http://schemas.microsoft.com/office/drawing/2014/main" id="{B9469419-B5B9-33C8-9323-BEFC55B033AA}"/>
              </a:ext>
            </a:extLst>
          </p:cNvPr>
          <p:cNvSpPr/>
          <p:nvPr/>
        </p:nvSpPr>
        <p:spPr>
          <a:xfrm>
            <a:off x="2225882" y="3792800"/>
            <a:ext cx="2035288" cy="41951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Delivery Lead</a:t>
            </a:r>
            <a:endParaRPr lang="en-US"/>
          </a:p>
        </p:txBody>
      </p:sp>
      <p:sp>
        <p:nvSpPr>
          <p:cNvPr id="36" name="Rectangle: Rounded Corners 35">
            <a:extLst>
              <a:ext uri="{FF2B5EF4-FFF2-40B4-BE49-F238E27FC236}">
                <a16:creationId xmlns:a16="http://schemas.microsoft.com/office/drawing/2014/main" id="{9734F6C7-2DF3-0F90-2005-F95170705822}"/>
              </a:ext>
            </a:extLst>
          </p:cNvPr>
          <p:cNvSpPr/>
          <p:nvPr/>
        </p:nvSpPr>
        <p:spPr>
          <a:xfrm>
            <a:off x="6214164" y="3804535"/>
            <a:ext cx="1844931" cy="41951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Delivery  Lead</a:t>
            </a:r>
            <a:endParaRPr lang="en-US">
              <a:solidFill>
                <a:schemeClr val="bg1"/>
              </a:solidFill>
            </a:endParaRPr>
          </a:p>
        </p:txBody>
      </p:sp>
      <p:sp>
        <p:nvSpPr>
          <p:cNvPr id="37" name="Rectangle: Rounded Corners 36">
            <a:extLst>
              <a:ext uri="{FF2B5EF4-FFF2-40B4-BE49-F238E27FC236}">
                <a16:creationId xmlns:a16="http://schemas.microsoft.com/office/drawing/2014/main" id="{15CF1724-7B54-F1AA-89DF-4918B3D30983}"/>
              </a:ext>
            </a:extLst>
          </p:cNvPr>
          <p:cNvSpPr/>
          <p:nvPr/>
        </p:nvSpPr>
        <p:spPr>
          <a:xfrm>
            <a:off x="2216733" y="2877223"/>
            <a:ext cx="2035288" cy="41951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Programme Director</a:t>
            </a:r>
            <a:endParaRPr lang="en-US"/>
          </a:p>
        </p:txBody>
      </p:sp>
      <p:sp>
        <p:nvSpPr>
          <p:cNvPr id="38" name="Rectangle: Rounded Corners 37">
            <a:extLst>
              <a:ext uri="{FF2B5EF4-FFF2-40B4-BE49-F238E27FC236}">
                <a16:creationId xmlns:a16="http://schemas.microsoft.com/office/drawing/2014/main" id="{26558AFD-6EAC-E706-D6BF-6C13B50D5923}"/>
              </a:ext>
            </a:extLst>
          </p:cNvPr>
          <p:cNvSpPr/>
          <p:nvPr/>
        </p:nvSpPr>
        <p:spPr>
          <a:xfrm>
            <a:off x="6214164" y="2884384"/>
            <a:ext cx="1844931" cy="41951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Programme Director</a:t>
            </a:r>
            <a:endParaRPr lang="en-US"/>
          </a:p>
        </p:txBody>
      </p:sp>
    </p:spTree>
    <p:extLst>
      <p:ext uri="{BB962C8B-B14F-4D97-AF65-F5344CB8AC3E}">
        <p14:creationId xmlns:p14="http://schemas.microsoft.com/office/powerpoint/2010/main" val="32362298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82979" y="4256"/>
            <a:ext cx="9776592" cy="716711"/>
          </a:xfrm>
        </p:spPr>
        <p:txBody>
          <a:bodyPr/>
          <a:lstStyle/>
          <a:p>
            <a:r>
              <a:rPr lang="en-GB"/>
              <a:t>Change control</a:t>
            </a:r>
          </a:p>
        </p:txBody>
      </p:sp>
      <p:sp>
        <p:nvSpPr>
          <p:cNvPr id="244" name="TextBox 243">
            <a:extLst>
              <a:ext uri="{FF2B5EF4-FFF2-40B4-BE49-F238E27FC236}">
                <a16:creationId xmlns:a16="http://schemas.microsoft.com/office/drawing/2014/main" id="{7899635A-0504-159A-E37A-54D4A6384C2E}"/>
              </a:ext>
            </a:extLst>
          </p:cNvPr>
          <p:cNvSpPr txBox="1"/>
          <p:nvPr/>
        </p:nvSpPr>
        <p:spPr>
          <a:xfrm>
            <a:off x="368183" y="754577"/>
            <a:ext cx="11555548" cy="584775"/>
          </a:xfrm>
          <a:prstGeom prst="rect">
            <a:avLst/>
          </a:prstGeom>
          <a:noFill/>
        </p:spPr>
        <p:txBody>
          <a:bodyPr wrap="square" rtlCol="0">
            <a:spAutoFit/>
          </a:bodyPr>
          <a:lstStyle/>
          <a:p>
            <a:r>
              <a:rPr lang="en-US" sz="1600" kern="0">
                <a:ea typeface="Verdana" panose="020B0604030504040204" pitchFamily="34" charset="0"/>
                <a:cs typeface="Calibri" panose="020F0502020204030204" pitchFamily="34" charset="0"/>
              </a:rPr>
              <a:t>Controlling change via an agreed process that acknowledges it is needed but manages its impact for the good of delivery is key to the success of this largescale programme delivery.</a:t>
            </a:r>
            <a:endParaRPr lang="pl-PL" sz="1600" kern="0">
              <a:ea typeface="Verdana" panose="020B0604030504040204" pitchFamily="34" charset="0"/>
              <a:cs typeface="Calibri" panose="020F0502020204030204" pitchFamily="34" charset="0"/>
            </a:endParaRPr>
          </a:p>
        </p:txBody>
      </p:sp>
      <p:pic>
        <p:nvPicPr>
          <p:cNvPr id="326" name="Picture 325">
            <a:extLst>
              <a:ext uri="{FF2B5EF4-FFF2-40B4-BE49-F238E27FC236}">
                <a16:creationId xmlns:a16="http://schemas.microsoft.com/office/drawing/2014/main" id="{180917D3-1689-AC03-CAC8-11249C0F7F19}"/>
              </a:ext>
            </a:extLst>
          </p:cNvPr>
          <p:cNvPicPr>
            <a:picLocks noChangeAspect="1"/>
          </p:cNvPicPr>
          <p:nvPr/>
        </p:nvPicPr>
        <p:blipFill>
          <a:blip r:embed="rId3"/>
          <a:stretch>
            <a:fillRect/>
          </a:stretch>
        </p:blipFill>
        <p:spPr>
          <a:xfrm>
            <a:off x="930852" y="1446828"/>
            <a:ext cx="10330295" cy="5117664"/>
          </a:xfrm>
          <a:prstGeom prst="rect">
            <a:avLst/>
          </a:prstGeom>
        </p:spPr>
      </p:pic>
    </p:spTree>
    <p:extLst>
      <p:ext uri="{BB962C8B-B14F-4D97-AF65-F5344CB8AC3E}">
        <p14:creationId xmlns:p14="http://schemas.microsoft.com/office/powerpoint/2010/main" val="8346787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C49C433-38DC-42A4-AEF1-D936F52843D7}"/>
              </a:ext>
            </a:extLst>
          </p:cNvPr>
          <p:cNvSpPr txBox="1">
            <a:spLocks/>
          </p:cNvSpPr>
          <p:nvPr/>
        </p:nvSpPr>
        <p:spPr>
          <a:xfrm>
            <a:off x="283232" y="1404258"/>
            <a:ext cx="5431737" cy="4836160"/>
          </a:xfrm>
          <a:prstGeom prst="rect">
            <a:avLst/>
          </a:prstGeom>
          <a:noFill/>
          <a:ln w="12700">
            <a:solidFill>
              <a:schemeClr val="accent1"/>
            </a:solidFill>
            <a:prstDash val="dash"/>
          </a:ln>
        </p:spPr>
        <p:txBody>
          <a:bodyPr lIns="91440" tIns="45720" rIns="91440" bIns="45720" anchor="t">
            <a:normAutofit lnSpcReduction="10000"/>
          </a:bodyPr>
          <a:lstStyle>
            <a:lvl1pPr marL="228568" indent="-228568" algn="l" defTabSz="914273" rtl="0" eaLnBrk="1" latinLnBrk="0" hangingPunct="1">
              <a:lnSpc>
                <a:spcPct val="90000"/>
              </a:lnSpc>
              <a:spcBef>
                <a:spcPts val="1000"/>
              </a:spcBef>
              <a:buFont typeface="Arial" panose="020B0604020202020204" pitchFamily="34" charset="0"/>
              <a:buChar char="•"/>
              <a:defRPr sz="2833" kern="1200">
                <a:solidFill>
                  <a:schemeClr val="tx1"/>
                </a:solidFill>
                <a:latin typeface="+mn-lt"/>
                <a:ea typeface="+mn-ea"/>
                <a:cs typeface="+mn-cs"/>
              </a:defRPr>
            </a:lvl1pPr>
            <a:lvl2pPr marL="685703" indent="-228568" algn="l" defTabSz="914273" rtl="0" eaLnBrk="1" latinLnBrk="0" hangingPunct="1">
              <a:lnSpc>
                <a:spcPct val="90000"/>
              </a:lnSpc>
              <a:spcBef>
                <a:spcPts val="500"/>
              </a:spcBef>
              <a:buFont typeface="Arial" panose="020B0604020202020204" pitchFamily="34" charset="0"/>
              <a:buChar char="•"/>
              <a:defRPr sz="2417" kern="1200">
                <a:solidFill>
                  <a:schemeClr val="tx1"/>
                </a:solidFill>
                <a:latin typeface="+mn-lt"/>
                <a:ea typeface="+mn-ea"/>
                <a:cs typeface="+mn-cs"/>
              </a:defRPr>
            </a:lvl2pPr>
            <a:lvl3pPr marL="1142840" indent="-228568" algn="l" defTabSz="91427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976"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4pPr>
            <a:lvl5pPr marL="2057113"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5pPr>
            <a:lvl6pPr marL="2514248"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6pPr>
            <a:lvl7pPr marL="2971384"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7pPr>
            <a:lvl8pPr marL="3428520"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8pPr>
            <a:lvl9pPr marL="3885656"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9pPr>
          </a:lstStyle>
          <a:p>
            <a:pPr marL="171450" indent="-171450">
              <a:buFont typeface="Wingdings" panose="05000000000000000000" pitchFamily="2" charset="2"/>
              <a:buChar char="§"/>
            </a:pPr>
            <a:endParaRPr lang="en-US" sz="1200">
              <a:cs typeface="Calibri" panose="020F0502020204030204" pitchFamily="34" charset="0"/>
            </a:endParaRPr>
          </a:p>
          <a:p>
            <a:pPr marL="171450" indent="-171450">
              <a:buFont typeface="Wingdings" panose="05000000000000000000" pitchFamily="2" charset="2"/>
              <a:buChar char="§"/>
            </a:pPr>
            <a:r>
              <a:rPr lang="en-US" sz="1200">
                <a:ea typeface="Calibri"/>
                <a:cs typeface="Calibri"/>
              </a:rPr>
              <a:t>Requirement package is signed-off by Beazley SME which consists of a documented user story and acceptance criteria(s)</a:t>
            </a:r>
          </a:p>
          <a:p>
            <a:pPr marL="171450" indent="-171450">
              <a:buFont typeface="Wingdings" panose="05000000000000000000" pitchFamily="2" charset="2"/>
              <a:buChar char="§"/>
            </a:pPr>
            <a:r>
              <a:rPr lang="en-US" sz="1200">
                <a:ea typeface="Calibri"/>
                <a:cs typeface="Calibri"/>
              </a:rPr>
              <a:t>User Stories are elaborated to have detailed functional, non-functional, integration requirements, business rules, FLS, process flows, mockup screens (only if applicable) and well-defined acceptance criteria</a:t>
            </a:r>
          </a:p>
          <a:p>
            <a:pPr marL="171450" indent="-171450">
              <a:buFont typeface="Wingdings" panose="05000000000000000000" pitchFamily="2" charset="2"/>
              <a:buChar char="§"/>
            </a:pPr>
            <a:r>
              <a:rPr lang="en-US" sz="1200">
                <a:ea typeface="Calibri"/>
                <a:cs typeface="Calibri"/>
              </a:rPr>
              <a:t>Requirements hand-over is complete by Cap BA to development team</a:t>
            </a:r>
          </a:p>
          <a:p>
            <a:pPr marL="171450" indent="-171450">
              <a:buFont typeface="Wingdings" panose="05000000000000000000" pitchFamily="2" charset="2"/>
              <a:buChar char="§"/>
            </a:pPr>
            <a:r>
              <a:rPr lang="en-US" sz="1200">
                <a:ea typeface="Calibri"/>
                <a:cs typeface="Calibri"/>
              </a:rPr>
              <a:t>All known dependencies associated with delivering a story have been resolved or any pending ones have an eta for resolution not affecting the user story development outcome</a:t>
            </a:r>
          </a:p>
          <a:p>
            <a:pPr marL="171450" indent="-171450">
              <a:buFont typeface="Wingdings" panose="05000000000000000000" pitchFamily="2" charset="2"/>
              <a:buChar char="§"/>
            </a:pPr>
            <a:r>
              <a:rPr lang="en-US" sz="1200">
                <a:ea typeface="Calibri"/>
                <a:cs typeface="Calibri"/>
              </a:rPr>
              <a:t>Any dependent user story across PC config, integration, policy or billing is already available or has a plan in place not impacting the current story acceptance criteria</a:t>
            </a:r>
          </a:p>
          <a:p>
            <a:pPr marL="171450" indent="-171450">
              <a:buFont typeface="Wingdings" panose="05000000000000000000" pitchFamily="2" charset="2"/>
              <a:buChar char="§"/>
            </a:pPr>
            <a:r>
              <a:rPr lang="en-US" sz="1200">
                <a:ea typeface="Calibri"/>
                <a:cs typeface="Calibri"/>
              </a:rPr>
              <a:t>Product dependencies (finalized </a:t>
            </a:r>
            <a:r>
              <a:rPr lang="en-US" sz="1200" err="1">
                <a:ea typeface="Calibri"/>
                <a:cs typeface="Calibri"/>
              </a:rPr>
              <a:t>Xmind</a:t>
            </a:r>
            <a:r>
              <a:rPr lang="en-US" sz="1200">
                <a:ea typeface="Calibri"/>
                <a:cs typeface="Calibri"/>
              </a:rPr>
              <a:t> map and APD ) for story development are available</a:t>
            </a:r>
            <a:endParaRPr lang="en-US" sz="1200">
              <a:ea typeface="Calibri"/>
              <a:cs typeface="Calibri" panose="020F0502020204030204" pitchFamily="34" charset="0"/>
            </a:endParaRPr>
          </a:p>
          <a:p>
            <a:pPr marL="171450" indent="-171450">
              <a:buFont typeface="Wingdings" panose="05000000000000000000" pitchFamily="2" charset="2"/>
              <a:buChar char="§"/>
            </a:pPr>
            <a:r>
              <a:rPr lang="en-US" sz="1200">
                <a:ea typeface="Calibri"/>
                <a:cs typeface="Calibri"/>
              </a:rPr>
              <a:t>User story development does not add customization above permissible guideline of 10%</a:t>
            </a:r>
            <a:endParaRPr lang="en-US" sz="1200">
              <a:solidFill>
                <a:srgbClr val="FF0000"/>
              </a:solidFill>
              <a:ea typeface="Calibri"/>
              <a:cs typeface="Calibri"/>
            </a:endParaRPr>
          </a:p>
          <a:p>
            <a:pPr marL="171450" indent="-171450">
              <a:buFont typeface="Wingdings" panose="05000000000000000000" pitchFamily="2" charset="2"/>
              <a:buChar char="§"/>
            </a:pPr>
            <a:r>
              <a:rPr lang="en-US" sz="1200">
                <a:ea typeface="Calibri"/>
                <a:cs typeface="Calibri"/>
              </a:rPr>
              <a:t>Any pre-dev tasks created during elaboration are marked complete in JIRA</a:t>
            </a:r>
          </a:p>
          <a:p>
            <a:pPr marL="171450" indent="-171450">
              <a:buFont typeface="Wingdings" panose="05000000000000000000" pitchFamily="2" charset="2"/>
              <a:buChar char="§"/>
            </a:pPr>
            <a:r>
              <a:rPr lang="en-US" sz="1200">
                <a:ea typeface="Calibri"/>
                <a:cs typeface="Calibri"/>
              </a:rPr>
              <a:t>Third party connectivity dependency is resolved and available</a:t>
            </a:r>
          </a:p>
          <a:p>
            <a:pPr marL="171450" indent="-171450">
              <a:buFont typeface="Wingdings" panose="05000000000000000000" pitchFamily="2" charset="2"/>
              <a:buChar char="§"/>
            </a:pPr>
            <a:r>
              <a:rPr lang="en-US" sz="1200">
                <a:ea typeface="Calibri"/>
                <a:cs typeface="Calibri"/>
              </a:rPr>
              <a:t>Agreement in place to use stub services or an alternate in absence of a working live integration </a:t>
            </a:r>
          </a:p>
          <a:p>
            <a:pPr marL="0" indent="0">
              <a:buNone/>
            </a:pPr>
            <a:endParaRPr lang="en-US" sz="1200">
              <a:ea typeface="Calibri"/>
              <a:cs typeface="Calibri"/>
            </a:endParaRPr>
          </a:p>
          <a:p>
            <a:pPr marL="0" indent="0">
              <a:buNone/>
            </a:pPr>
            <a:endParaRPr lang="en-US" sz="1200">
              <a:ea typeface="Calibri"/>
              <a:cs typeface="Calibri"/>
            </a:endParaRPr>
          </a:p>
        </p:txBody>
      </p:sp>
      <p:sp>
        <p:nvSpPr>
          <p:cNvPr id="4" name="Content Placeholder 2">
            <a:extLst>
              <a:ext uri="{FF2B5EF4-FFF2-40B4-BE49-F238E27FC236}">
                <a16:creationId xmlns:a16="http://schemas.microsoft.com/office/drawing/2014/main" id="{6A9D0897-80A0-45C9-B608-935DC2E7176D}"/>
              </a:ext>
            </a:extLst>
          </p:cNvPr>
          <p:cNvSpPr txBox="1">
            <a:spLocks/>
          </p:cNvSpPr>
          <p:nvPr/>
        </p:nvSpPr>
        <p:spPr>
          <a:xfrm>
            <a:off x="6008916" y="1404257"/>
            <a:ext cx="6095997" cy="4836160"/>
          </a:xfrm>
          <a:prstGeom prst="rect">
            <a:avLst/>
          </a:prstGeom>
          <a:noFill/>
          <a:ln w="12700">
            <a:solidFill>
              <a:schemeClr val="accent1"/>
            </a:solidFill>
            <a:prstDash val="dash"/>
          </a:ln>
        </p:spPr>
        <p:txBody>
          <a:bodyPr lIns="91440" tIns="45720" rIns="91440" bIns="45720" anchor="t">
            <a:normAutofit fontScale="92500" lnSpcReduction="10000"/>
          </a:bodyPr>
          <a:lstStyle>
            <a:defPPr>
              <a:defRPr lang="pt-PT"/>
            </a:defPPr>
            <a:lvl1pPr marL="171450" indent="-171450" defTabSz="914273">
              <a:lnSpc>
                <a:spcPct val="90000"/>
              </a:lnSpc>
              <a:spcBef>
                <a:spcPts val="1000"/>
              </a:spcBef>
              <a:buFont typeface="Wingdings" panose="05000000000000000000" pitchFamily="2" charset="2"/>
              <a:buChar char="§"/>
              <a:defRPr sz="1200">
                <a:cs typeface="Calibri" panose="020F0502020204030204" pitchFamily="34" charset="0"/>
              </a:defRPr>
            </a:lvl1pPr>
            <a:lvl2pPr marL="685703" indent="-228568" defTabSz="914273">
              <a:lnSpc>
                <a:spcPct val="90000"/>
              </a:lnSpc>
              <a:spcBef>
                <a:spcPts val="500"/>
              </a:spcBef>
              <a:buFont typeface="Arial" panose="020B0604020202020204" pitchFamily="34" charset="0"/>
              <a:buChar char="•"/>
              <a:defRPr sz="2417"/>
            </a:lvl2pPr>
            <a:lvl3pPr marL="1142840" indent="-228568" defTabSz="914273">
              <a:lnSpc>
                <a:spcPct val="90000"/>
              </a:lnSpc>
              <a:spcBef>
                <a:spcPts val="500"/>
              </a:spcBef>
              <a:buFont typeface="Arial" panose="020B0604020202020204" pitchFamily="34" charset="0"/>
              <a:buChar char="•"/>
              <a:defRPr sz="2000"/>
            </a:lvl3pPr>
            <a:lvl4pPr marL="1599976" indent="-228568" defTabSz="914273">
              <a:lnSpc>
                <a:spcPct val="90000"/>
              </a:lnSpc>
              <a:spcBef>
                <a:spcPts val="500"/>
              </a:spcBef>
              <a:buFont typeface="Arial" panose="020B0604020202020204" pitchFamily="34" charset="0"/>
              <a:buChar char="•"/>
              <a:defRPr sz="1750"/>
            </a:lvl4pPr>
            <a:lvl5pPr marL="2057113" indent="-228568" defTabSz="914273">
              <a:lnSpc>
                <a:spcPct val="90000"/>
              </a:lnSpc>
              <a:spcBef>
                <a:spcPts val="500"/>
              </a:spcBef>
              <a:buFont typeface="Arial" panose="020B0604020202020204" pitchFamily="34" charset="0"/>
              <a:buChar char="•"/>
              <a:defRPr sz="1750"/>
            </a:lvl5pPr>
            <a:lvl6pPr marL="2514248" indent="-228568" defTabSz="914273">
              <a:lnSpc>
                <a:spcPct val="90000"/>
              </a:lnSpc>
              <a:spcBef>
                <a:spcPts val="500"/>
              </a:spcBef>
              <a:buFont typeface="Arial" panose="020B0604020202020204" pitchFamily="34" charset="0"/>
              <a:buChar char="•"/>
              <a:defRPr sz="1750"/>
            </a:lvl6pPr>
            <a:lvl7pPr marL="2971384" indent="-228568" defTabSz="914273">
              <a:lnSpc>
                <a:spcPct val="90000"/>
              </a:lnSpc>
              <a:spcBef>
                <a:spcPts val="500"/>
              </a:spcBef>
              <a:buFont typeface="Arial" panose="020B0604020202020204" pitchFamily="34" charset="0"/>
              <a:buChar char="•"/>
              <a:defRPr sz="1750"/>
            </a:lvl7pPr>
            <a:lvl8pPr marL="3428520" indent="-228568" defTabSz="914273">
              <a:lnSpc>
                <a:spcPct val="90000"/>
              </a:lnSpc>
              <a:spcBef>
                <a:spcPts val="500"/>
              </a:spcBef>
              <a:buFont typeface="Arial" panose="020B0604020202020204" pitchFamily="34" charset="0"/>
              <a:buChar char="•"/>
              <a:defRPr sz="1750"/>
            </a:lvl8pPr>
            <a:lvl9pPr marL="3885656" indent="-228568" defTabSz="914273">
              <a:lnSpc>
                <a:spcPct val="90000"/>
              </a:lnSpc>
              <a:spcBef>
                <a:spcPts val="500"/>
              </a:spcBef>
              <a:buFont typeface="Arial" panose="020B0604020202020204" pitchFamily="34" charset="0"/>
              <a:buChar char="•"/>
              <a:defRPr sz="1750"/>
            </a:lvl9pPr>
          </a:lstStyle>
          <a:p>
            <a:endParaRPr lang="en-GB"/>
          </a:p>
          <a:p>
            <a:r>
              <a:rPr lang="en-GB">
                <a:cs typeface="Calibri"/>
              </a:rPr>
              <a:t>User story is successfully demonstrated on top of the code built during the Sprint, that meets the acceptance criteria and is signed off by the PO/Business SME</a:t>
            </a:r>
          </a:p>
          <a:p>
            <a:r>
              <a:rPr lang="en-GB">
                <a:cs typeface="Calibri"/>
              </a:rPr>
              <a:t>Unit test result and code review result are uploaded in Jira/Confluence</a:t>
            </a:r>
          </a:p>
          <a:p>
            <a:r>
              <a:rPr lang="en-GB">
                <a:cs typeface="Calibri"/>
              </a:rPr>
              <a:t>Stub routines used to complete unit testing where a third-party service live integration is not available</a:t>
            </a:r>
          </a:p>
          <a:p>
            <a:r>
              <a:rPr lang="en-GB">
                <a:cs typeface="Calibri"/>
              </a:rPr>
              <a:t>Code complies with GW cloud coding and security standards; all valid observations have a plan of action agreed</a:t>
            </a:r>
          </a:p>
          <a:p>
            <a:r>
              <a:rPr lang="en-GB">
                <a:cs typeface="Calibri"/>
              </a:rPr>
              <a:t>Code is ready for deployment to a Test environment</a:t>
            </a:r>
          </a:p>
          <a:p>
            <a:r>
              <a:rPr lang="en-GB">
                <a:cs typeface="Calibri"/>
              </a:rPr>
              <a:t>All sub-tasks of the user story are in DONE status</a:t>
            </a:r>
          </a:p>
          <a:p>
            <a:r>
              <a:rPr lang="en-GB">
                <a:solidFill>
                  <a:srgbClr val="000000"/>
                </a:solidFill>
                <a:cs typeface="Calibri"/>
              </a:rPr>
              <a:t>Unit test cases to be achieved through </a:t>
            </a:r>
            <a:r>
              <a:rPr lang="en-GB" err="1">
                <a:solidFill>
                  <a:srgbClr val="000000"/>
                </a:solidFill>
                <a:cs typeface="Calibri"/>
              </a:rPr>
              <a:t>Gunits</a:t>
            </a:r>
            <a:endParaRPr lang="en-GB">
              <a:solidFill>
                <a:srgbClr val="000000"/>
              </a:solidFill>
              <a:cs typeface="Calibri"/>
            </a:endParaRPr>
          </a:p>
          <a:p>
            <a:r>
              <a:rPr lang="en-GB">
                <a:solidFill>
                  <a:srgbClr val="000000"/>
                </a:solidFill>
                <a:cs typeface="Calibri"/>
              </a:rPr>
              <a:t>Data tracker should be updated for any Data model changes</a:t>
            </a:r>
          </a:p>
          <a:p>
            <a:r>
              <a:rPr lang="en-US">
                <a:cs typeface="Calibri"/>
              </a:rPr>
              <a:t>Test execution is complete with no ‘ To Do’ test cases pending in Jira OR there is  an agreement and ETA for the pending ones</a:t>
            </a:r>
          </a:p>
          <a:p>
            <a:r>
              <a:rPr lang="en-US">
                <a:cs typeface="Calibri"/>
              </a:rPr>
              <a:t>No outstanding High Priority or Severity defects resolution open on the defects OR for any open ones, there is a conditional sign off with a ETA for fix. The defect priorities and severities will be assigned as per </a:t>
            </a:r>
            <a:r>
              <a:rPr lang="en-US" err="1">
                <a:cs typeface="Calibri"/>
              </a:rPr>
              <a:t>beazley</a:t>
            </a:r>
            <a:r>
              <a:rPr lang="en-US">
                <a:cs typeface="Calibri"/>
              </a:rPr>
              <a:t> QA defect management process. Ref testing - slide 65. The defects will be tracked in Jira through triage process.</a:t>
            </a:r>
          </a:p>
          <a:p>
            <a:r>
              <a:rPr lang="en-US">
                <a:cs typeface="Calibri"/>
              </a:rPr>
              <a:t>Test data used to test the scenarios are relevant and sanitized to ensure no production data is used.</a:t>
            </a:r>
          </a:p>
          <a:p>
            <a:r>
              <a:rPr lang="en-US">
                <a:cs typeface="Calibri"/>
              </a:rPr>
              <a:t>Identified automatable test cases are automation completed and integrated to the pipeline</a:t>
            </a:r>
            <a:endParaRPr lang="en-US"/>
          </a:p>
          <a:p>
            <a:endParaRPr lang="en-US"/>
          </a:p>
          <a:p>
            <a:endParaRPr lang="en-GB"/>
          </a:p>
          <a:p>
            <a:endParaRPr lang="en-GB"/>
          </a:p>
        </p:txBody>
      </p:sp>
      <p:sp>
        <p:nvSpPr>
          <p:cNvPr id="5" name="Rectangle: Rounded Corners 4">
            <a:extLst>
              <a:ext uri="{FF2B5EF4-FFF2-40B4-BE49-F238E27FC236}">
                <a16:creationId xmlns:a16="http://schemas.microsoft.com/office/drawing/2014/main" id="{DAABB1EF-A6CF-4D58-9A82-ADDD8C795FE5}"/>
              </a:ext>
            </a:extLst>
          </p:cNvPr>
          <p:cNvSpPr/>
          <p:nvPr/>
        </p:nvSpPr>
        <p:spPr>
          <a:xfrm>
            <a:off x="283232" y="827859"/>
            <a:ext cx="5355563" cy="434340"/>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User Story Definition of Ready</a:t>
            </a:r>
          </a:p>
        </p:txBody>
      </p:sp>
      <p:sp>
        <p:nvSpPr>
          <p:cNvPr id="6" name="Rectangle: Rounded Corners 5">
            <a:extLst>
              <a:ext uri="{FF2B5EF4-FFF2-40B4-BE49-F238E27FC236}">
                <a16:creationId xmlns:a16="http://schemas.microsoft.com/office/drawing/2014/main" id="{0EDDE76D-E1C5-4688-B3E5-64456EFA79BA}"/>
              </a:ext>
            </a:extLst>
          </p:cNvPr>
          <p:cNvSpPr/>
          <p:nvPr/>
        </p:nvSpPr>
        <p:spPr>
          <a:xfrm>
            <a:off x="6008909" y="827859"/>
            <a:ext cx="6095997" cy="434340"/>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User Story Definition of Done</a:t>
            </a:r>
          </a:p>
        </p:txBody>
      </p:sp>
      <p:cxnSp>
        <p:nvCxnSpPr>
          <p:cNvPr id="7" name="Straight Connector 6">
            <a:extLst>
              <a:ext uri="{FF2B5EF4-FFF2-40B4-BE49-F238E27FC236}">
                <a16:creationId xmlns:a16="http://schemas.microsoft.com/office/drawing/2014/main" id="{08275E88-6F3F-49F0-8403-81C32F2FBC86}"/>
              </a:ext>
            </a:extLst>
          </p:cNvPr>
          <p:cNvCxnSpPr>
            <a:cxnSpLocks/>
          </p:cNvCxnSpPr>
          <p:nvPr/>
        </p:nvCxnSpPr>
        <p:spPr>
          <a:xfrm>
            <a:off x="5823862" y="1262199"/>
            <a:ext cx="0" cy="483616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8" name="Title 1">
            <a:extLst>
              <a:ext uri="{FF2B5EF4-FFF2-40B4-BE49-F238E27FC236}">
                <a16:creationId xmlns:a16="http://schemas.microsoft.com/office/drawing/2014/main" id="{79187466-2F15-4B47-9E26-D890A4488729}"/>
              </a:ext>
            </a:extLst>
          </p:cNvPr>
          <p:cNvSpPr txBox="1">
            <a:spLocks/>
          </p:cNvSpPr>
          <p:nvPr/>
        </p:nvSpPr>
        <p:spPr>
          <a:xfrm>
            <a:off x="-10633" y="-13707"/>
            <a:ext cx="12202633" cy="589780"/>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User story – </a:t>
            </a:r>
            <a:r>
              <a:rPr kumimoji="0" lang="en-GB" sz="2800" b="1" i="0" u="none" strike="noStrike" kern="1200" cap="none" spc="0" normalizeH="0" baseline="0" noProof="0" err="1">
                <a:ln>
                  <a:noFill/>
                </a:ln>
                <a:solidFill>
                  <a:schemeClr val="tx1"/>
                </a:solidFill>
                <a:effectLst/>
                <a:uLnTx/>
                <a:uFillTx/>
                <a:latin typeface="Ubuntu" panose="020B0504030602030204" pitchFamily="34" charset="0"/>
                <a:ea typeface="+mj-ea"/>
                <a:cs typeface="+mj-cs"/>
              </a:rPr>
              <a:t>DoR</a:t>
            </a: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 and DoD</a:t>
            </a:r>
          </a:p>
        </p:txBody>
      </p:sp>
    </p:spTree>
    <p:extLst>
      <p:ext uri="{BB962C8B-B14F-4D97-AF65-F5344CB8AC3E}">
        <p14:creationId xmlns:p14="http://schemas.microsoft.com/office/powerpoint/2010/main" val="42404615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55FCA84-4387-498D-8202-97BC1B4142D0}"/>
              </a:ext>
            </a:extLst>
          </p:cNvPr>
          <p:cNvSpPr txBox="1">
            <a:spLocks/>
          </p:cNvSpPr>
          <p:nvPr/>
        </p:nvSpPr>
        <p:spPr>
          <a:xfrm>
            <a:off x="260358" y="1454643"/>
            <a:ext cx="5543312" cy="4483855"/>
          </a:xfrm>
          <a:prstGeom prst="rect">
            <a:avLst/>
          </a:prstGeom>
          <a:ln>
            <a:solidFill>
              <a:schemeClr val="accent1"/>
            </a:solidFill>
            <a:prstDash val="dash"/>
          </a:ln>
        </p:spPr>
        <p:txBody>
          <a:bodyPr lIns="91440" tIns="45720" rIns="91440" bIns="45720" anchor="t">
            <a:normAutofit/>
          </a:bodyPr>
          <a:lstStyle>
            <a:lvl1pPr marL="228568" indent="-228568" algn="l" defTabSz="914273" rtl="0" eaLnBrk="1" latinLnBrk="0" hangingPunct="1">
              <a:lnSpc>
                <a:spcPct val="90000"/>
              </a:lnSpc>
              <a:spcBef>
                <a:spcPts val="1000"/>
              </a:spcBef>
              <a:buFont typeface="Arial" panose="020B0604020202020204" pitchFamily="34" charset="0"/>
              <a:buChar char="•"/>
              <a:defRPr sz="2833" kern="1200">
                <a:solidFill>
                  <a:schemeClr val="tx1"/>
                </a:solidFill>
                <a:latin typeface="+mn-lt"/>
                <a:ea typeface="+mn-ea"/>
                <a:cs typeface="+mn-cs"/>
              </a:defRPr>
            </a:lvl1pPr>
            <a:lvl2pPr marL="685703" indent="-228568" algn="l" defTabSz="914273" rtl="0" eaLnBrk="1" latinLnBrk="0" hangingPunct="1">
              <a:lnSpc>
                <a:spcPct val="90000"/>
              </a:lnSpc>
              <a:spcBef>
                <a:spcPts val="500"/>
              </a:spcBef>
              <a:buFont typeface="Arial" panose="020B0604020202020204" pitchFamily="34" charset="0"/>
              <a:buChar char="•"/>
              <a:defRPr sz="2417" kern="1200">
                <a:solidFill>
                  <a:schemeClr val="tx1"/>
                </a:solidFill>
                <a:latin typeface="+mn-lt"/>
                <a:ea typeface="+mn-ea"/>
                <a:cs typeface="+mn-cs"/>
              </a:defRPr>
            </a:lvl2pPr>
            <a:lvl3pPr marL="1142840" indent="-228568" algn="l" defTabSz="91427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976"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4pPr>
            <a:lvl5pPr marL="2057113"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5pPr>
            <a:lvl6pPr marL="2514248"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6pPr>
            <a:lvl7pPr marL="2971384"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7pPr>
            <a:lvl8pPr marL="3428520"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8pPr>
            <a:lvl9pPr marL="3885656"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9pPr>
          </a:lstStyle>
          <a:p>
            <a:pPr>
              <a:buFont typeface="Wingdings" panose="05000000000000000000" pitchFamily="2" charset="2"/>
              <a:buChar char="§"/>
            </a:pPr>
            <a:r>
              <a:rPr lang="en-US" sz="1100">
                <a:latin typeface="Ubuntu" panose="020B0504030602030204" pitchFamily="34" charset="0"/>
                <a:cs typeface="Calibri" panose="020F0502020204030204" pitchFamily="34" charset="0"/>
              </a:rPr>
              <a:t>Sprint backlog </a:t>
            </a:r>
            <a:r>
              <a:rPr lang="en-GB" sz="1100">
                <a:latin typeface="Ubuntu" panose="020B0504030602030204" pitchFamily="34" charset="0"/>
                <a:cs typeface="Calibri" panose="020F0502020204030204" pitchFamily="34" charset="0"/>
              </a:rPr>
              <a:t>hand off (technical and functional clarifications with PO/Business SME) is complete and user stories are </a:t>
            </a:r>
            <a:r>
              <a:rPr lang="en-US" sz="1100">
                <a:latin typeface="Ubuntu" panose="020B0504030602030204" pitchFamily="34" charset="0"/>
                <a:cs typeface="Calibri" panose="020F0502020204030204" pitchFamily="34" charset="0"/>
              </a:rPr>
              <a:t>in compliance with Definition of Ready</a:t>
            </a:r>
          </a:p>
          <a:p>
            <a:pPr>
              <a:buFont typeface="Wingdings" panose="05000000000000000000" pitchFamily="2" charset="2"/>
              <a:buChar char="§"/>
            </a:pPr>
            <a:r>
              <a:rPr lang="en-US" sz="1100">
                <a:latin typeface="Ubuntu" panose="020B0504030602030204" pitchFamily="34" charset="0"/>
                <a:cs typeface="Calibri" panose="020F0502020204030204" pitchFamily="34" charset="0"/>
              </a:rPr>
              <a:t>Sprint backlog is </a:t>
            </a:r>
            <a:r>
              <a:rPr lang="en-GB" sz="1100">
                <a:latin typeface="Ubuntu" panose="020B0504030602030204" pitchFamily="34" charset="0"/>
                <a:cs typeface="Calibri" panose="020F0502020204030204" pitchFamily="34" charset="0"/>
              </a:rPr>
              <a:t>based on the available sprint capacity (Build &amp; QA hours available)</a:t>
            </a:r>
          </a:p>
          <a:p>
            <a:pPr marL="227965" indent="-227965">
              <a:buFont typeface="Wingdings" panose="05000000000000000000" pitchFamily="2" charset="2"/>
              <a:buChar char="§"/>
            </a:pPr>
            <a:r>
              <a:rPr lang="en-US" sz="1100">
                <a:latin typeface="Ubuntu"/>
                <a:cs typeface="Calibri"/>
              </a:rPr>
              <a:t>Product Data Model  requirements are finalized any Data requirements are resolved or have a plan in place without impacting Sprint delivery</a:t>
            </a:r>
            <a:endParaRPr lang="en-US" sz="1100">
              <a:latin typeface="Ubuntu" panose="020B0504030602030204" pitchFamily="34" charset="0"/>
              <a:cs typeface="Calibri" panose="020F0502020204030204" pitchFamily="34" charset="0"/>
            </a:endParaRPr>
          </a:p>
          <a:p>
            <a:pPr>
              <a:buFont typeface="Wingdings" panose="05000000000000000000" pitchFamily="2" charset="2"/>
              <a:buChar char="§"/>
            </a:pPr>
            <a:r>
              <a:rPr lang="en-US" sz="1100">
                <a:latin typeface="Ubuntu" panose="020B0504030602030204" pitchFamily="34" charset="0"/>
                <a:cs typeface="Calibri" panose="020F0502020204030204" pitchFamily="34" charset="0"/>
              </a:rPr>
              <a:t>HLA is signed-off by the architecture team wherever applicable ( applicability of this is determined during elaboration of requirements)</a:t>
            </a:r>
          </a:p>
          <a:p>
            <a:pPr>
              <a:buFont typeface="Wingdings" panose="05000000000000000000" pitchFamily="2" charset="2"/>
              <a:buChar char="§"/>
            </a:pPr>
            <a:r>
              <a:rPr lang="en-GB" sz="1100">
                <a:latin typeface="Ubuntu" panose="020B0504030602030204" pitchFamily="34" charset="0"/>
                <a:cs typeface="Calibri" panose="020F0502020204030204" pitchFamily="34" charset="0"/>
              </a:rPr>
              <a:t>Other Design items to be in place</a:t>
            </a:r>
          </a:p>
          <a:p>
            <a:pPr lvl="1">
              <a:buFont typeface="Wingdings" panose="05000000000000000000" pitchFamily="2" charset="2"/>
              <a:buChar char="§"/>
            </a:pPr>
            <a:r>
              <a:rPr lang="en-GB" sz="1100">
                <a:latin typeface="Ubuntu" panose="020B0504030602030204" pitchFamily="34" charset="0"/>
                <a:cs typeface="Calibri" panose="020F0502020204030204" pitchFamily="34" charset="0"/>
              </a:rPr>
              <a:t>External API or vendor specification document</a:t>
            </a:r>
          </a:p>
          <a:p>
            <a:pPr lvl="1">
              <a:buFont typeface="Wingdings" panose="05000000000000000000" pitchFamily="2" charset="2"/>
              <a:buChar char="§"/>
            </a:pPr>
            <a:r>
              <a:rPr lang="en-GB" sz="1100">
                <a:latin typeface="Ubuntu" panose="020B0504030602030204" pitchFamily="34" charset="0"/>
                <a:cs typeface="Calibri" panose="020F0502020204030204" pitchFamily="34" charset="0"/>
              </a:rPr>
              <a:t>IP whitelisting completed for any third-party connectivity</a:t>
            </a:r>
          </a:p>
          <a:p>
            <a:pPr lvl="1">
              <a:buFont typeface="Wingdings" panose="05000000000000000000" pitchFamily="2" charset="2"/>
              <a:buChar char="§"/>
            </a:pPr>
            <a:r>
              <a:rPr lang="en-GB" sz="1100">
                <a:latin typeface="Ubuntu" panose="020B0504030602030204" pitchFamily="34" charset="0"/>
                <a:cs typeface="Calibri" panose="020F0502020204030204" pitchFamily="34" charset="0"/>
              </a:rPr>
              <a:t>Service request and response mapping documents</a:t>
            </a:r>
          </a:p>
          <a:p>
            <a:pPr marL="227965" indent="-227965">
              <a:buFont typeface="Wingdings" panose="05000000000000000000" pitchFamily="2" charset="2"/>
              <a:buChar char="§"/>
            </a:pPr>
            <a:r>
              <a:rPr lang="en-US" sz="1100">
                <a:latin typeface="Ubuntu"/>
                <a:cs typeface="Calibri"/>
              </a:rPr>
              <a:t>All dependencies have been resolved. Dependency items are agreed for all third-parties (internal and external)</a:t>
            </a:r>
          </a:p>
          <a:p>
            <a:pPr>
              <a:buFont typeface="Wingdings" panose="05000000000000000000" pitchFamily="2" charset="2"/>
              <a:buChar char="§"/>
            </a:pPr>
            <a:r>
              <a:rPr lang="en-US" sz="1100">
                <a:latin typeface="Ubuntu" panose="020B0504030602030204" pitchFamily="34" charset="0"/>
                <a:cs typeface="Calibri" panose="020F0502020204030204" pitchFamily="34" charset="0"/>
              </a:rPr>
              <a:t>Environment configuration completed, and access setup done for </a:t>
            </a:r>
            <a:r>
              <a:rPr lang="en-GB" sz="1100">
                <a:latin typeface="Ubuntu" panose="020B0504030602030204" pitchFamily="34" charset="0"/>
                <a:cs typeface="Calibri" panose="020F0502020204030204" pitchFamily="34" charset="0"/>
              </a:rPr>
              <a:t>Release train members</a:t>
            </a:r>
          </a:p>
        </p:txBody>
      </p:sp>
      <p:sp>
        <p:nvSpPr>
          <p:cNvPr id="4" name="Content Placeholder 2">
            <a:extLst>
              <a:ext uri="{FF2B5EF4-FFF2-40B4-BE49-F238E27FC236}">
                <a16:creationId xmlns:a16="http://schemas.microsoft.com/office/drawing/2014/main" id="{9DEA6A68-7127-43C5-B571-DE7EA006AD85}"/>
              </a:ext>
            </a:extLst>
          </p:cNvPr>
          <p:cNvSpPr txBox="1">
            <a:spLocks/>
          </p:cNvSpPr>
          <p:nvPr/>
        </p:nvSpPr>
        <p:spPr>
          <a:xfrm>
            <a:off x="6198274" y="1454643"/>
            <a:ext cx="5732459" cy="4483855"/>
          </a:xfrm>
          <a:prstGeom prst="rect">
            <a:avLst/>
          </a:prstGeom>
          <a:ln>
            <a:solidFill>
              <a:schemeClr val="accent1"/>
            </a:solidFill>
            <a:prstDash val="dash"/>
          </a:ln>
        </p:spPr>
        <p:txBody>
          <a:bodyPr lIns="91440" tIns="45720" rIns="91440" bIns="45720" anchor="t">
            <a:normAutofit/>
          </a:bodyPr>
          <a:lstStyle>
            <a:defPPr>
              <a:defRPr lang="en-US"/>
            </a:defPPr>
            <a:lvl1pPr marL="228568" indent="-228568" defTabSz="914273">
              <a:lnSpc>
                <a:spcPct val="90000"/>
              </a:lnSpc>
              <a:spcBef>
                <a:spcPts val="1000"/>
              </a:spcBef>
              <a:buFont typeface="Wingdings" panose="05000000000000000000" pitchFamily="2" charset="2"/>
              <a:buChar char="§"/>
              <a:defRPr sz="1200">
                <a:latin typeface="Ubuntu" panose="020B0504030602030204" pitchFamily="34" charset="0"/>
                <a:cs typeface="Calibri" panose="020F0502020204030204" pitchFamily="34" charset="0"/>
              </a:defRPr>
            </a:lvl1pPr>
            <a:lvl2pPr marL="685703" indent="-228568" defTabSz="914273">
              <a:lnSpc>
                <a:spcPct val="90000"/>
              </a:lnSpc>
              <a:spcBef>
                <a:spcPts val="500"/>
              </a:spcBef>
              <a:buFont typeface="Arial" panose="020B0604020202020204" pitchFamily="34" charset="0"/>
              <a:buChar char="•"/>
              <a:defRPr sz="2417"/>
            </a:lvl2pPr>
            <a:lvl3pPr marL="1142840" indent="-228568" defTabSz="914273">
              <a:lnSpc>
                <a:spcPct val="90000"/>
              </a:lnSpc>
              <a:spcBef>
                <a:spcPts val="500"/>
              </a:spcBef>
              <a:buFont typeface="Arial" panose="020B0604020202020204" pitchFamily="34" charset="0"/>
              <a:buChar char="•"/>
              <a:defRPr sz="2000"/>
            </a:lvl3pPr>
            <a:lvl4pPr marL="1599976" indent="-228568" defTabSz="914273">
              <a:lnSpc>
                <a:spcPct val="90000"/>
              </a:lnSpc>
              <a:spcBef>
                <a:spcPts val="500"/>
              </a:spcBef>
              <a:buFont typeface="Arial" panose="020B0604020202020204" pitchFamily="34" charset="0"/>
              <a:buChar char="•"/>
              <a:defRPr sz="1750"/>
            </a:lvl4pPr>
            <a:lvl5pPr marL="2057113" indent="-228568" defTabSz="914273">
              <a:lnSpc>
                <a:spcPct val="90000"/>
              </a:lnSpc>
              <a:spcBef>
                <a:spcPts val="500"/>
              </a:spcBef>
              <a:buFont typeface="Arial" panose="020B0604020202020204" pitchFamily="34" charset="0"/>
              <a:buChar char="•"/>
              <a:defRPr sz="1750"/>
            </a:lvl5pPr>
            <a:lvl6pPr marL="2514248" indent="-228568" defTabSz="914273">
              <a:lnSpc>
                <a:spcPct val="90000"/>
              </a:lnSpc>
              <a:spcBef>
                <a:spcPts val="500"/>
              </a:spcBef>
              <a:buFont typeface="Arial" panose="020B0604020202020204" pitchFamily="34" charset="0"/>
              <a:buChar char="•"/>
              <a:defRPr sz="1750"/>
            </a:lvl6pPr>
            <a:lvl7pPr marL="2971384" indent="-228568" defTabSz="914273">
              <a:lnSpc>
                <a:spcPct val="90000"/>
              </a:lnSpc>
              <a:spcBef>
                <a:spcPts val="500"/>
              </a:spcBef>
              <a:buFont typeface="Arial" panose="020B0604020202020204" pitchFamily="34" charset="0"/>
              <a:buChar char="•"/>
              <a:defRPr sz="1750"/>
            </a:lvl7pPr>
            <a:lvl8pPr marL="3428520" indent="-228568" defTabSz="914273">
              <a:lnSpc>
                <a:spcPct val="90000"/>
              </a:lnSpc>
              <a:spcBef>
                <a:spcPts val="500"/>
              </a:spcBef>
              <a:buFont typeface="Arial" panose="020B0604020202020204" pitchFamily="34" charset="0"/>
              <a:buChar char="•"/>
              <a:defRPr sz="1750"/>
            </a:lvl8pPr>
            <a:lvl9pPr marL="3885656" indent="-228568" defTabSz="914273">
              <a:lnSpc>
                <a:spcPct val="90000"/>
              </a:lnSpc>
              <a:spcBef>
                <a:spcPts val="500"/>
              </a:spcBef>
              <a:buFont typeface="Arial" panose="020B0604020202020204" pitchFamily="34" charset="0"/>
              <a:buChar char="•"/>
              <a:defRPr sz="1750"/>
            </a:lvl9pPr>
          </a:lstStyle>
          <a:p>
            <a:r>
              <a:rPr lang="en-GB" sz="1100"/>
              <a:t>All user stories and sub tasks within a user story are in Done status</a:t>
            </a:r>
          </a:p>
          <a:p>
            <a:r>
              <a:rPr lang="en-GB" sz="1100"/>
              <a:t>Completed user stories follow the User Story Definition of Done or any exception is agreed with Beazley</a:t>
            </a:r>
          </a:p>
          <a:p>
            <a:r>
              <a:rPr lang="en-GB" sz="1100"/>
              <a:t>Stories not in ‘Done’ status have been moved out of the sprint in agreement with Beazley – Stories not in Done status are discussed with respective Product Owner based giving a visibility of a completion plan or a risk if exists. Story is either moved to subsequent sprint or parked in backlog for further action. (Please refer to User story management section for specific scenario covering this)</a:t>
            </a:r>
          </a:p>
          <a:p>
            <a:r>
              <a:rPr lang="en-GB" sz="1100"/>
              <a:t>Test execution is complete in Jira with no test cases in ‘To Do’ status or if any exception is agreed with Beazley</a:t>
            </a:r>
          </a:p>
          <a:p>
            <a:r>
              <a:rPr lang="en-GB" sz="1100"/>
              <a:t>High priority or severity defects have been either closed or there is a mutually agreed fix plan with Beazley for the open defects</a:t>
            </a:r>
          </a:p>
          <a:p>
            <a:r>
              <a:rPr lang="en-GB" sz="1100"/>
              <a:t>Code has been checked-in accordance with the DevOps pipeline</a:t>
            </a:r>
          </a:p>
          <a:p>
            <a:r>
              <a:rPr lang="en-GB" sz="1100"/>
              <a:t>Sprint completion reports has been shared with Beazley stakeholders - Product Owner, Programme management team</a:t>
            </a:r>
          </a:p>
          <a:p>
            <a:pPr marL="227965" indent="-227965"/>
            <a:r>
              <a:rPr lang="en-GB" sz="1100">
                <a:latin typeface="Ubuntu"/>
                <a:cs typeface="Calibri"/>
              </a:rPr>
              <a:t>Automation testing (if applicable) has a coverage to the requirement level as defined in the test strategy</a:t>
            </a:r>
            <a:r>
              <a:rPr lang="en-GB" sz="800">
                <a:latin typeface="Ubuntu"/>
                <a:cs typeface="Calibri"/>
              </a:rPr>
              <a:t> </a:t>
            </a:r>
            <a:endParaRPr lang="en-GB" sz="800"/>
          </a:p>
          <a:p>
            <a:pPr marL="227965" indent="-227965"/>
            <a:r>
              <a:rPr lang="en-GB" sz="1100">
                <a:latin typeface="Ubuntu"/>
                <a:cs typeface="Calibri"/>
              </a:rPr>
              <a:t>Sprint completion reports have been shared with Beazley stakeholders - Product Owner, Programme management team</a:t>
            </a:r>
          </a:p>
          <a:p>
            <a:endParaRPr lang="en-GB" sz="800"/>
          </a:p>
          <a:p>
            <a:endParaRPr lang="en-GB" sz="1100"/>
          </a:p>
        </p:txBody>
      </p:sp>
      <p:sp>
        <p:nvSpPr>
          <p:cNvPr id="5" name="Rectangle: Rounded Corners 4">
            <a:extLst>
              <a:ext uri="{FF2B5EF4-FFF2-40B4-BE49-F238E27FC236}">
                <a16:creationId xmlns:a16="http://schemas.microsoft.com/office/drawing/2014/main" id="{A2ABEFE9-D709-461D-BAE6-85FD4C734135}"/>
              </a:ext>
            </a:extLst>
          </p:cNvPr>
          <p:cNvSpPr/>
          <p:nvPr/>
        </p:nvSpPr>
        <p:spPr>
          <a:xfrm>
            <a:off x="260357" y="919502"/>
            <a:ext cx="5574384" cy="428090"/>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Sprint Definition of Ready</a:t>
            </a:r>
          </a:p>
        </p:txBody>
      </p:sp>
      <p:sp>
        <p:nvSpPr>
          <p:cNvPr id="6" name="Rectangle: Rounded Corners 5">
            <a:extLst>
              <a:ext uri="{FF2B5EF4-FFF2-40B4-BE49-F238E27FC236}">
                <a16:creationId xmlns:a16="http://schemas.microsoft.com/office/drawing/2014/main" id="{236E91A5-D2D4-4A11-B92A-8D1E8F1F38E0}"/>
              </a:ext>
            </a:extLst>
          </p:cNvPr>
          <p:cNvSpPr/>
          <p:nvPr/>
        </p:nvSpPr>
        <p:spPr>
          <a:xfrm>
            <a:off x="6198274" y="919502"/>
            <a:ext cx="5717501" cy="428090"/>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Sprint Definition of Done</a:t>
            </a:r>
          </a:p>
        </p:txBody>
      </p:sp>
      <p:sp>
        <p:nvSpPr>
          <p:cNvPr id="8" name="TextBox 7">
            <a:extLst>
              <a:ext uri="{FF2B5EF4-FFF2-40B4-BE49-F238E27FC236}">
                <a16:creationId xmlns:a16="http://schemas.microsoft.com/office/drawing/2014/main" id="{20E5B043-E319-4C82-8422-81E7B7A9AAFD}"/>
              </a:ext>
            </a:extLst>
          </p:cNvPr>
          <p:cNvSpPr txBox="1"/>
          <p:nvPr/>
        </p:nvSpPr>
        <p:spPr>
          <a:xfrm>
            <a:off x="260357" y="6045549"/>
            <a:ext cx="2636104" cy="369332"/>
          </a:xfrm>
          <a:prstGeom prst="rect">
            <a:avLst/>
          </a:prstGeom>
          <a:noFill/>
        </p:spPr>
        <p:txBody>
          <a:bodyPr wrap="square" lIns="91440" tIns="45720" rIns="91440" bIns="45720" rtlCol="0" anchor="t">
            <a:spAutoFit/>
          </a:bodyPr>
          <a:lstStyle/>
          <a:p>
            <a:r>
              <a:rPr lang="en-US" sz="900" i="1"/>
              <a:t> PO   – Product Owner</a:t>
            </a:r>
          </a:p>
          <a:p>
            <a:r>
              <a:rPr lang="en-US" sz="900" i="1"/>
              <a:t> HLA – High Level Architecture</a:t>
            </a:r>
          </a:p>
        </p:txBody>
      </p:sp>
      <p:cxnSp>
        <p:nvCxnSpPr>
          <p:cNvPr id="9" name="Straight Connector 8">
            <a:extLst>
              <a:ext uri="{FF2B5EF4-FFF2-40B4-BE49-F238E27FC236}">
                <a16:creationId xmlns:a16="http://schemas.microsoft.com/office/drawing/2014/main" id="{BFDE90CE-F3F1-4331-8ACA-453E5391B602}"/>
              </a:ext>
            </a:extLst>
          </p:cNvPr>
          <p:cNvCxnSpPr>
            <a:cxnSpLocks/>
          </p:cNvCxnSpPr>
          <p:nvPr/>
        </p:nvCxnSpPr>
        <p:spPr>
          <a:xfrm>
            <a:off x="5990086" y="1454642"/>
            <a:ext cx="0" cy="4483856"/>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D725078B-CAAE-427C-A710-816929E536C7}"/>
              </a:ext>
            </a:extLst>
          </p:cNvPr>
          <p:cNvSpPr txBox="1">
            <a:spLocks/>
          </p:cNvSpPr>
          <p:nvPr/>
        </p:nvSpPr>
        <p:spPr>
          <a:xfrm>
            <a:off x="0" y="1"/>
            <a:ext cx="12202633" cy="507832"/>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Sprint – </a:t>
            </a:r>
            <a:r>
              <a:rPr kumimoji="0" lang="en-GB" sz="2800" b="1" i="0" u="none" strike="noStrike" kern="1200" cap="none" spc="0" normalizeH="0" baseline="0" noProof="0" err="1">
                <a:ln>
                  <a:noFill/>
                </a:ln>
                <a:solidFill>
                  <a:schemeClr val="tx1"/>
                </a:solidFill>
                <a:effectLst/>
                <a:uLnTx/>
                <a:uFillTx/>
                <a:latin typeface="Ubuntu" panose="020B0504030602030204" pitchFamily="34" charset="0"/>
                <a:ea typeface="+mj-ea"/>
                <a:cs typeface="+mj-cs"/>
              </a:rPr>
              <a:t>DoR</a:t>
            </a: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 and DoD</a:t>
            </a:r>
            <a:endParaRPr kumimoji="0" lang="en-GB" sz="2800" b="1" i="0" u="none" strike="noStrike" kern="1200" cap="none" spc="0" normalizeH="0" baseline="0" noProof="0">
              <a:ln>
                <a:noFill/>
              </a:ln>
              <a:solidFill>
                <a:schemeClr val="tx1"/>
              </a:solidFill>
              <a:effectLst/>
              <a:highlight>
                <a:srgbClr val="FFFF00"/>
              </a:highlight>
              <a:uLnTx/>
              <a:uFillTx/>
              <a:latin typeface="Ubuntu" panose="020B0504030602030204" pitchFamily="34" charset="0"/>
              <a:ea typeface="+mj-ea"/>
              <a:cs typeface="+mj-cs"/>
            </a:endParaRPr>
          </a:p>
        </p:txBody>
      </p:sp>
    </p:spTree>
    <p:extLst>
      <p:ext uri="{BB962C8B-B14F-4D97-AF65-F5344CB8AC3E}">
        <p14:creationId xmlns:p14="http://schemas.microsoft.com/office/powerpoint/2010/main" val="28155668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AF865AE-0F78-49F3-A0CB-D4F57A104432}"/>
              </a:ext>
            </a:extLst>
          </p:cNvPr>
          <p:cNvSpPr txBox="1">
            <a:spLocks/>
          </p:cNvSpPr>
          <p:nvPr/>
        </p:nvSpPr>
        <p:spPr>
          <a:xfrm>
            <a:off x="1" y="1"/>
            <a:ext cx="9267290" cy="507832"/>
          </a:xfrm>
          <a:prstGeom prst="rect">
            <a:avLst/>
          </a:prstGeom>
          <a:solidFill>
            <a:schemeClr val="bg1"/>
          </a:solid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lang="en-GB">
                <a:solidFill>
                  <a:schemeClr val="tx1"/>
                </a:solidFill>
              </a:rPr>
              <a:t>Tracking Sprint progress</a:t>
            </a:r>
            <a:endPar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endParaRPr>
          </a:p>
        </p:txBody>
      </p:sp>
      <p:graphicFrame>
        <p:nvGraphicFramePr>
          <p:cNvPr id="4" name="Diagram 3">
            <a:extLst>
              <a:ext uri="{FF2B5EF4-FFF2-40B4-BE49-F238E27FC236}">
                <a16:creationId xmlns:a16="http://schemas.microsoft.com/office/drawing/2014/main" id="{B10DAC52-42A1-42F3-9DE7-D08C6FF1A103}"/>
              </a:ext>
            </a:extLst>
          </p:cNvPr>
          <p:cNvGraphicFramePr/>
          <p:nvPr>
            <p:extLst>
              <p:ext uri="{D42A27DB-BD31-4B8C-83A1-F6EECF244321}">
                <p14:modId xmlns:p14="http://schemas.microsoft.com/office/powerpoint/2010/main" val="1659167762"/>
              </p:ext>
            </p:extLst>
          </p:nvPr>
        </p:nvGraphicFramePr>
        <p:xfrm>
          <a:off x="627741" y="1299710"/>
          <a:ext cx="10138229" cy="50082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7D0E4BD8-BE23-492A-BBB8-B96FF0716E0D}"/>
              </a:ext>
            </a:extLst>
          </p:cNvPr>
          <p:cNvSpPr txBox="1"/>
          <p:nvPr/>
        </p:nvSpPr>
        <p:spPr>
          <a:xfrm>
            <a:off x="-10634" y="653379"/>
            <a:ext cx="12202633" cy="472159"/>
          </a:xfrm>
          <a:prstGeom prst="rect">
            <a:avLst/>
          </a:prstGeom>
          <a:solidFill>
            <a:schemeClr val="bg2">
              <a:lumMod val="90000"/>
            </a:schemeClr>
          </a:solidFill>
          <a:ln>
            <a:noFill/>
          </a:ln>
        </p:spPr>
        <p:txBody>
          <a:bodyPr wrap="square" rtlCol="0">
            <a:spAutoFit/>
          </a:bodyPr>
          <a:lstStyle/>
          <a:p>
            <a:r>
              <a:rPr lang="en-IN" sz="1200">
                <a:latin typeface="Ubuntu" panose="020B0504030602030204" pitchFamily="34" charset="0"/>
              </a:rPr>
              <a:t>Each Sprint to have a daily reporting through JIRA dashboards to track velocity numbers by story or story points and other test metrics as applicable. The dashboard designs will be agreed between the RTLs and programme governance teams. Following are some of the standard metrics that are proposed for tracking progress</a:t>
            </a:r>
          </a:p>
        </p:txBody>
      </p:sp>
    </p:spTree>
    <p:extLst>
      <p:ext uri="{BB962C8B-B14F-4D97-AF65-F5344CB8AC3E}">
        <p14:creationId xmlns:p14="http://schemas.microsoft.com/office/powerpoint/2010/main" val="20750320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0301547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EE4P_STYLE_ID" val="3edb2f5e-e25b-4bbf-81ee-2b4396447386"/>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z.I3yenMQKik7gwga5MCXw"/>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9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9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FOzv2QDMRtqpSeAWSJydPg"/>
</p:tagLst>
</file>

<file path=ppt/tags/tag114.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115.xml><?xml version="1.0" encoding="utf-8"?>
<p:tagLst xmlns:a="http://schemas.openxmlformats.org/drawingml/2006/main" xmlns:r="http://schemas.openxmlformats.org/officeDocument/2006/relationships" xmlns:p="http://schemas.openxmlformats.org/presentationml/2006/main">
  <p:tag name="POWER_USER_TAGS_ICONS" val="presentation board*board*business*business presentation*presentation chart*performance*people*slides*sales*profitability*profits*analytics*results*progress"/>
</p:tagLst>
</file>

<file path=ppt/tags/tag116.xml><?xml version="1.0" encoding="utf-8"?>
<p:tagLst xmlns:a="http://schemas.openxmlformats.org/drawingml/2006/main" xmlns:r="http://schemas.openxmlformats.org/officeDocument/2006/relationships" xmlns:p="http://schemas.openxmlformats.org/presentationml/2006/main">
  <p:tag name="POWER_USER_TAGS_ICONS" val="presentation board*board*business*business presentation*presentation chart*performance*people*slides*sales*profitability*profits*analytics*results*progress"/>
</p:tagLst>
</file>

<file path=ppt/tags/tag117.xml><?xml version="1.0" encoding="utf-8"?>
<p:tagLst xmlns:a="http://schemas.openxmlformats.org/drawingml/2006/main" xmlns:r="http://schemas.openxmlformats.org/officeDocument/2006/relationships" xmlns:p="http://schemas.openxmlformats.org/presentationml/2006/main">
  <p:tag name="POWER_USER_TAGS_ICONS" val="presentation board*board*business*business presentation*presentation chart*performance*people*slides*sales*profitability*profits*analytics*results*progress"/>
</p:tagLst>
</file>

<file path=ppt/tags/tag118.xml><?xml version="1.0" encoding="utf-8"?>
<p:tagLst xmlns:a="http://schemas.openxmlformats.org/drawingml/2006/main" xmlns:r="http://schemas.openxmlformats.org/officeDocument/2006/relationships" xmlns:p="http://schemas.openxmlformats.org/presentationml/2006/main">
  <p:tag name="POWER_USER_TAGS_ICONS" val="presentation board*board*business*business presentation*presentation chart*performance*people*slides*sales*profitability*profits*analytics*results*progress"/>
</p:tagLst>
</file>

<file path=ppt/tags/tag119.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120.xml><?xml version="1.0" encoding="utf-8"?>
<p:tagLst xmlns:a="http://schemas.openxmlformats.org/drawingml/2006/main" xmlns:r="http://schemas.openxmlformats.org/officeDocument/2006/relationships" xmlns:p="http://schemas.openxmlformats.org/presentationml/2006/main">
  <p:tag name="POWER_USER_TAGS_ICONS" val="presentation board*board*business*business presentation*presentation chart*performance*people*slides*sales*profitability*profits*analytics*results*progress"/>
</p:tagLst>
</file>

<file path=ppt/tags/tag121.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122.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123.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124.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125.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126.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127.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128.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129.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130.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131.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132.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133.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134.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135.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136.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137.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heme/theme1.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2.xml><?xml version="1.0" encoding="utf-8"?>
<a:theme xmlns:a="http://schemas.openxmlformats.org/drawingml/2006/main" name="Cover options_Section">
  <a:themeElements>
    <a:clrScheme name="Capgemini NEW">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1" id="{18B0FA0E-52BA-4F3F-B2FD-88B4C8061DF8}" vid="{B5884A08-8118-4F4B-BE23-42A2365375DD}"/>
    </a:ext>
  </a:extLst>
</a:theme>
</file>

<file path=ppt/theme/theme3.xml><?xml version="1.0" encoding="utf-8"?>
<a:theme xmlns:a="http://schemas.openxmlformats.org/drawingml/2006/main" name="Capgemini Master 2021">
  <a:themeElements>
    <a:clrScheme name="Custom 13">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FFFFFF"/>
      </a:hlink>
      <a:folHlink>
        <a:srgbClr val="FFFFFF"/>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4.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5.xml><?xml version="1.0" encoding="utf-8"?>
<a:theme xmlns:a="http://schemas.openxmlformats.org/drawingml/2006/main" name="1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6.xml><?xml version="1.0" encoding="utf-8"?>
<a:theme xmlns:a="http://schemas.openxmlformats.org/drawingml/2006/main" name="2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7.xml><?xml version="1.0" encoding="utf-8"?>
<a:theme xmlns:a="http://schemas.openxmlformats.org/drawingml/2006/main" name="3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8.xml><?xml version="1.0" encoding="utf-8"?>
<a:theme xmlns:a="http://schemas.openxmlformats.org/drawingml/2006/main" name="4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9.xml><?xml version="1.0" encoding="utf-8"?>
<a:theme xmlns:a="http://schemas.openxmlformats.org/drawingml/2006/main" name="5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10.xml><?xml version="1.0" encoding="utf-8"?>
<a:theme xmlns:a="http://schemas.openxmlformats.org/drawingml/2006/main" name="6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11.xml><?xml version="1.0" encoding="utf-8"?>
<a:theme xmlns:a="http://schemas.openxmlformats.org/drawingml/2006/main" name="7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12.xml><?xml version="1.0" encoding="utf-8"?>
<a:theme xmlns:a="http://schemas.openxmlformats.org/drawingml/2006/main" name="Main Style">
  <a:themeElements>
    <a:clrScheme name="Main Style 1">
      <a:dk1>
        <a:srgbClr val="1E185A"/>
      </a:dk1>
      <a:lt1>
        <a:srgbClr val="FFFFFF"/>
      </a:lt1>
      <a:dk2>
        <a:srgbClr val="8E8CAC"/>
      </a:dk2>
      <a:lt2>
        <a:srgbClr val="C6C7C8"/>
      </a:lt2>
      <a:accent1>
        <a:srgbClr val="CC3333"/>
      </a:accent1>
      <a:accent2>
        <a:srgbClr val="0099FF"/>
      </a:accent2>
      <a:accent3>
        <a:srgbClr val="FFFFFF"/>
      </a:accent3>
      <a:accent4>
        <a:srgbClr val="18134C"/>
      </a:accent4>
      <a:accent5>
        <a:srgbClr val="E2ADAD"/>
      </a:accent5>
      <a:accent6>
        <a:srgbClr val="008AE7"/>
      </a:accent6>
      <a:hlink>
        <a:srgbClr val="072769"/>
      </a:hlink>
      <a:folHlink>
        <a:srgbClr val="FECB00"/>
      </a:folHlink>
    </a:clrScheme>
    <a:fontScheme name="Main Style">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accent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Century Gothic"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accent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Century Gothic" pitchFamily="34" charset="0"/>
          </a:defRPr>
        </a:defPPr>
      </a:lstStyle>
    </a:lnDef>
  </a:objectDefaults>
  <a:extraClrSchemeLst>
    <a:extraClrScheme>
      <a:clrScheme name="Main Styl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Main Styl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Main Styl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Main Styl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Main Styl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Main Styl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Main Styl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Main Styl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Main Styl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Main Styl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Main Styl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Main Styl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Main Style 13">
        <a:dk1>
          <a:srgbClr val="000000"/>
        </a:dk1>
        <a:lt1>
          <a:srgbClr val="FFFFFF"/>
        </a:lt1>
        <a:dk2>
          <a:srgbClr val="000000"/>
        </a:dk2>
        <a:lt2>
          <a:srgbClr val="C6C6C8"/>
        </a:lt2>
        <a:accent1>
          <a:srgbClr val="CC3333"/>
        </a:accent1>
        <a:accent2>
          <a:srgbClr val="0099FF"/>
        </a:accent2>
        <a:accent3>
          <a:srgbClr val="FFFFFF"/>
        </a:accent3>
        <a:accent4>
          <a:srgbClr val="000000"/>
        </a:accent4>
        <a:accent5>
          <a:srgbClr val="E2ADAD"/>
        </a:accent5>
        <a:accent6>
          <a:srgbClr val="008AE7"/>
        </a:accent6>
        <a:hlink>
          <a:srgbClr val="072769"/>
        </a:hlink>
        <a:folHlink>
          <a:srgbClr val="FECB00"/>
        </a:folHlink>
      </a:clrScheme>
      <a:clrMap bg1="lt1" tx1="dk1" bg2="lt2" tx2="dk2" accent1="accent1" accent2="accent2" accent3="accent3" accent4="accent4" accent5="accent5" accent6="accent6" hlink="hlink" folHlink="folHlink"/>
    </a:extraClrScheme>
    <a:extraClrScheme>
      <a:clrScheme name="Main Style 1">
        <a:dk1>
          <a:srgbClr val="1E185A"/>
        </a:dk1>
        <a:lt1>
          <a:srgbClr val="FFFFFF"/>
        </a:lt1>
        <a:dk2>
          <a:srgbClr val="8E8CAC"/>
        </a:dk2>
        <a:lt2>
          <a:srgbClr val="C6C7C8"/>
        </a:lt2>
        <a:accent1>
          <a:srgbClr val="CC3333"/>
        </a:accent1>
        <a:accent2>
          <a:srgbClr val="0099FF"/>
        </a:accent2>
        <a:accent3>
          <a:srgbClr val="FFFFFF"/>
        </a:accent3>
        <a:accent4>
          <a:srgbClr val="18134C"/>
        </a:accent4>
        <a:accent5>
          <a:srgbClr val="E2ADAD"/>
        </a:accent5>
        <a:accent6>
          <a:srgbClr val="008AE7"/>
        </a:accent6>
        <a:hlink>
          <a:srgbClr val="072769"/>
        </a:hlink>
        <a:folHlink>
          <a:srgbClr val="FECB00"/>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Tema do Offic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Office Them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ppt/theme/themeOverride2.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1495FEC1CD6F941B8BE3B537DCFC6FF" ma:contentTypeVersion="10" ma:contentTypeDescription="Create a new document." ma:contentTypeScope="" ma:versionID="d6d1f02ff7955b5a74455c81c0826e63">
  <xsd:schema xmlns:xsd="http://www.w3.org/2001/XMLSchema" xmlns:xs="http://www.w3.org/2001/XMLSchema" xmlns:p="http://schemas.microsoft.com/office/2006/metadata/properties" xmlns:ns2="e2f04ce6-5625-4773-b511-ff6e32fd78d6" xmlns:ns3="886d0db5-4d18-497d-97ce-51cb0d7fa060" targetNamespace="http://schemas.microsoft.com/office/2006/metadata/properties" ma:root="true" ma:fieldsID="0e1ee9358fcf16fc9680f5c3c1684deb" ns2:_="" ns3:_="">
    <xsd:import namespace="e2f04ce6-5625-4773-b511-ff6e32fd78d6"/>
    <xsd:import namespace="886d0db5-4d18-497d-97ce-51cb0d7fa06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f04ce6-5625-4773-b511-ff6e32fd78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86d0db5-4d18-497d-97ce-51cb0d7fa06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886d0db5-4d18-497d-97ce-51cb0d7fa060">
      <UserInfo>
        <DisplayName>Guttula, Rupesh</DisplayName>
        <AccountId>58</AccountId>
        <AccountType/>
      </UserInfo>
      <UserInfo>
        <DisplayName>Illinda, Sridhar</DisplayName>
        <AccountId>90</AccountId>
        <AccountType/>
      </UserInfo>
    </SharedWithUsers>
  </documentManagement>
</p:properties>
</file>

<file path=customXml/itemProps1.xml><?xml version="1.0" encoding="utf-8"?>
<ds:datastoreItem xmlns:ds="http://schemas.openxmlformats.org/officeDocument/2006/customXml" ds:itemID="{93B09ECE-D1C0-42A5-B69E-8C88764DB9F3}">
  <ds:schemaRefs>
    <ds:schemaRef ds:uri="http://schemas.microsoft.com/sharepoint/v3/contenttype/forms"/>
  </ds:schemaRefs>
</ds:datastoreItem>
</file>

<file path=customXml/itemProps2.xml><?xml version="1.0" encoding="utf-8"?>
<ds:datastoreItem xmlns:ds="http://schemas.openxmlformats.org/officeDocument/2006/customXml" ds:itemID="{C30A898D-B7F9-46D4-9A21-36A7A3669D18}">
  <ds:schemaRefs>
    <ds:schemaRef ds:uri="886d0db5-4d18-497d-97ce-51cb0d7fa060"/>
    <ds:schemaRef ds:uri="e2f04ce6-5625-4773-b511-ff6e32fd78d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765F6DA-EDFD-4C3F-B2EB-EDE359E124E2}">
  <ds:schemaRefs>
    <ds:schemaRef ds:uri="886d0db5-4d18-497d-97ce-51cb0d7fa060"/>
    <ds:schemaRef ds:uri="e2f04ce6-5625-4773-b511-ff6e32fd78d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ppt-Capgemini_MasterTemplate</Template>
  <Application>Microsoft Office PowerPoint</Application>
  <PresentationFormat>Widescreen</PresentationFormat>
  <Slides>25</Slides>
  <Notes>17</Notes>
  <HiddenSlides>0</HiddenSlides>
  <ScaleCrop>false</ScaleCrop>
  <HeadingPairs>
    <vt:vector size="4" baseType="variant">
      <vt:variant>
        <vt:lpstr>Theme</vt:lpstr>
      </vt:variant>
      <vt:variant>
        <vt:i4>12</vt:i4>
      </vt:variant>
      <vt:variant>
        <vt:lpstr>Slide Titles</vt:lpstr>
      </vt:variant>
      <vt:variant>
        <vt:i4>25</vt:i4>
      </vt:variant>
    </vt:vector>
  </HeadingPairs>
  <TitlesOfParts>
    <vt:vector size="37" baseType="lpstr">
      <vt:lpstr>Capgemini Master 2021</vt:lpstr>
      <vt:lpstr>Cover options_Section</vt:lpstr>
      <vt:lpstr>Capgemini Master 2021</vt:lpstr>
      <vt:lpstr>Capgemini Master 2021</vt:lpstr>
      <vt:lpstr>1_Capgemini Master 2021</vt:lpstr>
      <vt:lpstr>2_Capgemini Master 2021</vt:lpstr>
      <vt:lpstr>3_Capgemini Master 2021</vt:lpstr>
      <vt:lpstr>4_Capgemini Master 2021</vt:lpstr>
      <vt:lpstr>5_Capgemini Master 2021</vt:lpstr>
      <vt:lpstr>6_Capgemini Master 2021</vt:lpstr>
      <vt:lpstr>7_Capgemini Master 2021</vt:lpstr>
      <vt:lpstr>Main Style</vt:lpstr>
      <vt:lpstr>Beazley  gpas and Billing OPERATING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Jira Setup - Overview</vt:lpstr>
      <vt:lpstr>Jira Structure of a project</vt:lpstr>
      <vt:lpstr>Jira User Story workflow</vt:lpstr>
      <vt:lpstr>governance</vt:lpstr>
      <vt:lpstr>PowerPoint Presentation</vt:lpstr>
      <vt:lpstr>PowerPoint Presentation</vt:lpstr>
      <vt:lpstr>PowerPoint Presentation</vt:lpstr>
      <vt:lpstr>Escalation process</vt:lpstr>
      <vt:lpstr>Change control</vt:lpstr>
      <vt:lpstr>PowerPoint Presentation</vt:lpstr>
      <vt:lpstr>PowerPoint Presentation</vt:lpstr>
      <vt:lpstr>PowerPoint Presentation</vt:lpstr>
      <vt:lpstr>PowerPoint Presentation</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subject>Capgemini template</dc:subject>
  <dc:creator>Patel, Chetali</dc:creator>
  <cp:revision>2</cp:revision>
  <cp:lastPrinted>2024-06-26T08:02:41Z</cp:lastPrinted>
  <dcterms:created xsi:type="dcterms:W3CDTF">2021-06-03T11:11:51Z</dcterms:created>
  <dcterms:modified xsi:type="dcterms:W3CDTF">2024-08-06T12:31:35Z</dcterms:modified>
  <cp:category>Company Confidential</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0x01010021495FEC1CD6F941B8BE3B537DCFC6FF</vt:lpwstr>
  </property>
</Properties>
</file>
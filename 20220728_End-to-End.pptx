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2.xml" ContentType="application/vnd.openxmlformats-officedocument.them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9"/>
  </p:notesMasterIdLst>
  <p:sldIdLst>
    <p:sldId id="2147468946" r:id="rId5"/>
    <p:sldId id="2147469204" r:id="rId6"/>
    <p:sldId id="2147469215" r:id="rId7"/>
    <p:sldId id="2147469216" r:id="rId8"/>
    <p:sldId id="2147469205" r:id="rId9"/>
    <p:sldId id="2147469206" r:id="rId10"/>
    <p:sldId id="2147469217" r:id="rId11"/>
    <p:sldId id="2147469207" r:id="rId12"/>
    <p:sldId id="2147469214" r:id="rId13"/>
    <p:sldId id="2147469218" r:id="rId14"/>
    <p:sldId id="2147469212" r:id="rId15"/>
    <p:sldId id="2147469213" r:id="rId16"/>
    <p:sldId id="2147469219" r:id="rId17"/>
    <p:sldId id="2147469209" r:id="rId18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Balbi, Sabrina" initials="BS" lastIdx="1" clrIdx="0">
    <p:extLst>
      <p:ext uri="{19B8F6BF-5375-455C-9EA6-DF929625EA0E}">
        <p15:presenceInfo xmlns:p15="http://schemas.microsoft.com/office/powerpoint/2012/main" userId="S::sabrina.balbi@capgemini.com::eb5793ff-7c3d-42d4-a69c-6effd8bcdbf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AD35615-51AB-478A-ACF9-979AA289A6CE}" v="1023" dt="2022-07-28T11:13:10.374"/>
    <p1510:client id="{28F1A27C-FBFA-4F49-98B1-90EE86ED5D4B}" v="438" dt="2022-07-28T13:03:33.214"/>
    <p1510:client id="{3E444CB1-4FA0-4D4D-BFEB-9CFFD3996C4E}" v="141" dt="2022-07-28T13:06:05.887"/>
    <p1510:client id="{AEF8CC0F-C07C-4E82-9571-89A29FAE241E}" v="100" dt="2022-07-28T14:37:22.756"/>
    <p1510:client id="{B37C1EDB-F57F-4DC4-8D52-7D0C2EA2F353}" v="731" dt="2022-07-28T11:02:20.053"/>
    <p1510:client id="{DDE9730B-C165-4849-993A-3FD02AC37639}" v="6049" dt="2022-07-28T10:54:33.45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commentAuthors" Target="comment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albi, Sabrina" userId="eb5793ff-7c3d-42d4-a69c-6effd8bcdbf2" providerId="ADAL" clId="{3E444CB1-4FA0-4D4D-BFEB-9CFFD3996C4E}"/>
    <pc:docChg chg="custSel addSld modSld">
      <pc:chgData name="Balbi, Sabrina" userId="eb5793ff-7c3d-42d4-a69c-6effd8bcdbf2" providerId="ADAL" clId="{3E444CB1-4FA0-4D4D-BFEB-9CFFD3996C4E}" dt="2022-07-28T13:06:05.888" v="140" actId="207"/>
      <pc:docMkLst>
        <pc:docMk/>
      </pc:docMkLst>
      <pc:sldChg chg="modSp mod">
        <pc:chgData name="Balbi, Sabrina" userId="eb5793ff-7c3d-42d4-a69c-6effd8bcdbf2" providerId="ADAL" clId="{3E444CB1-4FA0-4D4D-BFEB-9CFFD3996C4E}" dt="2022-07-28T11:34:05.726" v="3" actId="20577"/>
        <pc:sldMkLst>
          <pc:docMk/>
          <pc:sldMk cId="2692183488" sldId="2147469206"/>
        </pc:sldMkLst>
        <pc:spChg chg="mod">
          <ac:chgData name="Balbi, Sabrina" userId="eb5793ff-7c3d-42d4-a69c-6effd8bcdbf2" providerId="ADAL" clId="{3E444CB1-4FA0-4D4D-BFEB-9CFFD3996C4E}" dt="2022-07-28T11:34:05.726" v="3" actId="20577"/>
          <ac:spMkLst>
            <pc:docMk/>
            <pc:sldMk cId="2692183488" sldId="2147469206"/>
            <ac:spMk id="25" creationId="{4BB9678F-35FB-41C2-9961-D08A379782C4}"/>
          </ac:spMkLst>
        </pc:spChg>
      </pc:sldChg>
      <pc:sldChg chg="modSp mod">
        <pc:chgData name="Balbi, Sabrina" userId="eb5793ff-7c3d-42d4-a69c-6effd8bcdbf2" providerId="ADAL" clId="{3E444CB1-4FA0-4D4D-BFEB-9CFFD3996C4E}" dt="2022-07-28T11:37:34.575" v="39" actId="20577"/>
        <pc:sldMkLst>
          <pc:docMk/>
          <pc:sldMk cId="4050275654" sldId="2147469207"/>
        </pc:sldMkLst>
        <pc:spChg chg="mod">
          <ac:chgData name="Balbi, Sabrina" userId="eb5793ff-7c3d-42d4-a69c-6effd8bcdbf2" providerId="ADAL" clId="{3E444CB1-4FA0-4D4D-BFEB-9CFFD3996C4E}" dt="2022-07-28T11:37:34.575" v="39" actId="20577"/>
          <ac:spMkLst>
            <pc:docMk/>
            <pc:sldMk cId="4050275654" sldId="2147469207"/>
            <ac:spMk id="3" creationId="{96E193DA-30F8-4F35-A043-9548C29C4481}"/>
          </ac:spMkLst>
        </pc:spChg>
      </pc:sldChg>
      <pc:sldChg chg="modSp mod">
        <pc:chgData name="Balbi, Sabrina" userId="eb5793ff-7c3d-42d4-a69c-6effd8bcdbf2" providerId="ADAL" clId="{3E444CB1-4FA0-4D4D-BFEB-9CFFD3996C4E}" dt="2022-07-28T11:42:22.013" v="46" actId="113"/>
        <pc:sldMkLst>
          <pc:docMk/>
          <pc:sldMk cId="1116226357" sldId="2147469212"/>
        </pc:sldMkLst>
        <pc:spChg chg="mod">
          <ac:chgData name="Balbi, Sabrina" userId="eb5793ff-7c3d-42d4-a69c-6effd8bcdbf2" providerId="ADAL" clId="{3E444CB1-4FA0-4D4D-BFEB-9CFFD3996C4E}" dt="2022-07-28T11:38:31.459" v="42" actId="113"/>
          <ac:spMkLst>
            <pc:docMk/>
            <pc:sldMk cId="1116226357" sldId="2147469212"/>
            <ac:spMk id="18" creationId="{28079967-A90F-4926-89DD-56448070D4BF}"/>
          </ac:spMkLst>
        </pc:spChg>
        <pc:spChg chg="mod">
          <ac:chgData name="Balbi, Sabrina" userId="eb5793ff-7c3d-42d4-a69c-6effd8bcdbf2" providerId="ADAL" clId="{3E444CB1-4FA0-4D4D-BFEB-9CFFD3996C4E}" dt="2022-07-28T11:42:22.013" v="46" actId="113"/>
          <ac:spMkLst>
            <pc:docMk/>
            <pc:sldMk cId="1116226357" sldId="2147469212"/>
            <ac:spMk id="26" creationId="{39B1C5B7-C428-4436-B1B6-1CC0B94AED72}"/>
          </ac:spMkLst>
        </pc:spChg>
        <pc:spChg chg="mod">
          <ac:chgData name="Balbi, Sabrina" userId="eb5793ff-7c3d-42d4-a69c-6effd8bcdbf2" providerId="ADAL" clId="{3E444CB1-4FA0-4D4D-BFEB-9CFFD3996C4E}" dt="2022-07-28T11:41:23.352" v="44" actId="113"/>
          <ac:spMkLst>
            <pc:docMk/>
            <pc:sldMk cId="1116226357" sldId="2147469212"/>
            <ac:spMk id="31" creationId="{FF652567-6424-4EFD-8C76-433D6E6B9ADF}"/>
          </ac:spMkLst>
        </pc:spChg>
      </pc:sldChg>
      <pc:sldChg chg="modSp mod">
        <pc:chgData name="Balbi, Sabrina" userId="eb5793ff-7c3d-42d4-a69c-6effd8bcdbf2" providerId="ADAL" clId="{3E444CB1-4FA0-4D4D-BFEB-9CFFD3996C4E}" dt="2022-07-28T11:49:22.337" v="116" actId="108"/>
        <pc:sldMkLst>
          <pc:docMk/>
          <pc:sldMk cId="3702162721" sldId="2147469213"/>
        </pc:sldMkLst>
        <pc:spChg chg="mod">
          <ac:chgData name="Balbi, Sabrina" userId="eb5793ff-7c3d-42d4-a69c-6effd8bcdbf2" providerId="ADAL" clId="{3E444CB1-4FA0-4D4D-BFEB-9CFFD3996C4E}" dt="2022-07-28T11:44:02.999" v="66" actId="20577"/>
          <ac:spMkLst>
            <pc:docMk/>
            <pc:sldMk cId="3702162721" sldId="2147469213"/>
            <ac:spMk id="25" creationId="{4BB9678F-35FB-41C2-9961-D08A379782C4}"/>
          </ac:spMkLst>
        </pc:spChg>
        <pc:spChg chg="mod">
          <ac:chgData name="Balbi, Sabrina" userId="eb5793ff-7c3d-42d4-a69c-6effd8bcdbf2" providerId="ADAL" clId="{3E444CB1-4FA0-4D4D-BFEB-9CFFD3996C4E}" dt="2022-07-28T11:49:22.337" v="116" actId="108"/>
          <ac:spMkLst>
            <pc:docMk/>
            <pc:sldMk cId="3702162721" sldId="2147469213"/>
            <ac:spMk id="26" creationId="{658B0C98-68A1-43DE-9F2C-669A2E5DB0AD}"/>
          </ac:spMkLst>
        </pc:spChg>
      </pc:sldChg>
      <pc:sldChg chg="delSp modSp mod">
        <pc:chgData name="Balbi, Sabrina" userId="eb5793ff-7c3d-42d4-a69c-6effd8bcdbf2" providerId="ADAL" clId="{3E444CB1-4FA0-4D4D-BFEB-9CFFD3996C4E}" dt="2022-07-28T12:07:12.424" v="122" actId="20577"/>
        <pc:sldMkLst>
          <pc:docMk/>
          <pc:sldMk cId="2513134029" sldId="2147469214"/>
        </pc:sldMkLst>
        <pc:spChg chg="del">
          <ac:chgData name="Balbi, Sabrina" userId="eb5793ff-7c3d-42d4-a69c-6effd8bcdbf2" providerId="ADAL" clId="{3E444CB1-4FA0-4D4D-BFEB-9CFFD3996C4E}" dt="2022-07-28T12:06:54.864" v="117" actId="478"/>
          <ac:spMkLst>
            <pc:docMk/>
            <pc:sldMk cId="2513134029" sldId="2147469214"/>
            <ac:spMk id="2" creationId="{8EC3AC26-97D7-4BC5-833D-38A27D1AF205}"/>
          </ac:spMkLst>
        </pc:spChg>
        <pc:spChg chg="mod">
          <ac:chgData name="Balbi, Sabrina" userId="eb5793ff-7c3d-42d4-a69c-6effd8bcdbf2" providerId="ADAL" clId="{3E444CB1-4FA0-4D4D-BFEB-9CFFD3996C4E}" dt="2022-07-28T12:07:12.424" v="122" actId="20577"/>
          <ac:spMkLst>
            <pc:docMk/>
            <pc:sldMk cId="2513134029" sldId="2147469214"/>
            <ac:spMk id="3" creationId="{96E193DA-30F8-4F35-A043-9548C29C4481}"/>
          </ac:spMkLst>
        </pc:spChg>
        <pc:spChg chg="del">
          <ac:chgData name="Balbi, Sabrina" userId="eb5793ff-7c3d-42d4-a69c-6effd8bcdbf2" providerId="ADAL" clId="{3E444CB1-4FA0-4D4D-BFEB-9CFFD3996C4E}" dt="2022-07-28T12:06:54.864" v="117" actId="478"/>
          <ac:spMkLst>
            <pc:docMk/>
            <pc:sldMk cId="2513134029" sldId="2147469214"/>
            <ac:spMk id="5" creationId="{35C9FC0C-4D4D-45BE-95E1-E506BF5CAC2E}"/>
          </ac:spMkLst>
        </pc:spChg>
        <pc:spChg chg="del">
          <ac:chgData name="Balbi, Sabrina" userId="eb5793ff-7c3d-42d4-a69c-6effd8bcdbf2" providerId="ADAL" clId="{3E444CB1-4FA0-4D4D-BFEB-9CFFD3996C4E}" dt="2022-07-28T12:06:54.864" v="117" actId="478"/>
          <ac:spMkLst>
            <pc:docMk/>
            <pc:sldMk cId="2513134029" sldId="2147469214"/>
            <ac:spMk id="7" creationId="{5C47378C-3DE5-4F14-B481-DBE5B2B4BC7B}"/>
          </ac:spMkLst>
        </pc:spChg>
        <pc:spChg chg="del">
          <ac:chgData name="Balbi, Sabrina" userId="eb5793ff-7c3d-42d4-a69c-6effd8bcdbf2" providerId="ADAL" clId="{3E444CB1-4FA0-4D4D-BFEB-9CFFD3996C4E}" dt="2022-07-28T12:06:54.864" v="117" actId="478"/>
          <ac:spMkLst>
            <pc:docMk/>
            <pc:sldMk cId="2513134029" sldId="2147469214"/>
            <ac:spMk id="8" creationId="{A5AC355A-E6CD-4D9E-ACF3-B5602EEAABC8}"/>
          </ac:spMkLst>
        </pc:spChg>
        <pc:spChg chg="del">
          <ac:chgData name="Balbi, Sabrina" userId="eb5793ff-7c3d-42d4-a69c-6effd8bcdbf2" providerId="ADAL" clId="{3E444CB1-4FA0-4D4D-BFEB-9CFFD3996C4E}" dt="2022-07-28T12:06:54.864" v="117" actId="478"/>
          <ac:spMkLst>
            <pc:docMk/>
            <pc:sldMk cId="2513134029" sldId="2147469214"/>
            <ac:spMk id="20" creationId="{E47C1F20-A16C-47E9-95EA-AD43EBA40B2A}"/>
          </ac:spMkLst>
        </pc:spChg>
        <pc:spChg chg="del">
          <ac:chgData name="Balbi, Sabrina" userId="eb5793ff-7c3d-42d4-a69c-6effd8bcdbf2" providerId="ADAL" clId="{3E444CB1-4FA0-4D4D-BFEB-9CFFD3996C4E}" dt="2022-07-28T12:06:54.864" v="117" actId="478"/>
          <ac:spMkLst>
            <pc:docMk/>
            <pc:sldMk cId="2513134029" sldId="2147469214"/>
            <ac:spMk id="22" creationId="{10C8C2E5-18CD-48A4-9B7A-43A2232513AC}"/>
          </ac:spMkLst>
        </pc:spChg>
        <pc:spChg chg="del">
          <ac:chgData name="Balbi, Sabrina" userId="eb5793ff-7c3d-42d4-a69c-6effd8bcdbf2" providerId="ADAL" clId="{3E444CB1-4FA0-4D4D-BFEB-9CFFD3996C4E}" dt="2022-07-28T12:06:54.864" v="117" actId="478"/>
          <ac:spMkLst>
            <pc:docMk/>
            <pc:sldMk cId="2513134029" sldId="2147469214"/>
            <ac:spMk id="23" creationId="{391B1F86-1D2E-4F99-9B8B-73C779CF7C9E}"/>
          </ac:spMkLst>
        </pc:spChg>
        <pc:spChg chg="del">
          <ac:chgData name="Balbi, Sabrina" userId="eb5793ff-7c3d-42d4-a69c-6effd8bcdbf2" providerId="ADAL" clId="{3E444CB1-4FA0-4D4D-BFEB-9CFFD3996C4E}" dt="2022-07-28T12:06:54.864" v="117" actId="478"/>
          <ac:spMkLst>
            <pc:docMk/>
            <pc:sldMk cId="2513134029" sldId="2147469214"/>
            <ac:spMk id="25" creationId="{4BB9678F-35FB-41C2-9961-D08A379782C4}"/>
          </ac:spMkLst>
        </pc:spChg>
        <pc:spChg chg="del">
          <ac:chgData name="Balbi, Sabrina" userId="eb5793ff-7c3d-42d4-a69c-6effd8bcdbf2" providerId="ADAL" clId="{3E444CB1-4FA0-4D4D-BFEB-9CFFD3996C4E}" dt="2022-07-28T12:06:54.864" v="117" actId="478"/>
          <ac:spMkLst>
            <pc:docMk/>
            <pc:sldMk cId="2513134029" sldId="2147469214"/>
            <ac:spMk id="26" creationId="{658B0C98-68A1-43DE-9F2C-669A2E5DB0AD}"/>
          </ac:spMkLst>
        </pc:spChg>
        <pc:grpChg chg="del">
          <ac:chgData name="Balbi, Sabrina" userId="eb5793ff-7c3d-42d4-a69c-6effd8bcdbf2" providerId="ADAL" clId="{3E444CB1-4FA0-4D4D-BFEB-9CFFD3996C4E}" dt="2022-07-28T12:06:57.193" v="118" actId="478"/>
          <ac:grpSpMkLst>
            <pc:docMk/>
            <pc:sldMk cId="2513134029" sldId="2147469214"/>
            <ac:grpSpMk id="21" creationId="{A2AC0B90-082C-47BE-A524-B0BBF609DC41}"/>
          </ac:grpSpMkLst>
        </pc:grpChg>
      </pc:sldChg>
      <pc:sldChg chg="modSp add mod">
        <pc:chgData name="Balbi, Sabrina" userId="eb5793ff-7c3d-42d4-a69c-6effd8bcdbf2" providerId="ADAL" clId="{3E444CB1-4FA0-4D4D-BFEB-9CFFD3996C4E}" dt="2022-07-28T13:04:41.228" v="127" actId="108"/>
        <pc:sldMkLst>
          <pc:docMk/>
          <pc:sldMk cId="4145427345" sldId="2147469216"/>
        </pc:sldMkLst>
        <pc:spChg chg="mod">
          <ac:chgData name="Balbi, Sabrina" userId="eb5793ff-7c3d-42d4-a69c-6effd8bcdbf2" providerId="ADAL" clId="{3E444CB1-4FA0-4D4D-BFEB-9CFFD3996C4E}" dt="2022-07-28T13:04:32.980" v="126" actId="207"/>
          <ac:spMkLst>
            <pc:docMk/>
            <pc:sldMk cId="4145427345" sldId="2147469216"/>
            <ac:spMk id="158" creationId="{427F97FF-BF96-4417-AC7E-D05F0722E12E}"/>
          </ac:spMkLst>
        </pc:spChg>
        <pc:spChg chg="mod">
          <ac:chgData name="Balbi, Sabrina" userId="eb5793ff-7c3d-42d4-a69c-6effd8bcdbf2" providerId="ADAL" clId="{3E444CB1-4FA0-4D4D-BFEB-9CFFD3996C4E}" dt="2022-07-28T13:04:41.228" v="127" actId="108"/>
          <ac:spMkLst>
            <pc:docMk/>
            <pc:sldMk cId="4145427345" sldId="2147469216"/>
            <ac:spMk id="184" creationId="{B2B9C538-506F-411C-AB0F-3D15E6F16667}"/>
          </ac:spMkLst>
        </pc:spChg>
        <pc:spChg chg="mod">
          <ac:chgData name="Balbi, Sabrina" userId="eb5793ff-7c3d-42d4-a69c-6effd8bcdbf2" providerId="ADAL" clId="{3E444CB1-4FA0-4D4D-BFEB-9CFFD3996C4E}" dt="2022-07-28T13:04:23.685" v="124" actId="207"/>
          <ac:spMkLst>
            <pc:docMk/>
            <pc:sldMk cId="4145427345" sldId="2147469216"/>
            <ac:spMk id="185" creationId="{F7666A3F-0967-4FD7-881B-F4295740B79D}"/>
          </ac:spMkLst>
        </pc:spChg>
        <pc:spChg chg="mod">
          <ac:chgData name="Balbi, Sabrina" userId="eb5793ff-7c3d-42d4-a69c-6effd8bcdbf2" providerId="ADAL" clId="{3E444CB1-4FA0-4D4D-BFEB-9CFFD3996C4E}" dt="2022-07-28T13:04:28.926" v="125" actId="207"/>
          <ac:spMkLst>
            <pc:docMk/>
            <pc:sldMk cId="4145427345" sldId="2147469216"/>
            <ac:spMk id="189" creationId="{620622C1-07CE-4DE1-A8C8-959928366B94}"/>
          </ac:spMkLst>
        </pc:spChg>
      </pc:sldChg>
      <pc:sldChg chg="modSp add mod">
        <pc:chgData name="Balbi, Sabrina" userId="eb5793ff-7c3d-42d4-a69c-6effd8bcdbf2" providerId="ADAL" clId="{3E444CB1-4FA0-4D4D-BFEB-9CFFD3996C4E}" dt="2022-07-28T13:05:11.043" v="132" actId="207"/>
        <pc:sldMkLst>
          <pc:docMk/>
          <pc:sldMk cId="3075703279" sldId="2147469217"/>
        </pc:sldMkLst>
        <pc:spChg chg="mod">
          <ac:chgData name="Balbi, Sabrina" userId="eb5793ff-7c3d-42d4-a69c-6effd8bcdbf2" providerId="ADAL" clId="{3E444CB1-4FA0-4D4D-BFEB-9CFFD3996C4E}" dt="2022-07-28T13:05:00.793" v="129" actId="207"/>
          <ac:spMkLst>
            <pc:docMk/>
            <pc:sldMk cId="3075703279" sldId="2147469217"/>
            <ac:spMk id="185" creationId="{F7666A3F-0967-4FD7-881B-F4295740B79D}"/>
          </ac:spMkLst>
        </pc:spChg>
        <pc:spChg chg="mod">
          <ac:chgData name="Balbi, Sabrina" userId="eb5793ff-7c3d-42d4-a69c-6effd8bcdbf2" providerId="ADAL" clId="{3E444CB1-4FA0-4D4D-BFEB-9CFFD3996C4E}" dt="2022-07-28T13:05:04.831" v="130" actId="108"/>
          <ac:spMkLst>
            <pc:docMk/>
            <pc:sldMk cId="3075703279" sldId="2147469217"/>
            <ac:spMk id="189" creationId="{620622C1-07CE-4DE1-A8C8-959928366B94}"/>
          </ac:spMkLst>
        </pc:spChg>
        <pc:spChg chg="mod">
          <ac:chgData name="Balbi, Sabrina" userId="eb5793ff-7c3d-42d4-a69c-6effd8bcdbf2" providerId="ADAL" clId="{3E444CB1-4FA0-4D4D-BFEB-9CFFD3996C4E}" dt="2022-07-28T13:05:08.769" v="131" actId="207"/>
          <ac:spMkLst>
            <pc:docMk/>
            <pc:sldMk cId="3075703279" sldId="2147469217"/>
            <ac:spMk id="190" creationId="{A9BE1DB4-536F-460A-A461-BF41418358D2}"/>
          </ac:spMkLst>
        </pc:spChg>
        <pc:spChg chg="mod">
          <ac:chgData name="Balbi, Sabrina" userId="eb5793ff-7c3d-42d4-a69c-6effd8bcdbf2" providerId="ADAL" clId="{3E444CB1-4FA0-4D4D-BFEB-9CFFD3996C4E}" dt="2022-07-28T13:05:11.043" v="132" actId="207"/>
          <ac:spMkLst>
            <pc:docMk/>
            <pc:sldMk cId="3075703279" sldId="2147469217"/>
            <ac:spMk id="193" creationId="{8F92B530-7789-4C0E-A335-961623276865}"/>
          </ac:spMkLst>
        </pc:spChg>
      </pc:sldChg>
      <pc:sldChg chg="modSp add mod">
        <pc:chgData name="Balbi, Sabrina" userId="eb5793ff-7c3d-42d4-a69c-6effd8bcdbf2" providerId="ADAL" clId="{3E444CB1-4FA0-4D4D-BFEB-9CFFD3996C4E}" dt="2022-07-28T13:05:57.643" v="138" actId="207"/>
        <pc:sldMkLst>
          <pc:docMk/>
          <pc:sldMk cId="3743564430" sldId="2147469218"/>
        </pc:sldMkLst>
        <pc:spChg chg="mod">
          <ac:chgData name="Balbi, Sabrina" userId="eb5793ff-7c3d-42d4-a69c-6effd8bcdbf2" providerId="ADAL" clId="{3E444CB1-4FA0-4D4D-BFEB-9CFFD3996C4E}" dt="2022-07-28T13:05:30.237" v="134" actId="207"/>
          <ac:spMkLst>
            <pc:docMk/>
            <pc:sldMk cId="3743564430" sldId="2147469218"/>
            <ac:spMk id="190" creationId="{A9BE1DB4-536F-460A-A461-BF41418358D2}"/>
          </ac:spMkLst>
        </pc:spChg>
        <pc:spChg chg="mod">
          <ac:chgData name="Balbi, Sabrina" userId="eb5793ff-7c3d-42d4-a69c-6effd8bcdbf2" providerId="ADAL" clId="{3E444CB1-4FA0-4D4D-BFEB-9CFFD3996C4E}" dt="2022-07-28T13:05:40.540" v="135" actId="108"/>
          <ac:spMkLst>
            <pc:docMk/>
            <pc:sldMk cId="3743564430" sldId="2147469218"/>
            <ac:spMk id="193" creationId="{8F92B530-7789-4C0E-A335-961623276865}"/>
          </ac:spMkLst>
        </pc:spChg>
        <pc:spChg chg="mod">
          <ac:chgData name="Balbi, Sabrina" userId="eb5793ff-7c3d-42d4-a69c-6effd8bcdbf2" providerId="ADAL" clId="{3E444CB1-4FA0-4D4D-BFEB-9CFFD3996C4E}" dt="2022-07-28T13:05:55.580" v="137" actId="207"/>
          <ac:spMkLst>
            <pc:docMk/>
            <pc:sldMk cId="3743564430" sldId="2147469218"/>
            <ac:spMk id="194" creationId="{1FE87ABE-CFD5-4BDA-A33F-8401293444B5}"/>
          </ac:spMkLst>
        </pc:spChg>
        <pc:spChg chg="mod">
          <ac:chgData name="Balbi, Sabrina" userId="eb5793ff-7c3d-42d4-a69c-6effd8bcdbf2" providerId="ADAL" clId="{3E444CB1-4FA0-4D4D-BFEB-9CFFD3996C4E}" dt="2022-07-28T13:05:57.643" v="138" actId="207"/>
          <ac:spMkLst>
            <pc:docMk/>
            <pc:sldMk cId="3743564430" sldId="2147469218"/>
            <ac:spMk id="197" creationId="{78A7717D-51B9-4EA6-8A95-E797922A08FD}"/>
          </ac:spMkLst>
        </pc:spChg>
      </pc:sldChg>
      <pc:sldChg chg="modSp add mod">
        <pc:chgData name="Balbi, Sabrina" userId="eb5793ff-7c3d-42d4-a69c-6effd8bcdbf2" providerId="ADAL" clId="{3E444CB1-4FA0-4D4D-BFEB-9CFFD3996C4E}" dt="2022-07-28T13:06:05.888" v="140" actId="207"/>
        <pc:sldMkLst>
          <pc:docMk/>
          <pc:sldMk cId="3568795379" sldId="2147469219"/>
        </pc:sldMkLst>
        <pc:spChg chg="mod">
          <ac:chgData name="Balbi, Sabrina" userId="eb5793ff-7c3d-42d4-a69c-6effd8bcdbf2" providerId="ADAL" clId="{3E444CB1-4FA0-4D4D-BFEB-9CFFD3996C4E}" dt="2022-07-28T13:06:03.630" v="139" actId="207"/>
          <ac:spMkLst>
            <pc:docMk/>
            <pc:sldMk cId="3568795379" sldId="2147469219"/>
            <ac:spMk id="203" creationId="{9972ACFF-F309-4E2C-99F8-272DBBF2CC74}"/>
          </ac:spMkLst>
        </pc:spChg>
        <pc:spChg chg="mod">
          <ac:chgData name="Balbi, Sabrina" userId="eb5793ff-7c3d-42d4-a69c-6effd8bcdbf2" providerId="ADAL" clId="{3E444CB1-4FA0-4D4D-BFEB-9CFFD3996C4E}" dt="2022-07-28T13:06:05.888" v="140" actId="207"/>
          <ac:spMkLst>
            <pc:docMk/>
            <pc:sldMk cId="3568795379" sldId="2147469219"/>
            <ac:spMk id="204" creationId="{7C59266E-5570-4922-9FEE-BE531C2ADAA2}"/>
          </ac:spMkLst>
        </pc:spChg>
      </pc:sldChg>
    </pc:docChg>
  </pc:docChgLst>
  <pc:docChgLst>
    <pc:chgData name="Ashby, Robert" userId="0ae9a9aa-a7f9-407e-a778-92c9b601c1b6" providerId="ADAL" clId="{AEF8CC0F-C07C-4E82-9571-89A29FAE241E}"/>
    <pc:docChg chg="undo custSel addSld delSld modSld sldOrd">
      <pc:chgData name="Ashby, Robert" userId="0ae9a9aa-a7f9-407e-a778-92c9b601c1b6" providerId="ADAL" clId="{AEF8CC0F-C07C-4E82-9571-89A29FAE241E}" dt="2022-07-28T14:37:22.756" v="103" actId="113"/>
      <pc:docMkLst>
        <pc:docMk/>
      </pc:docMkLst>
      <pc:sldChg chg="del">
        <pc:chgData name="Ashby, Robert" userId="0ae9a9aa-a7f9-407e-a778-92c9b601c1b6" providerId="ADAL" clId="{AEF8CC0F-C07C-4E82-9571-89A29FAE241E}" dt="2022-07-28T12:26:47.110" v="77" actId="47"/>
        <pc:sldMkLst>
          <pc:docMk/>
          <pc:sldMk cId="171396590" sldId="2147469208"/>
        </pc:sldMkLst>
      </pc:sldChg>
      <pc:sldChg chg="modSp mod">
        <pc:chgData name="Ashby, Robert" userId="0ae9a9aa-a7f9-407e-a778-92c9b601c1b6" providerId="ADAL" clId="{AEF8CC0F-C07C-4E82-9571-89A29FAE241E}" dt="2022-07-28T12:37:18.656" v="88" actId="115"/>
        <pc:sldMkLst>
          <pc:docMk/>
          <pc:sldMk cId="2960657926" sldId="2147469209"/>
        </pc:sldMkLst>
        <pc:spChg chg="mod">
          <ac:chgData name="Ashby, Robert" userId="0ae9a9aa-a7f9-407e-a778-92c9b601c1b6" providerId="ADAL" clId="{AEF8CC0F-C07C-4E82-9571-89A29FAE241E}" dt="2022-07-28T12:37:18.656" v="88" actId="115"/>
          <ac:spMkLst>
            <pc:docMk/>
            <pc:sldMk cId="2960657926" sldId="2147469209"/>
            <ac:spMk id="2" creationId="{471B17C4-8622-4607-B774-4996255457FB}"/>
          </ac:spMkLst>
        </pc:spChg>
      </pc:sldChg>
      <pc:sldChg chg="modSp mod">
        <pc:chgData name="Ashby, Robert" userId="0ae9a9aa-a7f9-407e-a778-92c9b601c1b6" providerId="ADAL" clId="{AEF8CC0F-C07C-4E82-9571-89A29FAE241E}" dt="2022-07-28T14:37:22.756" v="103" actId="113"/>
        <pc:sldMkLst>
          <pc:docMk/>
          <pc:sldMk cId="1116226357" sldId="2147469212"/>
        </pc:sldMkLst>
        <pc:spChg chg="mod">
          <ac:chgData name="Ashby, Robert" userId="0ae9a9aa-a7f9-407e-a778-92c9b601c1b6" providerId="ADAL" clId="{AEF8CC0F-C07C-4E82-9571-89A29FAE241E}" dt="2022-07-28T14:37:22.756" v="103" actId="113"/>
          <ac:spMkLst>
            <pc:docMk/>
            <pc:sldMk cId="1116226357" sldId="2147469212"/>
            <ac:spMk id="29" creationId="{4A2CC9B3-DF44-41C5-A7CB-18FAB72DC58B}"/>
          </ac:spMkLst>
        </pc:spChg>
        <pc:spChg chg="mod">
          <ac:chgData name="Ashby, Robert" userId="0ae9a9aa-a7f9-407e-a778-92c9b601c1b6" providerId="ADAL" clId="{AEF8CC0F-C07C-4E82-9571-89A29FAE241E}" dt="2022-07-28T14:36:45.043" v="100" actId="20577"/>
          <ac:spMkLst>
            <pc:docMk/>
            <pc:sldMk cId="1116226357" sldId="2147469212"/>
            <ac:spMk id="31" creationId="{FF652567-6424-4EFD-8C76-433D6E6B9ADF}"/>
          </ac:spMkLst>
        </pc:spChg>
        <pc:spChg chg="mod">
          <ac:chgData name="Ashby, Robert" userId="0ae9a9aa-a7f9-407e-a778-92c9b601c1b6" providerId="ADAL" clId="{AEF8CC0F-C07C-4E82-9571-89A29FAE241E}" dt="2022-07-28T14:36:56.253" v="101" actId="113"/>
          <ac:spMkLst>
            <pc:docMk/>
            <pc:sldMk cId="1116226357" sldId="2147469212"/>
            <ac:spMk id="33" creationId="{57E322FA-B056-46AA-A613-C51CEF6D4480}"/>
          </ac:spMkLst>
        </pc:spChg>
      </pc:sldChg>
      <pc:sldChg chg="modSp mod">
        <pc:chgData name="Ashby, Robert" userId="0ae9a9aa-a7f9-407e-a778-92c9b601c1b6" providerId="ADAL" clId="{AEF8CC0F-C07C-4E82-9571-89A29FAE241E}" dt="2022-07-28T11:55:00.058" v="66" actId="20577"/>
        <pc:sldMkLst>
          <pc:docMk/>
          <pc:sldMk cId="3702162721" sldId="2147469213"/>
        </pc:sldMkLst>
        <pc:spChg chg="mod">
          <ac:chgData name="Ashby, Robert" userId="0ae9a9aa-a7f9-407e-a778-92c9b601c1b6" providerId="ADAL" clId="{AEF8CC0F-C07C-4E82-9571-89A29FAE241E}" dt="2022-07-28T11:55:00.058" v="66" actId="20577"/>
          <ac:spMkLst>
            <pc:docMk/>
            <pc:sldMk cId="3702162721" sldId="2147469213"/>
            <ac:spMk id="26" creationId="{658B0C98-68A1-43DE-9F2C-669A2E5DB0AD}"/>
          </ac:spMkLst>
        </pc:spChg>
      </pc:sldChg>
      <pc:sldChg chg="addSp modSp add mod ord">
        <pc:chgData name="Ashby, Robert" userId="0ae9a9aa-a7f9-407e-a778-92c9b601c1b6" providerId="ADAL" clId="{AEF8CC0F-C07C-4E82-9571-89A29FAE241E}" dt="2022-07-28T12:42:18.600" v="99" actId="20577"/>
        <pc:sldMkLst>
          <pc:docMk/>
          <pc:sldMk cId="2513134029" sldId="2147469214"/>
        </pc:sldMkLst>
        <pc:spChg chg="mod">
          <ac:chgData name="Ashby, Robert" userId="0ae9a9aa-a7f9-407e-a778-92c9b601c1b6" providerId="ADAL" clId="{AEF8CC0F-C07C-4E82-9571-89A29FAE241E}" dt="2022-07-28T12:38:52.892" v="91" actId="1035"/>
          <ac:spMkLst>
            <pc:docMk/>
            <pc:sldMk cId="2513134029" sldId="2147469214"/>
            <ac:spMk id="3" creationId="{96E193DA-30F8-4F35-A043-9548C29C4481}"/>
          </ac:spMkLst>
        </pc:spChg>
        <pc:spChg chg="mod">
          <ac:chgData name="Ashby, Robert" userId="0ae9a9aa-a7f9-407e-a778-92c9b601c1b6" providerId="ADAL" clId="{AEF8CC0F-C07C-4E82-9571-89A29FAE241E}" dt="2022-07-28T12:42:18.600" v="99" actId="20577"/>
          <ac:spMkLst>
            <pc:docMk/>
            <pc:sldMk cId="2513134029" sldId="2147469214"/>
            <ac:spMk id="27" creationId="{822BAF99-7CD8-4D60-BCC2-7ACDBC66386A}"/>
          </ac:spMkLst>
        </pc:spChg>
        <pc:spChg chg="mod">
          <ac:chgData name="Ashby, Robert" userId="0ae9a9aa-a7f9-407e-a778-92c9b601c1b6" providerId="ADAL" clId="{AEF8CC0F-C07C-4E82-9571-89A29FAE241E}" dt="2022-07-28T12:25:04.444" v="70" actId="207"/>
          <ac:spMkLst>
            <pc:docMk/>
            <pc:sldMk cId="2513134029" sldId="2147469214"/>
            <ac:spMk id="28" creationId="{F4E12AFC-69B3-4C5A-9088-D629D569B896}"/>
          </ac:spMkLst>
        </pc:spChg>
        <pc:spChg chg="mod">
          <ac:chgData name="Ashby, Robert" userId="0ae9a9aa-a7f9-407e-a778-92c9b601c1b6" providerId="ADAL" clId="{AEF8CC0F-C07C-4E82-9571-89A29FAE241E}" dt="2022-07-28T12:27:28.319" v="80" actId="20577"/>
          <ac:spMkLst>
            <pc:docMk/>
            <pc:sldMk cId="2513134029" sldId="2147469214"/>
            <ac:spMk id="29" creationId="{B4E83CDD-F6F7-48DA-ABAC-140CCD08E26B}"/>
          </ac:spMkLst>
        </pc:spChg>
        <pc:spChg chg="mod">
          <ac:chgData name="Ashby, Robert" userId="0ae9a9aa-a7f9-407e-a778-92c9b601c1b6" providerId="ADAL" clId="{AEF8CC0F-C07C-4E82-9571-89A29FAE241E}" dt="2022-07-28T12:25:04.444" v="70" actId="207"/>
          <ac:spMkLst>
            <pc:docMk/>
            <pc:sldMk cId="2513134029" sldId="2147469214"/>
            <ac:spMk id="30" creationId="{157E2E69-11F1-4207-816E-23E4900AE786}"/>
          </ac:spMkLst>
        </pc:spChg>
        <pc:spChg chg="mod">
          <ac:chgData name="Ashby, Robert" userId="0ae9a9aa-a7f9-407e-a778-92c9b601c1b6" providerId="ADAL" clId="{AEF8CC0F-C07C-4E82-9571-89A29FAE241E}" dt="2022-07-28T12:25:04.444" v="70" actId="207"/>
          <ac:spMkLst>
            <pc:docMk/>
            <pc:sldMk cId="2513134029" sldId="2147469214"/>
            <ac:spMk id="31" creationId="{4B56F8B4-4B5F-4452-A0CC-88555EFC18FE}"/>
          </ac:spMkLst>
        </pc:spChg>
        <pc:spChg chg="mod">
          <ac:chgData name="Ashby, Robert" userId="0ae9a9aa-a7f9-407e-a778-92c9b601c1b6" providerId="ADAL" clId="{AEF8CC0F-C07C-4E82-9571-89A29FAE241E}" dt="2022-07-28T12:25:04.444" v="70" actId="207"/>
          <ac:spMkLst>
            <pc:docMk/>
            <pc:sldMk cId="2513134029" sldId="2147469214"/>
            <ac:spMk id="32" creationId="{FAB8D32D-E414-40A5-B298-02F09C8EF892}"/>
          </ac:spMkLst>
        </pc:spChg>
        <pc:spChg chg="mod">
          <ac:chgData name="Ashby, Robert" userId="0ae9a9aa-a7f9-407e-a778-92c9b601c1b6" providerId="ADAL" clId="{AEF8CC0F-C07C-4E82-9571-89A29FAE241E}" dt="2022-07-28T12:25:04.444" v="70" actId="207"/>
          <ac:spMkLst>
            <pc:docMk/>
            <pc:sldMk cId="2513134029" sldId="2147469214"/>
            <ac:spMk id="33" creationId="{6AE6BA26-5427-4D0E-85BA-577E5F9473B4}"/>
          </ac:spMkLst>
        </pc:spChg>
        <pc:spChg chg="mod">
          <ac:chgData name="Ashby, Robert" userId="0ae9a9aa-a7f9-407e-a778-92c9b601c1b6" providerId="ADAL" clId="{AEF8CC0F-C07C-4E82-9571-89A29FAE241E}" dt="2022-07-28T12:25:04.444" v="70" actId="207"/>
          <ac:spMkLst>
            <pc:docMk/>
            <pc:sldMk cId="2513134029" sldId="2147469214"/>
            <ac:spMk id="34" creationId="{F3042AF4-BE90-4D7B-9FAC-C7444617236E}"/>
          </ac:spMkLst>
        </pc:spChg>
        <pc:spChg chg="mod">
          <ac:chgData name="Ashby, Robert" userId="0ae9a9aa-a7f9-407e-a778-92c9b601c1b6" providerId="ADAL" clId="{AEF8CC0F-C07C-4E82-9571-89A29FAE241E}" dt="2022-07-28T12:25:04.444" v="70" actId="207"/>
          <ac:spMkLst>
            <pc:docMk/>
            <pc:sldMk cId="2513134029" sldId="2147469214"/>
            <ac:spMk id="35" creationId="{79E6EB14-3A91-4E6D-8A58-519E33527AC8}"/>
          </ac:spMkLst>
        </pc:spChg>
        <pc:spChg chg="mod">
          <ac:chgData name="Ashby, Robert" userId="0ae9a9aa-a7f9-407e-a778-92c9b601c1b6" providerId="ADAL" clId="{AEF8CC0F-C07C-4E82-9571-89A29FAE241E}" dt="2022-07-28T12:25:04.444" v="70" actId="207"/>
          <ac:spMkLst>
            <pc:docMk/>
            <pc:sldMk cId="2513134029" sldId="2147469214"/>
            <ac:spMk id="36" creationId="{BC5072FC-2F0F-4EFA-9542-8BBBE4906FDA}"/>
          </ac:spMkLst>
        </pc:spChg>
        <pc:spChg chg="mod">
          <ac:chgData name="Ashby, Robert" userId="0ae9a9aa-a7f9-407e-a778-92c9b601c1b6" providerId="ADAL" clId="{AEF8CC0F-C07C-4E82-9571-89A29FAE241E}" dt="2022-07-28T12:25:04.444" v="70" actId="207"/>
          <ac:spMkLst>
            <pc:docMk/>
            <pc:sldMk cId="2513134029" sldId="2147469214"/>
            <ac:spMk id="37" creationId="{608E13B6-A6B6-453F-BF6A-A1FDF30F73E9}"/>
          </ac:spMkLst>
        </pc:spChg>
        <pc:spChg chg="mod">
          <ac:chgData name="Ashby, Robert" userId="0ae9a9aa-a7f9-407e-a778-92c9b601c1b6" providerId="ADAL" clId="{AEF8CC0F-C07C-4E82-9571-89A29FAE241E}" dt="2022-07-28T12:25:04.444" v="70" actId="207"/>
          <ac:spMkLst>
            <pc:docMk/>
            <pc:sldMk cId="2513134029" sldId="2147469214"/>
            <ac:spMk id="38" creationId="{AD8E81BE-7F3A-4445-9716-6A6D40DD7D5F}"/>
          </ac:spMkLst>
        </pc:spChg>
        <pc:spChg chg="mod">
          <ac:chgData name="Ashby, Robert" userId="0ae9a9aa-a7f9-407e-a778-92c9b601c1b6" providerId="ADAL" clId="{AEF8CC0F-C07C-4E82-9571-89A29FAE241E}" dt="2022-07-28T12:25:04.444" v="70" actId="207"/>
          <ac:spMkLst>
            <pc:docMk/>
            <pc:sldMk cId="2513134029" sldId="2147469214"/>
            <ac:spMk id="39" creationId="{0AD34C0A-8026-4294-A6B4-E5ECF1F3BF23}"/>
          </ac:spMkLst>
        </pc:spChg>
        <pc:spChg chg="mod">
          <ac:chgData name="Ashby, Robert" userId="0ae9a9aa-a7f9-407e-a778-92c9b601c1b6" providerId="ADAL" clId="{AEF8CC0F-C07C-4E82-9571-89A29FAE241E}" dt="2022-07-28T12:25:04.444" v="70" actId="207"/>
          <ac:spMkLst>
            <pc:docMk/>
            <pc:sldMk cId="2513134029" sldId="2147469214"/>
            <ac:spMk id="40" creationId="{A626A1D6-6EEB-4DDA-9AF4-823A2FA29003}"/>
          </ac:spMkLst>
        </pc:spChg>
        <pc:spChg chg="mod">
          <ac:chgData name="Ashby, Robert" userId="0ae9a9aa-a7f9-407e-a778-92c9b601c1b6" providerId="ADAL" clId="{AEF8CC0F-C07C-4E82-9571-89A29FAE241E}" dt="2022-07-28T12:25:04.444" v="70" actId="207"/>
          <ac:spMkLst>
            <pc:docMk/>
            <pc:sldMk cId="2513134029" sldId="2147469214"/>
            <ac:spMk id="41" creationId="{0C7757EF-43A6-415D-8143-88E45D227ADF}"/>
          </ac:spMkLst>
        </pc:spChg>
        <pc:grpChg chg="add mod">
          <ac:chgData name="Ashby, Robert" userId="0ae9a9aa-a7f9-407e-a778-92c9b601c1b6" providerId="ADAL" clId="{AEF8CC0F-C07C-4E82-9571-89A29FAE241E}" dt="2022-07-28T12:25:04.444" v="70" actId="207"/>
          <ac:grpSpMkLst>
            <pc:docMk/>
            <pc:sldMk cId="2513134029" sldId="2147469214"/>
            <ac:grpSpMk id="24" creationId="{75EACC82-34AC-4B5F-8411-CFF9AA4F8EDC}"/>
          </ac:grpSpMkLst>
        </pc:grpChg>
      </pc:sldChg>
    </pc:docChg>
  </pc:docChgLst>
  <pc:docChgLst>
    <pc:chgData name="Marchiori, Caterina" userId="48d5733e-a3d5-460c-b29b-a6e081bb71cc" providerId="ADAL" clId="{28F1A27C-FBFA-4F49-98B1-90EE86ED5D4B}"/>
    <pc:docChg chg="undo custSel addSld modSld">
      <pc:chgData name="Marchiori, Caterina" userId="48d5733e-a3d5-460c-b29b-a6e081bb71cc" providerId="ADAL" clId="{28F1A27C-FBFA-4F49-98B1-90EE86ED5D4B}" dt="2022-07-28T13:03:33.214" v="431" actId="20577"/>
      <pc:docMkLst>
        <pc:docMk/>
      </pc:docMkLst>
      <pc:sldChg chg="addSp delSp modSp mod">
        <pc:chgData name="Marchiori, Caterina" userId="48d5733e-a3d5-460c-b29b-a6e081bb71cc" providerId="ADAL" clId="{28F1A27C-FBFA-4F49-98B1-90EE86ED5D4B}" dt="2022-07-28T13:03:33.214" v="431" actId="20577"/>
        <pc:sldMkLst>
          <pc:docMk/>
          <pc:sldMk cId="3144487937" sldId="2147469204"/>
        </pc:sldMkLst>
        <pc:spChg chg="del">
          <ac:chgData name="Marchiori, Caterina" userId="48d5733e-a3d5-460c-b29b-a6e081bb71cc" providerId="ADAL" clId="{28F1A27C-FBFA-4F49-98B1-90EE86ED5D4B}" dt="2022-07-28T12:56:26.461" v="210" actId="478"/>
          <ac:spMkLst>
            <pc:docMk/>
            <pc:sldMk cId="3144487937" sldId="2147469204"/>
            <ac:spMk id="2" creationId="{8EC3AC26-97D7-4BC5-833D-38A27D1AF205}"/>
          </ac:spMkLst>
        </pc:spChg>
        <pc:spChg chg="del">
          <ac:chgData name="Marchiori, Caterina" userId="48d5733e-a3d5-460c-b29b-a6e081bb71cc" providerId="ADAL" clId="{28F1A27C-FBFA-4F49-98B1-90EE86ED5D4B}" dt="2022-07-28T12:56:26.461" v="210" actId="478"/>
          <ac:spMkLst>
            <pc:docMk/>
            <pc:sldMk cId="3144487937" sldId="2147469204"/>
            <ac:spMk id="3" creationId="{96E193DA-30F8-4F35-A043-9548C29C4481}"/>
          </ac:spMkLst>
        </pc:spChg>
        <pc:spChg chg="del">
          <ac:chgData name="Marchiori, Caterina" userId="48d5733e-a3d5-460c-b29b-a6e081bb71cc" providerId="ADAL" clId="{28F1A27C-FBFA-4F49-98B1-90EE86ED5D4B}" dt="2022-07-28T12:56:26.461" v="210" actId="478"/>
          <ac:spMkLst>
            <pc:docMk/>
            <pc:sldMk cId="3144487937" sldId="2147469204"/>
            <ac:spMk id="5" creationId="{35C9FC0C-4D4D-45BE-95E1-E506BF5CAC2E}"/>
          </ac:spMkLst>
        </pc:spChg>
        <pc:spChg chg="del">
          <ac:chgData name="Marchiori, Caterina" userId="48d5733e-a3d5-460c-b29b-a6e081bb71cc" providerId="ADAL" clId="{28F1A27C-FBFA-4F49-98B1-90EE86ED5D4B}" dt="2022-07-28T12:56:26.461" v="210" actId="478"/>
          <ac:spMkLst>
            <pc:docMk/>
            <pc:sldMk cId="3144487937" sldId="2147469204"/>
            <ac:spMk id="7" creationId="{5C47378C-3DE5-4F14-B481-DBE5B2B4BC7B}"/>
          </ac:spMkLst>
        </pc:spChg>
        <pc:spChg chg="del">
          <ac:chgData name="Marchiori, Caterina" userId="48d5733e-a3d5-460c-b29b-a6e081bb71cc" providerId="ADAL" clId="{28F1A27C-FBFA-4F49-98B1-90EE86ED5D4B}" dt="2022-07-28T12:56:26.461" v="210" actId="478"/>
          <ac:spMkLst>
            <pc:docMk/>
            <pc:sldMk cId="3144487937" sldId="2147469204"/>
            <ac:spMk id="8" creationId="{A5AC355A-E6CD-4D9E-ACF3-B5602EEAABC8}"/>
          </ac:spMkLst>
        </pc:spChg>
        <pc:spChg chg="del">
          <ac:chgData name="Marchiori, Caterina" userId="48d5733e-a3d5-460c-b29b-a6e081bb71cc" providerId="ADAL" clId="{28F1A27C-FBFA-4F49-98B1-90EE86ED5D4B}" dt="2022-07-28T12:56:26.461" v="210" actId="478"/>
          <ac:spMkLst>
            <pc:docMk/>
            <pc:sldMk cId="3144487937" sldId="2147469204"/>
            <ac:spMk id="9" creationId="{B41E3031-B616-4E9E-B464-93EADCB08018}"/>
          </ac:spMkLst>
        </pc:spChg>
        <pc:spChg chg="del">
          <ac:chgData name="Marchiori, Caterina" userId="48d5733e-a3d5-460c-b29b-a6e081bb71cc" providerId="ADAL" clId="{28F1A27C-FBFA-4F49-98B1-90EE86ED5D4B}" dt="2022-07-28T12:56:26.461" v="210" actId="478"/>
          <ac:spMkLst>
            <pc:docMk/>
            <pc:sldMk cId="3144487937" sldId="2147469204"/>
            <ac:spMk id="10" creationId="{3B61EFE6-C516-4B27-93F7-1F43C122A0E8}"/>
          </ac:spMkLst>
        </pc:spChg>
        <pc:spChg chg="del">
          <ac:chgData name="Marchiori, Caterina" userId="48d5733e-a3d5-460c-b29b-a6e081bb71cc" providerId="ADAL" clId="{28F1A27C-FBFA-4F49-98B1-90EE86ED5D4B}" dt="2022-07-28T12:56:26.461" v="210" actId="478"/>
          <ac:spMkLst>
            <pc:docMk/>
            <pc:sldMk cId="3144487937" sldId="2147469204"/>
            <ac:spMk id="11" creationId="{2440C0E6-B307-49B3-A9E9-22B6F7F16A52}"/>
          </ac:spMkLst>
        </pc:spChg>
        <pc:spChg chg="del">
          <ac:chgData name="Marchiori, Caterina" userId="48d5733e-a3d5-460c-b29b-a6e081bb71cc" providerId="ADAL" clId="{28F1A27C-FBFA-4F49-98B1-90EE86ED5D4B}" dt="2022-07-28T12:56:26.461" v="210" actId="478"/>
          <ac:spMkLst>
            <pc:docMk/>
            <pc:sldMk cId="3144487937" sldId="2147469204"/>
            <ac:spMk id="12" creationId="{5DF498D1-6525-4159-8646-018E75B53B21}"/>
          </ac:spMkLst>
        </pc:spChg>
        <pc:spChg chg="add mod">
          <ac:chgData name="Marchiori, Caterina" userId="48d5733e-a3d5-460c-b29b-a6e081bb71cc" providerId="ADAL" clId="{28F1A27C-FBFA-4F49-98B1-90EE86ED5D4B}" dt="2022-07-28T12:56:36.313" v="219" actId="113"/>
          <ac:spMkLst>
            <pc:docMk/>
            <pc:sldMk cId="3144487937" sldId="2147469204"/>
            <ac:spMk id="14" creationId="{ABCF9246-8BA5-4120-B3F6-1B3FFA10D7A2}"/>
          </ac:spMkLst>
        </pc:spChg>
        <pc:spChg chg="del">
          <ac:chgData name="Marchiori, Caterina" userId="48d5733e-a3d5-460c-b29b-a6e081bb71cc" providerId="ADAL" clId="{28F1A27C-FBFA-4F49-98B1-90EE86ED5D4B}" dt="2022-07-28T12:56:26.461" v="210" actId="478"/>
          <ac:spMkLst>
            <pc:docMk/>
            <pc:sldMk cId="3144487937" sldId="2147469204"/>
            <ac:spMk id="18" creationId="{432DC862-8B34-D7DF-C22F-23FD1BCB11DA}"/>
          </ac:spMkLst>
        </pc:spChg>
        <pc:spChg chg="del">
          <ac:chgData name="Marchiori, Caterina" userId="48d5733e-a3d5-460c-b29b-a6e081bb71cc" providerId="ADAL" clId="{28F1A27C-FBFA-4F49-98B1-90EE86ED5D4B}" dt="2022-07-28T12:56:26.461" v="210" actId="478"/>
          <ac:spMkLst>
            <pc:docMk/>
            <pc:sldMk cId="3144487937" sldId="2147469204"/>
            <ac:spMk id="20" creationId="{A70C4890-05A0-9B2E-8F8E-19A8DC910DAE}"/>
          </ac:spMkLst>
        </pc:spChg>
        <pc:spChg chg="del">
          <ac:chgData name="Marchiori, Caterina" userId="48d5733e-a3d5-460c-b29b-a6e081bb71cc" providerId="ADAL" clId="{28F1A27C-FBFA-4F49-98B1-90EE86ED5D4B}" dt="2022-07-28T12:56:26.461" v="210" actId="478"/>
          <ac:spMkLst>
            <pc:docMk/>
            <pc:sldMk cId="3144487937" sldId="2147469204"/>
            <ac:spMk id="21" creationId="{900556F1-5742-4641-AB04-30D55250A77D}"/>
          </ac:spMkLst>
        </pc:spChg>
        <pc:spChg chg="del">
          <ac:chgData name="Marchiori, Caterina" userId="48d5733e-a3d5-460c-b29b-a6e081bb71cc" providerId="ADAL" clId="{28F1A27C-FBFA-4F49-98B1-90EE86ED5D4B}" dt="2022-07-28T12:56:26.461" v="210" actId="478"/>
          <ac:spMkLst>
            <pc:docMk/>
            <pc:sldMk cId="3144487937" sldId="2147469204"/>
            <ac:spMk id="22" creationId="{F5D4EA2A-A69E-402D-8E97-D336F2F3A566}"/>
          </ac:spMkLst>
        </pc:spChg>
        <pc:spChg chg="del">
          <ac:chgData name="Marchiori, Caterina" userId="48d5733e-a3d5-460c-b29b-a6e081bb71cc" providerId="ADAL" clId="{28F1A27C-FBFA-4F49-98B1-90EE86ED5D4B}" dt="2022-07-28T12:56:26.461" v="210" actId="478"/>
          <ac:spMkLst>
            <pc:docMk/>
            <pc:sldMk cId="3144487937" sldId="2147469204"/>
            <ac:spMk id="26" creationId="{890E9FAC-F47B-4E64-A8A1-4BDE4668C141}"/>
          </ac:spMkLst>
        </pc:spChg>
        <pc:spChg chg="del">
          <ac:chgData name="Marchiori, Caterina" userId="48d5733e-a3d5-460c-b29b-a6e081bb71cc" providerId="ADAL" clId="{28F1A27C-FBFA-4F49-98B1-90EE86ED5D4B}" dt="2022-07-28T12:56:26.461" v="210" actId="478"/>
          <ac:spMkLst>
            <pc:docMk/>
            <pc:sldMk cId="3144487937" sldId="2147469204"/>
            <ac:spMk id="70" creationId="{4E98007F-0FBC-4420-B780-0AEAEAFBA3C6}"/>
          </ac:spMkLst>
        </pc:spChg>
        <pc:spChg chg="del">
          <ac:chgData name="Marchiori, Caterina" userId="48d5733e-a3d5-460c-b29b-a6e081bb71cc" providerId="ADAL" clId="{28F1A27C-FBFA-4F49-98B1-90EE86ED5D4B}" dt="2022-07-28T12:56:26.461" v="210" actId="478"/>
          <ac:spMkLst>
            <pc:docMk/>
            <pc:sldMk cId="3144487937" sldId="2147469204"/>
            <ac:spMk id="72" creationId="{4EBA2D37-BDB6-4F6E-A667-8581E204CE18}"/>
          </ac:spMkLst>
        </pc:spChg>
        <pc:spChg chg="del">
          <ac:chgData name="Marchiori, Caterina" userId="48d5733e-a3d5-460c-b29b-a6e081bb71cc" providerId="ADAL" clId="{28F1A27C-FBFA-4F49-98B1-90EE86ED5D4B}" dt="2022-07-28T12:56:26.461" v="210" actId="478"/>
          <ac:spMkLst>
            <pc:docMk/>
            <pc:sldMk cId="3144487937" sldId="2147469204"/>
            <ac:spMk id="75" creationId="{5CAB665A-7A43-4C38-81A1-E5265EF0A11D}"/>
          </ac:spMkLst>
        </pc:spChg>
        <pc:spChg chg="del">
          <ac:chgData name="Marchiori, Caterina" userId="48d5733e-a3d5-460c-b29b-a6e081bb71cc" providerId="ADAL" clId="{28F1A27C-FBFA-4F49-98B1-90EE86ED5D4B}" dt="2022-07-28T12:56:26.461" v="210" actId="478"/>
          <ac:spMkLst>
            <pc:docMk/>
            <pc:sldMk cId="3144487937" sldId="2147469204"/>
            <ac:spMk id="76" creationId="{27B29DC3-B60C-448A-AB2B-907CC82E94E2}"/>
          </ac:spMkLst>
        </pc:spChg>
        <pc:spChg chg="del">
          <ac:chgData name="Marchiori, Caterina" userId="48d5733e-a3d5-460c-b29b-a6e081bb71cc" providerId="ADAL" clId="{28F1A27C-FBFA-4F49-98B1-90EE86ED5D4B}" dt="2022-07-28T12:56:26.461" v="210" actId="478"/>
          <ac:spMkLst>
            <pc:docMk/>
            <pc:sldMk cId="3144487937" sldId="2147469204"/>
            <ac:spMk id="77" creationId="{93D12634-20B2-4BCA-A565-133E4A450CF0}"/>
          </ac:spMkLst>
        </pc:spChg>
        <pc:spChg chg="del">
          <ac:chgData name="Marchiori, Caterina" userId="48d5733e-a3d5-460c-b29b-a6e081bb71cc" providerId="ADAL" clId="{28F1A27C-FBFA-4F49-98B1-90EE86ED5D4B}" dt="2022-07-28T12:56:26.461" v="210" actId="478"/>
          <ac:spMkLst>
            <pc:docMk/>
            <pc:sldMk cId="3144487937" sldId="2147469204"/>
            <ac:spMk id="78" creationId="{29B0E364-C22D-4109-8DB9-4DDDCFBFA0B7}"/>
          </ac:spMkLst>
        </pc:spChg>
        <pc:spChg chg="del">
          <ac:chgData name="Marchiori, Caterina" userId="48d5733e-a3d5-460c-b29b-a6e081bb71cc" providerId="ADAL" clId="{28F1A27C-FBFA-4F49-98B1-90EE86ED5D4B}" dt="2022-07-28T12:56:26.461" v="210" actId="478"/>
          <ac:spMkLst>
            <pc:docMk/>
            <pc:sldMk cId="3144487937" sldId="2147469204"/>
            <ac:spMk id="79" creationId="{165B9F3C-0F0E-464C-9FDF-53100BE7189F}"/>
          </ac:spMkLst>
        </pc:spChg>
        <pc:spChg chg="del">
          <ac:chgData name="Marchiori, Caterina" userId="48d5733e-a3d5-460c-b29b-a6e081bb71cc" providerId="ADAL" clId="{28F1A27C-FBFA-4F49-98B1-90EE86ED5D4B}" dt="2022-07-28T12:56:26.461" v="210" actId="478"/>
          <ac:spMkLst>
            <pc:docMk/>
            <pc:sldMk cId="3144487937" sldId="2147469204"/>
            <ac:spMk id="80" creationId="{F4762C00-95A2-4E52-B6E2-EDBD3451C1BD}"/>
          </ac:spMkLst>
        </pc:spChg>
        <pc:spChg chg="del">
          <ac:chgData name="Marchiori, Caterina" userId="48d5733e-a3d5-460c-b29b-a6e081bb71cc" providerId="ADAL" clId="{28F1A27C-FBFA-4F49-98B1-90EE86ED5D4B}" dt="2022-07-28T12:56:26.461" v="210" actId="478"/>
          <ac:spMkLst>
            <pc:docMk/>
            <pc:sldMk cId="3144487937" sldId="2147469204"/>
            <ac:spMk id="84" creationId="{A5613903-3956-4076-9F8F-9DE3A840F46D}"/>
          </ac:spMkLst>
        </pc:spChg>
        <pc:spChg chg="del">
          <ac:chgData name="Marchiori, Caterina" userId="48d5733e-a3d5-460c-b29b-a6e081bb71cc" providerId="ADAL" clId="{28F1A27C-FBFA-4F49-98B1-90EE86ED5D4B}" dt="2022-07-28T12:56:26.461" v="210" actId="478"/>
          <ac:spMkLst>
            <pc:docMk/>
            <pc:sldMk cId="3144487937" sldId="2147469204"/>
            <ac:spMk id="85" creationId="{EA66B6DA-2DA1-456A-8115-B12E97971C38}"/>
          </ac:spMkLst>
        </pc:spChg>
        <pc:spChg chg="del">
          <ac:chgData name="Marchiori, Caterina" userId="48d5733e-a3d5-460c-b29b-a6e081bb71cc" providerId="ADAL" clId="{28F1A27C-FBFA-4F49-98B1-90EE86ED5D4B}" dt="2022-07-28T12:56:26.461" v="210" actId="478"/>
          <ac:spMkLst>
            <pc:docMk/>
            <pc:sldMk cId="3144487937" sldId="2147469204"/>
            <ac:spMk id="86" creationId="{65C4A16F-4988-4723-9BF1-7268809A0ACA}"/>
          </ac:spMkLst>
        </pc:spChg>
        <pc:spChg chg="del">
          <ac:chgData name="Marchiori, Caterina" userId="48d5733e-a3d5-460c-b29b-a6e081bb71cc" providerId="ADAL" clId="{28F1A27C-FBFA-4F49-98B1-90EE86ED5D4B}" dt="2022-07-28T12:56:26.461" v="210" actId="478"/>
          <ac:spMkLst>
            <pc:docMk/>
            <pc:sldMk cId="3144487937" sldId="2147469204"/>
            <ac:spMk id="87" creationId="{F7F990E4-7A78-4FCB-8A73-3AEF58054683}"/>
          </ac:spMkLst>
        </pc:spChg>
        <pc:spChg chg="del">
          <ac:chgData name="Marchiori, Caterina" userId="48d5733e-a3d5-460c-b29b-a6e081bb71cc" providerId="ADAL" clId="{28F1A27C-FBFA-4F49-98B1-90EE86ED5D4B}" dt="2022-07-28T12:56:26.461" v="210" actId="478"/>
          <ac:spMkLst>
            <pc:docMk/>
            <pc:sldMk cId="3144487937" sldId="2147469204"/>
            <ac:spMk id="99" creationId="{B7B39529-28BF-4ECB-A0F2-F8D667CC8A2A}"/>
          </ac:spMkLst>
        </pc:spChg>
        <pc:spChg chg="del">
          <ac:chgData name="Marchiori, Caterina" userId="48d5733e-a3d5-460c-b29b-a6e081bb71cc" providerId="ADAL" clId="{28F1A27C-FBFA-4F49-98B1-90EE86ED5D4B}" dt="2022-07-28T12:56:26.461" v="210" actId="478"/>
          <ac:spMkLst>
            <pc:docMk/>
            <pc:sldMk cId="3144487937" sldId="2147469204"/>
            <ac:spMk id="103" creationId="{0E01B2DC-02CA-478C-BD6A-66E760CE2842}"/>
          </ac:spMkLst>
        </pc:spChg>
        <pc:spChg chg="del">
          <ac:chgData name="Marchiori, Caterina" userId="48d5733e-a3d5-460c-b29b-a6e081bb71cc" providerId="ADAL" clId="{28F1A27C-FBFA-4F49-98B1-90EE86ED5D4B}" dt="2022-07-28T12:56:26.461" v="210" actId="478"/>
          <ac:spMkLst>
            <pc:docMk/>
            <pc:sldMk cId="3144487937" sldId="2147469204"/>
            <ac:spMk id="106" creationId="{9172D2CD-CE24-45BE-A94C-3BAE0228D70A}"/>
          </ac:spMkLst>
        </pc:spChg>
        <pc:spChg chg="del">
          <ac:chgData name="Marchiori, Caterina" userId="48d5733e-a3d5-460c-b29b-a6e081bb71cc" providerId="ADAL" clId="{28F1A27C-FBFA-4F49-98B1-90EE86ED5D4B}" dt="2022-07-28T12:56:26.461" v="210" actId="478"/>
          <ac:spMkLst>
            <pc:docMk/>
            <pc:sldMk cId="3144487937" sldId="2147469204"/>
            <ac:spMk id="109" creationId="{834207D6-F591-4BFC-96DC-C9017353414A}"/>
          </ac:spMkLst>
        </pc:spChg>
        <pc:spChg chg="del">
          <ac:chgData name="Marchiori, Caterina" userId="48d5733e-a3d5-460c-b29b-a6e081bb71cc" providerId="ADAL" clId="{28F1A27C-FBFA-4F49-98B1-90EE86ED5D4B}" dt="2022-07-28T12:56:26.461" v="210" actId="478"/>
          <ac:spMkLst>
            <pc:docMk/>
            <pc:sldMk cId="3144487937" sldId="2147469204"/>
            <ac:spMk id="110" creationId="{0157C9FF-BDDF-468B-8E72-A2B78D16A174}"/>
          </ac:spMkLst>
        </pc:spChg>
        <pc:spChg chg="del">
          <ac:chgData name="Marchiori, Caterina" userId="48d5733e-a3d5-460c-b29b-a6e081bb71cc" providerId="ADAL" clId="{28F1A27C-FBFA-4F49-98B1-90EE86ED5D4B}" dt="2022-07-28T12:56:26.461" v="210" actId="478"/>
          <ac:spMkLst>
            <pc:docMk/>
            <pc:sldMk cId="3144487937" sldId="2147469204"/>
            <ac:spMk id="117" creationId="{05BDEDA6-D042-48EA-B1F1-E16BD8761C2B}"/>
          </ac:spMkLst>
        </pc:spChg>
        <pc:spChg chg="del">
          <ac:chgData name="Marchiori, Caterina" userId="48d5733e-a3d5-460c-b29b-a6e081bb71cc" providerId="ADAL" clId="{28F1A27C-FBFA-4F49-98B1-90EE86ED5D4B}" dt="2022-07-28T12:56:26.461" v="210" actId="478"/>
          <ac:spMkLst>
            <pc:docMk/>
            <pc:sldMk cId="3144487937" sldId="2147469204"/>
            <ac:spMk id="118" creationId="{5ED2D5EB-4622-40FE-9A2A-A10B95E7D052}"/>
          </ac:spMkLst>
        </pc:spChg>
        <pc:spChg chg="del">
          <ac:chgData name="Marchiori, Caterina" userId="48d5733e-a3d5-460c-b29b-a6e081bb71cc" providerId="ADAL" clId="{28F1A27C-FBFA-4F49-98B1-90EE86ED5D4B}" dt="2022-07-28T12:56:26.461" v="210" actId="478"/>
          <ac:spMkLst>
            <pc:docMk/>
            <pc:sldMk cId="3144487937" sldId="2147469204"/>
            <ac:spMk id="119" creationId="{C2530DF2-9B37-42F3-88C6-5A612D915198}"/>
          </ac:spMkLst>
        </pc:spChg>
        <pc:spChg chg="del">
          <ac:chgData name="Marchiori, Caterina" userId="48d5733e-a3d5-460c-b29b-a6e081bb71cc" providerId="ADAL" clId="{28F1A27C-FBFA-4F49-98B1-90EE86ED5D4B}" dt="2022-07-28T12:56:26.461" v="210" actId="478"/>
          <ac:spMkLst>
            <pc:docMk/>
            <pc:sldMk cId="3144487937" sldId="2147469204"/>
            <ac:spMk id="127" creationId="{40BFD3E2-024E-4995-9A0E-09C5B390ABE7}"/>
          </ac:spMkLst>
        </pc:spChg>
        <pc:spChg chg="del">
          <ac:chgData name="Marchiori, Caterina" userId="48d5733e-a3d5-460c-b29b-a6e081bb71cc" providerId="ADAL" clId="{28F1A27C-FBFA-4F49-98B1-90EE86ED5D4B}" dt="2022-07-28T12:56:26.461" v="210" actId="478"/>
          <ac:spMkLst>
            <pc:docMk/>
            <pc:sldMk cId="3144487937" sldId="2147469204"/>
            <ac:spMk id="128" creationId="{5AD92E47-9FAD-49A4-8474-9A25BE4F0B34}"/>
          </ac:spMkLst>
        </pc:spChg>
        <pc:spChg chg="del">
          <ac:chgData name="Marchiori, Caterina" userId="48d5733e-a3d5-460c-b29b-a6e081bb71cc" providerId="ADAL" clId="{28F1A27C-FBFA-4F49-98B1-90EE86ED5D4B}" dt="2022-07-28T12:56:26.461" v="210" actId="478"/>
          <ac:spMkLst>
            <pc:docMk/>
            <pc:sldMk cId="3144487937" sldId="2147469204"/>
            <ac:spMk id="130" creationId="{56F0897C-AF5F-41A6-A06E-5B03EFC7254C}"/>
          </ac:spMkLst>
        </pc:spChg>
        <pc:spChg chg="del">
          <ac:chgData name="Marchiori, Caterina" userId="48d5733e-a3d5-460c-b29b-a6e081bb71cc" providerId="ADAL" clId="{28F1A27C-FBFA-4F49-98B1-90EE86ED5D4B}" dt="2022-07-28T12:56:26.461" v="210" actId="478"/>
          <ac:spMkLst>
            <pc:docMk/>
            <pc:sldMk cId="3144487937" sldId="2147469204"/>
            <ac:spMk id="134" creationId="{4D1DB639-11EA-4EBA-A1E3-F59F2F380467}"/>
          </ac:spMkLst>
        </pc:spChg>
        <pc:spChg chg="del">
          <ac:chgData name="Marchiori, Caterina" userId="48d5733e-a3d5-460c-b29b-a6e081bb71cc" providerId="ADAL" clId="{28F1A27C-FBFA-4F49-98B1-90EE86ED5D4B}" dt="2022-07-28T12:56:26.461" v="210" actId="478"/>
          <ac:spMkLst>
            <pc:docMk/>
            <pc:sldMk cId="3144487937" sldId="2147469204"/>
            <ac:spMk id="140" creationId="{8AFBA983-D269-4F8B-9D89-9C84A6FAB958}"/>
          </ac:spMkLst>
        </pc:spChg>
        <pc:spChg chg="del">
          <ac:chgData name="Marchiori, Caterina" userId="48d5733e-a3d5-460c-b29b-a6e081bb71cc" providerId="ADAL" clId="{28F1A27C-FBFA-4F49-98B1-90EE86ED5D4B}" dt="2022-07-28T12:56:26.461" v="210" actId="478"/>
          <ac:spMkLst>
            <pc:docMk/>
            <pc:sldMk cId="3144487937" sldId="2147469204"/>
            <ac:spMk id="145" creationId="{8674B0EE-A836-4E5B-B92A-79DE849AFBC4}"/>
          </ac:spMkLst>
        </pc:spChg>
        <pc:spChg chg="del">
          <ac:chgData name="Marchiori, Caterina" userId="48d5733e-a3d5-460c-b29b-a6e081bb71cc" providerId="ADAL" clId="{28F1A27C-FBFA-4F49-98B1-90EE86ED5D4B}" dt="2022-07-28T12:56:26.461" v="210" actId="478"/>
          <ac:spMkLst>
            <pc:docMk/>
            <pc:sldMk cId="3144487937" sldId="2147469204"/>
            <ac:spMk id="146" creationId="{AA824011-5B44-4A4A-BECA-A121A539D33B}"/>
          </ac:spMkLst>
        </pc:spChg>
        <pc:spChg chg="del">
          <ac:chgData name="Marchiori, Caterina" userId="48d5733e-a3d5-460c-b29b-a6e081bb71cc" providerId="ADAL" clId="{28F1A27C-FBFA-4F49-98B1-90EE86ED5D4B}" dt="2022-07-28T12:56:26.461" v="210" actId="478"/>
          <ac:spMkLst>
            <pc:docMk/>
            <pc:sldMk cId="3144487937" sldId="2147469204"/>
            <ac:spMk id="147" creationId="{F9E5CF00-28B8-41E1-B6A1-916D869767CE}"/>
          </ac:spMkLst>
        </pc:spChg>
        <pc:spChg chg="del">
          <ac:chgData name="Marchiori, Caterina" userId="48d5733e-a3d5-460c-b29b-a6e081bb71cc" providerId="ADAL" clId="{28F1A27C-FBFA-4F49-98B1-90EE86ED5D4B}" dt="2022-07-28T12:56:26.461" v="210" actId="478"/>
          <ac:spMkLst>
            <pc:docMk/>
            <pc:sldMk cId="3144487937" sldId="2147469204"/>
            <ac:spMk id="148" creationId="{9CE05764-807C-4808-9DCD-39091BA935BF}"/>
          </ac:spMkLst>
        </pc:spChg>
        <pc:spChg chg="del">
          <ac:chgData name="Marchiori, Caterina" userId="48d5733e-a3d5-460c-b29b-a6e081bb71cc" providerId="ADAL" clId="{28F1A27C-FBFA-4F49-98B1-90EE86ED5D4B}" dt="2022-07-28T12:56:26.461" v="210" actId="478"/>
          <ac:spMkLst>
            <pc:docMk/>
            <pc:sldMk cId="3144487937" sldId="2147469204"/>
            <ac:spMk id="150" creationId="{752EA54F-D429-49A2-BD04-96F0AE1EAED8}"/>
          </ac:spMkLst>
        </pc:spChg>
        <pc:spChg chg="del">
          <ac:chgData name="Marchiori, Caterina" userId="48d5733e-a3d5-460c-b29b-a6e081bb71cc" providerId="ADAL" clId="{28F1A27C-FBFA-4F49-98B1-90EE86ED5D4B}" dt="2022-07-28T12:56:26.461" v="210" actId="478"/>
          <ac:spMkLst>
            <pc:docMk/>
            <pc:sldMk cId="3144487937" sldId="2147469204"/>
            <ac:spMk id="151" creationId="{B77538CF-D8BC-4E44-A398-1D4CC1B09F55}"/>
          </ac:spMkLst>
        </pc:spChg>
        <pc:spChg chg="del">
          <ac:chgData name="Marchiori, Caterina" userId="48d5733e-a3d5-460c-b29b-a6e081bb71cc" providerId="ADAL" clId="{28F1A27C-FBFA-4F49-98B1-90EE86ED5D4B}" dt="2022-07-28T12:56:26.461" v="210" actId="478"/>
          <ac:spMkLst>
            <pc:docMk/>
            <pc:sldMk cId="3144487937" sldId="2147469204"/>
            <ac:spMk id="152" creationId="{A67BDF0F-2D4C-42FA-B89C-626657D19DB6}"/>
          </ac:spMkLst>
        </pc:spChg>
        <pc:spChg chg="del">
          <ac:chgData name="Marchiori, Caterina" userId="48d5733e-a3d5-460c-b29b-a6e081bb71cc" providerId="ADAL" clId="{28F1A27C-FBFA-4F49-98B1-90EE86ED5D4B}" dt="2022-07-28T12:56:26.461" v="210" actId="478"/>
          <ac:spMkLst>
            <pc:docMk/>
            <pc:sldMk cId="3144487937" sldId="2147469204"/>
            <ac:spMk id="153" creationId="{12334F4D-2031-404A-8BD5-B34A40B67D76}"/>
          </ac:spMkLst>
        </pc:spChg>
        <pc:spChg chg="add del">
          <ac:chgData name="Marchiori, Caterina" userId="48d5733e-a3d5-460c-b29b-a6e081bb71cc" providerId="ADAL" clId="{28F1A27C-FBFA-4F49-98B1-90EE86ED5D4B}" dt="2022-07-28T12:58:47.045" v="221" actId="22"/>
          <ac:spMkLst>
            <pc:docMk/>
            <pc:sldMk cId="3144487937" sldId="2147469204"/>
            <ac:spMk id="157" creationId="{B24A05D7-A7A7-4157-A49F-4F9CA14EFDAF}"/>
          </ac:spMkLst>
        </pc:spChg>
        <pc:spChg chg="add mod">
          <ac:chgData name="Marchiori, Caterina" userId="48d5733e-a3d5-460c-b29b-a6e081bb71cc" providerId="ADAL" clId="{28F1A27C-FBFA-4F49-98B1-90EE86ED5D4B}" dt="2022-07-28T12:59:13.893" v="222"/>
          <ac:spMkLst>
            <pc:docMk/>
            <pc:sldMk cId="3144487937" sldId="2147469204"/>
            <ac:spMk id="158" creationId="{427F97FF-BF96-4417-AC7E-D05F0722E12E}"/>
          </ac:spMkLst>
        </pc:spChg>
        <pc:spChg chg="del">
          <ac:chgData name="Marchiori, Caterina" userId="48d5733e-a3d5-460c-b29b-a6e081bb71cc" providerId="ADAL" clId="{28F1A27C-FBFA-4F49-98B1-90EE86ED5D4B}" dt="2022-07-28T12:56:26.461" v="210" actId="478"/>
          <ac:spMkLst>
            <pc:docMk/>
            <pc:sldMk cId="3144487937" sldId="2147469204"/>
            <ac:spMk id="159" creationId="{B81E5F1E-79A7-431B-9A10-A9B1678F1204}"/>
          </ac:spMkLst>
        </pc:spChg>
        <pc:spChg chg="del">
          <ac:chgData name="Marchiori, Caterina" userId="48d5733e-a3d5-460c-b29b-a6e081bb71cc" providerId="ADAL" clId="{28F1A27C-FBFA-4F49-98B1-90EE86ED5D4B}" dt="2022-07-28T12:56:26.461" v="210" actId="478"/>
          <ac:spMkLst>
            <pc:docMk/>
            <pc:sldMk cId="3144487937" sldId="2147469204"/>
            <ac:spMk id="160" creationId="{AA2059C9-6569-4637-8F25-F4798BB45015}"/>
          </ac:spMkLst>
        </pc:spChg>
        <pc:spChg chg="del">
          <ac:chgData name="Marchiori, Caterina" userId="48d5733e-a3d5-460c-b29b-a6e081bb71cc" providerId="ADAL" clId="{28F1A27C-FBFA-4F49-98B1-90EE86ED5D4B}" dt="2022-07-28T12:56:26.461" v="210" actId="478"/>
          <ac:spMkLst>
            <pc:docMk/>
            <pc:sldMk cId="3144487937" sldId="2147469204"/>
            <ac:spMk id="161" creationId="{E1E2D64E-E168-4DB8-914F-172775F3911A}"/>
          </ac:spMkLst>
        </pc:spChg>
        <pc:spChg chg="del">
          <ac:chgData name="Marchiori, Caterina" userId="48d5733e-a3d5-460c-b29b-a6e081bb71cc" providerId="ADAL" clId="{28F1A27C-FBFA-4F49-98B1-90EE86ED5D4B}" dt="2022-07-28T12:56:26.461" v="210" actId="478"/>
          <ac:spMkLst>
            <pc:docMk/>
            <pc:sldMk cId="3144487937" sldId="2147469204"/>
            <ac:spMk id="162" creationId="{1646B59C-3F92-4528-967D-BC26029F1192}"/>
          </ac:spMkLst>
        </pc:spChg>
        <pc:spChg chg="del">
          <ac:chgData name="Marchiori, Caterina" userId="48d5733e-a3d5-460c-b29b-a6e081bb71cc" providerId="ADAL" clId="{28F1A27C-FBFA-4F49-98B1-90EE86ED5D4B}" dt="2022-07-28T12:56:26.461" v="210" actId="478"/>
          <ac:spMkLst>
            <pc:docMk/>
            <pc:sldMk cId="3144487937" sldId="2147469204"/>
            <ac:spMk id="164" creationId="{887A2036-6EFE-4CE5-A575-CED950E363AB}"/>
          </ac:spMkLst>
        </pc:spChg>
        <pc:spChg chg="del">
          <ac:chgData name="Marchiori, Caterina" userId="48d5733e-a3d5-460c-b29b-a6e081bb71cc" providerId="ADAL" clId="{28F1A27C-FBFA-4F49-98B1-90EE86ED5D4B}" dt="2022-07-28T12:56:26.461" v="210" actId="478"/>
          <ac:spMkLst>
            <pc:docMk/>
            <pc:sldMk cId="3144487937" sldId="2147469204"/>
            <ac:spMk id="165" creationId="{5D603EEF-95B9-4489-A3BF-4C981F5781D2}"/>
          </ac:spMkLst>
        </pc:spChg>
        <pc:spChg chg="del">
          <ac:chgData name="Marchiori, Caterina" userId="48d5733e-a3d5-460c-b29b-a6e081bb71cc" providerId="ADAL" clId="{28F1A27C-FBFA-4F49-98B1-90EE86ED5D4B}" dt="2022-07-28T12:56:26.461" v="210" actId="478"/>
          <ac:spMkLst>
            <pc:docMk/>
            <pc:sldMk cId="3144487937" sldId="2147469204"/>
            <ac:spMk id="166" creationId="{CE0E9F75-B00E-43F1-9DB7-028F20BC9817}"/>
          </ac:spMkLst>
        </pc:spChg>
        <pc:spChg chg="del">
          <ac:chgData name="Marchiori, Caterina" userId="48d5733e-a3d5-460c-b29b-a6e081bb71cc" providerId="ADAL" clId="{28F1A27C-FBFA-4F49-98B1-90EE86ED5D4B}" dt="2022-07-28T12:56:26.461" v="210" actId="478"/>
          <ac:spMkLst>
            <pc:docMk/>
            <pc:sldMk cId="3144487937" sldId="2147469204"/>
            <ac:spMk id="168" creationId="{B2452D01-C40D-4347-BA8C-D28111AA4234}"/>
          </ac:spMkLst>
        </pc:spChg>
        <pc:spChg chg="del">
          <ac:chgData name="Marchiori, Caterina" userId="48d5733e-a3d5-460c-b29b-a6e081bb71cc" providerId="ADAL" clId="{28F1A27C-FBFA-4F49-98B1-90EE86ED5D4B}" dt="2022-07-28T12:56:26.461" v="210" actId="478"/>
          <ac:spMkLst>
            <pc:docMk/>
            <pc:sldMk cId="3144487937" sldId="2147469204"/>
            <ac:spMk id="169" creationId="{CB88298F-B86E-48F3-82F5-9681CB1FA9AF}"/>
          </ac:spMkLst>
        </pc:spChg>
        <pc:spChg chg="del">
          <ac:chgData name="Marchiori, Caterina" userId="48d5733e-a3d5-460c-b29b-a6e081bb71cc" providerId="ADAL" clId="{28F1A27C-FBFA-4F49-98B1-90EE86ED5D4B}" dt="2022-07-28T12:56:26.461" v="210" actId="478"/>
          <ac:spMkLst>
            <pc:docMk/>
            <pc:sldMk cId="3144487937" sldId="2147469204"/>
            <ac:spMk id="170" creationId="{F17CA38E-72BE-40F0-AD3C-F37A68810E75}"/>
          </ac:spMkLst>
        </pc:spChg>
        <pc:spChg chg="del">
          <ac:chgData name="Marchiori, Caterina" userId="48d5733e-a3d5-460c-b29b-a6e081bb71cc" providerId="ADAL" clId="{28F1A27C-FBFA-4F49-98B1-90EE86ED5D4B}" dt="2022-07-28T12:56:26.461" v="210" actId="478"/>
          <ac:spMkLst>
            <pc:docMk/>
            <pc:sldMk cId="3144487937" sldId="2147469204"/>
            <ac:spMk id="171" creationId="{3F354E9C-A976-4E5B-9CED-D567A71E9A6E}"/>
          </ac:spMkLst>
        </pc:spChg>
        <pc:spChg chg="del">
          <ac:chgData name="Marchiori, Caterina" userId="48d5733e-a3d5-460c-b29b-a6e081bb71cc" providerId="ADAL" clId="{28F1A27C-FBFA-4F49-98B1-90EE86ED5D4B}" dt="2022-07-28T12:56:26.461" v="210" actId="478"/>
          <ac:spMkLst>
            <pc:docMk/>
            <pc:sldMk cId="3144487937" sldId="2147469204"/>
            <ac:spMk id="173" creationId="{78E7C0CE-5545-4C1A-ABAB-597FF46998C3}"/>
          </ac:spMkLst>
        </pc:spChg>
        <pc:spChg chg="del">
          <ac:chgData name="Marchiori, Caterina" userId="48d5733e-a3d5-460c-b29b-a6e081bb71cc" providerId="ADAL" clId="{28F1A27C-FBFA-4F49-98B1-90EE86ED5D4B}" dt="2022-07-28T12:56:26.461" v="210" actId="478"/>
          <ac:spMkLst>
            <pc:docMk/>
            <pc:sldMk cId="3144487937" sldId="2147469204"/>
            <ac:spMk id="175" creationId="{B4D96C6D-E702-4CE9-A7E2-523FE77D6C14}"/>
          </ac:spMkLst>
        </pc:spChg>
        <pc:spChg chg="del">
          <ac:chgData name="Marchiori, Caterina" userId="48d5733e-a3d5-460c-b29b-a6e081bb71cc" providerId="ADAL" clId="{28F1A27C-FBFA-4F49-98B1-90EE86ED5D4B}" dt="2022-07-28T12:56:26.461" v="210" actId="478"/>
          <ac:spMkLst>
            <pc:docMk/>
            <pc:sldMk cId="3144487937" sldId="2147469204"/>
            <ac:spMk id="176" creationId="{642106B3-00E3-4FF0-9CB0-1CFAFECA5E39}"/>
          </ac:spMkLst>
        </pc:spChg>
        <pc:spChg chg="del">
          <ac:chgData name="Marchiori, Caterina" userId="48d5733e-a3d5-460c-b29b-a6e081bb71cc" providerId="ADAL" clId="{28F1A27C-FBFA-4F49-98B1-90EE86ED5D4B}" dt="2022-07-28T12:56:26.461" v="210" actId="478"/>
          <ac:spMkLst>
            <pc:docMk/>
            <pc:sldMk cId="3144487937" sldId="2147469204"/>
            <ac:spMk id="177" creationId="{08A64BDF-7730-4967-B520-9A3261FB20EE}"/>
          </ac:spMkLst>
        </pc:spChg>
        <pc:spChg chg="del">
          <ac:chgData name="Marchiori, Caterina" userId="48d5733e-a3d5-460c-b29b-a6e081bb71cc" providerId="ADAL" clId="{28F1A27C-FBFA-4F49-98B1-90EE86ED5D4B}" dt="2022-07-28T12:56:26.461" v="210" actId="478"/>
          <ac:spMkLst>
            <pc:docMk/>
            <pc:sldMk cId="3144487937" sldId="2147469204"/>
            <ac:spMk id="178" creationId="{731D96BA-D520-45ED-90C9-3CDC16B807C5}"/>
          </ac:spMkLst>
        </pc:spChg>
        <pc:spChg chg="del">
          <ac:chgData name="Marchiori, Caterina" userId="48d5733e-a3d5-460c-b29b-a6e081bb71cc" providerId="ADAL" clId="{28F1A27C-FBFA-4F49-98B1-90EE86ED5D4B}" dt="2022-07-28T12:56:26.461" v="210" actId="478"/>
          <ac:spMkLst>
            <pc:docMk/>
            <pc:sldMk cId="3144487937" sldId="2147469204"/>
            <ac:spMk id="179" creationId="{789558A7-FD4B-45DA-9AE1-C91E61E13436}"/>
          </ac:spMkLst>
        </pc:spChg>
        <pc:spChg chg="del">
          <ac:chgData name="Marchiori, Caterina" userId="48d5733e-a3d5-460c-b29b-a6e081bb71cc" providerId="ADAL" clId="{28F1A27C-FBFA-4F49-98B1-90EE86ED5D4B}" dt="2022-07-28T12:56:26.461" v="210" actId="478"/>
          <ac:spMkLst>
            <pc:docMk/>
            <pc:sldMk cId="3144487937" sldId="2147469204"/>
            <ac:spMk id="180" creationId="{87EC19B8-4F65-435D-A7EE-6B9B21ED8EA0}"/>
          </ac:spMkLst>
        </pc:spChg>
        <pc:spChg chg="add mod">
          <ac:chgData name="Marchiori, Caterina" userId="48d5733e-a3d5-460c-b29b-a6e081bb71cc" providerId="ADAL" clId="{28F1A27C-FBFA-4F49-98B1-90EE86ED5D4B}" dt="2022-07-28T12:59:13.893" v="222"/>
          <ac:spMkLst>
            <pc:docMk/>
            <pc:sldMk cId="3144487937" sldId="2147469204"/>
            <ac:spMk id="181" creationId="{58FD84CC-5991-4C10-A53B-A58DE140F4EC}"/>
          </ac:spMkLst>
        </pc:spChg>
        <pc:spChg chg="del">
          <ac:chgData name="Marchiori, Caterina" userId="48d5733e-a3d5-460c-b29b-a6e081bb71cc" providerId="ADAL" clId="{28F1A27C-FBFA-4F49-98B1-90EE86ED5D4B}" dt="2022-07-28T12:56:26.461" v="210" actId="478"/>
          <ac:spMkLst>
            <pc:docMk/>
            <pc:sldMk cId="3144487937" sldId="2147469204"/>
            <ac:spMk id="182" creationId="{1E895863-BDED-46F3-9863-B8C26EB5854F}"/>
          </ac:spMkLst>
        </pc:spChg>
        <pc:spChg chg="add mod">
          <ac:chgData name="Marchiori, Caterina" userId="48d5733e-a3d5-460c-b29b-a6e081bb71cc" providerId="ADAL" clId="{28F1A27C-FBFA-4F49-98B1-90EE86ED5D4B}" dt="2022-07-28T12:59:13.893" v="222"/>
          <ac:spMkLst>
            <pc:docMk/>
            <pc:sldMk cId="3144487937" sldId="2147469204"/>
            <ac:spMk id="183" creationId="{3B5C256A-6D92-49DC-A51D-B981100F223F}"/>
          </ac:spMkLst>
        </pc:spChg>
        <pc:spChg chg="add mod">
          <ac:chgData name="Marchiori, Caterina" userId="48d5733e-a3d5-460c-b29b-a6e081bb71cc" providerId="ADAL" clId="{28F1A27C-FBFA-4F49-98B1-90EE86ED5D4B}" dt="2022-07-28T13:00:39.491" v="293" actId="20577"/>
          <ac:spMkLst>
            <pc:docMk/>
            <pc:sldMk cId="3144487937" sldId="2147469204"/>
            <ac:spMk id="184" creationId="{B2B9C538-506F-411C-AB0F-3D15E6F16667}"/>
          </ac:spMkLst>
        </pc:spChg>
        <pc:spChg chg="add mod">
          <ac:chgData name="Marchiori, Caterina" userId="48d5733e-a3d5-460c-b29b-a6e081bb71cc" providerId="ADAL" clId="{28F1A27C-FBFA-4F49-98B1-90EE86ED5D4B}" dt="2022-07-28T12:59:13.893" v="222"/>
          <ac:spMkLst>
            <pc:docMk/>
            <pc:sldMk cId="3144487937" sldId="2147469204"/>
            <ac:spMk id="185" creationId="{F7666A3F-0967-4FD7-881B-F4295740B79D}"/>
          </ac:spMkLst>
        </pc:spChg>
        <pc:spChg chg="add mod">
          <ac:chgData name="Marchiori, Caterina" userId="48d5733e-a3d5-460c-b29b-a6e081bb71cc" providerId="ADAL" clId="{28F1A27C-FBFA-4F49-98B1-90EE86ED5D4B}" dt="2022-07-28T12:59:13.893" v="222"/>
          <ac:spMkLst>
            <pc:docMk/>
            <pc:sldMk cId="3144487937" sldId="2147469204"/>
            <ac:spMk id="187" creationId="{646D6006-2DDC-4058-B768-BEFD6334F7FB}"/>
          </ac:spMkLst>
        </pc:spChg>
        <pc:spChg chg="add mod">
          <ac:chgData name="Marchiori, Caterina" userId="48d5733e-a3d5-460c-b29b-a6e081bb71cc" providerId="ADAL" clId="{28F1A27C-FBFA-4F49-98B1-90EE86ED5D4B}" dt="2022-07-28T12:59:13.893" v="222"/>
          <ac:spMkLst>
            <pc:docMk/>
            <pc:sldMk cId="3144487937" sldId="2147469204"/>
            <ac:spMk id="188" creationId="{3BC9EEF1-96E0-408F-94EA-5F6CE1D79E91}"/>
          </ac:spMkLst>
        </pc:spChg>
        <pc:spChg chg="add mod">
          <ac:chgData name="Marchiori, Caterina" userId="48d5733e-a3d5-460c-b29b-a6e081bb71cc" providerId="ADAL" clId="{28F1A27C-FBFA-4F49-98B1-90EE86ED5D4B}" dt="2022-07-28T13:00:51.142" v="325" actId="20577"/>
          <ac:spMkLst>
            <pc:docMk/>
            <pc:sldMk cId="3144487937" sldId="2147469204"/>
            <ac:spMk id="189" creationId="{620622C1-07CE-4DE1-A8C8-959928366B94}"/>
          </ac:spMkLst>
        </pc:spChg>
        <pc:spChg chg="add mod">
          <ac:chgData name="Marchiori, Caterina" userId="48d5733e-a3d5-460c-b29b-a6e081bb71cc" providerId="ADAL" clId="{28F1A27C-FBFA-4F49-98B1-90EE86ED5D4B}" dt="2022-07-28T12:59:13.893" v="222"/>
          <ac:spMkLst>
            <pc:docMk/>
            <pc:sldMk cId="3144487937" sldId="2147469204"/>
            <ac:spMk id="190" creationId="{A9BE1DB4-536F-460A-A461-BF41418358D2}"/>
          </ac:spMkLst>
        </pc:spChg>
        <pc:spChg chg="add mod">
          <ac:chgData name="Marchiori, Caterina" userId="48d5733e-a3d5-460c-b29b-a6e081bb71cc" providerId="ADAL" clId="{28F1A27C-FBFA-4F49-98B1-90EE86ED5D4B}" dt="2022-07-28T12:59:13.893" v="222"/>
          <ac:spMkLst>
            <pc:docMk/>
            <pc:sldMk cId="3144487937" sldId="2147469204"/>
            <ac:spMk id="191" creationId="{FA4A2375-4224-4324-9C9F-353D7B14A44B}"/>
          </ac:spMkLst>
        </pc:spChg>
        <pc:spChg chg="add mod">
          <ac:chgData name="Marchiori, Caterina" userId="48d5733e-a3d5-460c-b29b-a6e081bb71cc" providerId="ADAL" clId="{28F1A27C-FBFA-4F49-98B1-90EE86ED5D4B}" dt="2022-07-28T12:59:13.893" v="222"/>
          <ac:spMkLst>
            <pc:docMk/>
            <pc:sldMk cId="3144487937" sldId="2147469204"/>
            <ac:spMk id="192" creationId="{372C3DF6-240B-4157-935E-F91C74FA0BB4}"/>
          </ac:spMkLst>
        </pc:spChg>
        <pc:spChg chg="add mod">
          <ac:chgData name="Marchiori, Caterina" userId="48d5733e-a3d5-460c-b29b-a6e081bb71cc" providerId="ADAL" clId="{28F1A27C-FBFA-4F49-98B1-90EE86ED5D4B}" dt="2022-07-28T13:01:09.758" v="346" actId="20577"/>
          <ac:spMkLst>
            <pc:docMk/>
            <pc:sldMk cId="3144487937" sldId="2147469204"/>
            <ac:spMk id="193" creationId="{8F92B530-7789-4C0E-A335-961623276865}"/>
          </ac:spMkLst>
        </pc:spChg>
        <pc:spChg chg="add mod">
          <ac:chgData name="Marchiori, Caterina" userId="48d5733e-a3d5-460c-b29b-a6e081bb71cc" providerId="ADAL" clId="{28F1A27C-FBFA-4F49-98B1-90EE86ED5D4B}" dt="2022-07-28T13:01:18.642" v="367" actId="1036"/>
          <ac:spMkLst>
            <pc:docMk/>
            <pc:sldMk cId="3144487937" sldId="2147469204"/>
            <ac:spMk id="194" creationId="{1FE87ABE-CFD5-4BDA-A33F-8401293444B5}"/>
          </ac:spMkLst>
        </pc:spChg>
        <pc:spChg chg="add mod">
          <ac:chgData name="Marchiori, Caterina" userId="48d5733e-a3d5-460c-b29b-a6e081bb71cc" providerId="ADAL" clId="{28F1A27C-FBFA-4F49-98B1-90EE86ED5D4B}" dt="2022-07-28T13:01:18.642" v="367" actId="1036"/>
          <ac:spMkLst>
            <pc:docMk/>
            <pc:sldMk cId="3144487937" sldId="2147469204"/>
            <ac:spMk id="195" creationId="{818FBCF1-2E27-4A37-A066-FC88503301DB}"/>
          </ac:spMkLst>
        </pc:spChg>
        <pc:spChg chg="add mod">
          <ac:chgData name="Marchiori, Caterina" userId="48d5733e-a3d5-460c-b29b-a6e081bb71cc" providerId="ADAL" clId="{28F1A27C-FBFA-4F49-98B1-90EE86ED5D4B}" dt="2022-07-28T12:59:13.893" v="222"/>
          <ac:spMkLst>
            <pc:docMk/>
            <pc:sldMk cId="3144487937" sldId="2147469204"/>
            <ac:spMk id="196" creationId="{ECB6DAE0-3C4F-4377-A3E2-E6DC51807689}"/>
          </ac:spMkLst>
        </pc:spChg>
        <pc:spChg chg="add mod">
          <ac:chgData name="Marchiori, Caterina" userId="48d5733e-a3d5-460c-b29b-a6e081bb71cc" providerId="ADAL" clId="{28F1A27C-FBFA-4F49-98B1-90EE86ED5D4B}" dt="2022-07-28T13:02:47.271" v="411" actId="20577"/>
          <ac:spMkLst>
            <pc:docMk/>
            <pc:sldMk cId="3144487937" sldId="2147469204"/>
            <ac:spMk id="197" creationId="{78A7717D-51B9-4EA6-8A95-E797922A08FD}"/>
          </ac:spMkLst>
        </pc:spChg>
        <pc:spChg chg="add del mod">
          <ac:chgData name="Marchiori, Caterina" userId="48d5733e-a3d5-460c-b29b-a6e081bb71cc" providerId="ADAL" clId="{28F1A27C-FBFA-4F49-98B1-90EE86ED5D4B}" dt="2022-07-28T13:02:19.662" v="375"/>
          <ac:spMkLst>
            <pc:docMk/>
            <pc:sldMk cId="3144487937" sldId="2147469204"/>
            <ac:spMk id="198" creationId="{7CF28A97-82C0-4F3A-BCEB-C7AFA4A1382B}"/>
          </ac:spMkLst>
        </pc:spChg>
        <pc:spChg chg="add del mod">
          <ac:chgData name="Marchiori, Caterina" userId="48d5733e-a3d5-460c-b29b-a6e081bb71cc" providerId="ADAL" clId="{28F1A27C-FBFA-4F49-98B1-90EE86ED5D4B}" dt="2022-07-28T13:02:19.662" v="375"/>
          <ac:spMkLst>
            <pc:docMk/>
            <pc:sldMk cId="3144487937" sldId="2147469204"/>
            <ac:spMk id="199" creationId="{424465D8-8732-4F60-AC4F-6D3774607DB2}"/>
          </ac:spMkLst>
        </pc:spChg>
        <pc:spChg chg="del">
          <ac:chgData name="Marchiori, Caterina" userId="48d5733e-a3d5-460c-b29b-a6e081bb71cc" providerId="ADAL" clId="{28F1A27C-FBFA-4F49-98B1-90EE86ED5D4B}" dt="2022-07-28T12:56:26.461" v="210" actId="478"/>
          <ac:spMkLst>
            <pc:docMk/>
            <pc:sldMk cId="3144487937" sldId="2147469204"/>
            <ac:spMk id="200" creationId="{182113ED-775E-41BC-8F23-371C4AB709DC}"/>
          </ac:spMkLst>
        </pc:spChg>
        <pc:spChg chg="add del mod">
          <ac:chgData name="Marchiori, Caterina" userId="48d5733e-a3d5-460c-b29b-a6e081bb71cc" providerId="ADAL" clId="{28F1A27C-FBFA-4F49-98B1-90EE86ED5D4B}" dt="2022-07-28T13:02:19.662" v="375"/>
          <ac:spMkLst>
            <pc:docMk/>
            <pc:sldMk cId="3144487937" sldId="2147469204"/>
            <ac:spMk id="202" creationId="{A1C79AD3-0D18-4208-B2BF-312F1AF7E9A1}"/>
          </ac:spMkLst>
        </pc:spChg>
        <pc:spChg chg="add mod">
          <ac:chgData name="Marchiori, Caterina" userId="48d5733e-a3d5-460c-b29b-a6e081bb71cc" providerId="ADAL" clId="{28F1A27C-FBFA-4F49-98B1-90EE86ED5D4B}" dt="2022-07-28T13:02:26.606" v="377" actId="1076"/>
          <ac:spMkLst>
            <pc:docMk/>
            <pc:sldMk cId="3144487937" sldId="2147469204"/>
            <ac:spMk id="203" creationId="{9972ACFF-F309-4E2C-99F8-272DBBF2CC74}"/>
          </ac:spMkLst>
        </pc:spChg>
        <pc:spChg chg="add mod">
          <ac:chgData name="Marchiori, Caterina" userId="48d5733e-a3d5-460c-b29b-a6e081bb71cc" providerId="ADAL" clId="{28F1A27C-FBFA-4F49-98B1-90EE86ED5D4B}" dt="2022-07-28T13:03:33.214" v="431" actId="20577"/>
          <ac:spMkLst>
            <pc:docMk/>
            <pc:sldMk cId="3144487937" sldId="2147469204"/>
            <ac:spMk id="204" creationId="{7C59266E-5570-4922-9FEE-BE531C2ADAA2}"/>
          </ac:spMkLst>
        </pc:spChg>
        <pc:spChg chg="add mod">
          <ac:chgData name="Marchiori, Caterina" userId="48d5733e-a3d5-460c-b29b-a6e081bb71cc" providerId="ADAL" clId="{28F1A27C-FBFA-4F49-98B1-90EE86ED5D4B}" dt="2022-07-28T13:02:28.694" v="379" actId="20577"/>
          <ac:spMkLst>
            <pc:docMk/>
            <pc:sldMk cId="3144487937" sldId="2147469204"/>
            <ac:spMk id="205" creationId="{4E9A8709-9DE6-4B5F-98E3-D3FB2943149F}"/>
          </ac:spMkLst>
        </pc:spChg>
        <pc:spChg chg="del">
          <ac:chgData name="Marchiori, Caterina" userId="48d5733e-a3d5-460c-b29b-a6e081bb71cc" providerId="ADAL" clId="{28F1A27C-FBFA-4F49-98B1-90EE86ED5D4B}" dt="2022-07-28T12:56:26.461" v="210" actId="478"/>
          <ac:spMkLst>
            <pc:docMk/>
            <pc:sldMk cId="3144487937" sldId="2147469204"/>
            <ac:spMk id="247" creationId="{882A1C04-6503-4A7C-9B99-A6AFCA15B31B}"/>
          </ac:spMkLst>
        </pc:spChg>
        <pc:spChg chg="del">
          <ac:chgData name="Marchiori, Caterina" userId="48d5733e-a3d5-460c-b29b-a6e081bb71cc" providerId="ADAL" clId="{28F1A27C-FBFA-4F49-98B1-90EE86ED5D4B}" dt="2022-07-28T12:56:26.461" v="210" actId="478"/>
          <ac:spMkLst>
            <pc:docMk/>
            <pc:sldMk cId="3144487937" sldId="2147469204"/>
            <ac:spMk id="268" creationId="{509AAC43-BF28-4C0A-9332-A5A72E4509C4}"/>
          </ac:spMkLst>
        </pc:spChg>
        <pc:spChg chg="del">
          <ac:chgData name="Marchiori, Caterina" userId="48d5733e-a3d5-460c-b29b-a6e081bb71cc" providerId="ADAL" clId="{28F1A27C-FBFA-4F49-98B1-90EE86ED5D4B}" dt="2022-07-28T12:56:26.461" v="210" actId="478"/>
          <ac:spMkLst>
            <pc:docMk/>
            <pc:sldMk cId="3144487937" sldId="2147469204"/>
            <ac:spMk id="293" creationId="{B749E28E-3ABD-4CC2-B87C-16F7BDD60E0E}"/>
          </ac:spMkLst>
        </pc:spChg>
        <pc:spChg chg="del">
          <ac:chgData name="Marchiori, Caterina" userId="48d5733e-a3d5-460c-b29b-a6e081bb71cc" providerId="ADAL" clId="{28F1A27C-FBFA-4F49-98B1-90EE86ED5D4B}" dt="2022-07-28T12:56:26.461" v="210" actId="478"/>
          <ac:spMkLst>
            <pc:docMk/>
            <pc:sldMk cId="3144487937" sldId="2147469204"/>
            <ac:spMk id="314" creationId="{968D11E3-CE02-43CD-A65D-BDFEBA2082A1}"/>
          </ac:spMkLst>
        </pc:spChg>
        <pc:spChg chg="del">
          <ac:chgData name="Marchiori, Caterina" userId="48d5733e-a3d5-460c-b29b-a6e081bb71cc" providerId="ADAL" clId="{28F1A27C-FBFA-4F49-98B1-90EE86ED5D4B}" dt="2022-07-28T12:56:26.461" v="210" actId="478"/>
          <ac:spMkLst>
            <pc:docMk/>
            <pc:sldMk cId="3144487937" sldId="2147469204"/>
            <ac:spMk id="346" creationId="{22B79E76-ABA4-47F2-A61F-F8DE0EC47764}"/>
          </ac:spMkLst>
        </pc:spChg>
        <pc:spChg chg="del">
          <ac:chgData name="Marchiori, Caterina" userId="48d5733e-a3d5-460c-b29b-a6e081bb71cc" providerId="ADAL" clId="{28F1A27C-FBFA-4F49-98B1-90EE86ED5D4B}" dt="2022-07-28T12:56:26.461" v="210" actId="478"/>
          <ac:spMkLst>
            <pc:docMk/>
            <pc:sldMk cId="3144487937" sldId="2147469204"/>
            <ac:spMk id="377" creationId="{93D00B68-BFB5-4720-BDFC-32CB8EEF46DE}"/>
          </ac:spMkLst>
        </pc:spChg>
        <pc:spChg chg="del">
          <ac:chgData name="Marchiori, Caterina" userId="48d5733e-a3d5-460c-b29b-a6e081bb71cc" providerId="ADAL" clId="{28F1A27C-FBFA-4F49-98B1-90EE86ED5D4B}" dt="2022-07-28T12:56:26.461" v="210" actId="478"/>
          <ac:spMkLst>
            <pc:docMk/>
            <pc:sldMk cId="3144487937" sldId="2147469204"/>
            <ac:spMk id="406" creationId="{92ED5618-001E-4F9A-83EB-FC6B9B1FA1F0}"/>
          </ac:spMkLst>
        </pc:spChg>
        <pc:spChg chg="del">
          <ac:chgData name="Marchiori, Caterina" userId="48d5733e-a3d5-460c-b29b-a6e081bb71cc" providerId="ADAL" clId="{28F1A27C-FBFA-4F49-98B1-90EE86ED5D4B}" dt="2022-07-28T12:56:26.461" v="210" actId="478"/>
          <ac:spMkLst>
            <pc:docMk/>
            <pc:sldMk cId="3144487937" sldId="2147469204"/>
            <ac:spMk id="409" creationId="{31FE6A5F-7691-43D2-BCA5-B8230E4EFDFC}"/>
          </ac:spMkLst>
        </pc:spChg>
        <pc:spChg chg="del">
          <ac:chgData name="Marchiori, Caterina" userId="48d5733e-a3d5-460c-b29b-a6e081bb71cc" providerId="ADAL" clId="{28F1A27C-FBFA-4F49-98B1-90EE86ED5D4B}" dt="2022-07-28T12:56:26.461" v="210" actId="478"/>
          <ac:spMkLst>
            <pc:docMk/>
            <pc:sldMk cId="3144487937" sldId="2147469204"/>
            <ac:spMk id="410" creationId="{81916E3E-ADAB-48AA-9D19-4EDB0DBE52F0}"/>
          </ac:spMkLst>
        </pc:spChg>
        <pc:grpChg chg="del">
          <ac:chgData name="Marchiori, Caterina" userId="48d5733e-a3d5-460c-b29b-a6e081bb71cc" providerId="ADAL" clId="{28F1A27C-FBFA-4F49-98B1-90EE86ED5D4B}" dt="2022-07-28T12:56:26.461" v="210" actId="478"/>
          <ac:grpSpMkLst>
            <pc:docMk/>
            <pc:sldMk cId="3144487937" sldId="2147469204"/>
            <ac:grpSpMk id="131" creationId="{CE0ED5B8-DEB0-464A-BD85-8ED89AA4443F}"/>
          </ac:grpSpMkLst>
        </pc:grpChg>
        <pc:grpChg chg="del">
          <ac:chgData name="Marchiori, Caterina" userId="48d5733e-a3d5-460c-b29b-a6e081bb71cc" providerId="ADAL" clId="{28F1A27C-FBFA-4F49-98B1-90EE86ED5D4B}" dt="2022-07-28T12:56:26.461" v="210" actId="478"/>
          <ac:grpSpMkLst>
            <pc:docMk/>
            <pc:sldMk cId="3144487937" sldId="2147469204"/>
            <ac:grpSpMk id="135" creationId="{6A7F21C3-9F21-431A-84CB-34B121B8757A}"/>
          </ac:grpSpMkLst>
        </pc:grpChg>
        <pc:grpChg chg="del">
          <ac:chgData name="Marchiori, Caterina" userId="48d5733e-a3d5-460c-b29b-a6e081bb71cc" providerId="ADAL" clId="{28F1A27C-FBFA-4F49-98B1-90EE86ED5D4B}" dt="2022-07-28T12:56:26.461" v="210" actId="478"/>
          <ac:grpSpMkLst>
            <pc:docMk/>
            <pc:sldMk cId="3144487937" sldId="2147469204"/>
            <ac:grpSpMk id="138" creationId="{E986B19D-6755-421E-9956-73A60B821451}"/>
          </ac:grpSpMkLst>
        </pc:grpChg>
        <pc:grpChg chg="del">
          <ac:chgData name="Marchiori, Caterina" userId="48d5733e-a3d5-460c-b29b-a6e081bb71cc" providerId="ADAL" clId="{28F1A27C-FBFA-4F49-98B1-90EE86ED5D4B}" dt="2022-07-28T12:56:26.461" v="210" actId="478"/>
          <ac:grpSpMkLst>
            <pc:docMk/>
            <pc:sldMk cId="3144487937" sldId="2147469204"/>
            <ac:grpSpMk id="142" creationId="{8FE2A3A2-B422-40CD-94CA-42B1D82BCD10}"/>
          </ac:grpSpMkLst>
        </pc:grpChg>
        <pc:grpChg chg="del">
          <ac:chgData name="Marchiori, Caterina" userId="48d5733e-a3d5-460c-b29b-a6e081bb71cc" providerId="ADAL" clId="{28F1A27C-FBFA-4F49-98B1-90EE86ED5D4B}" dt="2022-07-28T12:56:26.461" v="210" actId="478"/>
          <ac:grpSpMkLst>
            <pc:docMk/>
            <pc:sldMk cId="3144487937" sldId="2147469204"/>
            <ac:grpSpMk id="154" creationId="{9F1CF9B0-4FDD-443B-8722-B94B922C7B7F}"/>
          </ac:grpSpMkLst>
        </pc:grpChg>
        <pc:grpChg chg="del">
          <ac:chgData name="Marchiori, Caterina" userId="48d5733e-a3d5-460c-b29b-a6e081bb71cc" providerId="ADAL" clId="{28F1A27C-FBFA-4F49-98B1-90EE86ED5D4B}" dt="2022-07-28T12:56:26.461" v="210" actId="478"/>
          <ac:grpSpMkLst>
            <pc:docMk/>
            <pc:sldMk cId="3144487937" sldId="2147469204"/>
            <ac:grpSpMk id="238" creationId="{79D51F34-351F-4724-BCC7-78EDFF5505A9}"/>
          </ac:grpSpMkLst>
        </pc:grpChg>
        <pc:grpChg chg="del">
          <ac:chgData name="Marchiori, Caterina" userId="48d5733e-a3d5-460c-b29b-a6e081bb71cc" providerId="ADAL" clId="{28F1A27C-FBFA-4F49-98B1-90EE86ED5D4B}" dt="2022-07-28T12:56:26.461" v="210" actId="478"/>
          <ac:grpSpMkLst>
            <pc:docMk/>
            <pc:sldMk cId="3144487937" sldId="2147469204"/>
            <ac:grpSpMk id="311" creationId="{CDEB0A90-8F1E-4C7D-8AA7-A531DDC6D2E9}"/>
          </ac:grpSpMkLst>
        </pc:grpChg>
        <pc:grpChg chg="del">
          <ac:chgData name="Marchiori, Caterina" userId="48d5733e-a3d5-460c-b29b-a6e081bb71cc" providerId="ADAL" clId="{28F1A27C-FBFA-4F49-98B1-90EE86ED5D4B}" dt="2022-07-28T12:56:26.461" v="210" actId="478"/>
          <ac:grpSpMkLst>
            <pc:docMk/>
            <pc:sldMk cId="3144487937" sldId="2147469204"/>
            <ac:grpSpMk id="378" creationId="{FB871D34-CB74-42B8-BE27-6F9E4FA60213}"/>
          </ac:grpSpMkLst>
        </pc:grpChg>
        <pc:grpChg chg="del">
          <ac:chgData name="Marchiori, Caterina" userId="48d5733e-a3d5-460c-b29b-a6e081bb71cc" providerId="ADAL" clId="{28F1A27C-FBFA-4F49-98B1-90EE86ED5D4B}" dt="2022-07-28T12:56:26.461" v="210" actId="478"/>
          <ac:grpSpMkLst>
            <pc:docMk/>
            <pc:sldMk cId="3144487937" sldId="2147469204"/>
            <ac:grpSpMk id="381" creationId="{3B024917-A60D-4399-850D-F4A428E22E84}"/>
          </ac:grpSpMkLst>
        </pc:grpChg>
        <pc:grpChg chg="del">
          <ac:chgData name="Marchiori, Caterina" userId="48d5733e-a3d5-460c-b29b-a6e081bb71cc" providerId="ADAL" clId="{28F1A27C-FBFA-4F49-98B1-90EE86ED5D4B}" dt="2022-07-28T12:56:26.461" v="210" actId="478"/>
          <ac:grpSpMkLst>
            <pc:docMk/>
            <pc:sldMk cId="3144487937" sldId="2147469204"/>
            <ac:grpSpMk id="384" creationId="{C75AF7DC-EB2E-489E-86E4-C7A1F8D9CC83}"/>
          </ac:grpSpMkLst>
        </pc:grpChg>
        <pc:picChg chg="del">
          <ac:chgData name="Marchiori, Caterina" userId="48d5733e-a3d5-460c-b29b-a6e081bb71cc" providerId="ADAL" clId="{28F1A27C-FBFA-4F49-98B1-90EE86ED5D4B}" dt="2022-07-28T12:56:26.461" v="210" actId="478"/>
          <ac:picMkLst>
            <pc:docMk/>
            <pc:sldMk cId="3144487937" sldId="2147469204"/>
            <ac:picMk id="404" creationId="{357C92AB-EBCF-41B7-ADA6-1C37F7093DF5}"/>
          </ac:picMkLst>
        </pc:picChg>
        <pc:picChg chg="del">
          <ac:chgData name="Marchiori, Caterina" userId="48d5733e-a3d5-460c-b29b-a6e081bb71cc" providerId="ADAL" clId="{28F1A27C-FBFA-4F49-98B1-90EE86ED5D4B}" dt="2022-07-28T12:56:26.461" v="210" actId="478"/>
          <ac:picMkLst>
            <pc:docMk/>
            <pc:sldMk cId="3144487937" sldId="2147469204"/>
            <ac:picMk id="407" creationId="{BE11321E-C5FD-48EA-ACF9-42FE40797C6D}"/>
          </ac:picMkLst>
        </pc:picChg>
        <pc:picChg chg="del">
          <ac:chgData name="Marchiori, Caterina" userId="48d5733e-a3d5-460c-b29b-a6e081bb71cc" providerId="ADAL" clId="{28F1A27C-FBFA-4F49-98B1-90EE86ED5D4B}" dt="2022-07-28T12:56:26.461" v="210" actId="478"/>
          <ac:picMkLst>
            <pc:docMk/>
            <pc:sldMk cId="3144487937" sldId="2147469204"/>
            <ac:picMk id="408" creationId="{90A5AB6E-B61E-4CD8-BA54-E6B91B2446FD}"/>
          </ac:picMkLst>
        </pc:picChg>
        <pc:cxnChg chg="del">
          <ac:chgData name="Marchiori, Caterina" userId="48d5733e-a3d5-460c-b29b-a6e081bb71cc" providerId="ADAL" clId="{28F1A27C-FBFA-4F49-98B1-90EE86ED5D4B}" dt="2022-07-28T12:56:26.461" v="210" actId="478"/>
          <ac:cxnSpMkLst>
            <pc:docMk/>
            <pc:sldMk cId="3144487937" sldId="2147469204"/>
            <ac:cxnSpMk id="4" creationId="{578B3958-9AD3-59C4-3565-0DCDCCB5D99E}"/>
          </ac:cxnSpMkLst>
        </pc:cxnChg>
        <pc:cxnChg chg="del">
          <ac:chgData name="Marchiori, Caterina" userId="48d5733e-a3d5-460c-b29b-a6e081bb71cc" providerId="ADAL" clId="{28F1A27C-FBFA-4F49-98B1-90EE86ED5D4B}" dt="2022-07-28T12:56:26.461" v="210" actId="478"/>
          <ac:cxnSpMkLst>
            <pc:docMk/>
            <pc:sldMk cId="3144487937" sldId="2147469204"/>
            <ac:cxnSpMk id="6" creationId="{1B2C1249-CE32-4C1E-93EC-1B41FCF9CFDA}"/>
          </ac:cxnSpMkLst>
        </pc:cxnChg>
        <pc:cxnChg chg="del">
          <ac:chgData name="Marchiori, Caterina" userId="48d5733e-a3d5-460c-b29b-a6e081bb71cc" providerId="ADAL" clId="{28F1A27C-FBFA-4F49-98B1-90EE86ED5D4B}" dt="2022-07-28T12:56:26.461" v="210" actId="478"/>
          <ac:cxnSpMkLst>
            <pc:docMk/>
            <pc:sldMk cId="3144487937" sldId="2147469204"/>
            <ac:cxnSpMk id="15" creationId="{CEC93A8D-A5FD-6172-AE81-7CD187785B0C}"/>
          </ac:cxnSpMkLst>
        </pc:cxnChg>
        <pc:cxnChg chg="del">
          <ac:chgData name="Marchiori, Caterina" userId="48d5733e-a3d5-460c-b29b-a6e081bb71cc" providerId="ADAL" clId="{28F1A27C-FBFA-4F49-98B1-90EE86ED5D4B}" dt="2022-07-28T12:56:26.461" v="210" actId="478"/>
          <ac:cxnSpMkLst>
            <pc:docMk/>
            <pc:sldMk cId="3144487937" sldId="2147469204"/>
            <ac:cxnSpMk id="16" creationId="{6489439D-77E0-2395-70CC-D2081181E3B2}"/>
          </ac:cxnSpMkLst>
        </pc:cxnChg>
        <pc:cxnChg chg="del">
          <ac:chgData name="Marchiori, Caterina" userId="48d5733e-a3d5-460c-b29b-a6e081bb71cc" providerId="ADAL" clId="{28F1A27C-FBFA-4F49-98B1-90EE86ED5D4B}" dt="2022-07-28T12:56:26.461" v="210" actId="478"/>
          <ac:cxnSpMkLst>
            <pc:docMk/>
            <pc:sldMk cId="3144487937" sldId="2147469204"/>
            <ac:cxnSpMk id="17" creationId="{989E04C1-0559-BDBF-021F-C6C720B2214A}"/>
          </ac:cxnSpMkLst>
        </pc:cxnChg>
        <pc:cxnChg chg="del">
          <ac:chgData name="Marchiori, Caterina" userId="48d5733e-a3d5-460c-b29b-a6e081bb71cc" providerId="ADAL" clId="{28F1A27C-FBFA-4F49-98B1-90EE86ED5D4B}" dt="2022-07-28T12:56:26.461" v="210" actId="478"/>
          <ac:cxnSpMkLst>
            <pc:docMk/>
            <pc:sldMk cId="3144487937" sldId="2147469204"/>
            <ac:cxnSpMk id="19" creationId="{BA22A879-0688-C38A-5D97-EBBE817C177B}"/>
          </ac:cxnSpMkLst>
        </pc:cxnChg>
        <pc:cxnChg chg="del">
          <ac:chgData name="Marchiori, Caterina" userId="48d5733e-a3d5-460c-b29b-a6e081bb71cc" providerId="ADAL" clId="{28F1A27C-FBFA-4F49-98B1-90EE86ED5D4B}" dt="2022-07-28T12:56:26.461" v="210" actId="478"/>
          <ac:cxnSpMkLst>
            <pc:docMk/>
            <pc:sldMk cId="3144487937" sldId="2147469204"/>
            <ac:cxnSpMk id="49" creationId="{98F669F5-2B79-4140-903D-28F7F84A258B}"/>
          </ac:cxnSpMkLst>
        </pc:cxnChg>
        <pc:cxnChg chg="del">
          <ac:chgData name="Marchiori, Caterina" userId="48d5733e-a3d5-460c-b29b-a6e081bb71cc" providerId="ADAL" clId="{28F1A27C-FBFA-4F49-98B1-90EE86ED5D4B}" dt="2022-07-28T12:56:26.461" v="210" actId="478"/>
          <ac:cxnSpMkLst>
            <pc:docMk/>
            <pc:sldMk cId="3144487937" sldId="2147469204"/>
            <ac:cxnSpMk id="51" creationId="{8A8DDA3D-1553-473E-818B-462C86776411}"/>
          </ac:cxnSpMkLst>
        </pc:cxnChg>
        <pc:cxnChg chg="del">
          <ac:chgData name="Marchiori, Caterina" userId="48d5733e-a3d5-460c-b29b-a6e081bb71cc" providerId="ADAL" clId="{28F1A27C-FBFA-4F49-98B1-90EE86ED5D4B}" dt="2022-07-28T12:56:26.461" v="210" actId="478"/>
          <ac:cxnSpMkLst>
            <pc:docMk/>
            <pc:sldMk cId="3144487937" sldId="2147469204"/>
            <ac:cxnSpMk id="56" creationId="{8EB9A49A-8DEB-43D6-B115-EBB95A5EFB4F}"/>
          </ac:cxnSpMkLst>
        </pc:cxnChg>
        <pc:cxnChg chg="del mod">
          <ac:chgData name="Marchiori, Caterina" userId="48d5733e-a3d5-460c-b29b-a6e081bb71cc" providerId="ADAL" clId="{28F1A27C-FBFA-4F49-98B1-90EE86ED5D4B}" dt="2022-07-28T12:56:26.461" v="210" actId="478"/>
          <ac:cxnSpMkLst>
            <pc:docMk/>
            <pc:sldMk cId="3144487937" sldId="2147469204"/>
            <ac:cxnSpMk id="81" creationId="{277EEE4F-C2D5-49E2-8700-DDF210DE5027}"/>
          </ac:cxnSpMkLst>
        </pc:cxnChg>
        <pc:cxnChg chg="del mod">
          <ac:chgData name="Marchiori, Caterina" userId="48d5733e-a3d5-460c-b29b-a6e081bb71cc" providerId="ADAL" clId="{28F1A27C-FBFA-4F49-98B1-90EE86ED5D4B}" dt="2022-07-28T12:56:26.461" v="210" actId="478"/>
          <ac:cxnSpMkLst>
            <pc:docMk/>
            <pc:sldMk cId="3144487937" sldId="2147469204"/>
            <ac:cxnSpMk id="82" creationId="{35855238-B100-46B3-8CBD-1383DE03486A}"/>
          </ac:cxnSpMkLst>
        </pc:cxnChg>
        <pc:cxnChg chg="del mod">
          <ac:chgData name="Marchiori, Caterina" userId="48d5733e-a3d5-460c-b29b-a6e081bb71cc" providerId="ADAL" clId="{28F1A27C-FBFA-4F49-98B1-90EE86ED5D4B}" dt="2022-07-28T12:56:26.461" v="210" actId="478"/>
          <ac:cxnSpMkLst>
            <pc:docMk/>
            <pc:sldMk cId="3144487937" sldId="2147469204"/>
            <ac:cxnSpMk id="83" creationId="{F4BA7DE8-E865-4462-BB36-4E3724F50C41}"/>
          </ac:cxnSpMkLst>
        </pc:cxnChg>
        <pc:cxnChg chg="del mod">
          <ac:chgData name="Marchiori, Caterina" userId="48d5733e-a3d5-460c-b29b-a6e081bb71cc" providerId="ADAL" clId="{28F1A27C-FBFA-4F49-98B1-90EE86ED5D4B}" dt="2022-07-28T12:56:26.461" v="210" actId="478"/>
          <ac:cxnSpMkLst>
            <pc:docMk/>
            <pc:sldMk cId="3144487937" sldId="2147469204"/>
            <ac:cxnSpMk id="96" creationId="{13F5E0AD-53BC-434D-BFC4-26CCAC920984}"/>
          </ac:cxnSpMkLst>
        </pc:cxnChg>
        <pc:cxnChg chg="del mod">
          <ac:chgData name="Marchiori, Caterina" userId="48d5733e-a3d5-460c-b29b-a6e081bb71cc" providerId="ADAL" clId="{28F1A27C-FBFA-4F49-98B1-90EE86ED5D4B}" dt="2022-07-28T12:56:26.461" v="210" actId="478"/>
          <ac:cxnSpMkLst>
            <pc:docMk/>
            <pc:sldMk cId="3144487937" sldId="2147469204"/>
            <ac:cxnSpMk id="107" creationId="{AED09362-3224-474F-AE32-A3E4CFF1C52E}"/>
          </ac:cxnSpMkLst>
        </pc:cxnChg>
        <pc:cxnChg chg="del mod">
          <ac:chgData name="Marchiori, Caterina" userId="48d5733e-a3d5-460c-b29b-a6e081bb71cc" providerId="ADAL" clId="{28F1A27C-FBFA-4F49-98B1-90EE86ED5D4B}" dt="2022-07-28T12:56:26.461" v="210" actId="478"/>
          <ac:cxnSpMkLst>
            <pc:docMk/>
            <pc:sldMk cId="3144487937" sldId="2147469204"/>
            <ac:cxnSpMk id="108" creationId="{BB709A5C-EEF0-4AFB-955F-8F74206FBBC6}"/>
          </ac:cxnSpMkLst>
        </pc:cxnChg>
        <pc:cxnChg chg="del mod">
          <ac:chgData name="Marchiori, Caterina" userId="48d5733e-a3d5-460c-b29b-a6e081bb71cc" providerId="ADAL" clId="{28F1A27C-FBFA-4F49-98B1-90EE86ED5D4B}" dt="2022-07-28T12:56:26.461" v="210" actId="478"/>
          <ac:cxnSpMkLst>
            <pc:docMk/>
            <pc:sldMk cId="3144487937" sldId="2147469204"/>
            <ac:cxnSpMk id="111" creationId="{F3E3CD7B-7016-4CF7-B418-DBDA8088BDAA}"/>
          </ac:cxnSpMkLst>
        </pc:cxnChg>
        <pc:cxnChg chg="del mod">
          <ac:chgData name="Marchiori, Caterina" userId="48d5733e-a3d5-460c-b29b-a6e081bb71cc" providerId="ADAL" clId="{28F1A27C-FBFA-4F49-98B1-90EE86ED5D4B}" dt="2022-07-28T12:56:26.461" v="210" actId="478"/>
          <ac:cxnSpMkLst>
            <pc:docMk/>
            <pc:sldMk cId="3144487937" sldId="2147469204"/>
            <ac:cxnSpMk id="112" creationId="{EBAE2B41-8085-4064-8343-F2F27EF39B25}"/>
          </ac:cxnSpMkLst>
        </pc:cxnChg>
        <pc:cxnChg chg="del">
          <ac:chgData name="Marchiori, Caterina" userId="48d5733e-a3d5-460c-b29b-a6e081bb71cc" providerId="ADAL" clId="{28F1A27C-FBFA-4F49-98B1-90EE86ED5D4B}" dt="2022-07-28T12:56:26.461" v="210" actId="478"/>
          <ac:cxnSpMkLst>
            <pc:docMk/>
            <pc:sldMk cId="3144487937" sldId="2147469204"/>
            <ac:cxnSpMk id="120" creationId="{DBED8726-0CBF-4CAD-B317-5AA9A5C0BA57}"/>
          </ac:cxnSpMkLst>
        </pc:cxnChg>
        <pc:cxnChg chg="del mod">
          <ac:chgData name="Marchiori, Caterina" userId="48d5733e-a3d5-460c-b29b-a6e081bb71cc" providerId="ADAL" clId="{28F1A27C-FBFA-4F49-98B1-90EE86ED5D4B}" dt="2022-07-28T12:56:26.461" v="210" actId="478"/>
          <ac:cxnSpMkLst>
            <pc:docMk/>
            <pc:sldMk cId="3144487937" sldId="2147469204"/>
            <ac:cxnSpMk id="123" creationId="{E1FFE96A-1434-4459-A7E4-DAD34E69D1D9}"/>
          </ac:cxnSpMkLst>
        </pc:cxnChg>
        <pc:cxnChg chg="del mod">
          <ac:chgData name="Marchiori, Caterina" userId="48d5733e-a3d5-460c-b29b-a6e081bb71cc" providerId="ADAL" clId="{28F1A27C-FBFA-4F49-98B1-90EE86ED5D4B}" dt="2022-07-28T12:56:26.461" v="210" actId="478"/>
          <ac:cxnSpMkLst>
            <pc:docMk/>
            <pc:sldMk cId="3144487937" sldId="2147469204"/>
            <ac:cxnSpMk id="163" creationId="{AE4827F4-27BB-45FC-ABE3-C8D7F44DFAE2}"/>
          </ac:cxnSpMkLst>
        </pc:cxnChg>
        <pc:cxnChg chg="del mod">
          <ac:chgData name="Marchiori, Caterina" userId="48d5733e-a3d5-460c-b29b-a6e081bb71cc" providerId="ADAL" clId="{28F1A27C-FBFA-4F49-98B1-90EE86ED5D4B}" dt="2022-07-28T12:56:26.461" v="210" actId="478"/>
          <ac:cxnSpMkLst>
            <pc:docMk/>
            <pc:sldMk cId="3144487937" sldId="2147469204"/>
            <ac:cxnSpMk id="167" creationId="{22828C84-4209-43D3-8593-52283C07F2D2}"/>
          </ac:cxnSpMkLst>
        </pc:cxnChg>
        <pc:cxnChg chg="del">
          <ac:chgData name="Marchiori, Caterina" userId="48d5733e-a3d5-460c-b29b-a6e081bb71cc" providerId="ADAL" clId="{28F1A27C-FBFA-4F49-98B1-90EE86ED5D4B}" dt="2022-07-28T12:56:26.461" v="210" actId="478"/>
          <ac:cxnSpMkLst>
            <pc:docMk/>
            <pc:sldMk cId="3144487937" sldId="2147469204"/>
            <ac:cxnSpMk id="172" creationId="{18915F74-22D7-4678-BF31-D92C3E9DB747}"/>
          </ac:cxnSpMkLst>
        </pc:cxnChg>
        <pc:cxnChg chg="del">
          <ac:chgData name="Marchiori, Caterina" userId="48d5733e-a3d5-460c-b29b-a6e081bb71cc" providerId="ADAL" clId="{28F1A27C-FBFA-4F49-98B1-90EE86ED5D4B}" dt="2022-07-28T12:56:26.461" v="210" actId="478"/>
          <ac:cxnSpMkLst>
            <pc:docMk/>
            <pc:sldMk cId="3144487937" sldId="2147469204"/>
            <ac:cxnSpMk id="174" creationId="{DCE08E28-E754-4D65-83FD-B82C033D0AF5}"/>
          </ac:cxnSpMkLst>
        </pc:cxnChg>
        <pc:cxnChg chg="del mod">
          <ac:chgData name="Marchiori, Caterina" userId="48d5733e-a3d5-460c-b29b-a6e081bb71cc" providerId="ADAL" clId="{28F1A27C-FBFA-4F49-98B1-90EE86ED5D4B}" dt="2022-07-28T12:56:26.461" v="210" actId="478"/>
          <ac:cxnSpMkLst>
            <pc:docMk/>
            <pc:sldMk cId="3144487937" sldId="2147469204"/>
            <ac:cxnSpMk id="186" creationId="{AA091CDE-630D-4018-A38A-BDD6214106A4}"/>
          </ac:cxnSpMkLst>
        </pc:cxnChg>
        <pc:cxnChg chg="del">
          <ac:chgData name="Marchiori, Caterina" userId="48d5733e-a3d5-460c-b29b-a6e081bb71cc" providerId="ADAL" clId="{28F1A27C-FBFA-4F49-98B1-90EE86ED5D4B}" dt="2022-07-28T12:56:26.461" v="210" actId="478"/>
          <ac:cxnSpMkLst>
            <pc:docMk/>
            <pc:sldMk cId="3144487937" sldId="2147469204"/>
            <ac:cxnSpMk id="201" creationId="{3CAA5C9A-D8F1-472B-BBF6-255A53550443}"/>
          </ac:cxnSpMkLst>
        </pc:cxnChg>
        <pc:cxnChg chg="del mod">
          <ac:chgData name="Marchiori, Caterina" userId="48d5733e-a3d5-460c-b29b-a6e081bb71cc" providerId="ADAL" clId="{28F1A27C-FBFA-4F49-98B1-90EE86ED5D4B}" dt="2022-07-28T12:56:26.461" v="210" actId="478"/>
          <ac:cxnSpMkLst>
            <pc:docMk/>
            <pc:sldMk cId="3144487937" sldId="2147469204"/>
            <ac:cxnSpMk id="269" creationId="{5A1E11CA-C9A2-4504-9699-E1045BAD6DA8}"/>
          </ac:cxnSpMkLst>
        </pc:cxnChg>
        <pc:cxnChg chg="del mod">
          <ac:chgData name="Marchiori, Caterina" userId="48d5733e-a3d5-460c-b29b-a6e081bb71cc" providerId="ADAL" clId="{28F1A27C-FBFA-4F49-98B1-90EE86ED5D4B}" dt="2022-07-28T12:56:26.461" v="210" actId="478"/>
          <ac:cxnSpMkLst>
            <pc:docMk/>
            <pc:sldMk cId="3144487937" sldId="2147469204"/>
            <ac:cxnSpMk id="273" creationId="{0BA5119B-0298-4590-8BFB-E3D6B18E39CE}"/>
          </ac:cxnSpMkLst>
        </pc:cxnChg>
        <pc:cxnChg chg="del mod">
          <ac:chgData name="Marchiori, Caterina" userId="48d5733e-a3d5-460c-b29b-a6e081bb71cc" providerId="ADAL" clId="{28F1A27C-FBFA-4F49-98B1-90EE86ED5D4B}" dt="2022-07-28T12:56:26.461" v="210" actId="478"/>
          <ac:cxnSpMkLst>
            <pc:docMk/>
            <pc:sldMk cId="3144487937" sldId="2147469204"/>
            <ac:cxnSpMk id="283" creationId="{C48E6819-E1C4-4474-9FAE-F20E0476F4E6}"/>
          </ac:cxnSpMkLst>
        </pc:cxnChg>
        <pc:cxnChg chg="del mod">
          <ac:chgData name="Marchiori, Caterina" userId="48d5733e-a3d5-460c-b29b-a6e081bb71cc" providerId="ADAL" clId="{28F1A27C-FBFA-4F49-98B1-90EE86ED5D4B}" dt="2022-07-28T12:56:26.461" v="210" actId="478"/>
          <ac:cxnSpMkLst>
            <pc:docMk/>
            <pc:sldMk cId="3144487937" sldId="2147469204"/>
            <ac:cxnSpMk id="286" creationId="{1F8EC50E-AE05-438F-8897-3EB1CA36EBA8}"/>
          </ac:cxnSpMkLst>
        </pc:cxnChg>
        <pc:cxnChg chg="del mod">
          <ac:chgData name="Marchiori, Caterina" userId="48d5733e-a3d5-460c-b29b-a6e081bb71cc" providerId="ADAL" clId="{28F1A27C-FBFA-4F49-98B1-90EE86ED5D4B}" dt="2022-07-28T12:56:26.461" v="210" actId="478"/>
          <ac:cxnSpMkLst>
            <pc:docMk/>
            <pc:sldMk cId="3144487937" sldId="2147469204"/>
            <ac:cxnSpMk id="289" creationId="{8724DE30-8920-4A6F-87F3-01D2EF416BDD}"/>
          </ac:cxnSpMkLst>
        </pc:cxnChg>
        <pc:cxnChg chg="del mod">
          <ac:chgData name="Marchiori, Caterina" userId="48d5733e-a3d5-460c-b29b-a6e081bb71cc" providerId="ADAL" clId="{28F1A27C-FBFA-4F49-98B1-90EE86ED5D4B}" dt="2022-07-28T12:56:26.461" v="210" actId="478"/>
          <ac:cxnSpMkLst>
            <pc:docMk/>
            <pc:sldMk cId="3144487937" sldId="2147469204"/>
            <ac:cxnSpMk id="326" creationId="{42407821-7F7E-4C41-A4EC-EC255090400C}"/>
          </ac:cxnSpMkLst>
        </pc:cxnChg>
        <pc:cxnChg chg="del mod">
          <ac:chgData name="Marchiori, Caterina" userId="48d5733e-a3d5-460c-b29b-a6e081bb71cc" providerId="ADAL" clId="{28F1A27C-FBFA-4F49-98B1-90EE86ED5D4B}" dt="2022-07-28T12:56:26.461" v="210" actId="478"/>
          <ac:cxnSpMkLst>
            <pc:docMk/>
            <pc:sldMk cId="3144487937" sldId="2147469204"/>
            <ac:cxnSpMk id="327" creationId="{434BBA54-15B5-44D2-A1C5-F2B71EE5BAE1}"/>
          </ac:cxnSpMkLst>
        </pc:cxnChg>
        <pc:cxnChg chg="del mod">
          <ac:chgData name="Marchiori, Caterina" userId="48d5733e-a3d5-460c-b29b-a6e081bb71cc" providerId="ADAL" clId="{28F1A27C-FBFA-4F49-98B1-90EE86ED5D4B}" dt="2022-07-28T12:56:26.461" v="210" actId="478"/>
          <ac:cxnSpMkLst>
            <pc:docMk/>
            <pc:sldMk cId="3144487937" sldId="2147469204"/>
            <ac:cxnSpMk id="349" creationId="{65531C09-25AF-4522-9A1D-83F1A8705F9C}"/>
          </ac:cxnSpMkLst>
        </pc:cxnChg>
        <pc:cxnChg chg="del mod">
          <ac:chgData name="Marchiori, Caterina" userId="48d5733e-a3d5-460c-b29b-a6e081bb71cc" providerId="ADAL" clId="{28F1A27C-FBFA-4F49-98B1-90EE86ED5D4B}" dt="2022-07-28T12:56:26.461" v="210" actId="478"/>
          <ac:cxnSpMkLst>
            <pc:docMk/>
            <pc:sldMk cId="3144487937" sldId="2147469204"/>
            <ac:cxnSpMk id="353" creationId="{928DDE85-D3ED-466F-9865-71AD59DA06F8}"/>
          </ac:cxnSpMkLst>
        </pc:cxnChg>
        <pc:cxnChg chg="del mod">
          <ac:chgData name="Marchiori, Caterina" userId="48d5733e-a3d5-460c-b29b-a6e081bb71cc" providerId="ADAL" clId="{28F1A27C-FBFA-4F49-98B1-90EE86ED5D4B}" dt="2022-07-28T12:56:26.461" v="210" actId="478"/>
          <ac:cxnSpMkLst>
            <pc:docMk/>
            <pc:sldMk cId="3144487937" sldId="2147469204"/>
            <ac:cxnSpMk id="356" creationId="{3DE39085-99DD-4FA3-8494-95A8D2276CB7}"/>
          </ac:cxnSpMkLst>
        </pc:cxnChg>
        <pc:cxnChg chg="del">
          <ac:chgData name="Marchiori, Caterina" userId="48d5733e-a3d5-460c-b29b-a6e081bb71cc" providerId="ADAL" clId="{28F1A27C-FBFA-4F49-98B1-90EE86ED5D4B}" dt="2022-07-28T12:56:26.461" v="210" actId="478"/>
          <ac:cxnSpMkLst>
            <pc:docMk/>
            <pc:sldMk cId="3144487937" sldId="2147469204"/>
            <ac:cxnSpMk id="393" creationId="{883D7D1A-E71C-4C6A-9EB8-9EE3B3712482}"/>
          </ac:cxnSpMkLst>
        </pc:cxnChg>
        <pc:cxnChg chg="del">
          <ac:chgData name="Marchiori, Caterina" userId="48d5733e-a3d5-460c-b29b-a6e081bb71cc" providerId="ADAL" clId="{28F1A27C-FBFA-4F49-98B1-90EE86ED5D4B}" dt="2022-07-28T12:56:26.461" v="210" actId="478"/>
          <ac:cxnSpMkLst>
            <pc:docMk/>
            <pc:sldMk cId="3144487937" sldId="2147469204"/>
            <ac:cxnSpMk id="394" creationId="{1F9D9AE5-4B14-4D74-AC15-056842DBC8F6}"/>
          </ac:cxnSpMkLst>
        </pc:cxnChg>
        <pc:cxnChg chg="del">
          <ac:chgData name="Marchiori, Caterina" userId="48d5733e-a3d5-460c-b29b-a6e081bb71cc" providerId="ADAL" clId="{28F1A27C-FBFA-4F49-98B1-90EE86ED5D4B}" dt="2022-07-28T12:56:26.461" v="210" actId="478"/>
          <ac:cxnSpMkLst>
            <pc:docMk/>
            <pc:sldMk cId="3144487937" sldId="2147469204"/>
            <ac:cxnSpMk id="395" creationId="{3232E11F-A208-4174-A37B-AC04DFB8AAF4}"/>
          </ac:cxnSpMkLst>
        </pc:cxnChg>
        <pc:cxnChg chg="del">
          <ac:chgData name="Marchiori, Caterina" userId="48d5733e-a3d5-460c-b29b-a6e081bb71cc" providerId="ADAL" clId="{28F1A27C-FBFA-4F49-98B1-90EE86ED5D4B}" dt="2022-07-28T12:56:26.461" v="210" actId="478"/>
          <ac:cxnSpMkLst>
            <pc:docMk/>
            <pc:sldMk cId="3144487937" sldId="2147469204"/>
            <ac:cxnSpMk id="396" creationId="{6B0BD8F9-10E1-4E7A-AB2F-91852A787161}"/>
          </ac:cxnSpMkLst>
        </pc:cxnChg>
        <pc:cxnChg chg="del mod">
          <ac:chgData name="Marchiori, Caterina" userId="48d5733e-a3d5-460c-b29b-a6e081bb71cc" providerId="ADAL" clId="{28F1A27C-FBFA-4F49-98B1-90EE86ED5D4B}" dt="2022-07-28T12:56:26.461" v="210" actId="478"/>
          <ac:cxnSpMkLst>
            <pc:docMk/>
            <pc:sldMk cId="3144487937" sldId="2147469204"/>
            <ac:cxnSpMk id="414" creationId="{DF458327-EFE0-4AAE-9CA2-C27DCA6CFDE7}"/>
          </ac:cxnSpMkLst>
        </pc:cxnChg>
      </pc:sldChg>
      <pc:sldChg chg="modSp mod">
        <pc:chgData name="Marchiori, Caterina" userId="48d5733e-a3d5-460c-b29b-a6e081bb71cc" providerId="ADAL" clId="{28F1A27C-FBFA-4F49-98B1-90EE86ED5D4B}" dt="2022-07-28T12:34:42.652" v="208" actId="113"/>
        <pc:sldMkLst>
          <pc:docMk/>
          <pc:sldMk cId="2692183488" sldId="2147469206"/>
        </pc:sldMkLst>
        <pc:spChg chg="mod">
          <ac:chgData name="Marchiori, Caterina" userId="48d5733e-a3d5-460c-b29b-a6e081bb71cc" providerId="ADAL" clId="{28F1A27C-FBFA-4F49-98B1-90EE86ED5D4B}" dt="2022-07-28T11:34:26.294" v="16" actId="20577"/>
          <ac:spMkLst>
            <pc:docMk/>
            <pc:sldMk cId="2692183488" sldId="2147469206"/>
            <ac:spMk id="25" creationId="{4BB9678F-35FB-41C2-9961-D08A379782C4}"/>
          </ac:spMkLst>
        </pc:spChg>
        <pc:spChg chg="mod">
          <ac:chgData name="Marchiori, Caterina" userId="48d5733e-a3d5-460c-b29b-a6e081bb71cc" providerId="ADAL" clId="{28F1A27C-FBFA-4F49-98B1-90EE86ED5D4B}" dt="2022-07-28T12:34:42.652" v="208" actId="113"/>
          <ac:spMkLst>
            <pc:docMk/>
            <pc:sldMk cId="2692183488" sldId="2147469206"/>
            <ac:spMk id="26" creationId="{658B0C98-68A1-43DE-9F2C-669A2E5DB0AD}"/>
          </ac:spMkLst>
        </pc:spChg>
      </pc:sldChg>
      <pc:sldChg chg="modSp mod">
        <pc:chgData name="Marchiori, Caterina" userId="48d5733e-a3d5-460c-b29b-a6e081bb71cc" providerId="ADAL" clId="{28F1A27C-FBFA-4F49-98B1-90EE86ED5D4B}" dt="2022-07-28T11:41:17.235" v="17" actId="113"/>
        <pc:sldMkLst>
          <pc:docMk/>
          <pc:sldMk cId="1116226357" sldId="2147469212"/>
        </pc:sldMkLst>
        <pc:spChg chg="mod">
          <ac:chgData name="Marchiori, Caterina" userId="48d5733e-a3d5-460c-b29b-a6e081bb71cc" providerId="ADAL" clId="{28F1A27C-FBFA-4F49-98B1-90EE86ED5D4B}" dt="2022-07-28T11:41:17.235" v="17" actId="113"/>
          <ac:spMkLst>
            <pc:docMk/>
            <pc:sldMk cId="1116226357" sldId="2147469212"/>
            <ac:spMk id="31" creationId="{FF652567-6424-4EFD-8C76-433D6E6B9ADF}"/>
          </ac:spMkLst>
        </pc:spChg>
      </pc:sldChg>
      <pc:sldChg chg="modSp mod">
        <pc:chgData name="Marchiori, Caterina" userId="48d5733e-a3d5-460c-b29b-a6e081bb71cc" providerId="ADAL" clId="{28F1A27C-FBFA-4F49-98B1-90EE86ED5D4B}" dt="2022-07-28T11:56:23.638" v="201" actId="207"/>
        <pc:sldMkLst>
          <pc:docMk/>
          <pc:sldMk cId="3702162721" sldId="2147469213"/>
        </pc:sldMkLst>
        <pc:spChg chg="mod">
          <ac:chgData name="Marchiori, Caterina" userId="48d5733e-a3d5-460c-b29b-a6e081bb71cc" providerId="ADAL" clId="{28F1A27C-FBFA-4F49-98B1-90EE86ED5D4B}" dt="2022-07-28T11:56:23.638" v="201" actId="207"/>
          <ac:spMkLst>
            <pc:docMk/>
            <pc:sldMk cId="3702162721" sldId="2147469213"/>
            <ac:spMk id="26" creationId="{658B0C98-68A1-43DE-9F2C-669A2E5DB0AD}"/>
          </ac:spMkLst>
        </pc:spChg>
      </pc:sldChg>
      <pc:sldChg chg="add">
        <pc:chgData name="Marchiori, Caterina" userId="48d5733e-a3d5-460c-b29b-a6e081bb71cc" providerId="ADAL" clId="{28F1A27C-FBFA-4F49-98B1-90EE86ED5D4B}" dt="2022-07-28T12:56:22.059" v="209"/>
        <pc:sldMkLst>
          <pc:docMk/>
          <pc:sldMk cId="625045405" sldId="2147469215"/>
        </pc:sldMkLst>
      </pc:sldChg>
    </pc:docChg>
  </pc:docChgLst>
</pc:chgInfo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4598DE-056E-4484-A4ED-A9AE15065367}" type="datetimeFigureOut">
              <a:rPr lang="it-IT" smtClean="0"/>
              <a:t>28/07/2022</a:t>
            </a:fld>
            <a:endParaRPr lang="it-I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BB7875-9CC3-46E9-9778-52A50FA1880C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796381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EBB7875-9CC3-46E9-9778-52A50FA1880C}" type="slidenum">
              <a:rPr kumimoji="0" lang="it-I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it-IT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122448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EBB7875-9CC3-46E9-9778-52A50FA1880C}" type="slidenum">
              <a:rPr kumimoji="0" lang="it-I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it-IT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748405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EBB7875-9CC3-46E9-9778-52A50FA1880C}" type="slidenum">
              <a:rPr kumimoji="0" lang="it-I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it-IT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283878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EBB7875-9CC3-46E9-9778-52A50FA1880C}" type="slidenum">
              <a:rPr kumimoji="0" lang="it-I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it-IT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379862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EBB7875-9CC3-46E9-9778-52A50FA1880C}" type="slidenum">
              <a:rPr kumimoji="0" lang="it-I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it-IT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032144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EBB7875-9CC3-46E9-9778-52A50FA1880C}" type="slidenum">
              <a:rPr kumimoji="0" lang="it-I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it-IT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45340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EBB7875-9CC3-46E9-9778-52A50FA1880C}" type="slidenum">
              <a:rPr kumimoji="0" lang="it-I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it-IT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0902826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EBB7875-9CC3-46E9-9778-52A50FA1880C}" type="slidenum">
              <a:rPr kumimoji="0" lang="it-I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it-IT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765445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EBB7875-9CC3-46E9-9778-52A50FA1880C}" type="slidenum">
              <a:rPr kumimoji="0" lang="it-I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it-IT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410954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EBB7875-9CC3-46E9-9778-52A50FA1880C}" type="slidenum">
              <a:rPr kumimoji="0" lang="it-I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it-IT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9544477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EBB7875-9CC3-46E9-9778-52A50FA1880C}" type="slidenum">
              <a:rPr kumimoji="0" lang="it-I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it-IT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1909150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EBB7875-9CC3-46E9-9778-52A50FA1880C}" type="slidenum">
              <a:rPr kumimoji="0" lang="it-I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it-IT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2469496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EBB7875-9CC3-46E9-9778-52A50FA1880C}" type="slidenum">
              <a:rPr kumimoji="0" lang="it-I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it-IT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786661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jpeg"/><Relationship Id="rId3" Type="http://schemas.openxmlformats.org/officeDocument/2006/relationships/tags" Target="../tags/tag4.xml"/><Relationship Id="rId7" Type="http://schemas.openxmlformats.org/officeDocument/2006/relationships/image" Target="../media/image3.emf"/><Relationship Id="rId2" Type="http://schemas.openxmlformats.org/officeDocument/2006/relationships/tags" Target="../tags/tag3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2.emf"/><Relationship Id="rId5" Type="http://schemas.openxmlformats.org/officeDocument/2006/relationships/oleObject" Target="../embeddings/oleObject2.bin"/><Relationship Id="rId4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eneric Slide: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238068076"/>
              </p:ext>
            </p:extLst>
          </p:nvPr>
        </p:nvGraphicFramePr>
        <p:xfrm>
          <a:off x="2118" y="1589"/>
          <a:ext cx="2116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" name="Diapositiva think-cell" r:id="rId5" imgW="270" imgH="270" progId="TCLayout.ActiveDocument.1">
                  <p:embed/>
                </p:oleObj>
              </mc:Choice>
              <mc:Fallback>
                <p:oleObj name="Diapositiva think-cell" r:id="rId5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118" y="1589"/>
                        <a:ext cx="2116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0" indent="0" algn="ctr" eaLnBrk="1"/>
            <a:endParaRPr lang="it-IT" sz="2000" b="0" i="0" baseline="0">
              <a:latin typeface="Arial" panose="020B0604020202020204" pitchFamily="34" charset="0"/>
              <a:cs typeface="+mj-cs"/>
              <a:sym typeface="Arial" panose="020B0604020202020204" pitchFamily="34" charset="0"/>
            </a:endParaRPr>
          </a:p>
        </p:txBody>
      </p:sp>
      <p:sp>
        <p:nvSpPr>
          <p:cNvPr id="8" name="Segnaposto numero diapositiva 5"/>
          <p:cNvSpPr>
            <a:spLocks noGrp="1"/>
          </p:cNvSpPr>
          <p:nvPr>
            <p:ph type="sldNum" sz="quarter" idx="12"/>
          </p:nvPr>
        </p:nvSpPr>
        <p:spPr>
          <a:xfrm>
            <a:off x="11385606" y="273559"/>
            <a:ext cx="266889" cy="178318"/>
          </a:xfrm>
        </p:spPr>
        <p:txBody>
          <a:bodyPr lIns="0" tIns="0" rIns="0" bIns="0" anchor="t" anchorCtr="0"/>
          <a:lstStyle>
            <a:lvl1pPr algn="r">
              <a:defRPr sz="700">
                <a:solidFill>
                  <a:schemeClr val="tx2"/>
                </a:solidFill>
              </a:defRPr>
            </a:lvl1pPr>
          </a:lstStyle>
          <a:p>
            <a:fld id="{C465A074-71B0-1C47-A455-7677837C124E}" type="slidenum">
              <a:rPr lang="it-IT" smtClean="0">
                <a:solidFill>
                  <a:srgbClr val="BD2027"/>
                </a:solidFill>
              </a:rPr>
              <a:pPr/>
              <a:t>‹#›</a:t>
            </a:fld>
            <a:endParaRPr lang="it-IT">
              <a:solidFill>
                <a:srgbClr val="BD2027"/>
              </a:solidFill>
            </a:endParaRPr>
          </a:p>
        </p:txBody>
      </p:sp>
      <p:sp>
        <p:nvSpPr>
          <p:cNvPr id="14" name="Titolo 1"/>
          <p:cNvSpPr>
            <a:spLocks noGrp="1"/>
          </p:cNvSpPr>
          <p:nvPr>
            <p:ph type="ctrTitle" hasCustomPrompt="1"/>
          </p:nvPr>
        </p:nvSpPr>
        <p:spPr>
          <a:xfrm>
            <a:off x="367817" y="204227"/>
            <a:ext cx="11182248" cy="557458"/>
          </a:xfrm>
        </p:spPr>
        <p:txBody>
          <a:bodyPr/>
          <a:lstStyle>
            <a:lvl1pPr>
              <a:lnSpc>
                <a:spcPts val="2200"/>
              </a:lnSpc>
              <a:defRPr sz="2000" b="0" i="0" baseline="0">
                <a:solidFill>
                  <a:schemeClr val="tx2"/>
                </a:solidFill>
              </a:defRPr>
            </a:lvl1pPr>
          </a:lstStyle>
          <a:p>
            <a:r>
              <a:rPr lang="it-IT"/>
              <a:t>Title</a:t>
            </a:r>
          </a:p>
        </p:txBody>
      </p:sp>
      <p:pic>
        <p:nvPicPr>
          <p:cNvPr id="21" name="Picture 20"/>
          <p:cNvPicPr>
            <a:picLocks noChangeAspect="1"/>
          </p:cNvPicPr>
          <p:nvPr userDrawn="1"/>
        </p:nvPicPr>
        <p:blipFill rotWithShape="1">
          <a:blip r:embed="rId7"/>
          <a:srcRect l="1" r="14959" b="85913"/>
          <a:stretch/>
        </p:blipFill>
        <p:spPr>
          <a:xfrm>
            <a:off x="0" y="0"/>
            <a:ext cx="288000" cy="966080"/>
          </a:xfrm>
          <a:prstGeom prst="rect">
            <a:avLst/>
          </a:prstGeom>
        </p:spPr>
      </p:pic>
      <p:pic>
        <p:nvPicPr>
          <p:cNvPr id="9" name="Immagine 10" descr="Logo_GCC_2.jpg"/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64145" y="6300788"/>
            <a:ext cx="1988106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094273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ver 02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 hasCustomPrompt="1"/>
          </p:nvPr>
        </p:nvSpPr>
        <p:spPr>
          <a:xfrm>
            <a:off x="463067" y="2130426"/>
            <a:ext cx="11182248" cy="869098"/>
          </a:xfrm>
        </p:spPr>
        <p:txBody>
          <a:bodyPr/>
          <a:lstStyle>
            <a:lvl1pPr>
              <a:lnSpc>
                <a:spcPts val="3500"/>
              </a:lnSpc>
              <a:defRPr baseline="0">
                <a:solidFill>
                  <a:schemeClr val="tx2"/>
                </a:solidFill>
              </a:defRPr>
            </a:lvl1pPr>
          </a:lstStyle>
          <a:p>
            <a:r>
              <a:rPr lang="it-IT"/>
              <a:t>Presentation Title</a:t>
            </a:r>
            <a:br>
              <a:rPr lang="it-IT"/>
            </a:br>
            <a:r>
              <a:rPr lang="it-IT" err="1"/>
              <a:t>Arial</a:t>
            </a:r>
            <a:r>
              <a:rPr lang="it-IT"/>
              <a:t> </a:t>
            </a:r>
            <a:r>
              <a:rPr lang="it-IT" err="1"/>
              <a:t>Bold</a:t>
            </a:r>
            <a:r>
              <a:rPr lang="it-IT"/>
              <a:t> 33/35pt</a:t>
            </a:r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 rotWithShape="1">
          <a:blip r:embed="rId2"/>
          <a:srcRect r="21050"/>
          <a:stretch/>
        </p:blipFill>
        <p:spPr>
          <a:xfrm>
            <a:off x="1" y="0"/>
            <a:ext cx="267377" cy="6858000"/>
          </a:xfrm>
          <a:prstGeom prst="rect">
            <a:avLst/>
          </a:prstGeom>
        </p:spPr>
      </p:pic>
      <p:pic>
        <p:nvPicPr>
          <p:cNvPr id="5" name="Immagine 6" descr="Logo_GCC_RGB_POS.png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067" y="200025"/>
            <a:ext cx="1150115" cy="904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46335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emf"/><Relationship Id="rId3" Type="http://schemas.openxmlformats.org/officeDocument/2006/relationships/theme" Target="../theme/theme1.xml"/><Relationship Id="rId7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ags" Target="../tags/tag2.xml"/><Relationship Id="rId5" Type="http://schemas.openxmlformats.org/officeDocument/2006/relationships/tags" Target="../tags/tag1.xml"/><Relationship Id="rId4" Type="http://schemas.openxmlformats.org/officeDocument/2006/relationships/vmlDrawing" Target="../drawings/vmlDrawing1.v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/>
          <p:cNvGraphicFramePr>
            <a:graphicFrameLocks noChangeAspect="1"/>
          </p:cNvGraphicFramePr>
          <p:nvPr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705908012"/>
              </p:ext>
            </p:extLst>
          </p:nvPr>
        </p:nvGraphicFramePr>
        <p:xfrm>
          <a:off x="2118" y="1589"/>
          <a:ext cx="2116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Diapositiva think-cell" r:id="rId7" imgW="270" imgH="270" progId="TCLayout.ActiveDocument.1">
                  <p:embed/>
                </p:oleObj>
              </mc:Choice>
              <mc:Fallback>
                <p:oleObj name="Diapositiva think-cell" r:id="rId7" imgW="270" imgH="270" progId="TCLayout.ActiveDocument.1">
                  <p:embed/>
                  <p:pic>
                    <p:nvPicPr>
                      <p:cNvPr id="8" name="Object 7" hidden="1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118" y="1589"/>
                        <a:ext cx="2116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 hidden="1">
            <a:extLst>
              <a:ext uri="{FF2B5EF4-FFF2-40B4-BE49-F238E27FC236}">
                <a16:creationId xmlns:a16="http://schemas.microsoft.com/office/drawing/2014/main" id="{F973AB6D-6507-4692-BA24-5B75D83DC817}"/>
              </a:ext>
            </a:extLst>
          </p:cNvPr>
          <p:cNvSpPr/>
          <p:nvPr userDrawn="1">
            <p:custDataLst>
              <p:tags r:id="rId6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ts val="3200"/>
              </a:lnSpc>
              <a:spcBef>
                <a:spcPct val="0"/>
              </a:spcBef>
              <a:spcAft>
                <a:spcPct val="0"/>
              </a:spcAft>
            </a:pPr>
            <a:endParaRPr lang="it-IT" sz="3300" b="1" i="0" baseline="0">
              <a:latin typeface="Arial" panose="020B0604020202020204" pitchFamily="34" charset="0"/>
              <a:cs typeface="+mj-cs"/>
              <a:sym typeface="Arial" panose="020B0604020202020204" pitchFamily="34" charset="0"/>
            </a:endParaRPr>
          </a:p>
        </p:txBody>
      </p:sp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it-IT"/>
              <a:t>Fare clic per modificare stile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11022059" y="6356351"/>
            <a:ext cx="5603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defTabSz="457200"/>
            <a:fld id="{C465A074-71B0-1C47-A455-7677837C124E}" type="slidenum">
              <a:rPr lang="it-IT" smtClean="0">
                <a:solidFill>
                  <a:prstClr val="white">
                    <a:lumMod val="50000"/>
                  </a:prstClr>
                </a:solidFill>
              </a:rPr>
              <a:pPr defTabSz="457200"/>
              <a:t>‹#›</a:t>
            </a:fld>
            <a:endParaRPr lang="it-IT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7" name="object 3"/>
          <p:cNvSpPr txBox="1"/>
          <p:nvPr/>
        </p:nvSpPr>
        <p:spPr>
          <a:xfrm>
            <a:off x="463066" y="6459984"/>
            <a:ext cx="2636247" cy="1143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0" lvl="0" indent="0" algn="l" defTabSz="457200" rtl="0" eaLnBrk="1" fontAlgn="auto" latinLnBrk="0" hangingPunct="1">
              <a:lnSpc>
                <a:spcPct val="95825"/>
              </a:lnSpc>
              <a:spcBef>
                <a:spcPts val="1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700" b="0" i="0" u="none" strike="noStrike" kern="1200" cap="none" spc="0" normalizeH="0" baseline="0" noProof="0">
                <a:ln>
                  <a:noFill/>
                </a:ln>
                <a:solidFill>
                  <a:srgbClr val="BD2027"/>
                </a:solidFill>
                <a:effectLst/>
                <a:uLnTx/>
                <a:uFillTx/>
                <a:latin typeface="Arial"/>
                <a:cs typeface="Arial"/>
              </a:rPr>
              <a:t>Generali Global Corporate &amp; Commercial</a:t>
            </a:r>
          </a:p>
          <a:p>
            <a:pPr marL="12700" marR="0" lvl="0" indent="0" algn="l" defTabSz="457200" rtl="0" eaLnBrk="1" fontAlgn="auto" latinLnBrk="0" hangingPunct="1">
              <a:lnSpc>
                <a:spcPct val="95825"/>
              </a:lnSpc>
              <a:spcBef>
                <a:spcPts val="1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700" b="0" i="0" u="none" strike="noStrike" kern="1200" cap="none" spc="0" normalizeH="0" baseline="0" noProof="0">
              <a:ln>
                <a:noFill/>
              </a:ln>
              <a:solidFill>
                <a:srgbClr val="BD2027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9" name="object 3"/>
          <p:cNvSpPr txBox="1"/>
          <p:nvPr/>
        </p:nvSpPr>
        <p:spPr>
          <a:xfrm>
            <a:off x="3266151" y="6459984"/>
            <a:ext cx="1495709" cy="1143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0" lvl="0" indent="0" algn="l" defTabSz="457200" rtl="0" eaLnBrk="1" fontAlgn="auto" latinLnBrk="0" hangingPunct="1">
              <a:lnSpc>
                <a:spcPct val="95825"/>
              </a:lnSpc>
              <a:spcBef>
                <a:spcPts val="1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700" b="0" i="0" u="none" strike="noStrike" kern="1200" cap="none" spc="0" normalizeH="0" baseline="0" noProof="0">
                <a:ln>
                  <a:noFill/>
                </a:ln>
                <a:solidFill>
                  <a:srgbClr val="BD2027"/>
                </a:solidFill>
                <a:effectLst/>
                <a:uLnTx/>
                <a:uFillTx/>
                <a:latin typeface="Arial"/>
                <a:cs typeface="Arial"/>
              </a:rPr>
              <a:t>Milan</a:t>
            </a:r>
          </a:p>
          <a:p>
            <a:pPr marL="12700" marR="0" lvl="0" indent="0" algn="l" defTabSz="457200" rtl="0" eaLnBrk="1" fontAlgn="auto" latinLnBrk="0" hangingPunct="1">
              <a:lnSpc>
                <a:spcPct val="95825"/>
              </a:lnSpc>
              <a:spcBef>
                <a:spcPts val="1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700" b="0" i="0" u="none" strike="noStrike" kern="1200" cap="none" spc="0" normalizeH="0" baseline="0" noProof="0">
              <a:ln>
                <a:noFill/>
              </a:ln>
              <a:solidFill>
                <a:srgbClr val="BD2027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4" name="fl" descr=" Internal"/>
          <p:cNvSpPr txBox="1"/>
          <p:nvPr userDrawn="1"/>
        </p:nvSpPr>
        <p:spPr>
          <a:xfrm>
            <a:off x="0" y="6545580"/>
            <a:ext cx="12192000" cy="22313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990000"/>
              </a:solidFill>
              <a:effectLst/>
              <a:uLnTx/>
              <a:uFillTx/>
              <a:latin typeface="arial" panose="020B0604020202020204" pitchFamily="34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125355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hf hdr="0" dt="0"/>
  <p:txStyles>
    <p:titleStyle>
      <a:lvl1pPr algn="l" defTabSz="457200" rtl="0" eaLnBrk="1" latinLnBrk="0" hangingPunct="1">
        <a:lnSpc>
          <a:spcPts val="3200"/>
        </a:lnSpc>
        <a:spcBef>
          <a:spcPct val="0"/>
        </a:spcBef>
        <a:buNone/>
        <a:defRPr sz="3300" b="1" i="0" kern="1200">
          <a:solidFill>
            <a:schemeClr val="tx1"/>
          </a:solidFill>
          <a:latin typeface="Arial"/>
          <a:ea typeface="+mj-ea"/>
          <a:cs typeface="+mj-cs"/>
        </a:defRPr>
      </a:lvl1pPr>
    </p:titleStyle>
    <p:bodyStyle>
      <a:lvl1pPr marL="0" indent="0" algn="l" defTabSz="457200" rtl="0" eaLnBrk="1" latinLnBrk="0" hangingPunct="1">
        <a:lnSpc>
          <a:spcPts val="1200"/>
        </a:lnSpc>
        <a:spcBef>
          <a:spcPts val="0"/>
        </a:spcBef>
        <a:buFontTx/>
        <a:buNone/>
        <a:defRPr sz="1000" kern="1200">
          <a:solidFill>
            <a:schemeClr val="tx1"/>
          </a:solidFill>
          <a:latin typeface="+mn-lt"/>
          <a:ea typeface="+mn-ea"/>
          <a:cs typeface="+mn-cs"/>
        </a:defRPr>
      </a:lvl1pPr>
      <a:lvl2pPr marL="360000" indent="-180000" algn="l" defTabSz="457200" rtl="0" eaLnBrk="1" latinLnBrk="0" hangingPunct="1">
        <a:lnSpc>
          <a:spcPts val="1200"/>
        </a:lnSpc>
        <a:spcBef>
          <a:spcPts val="0"/>
        </a:spcBef>
        <a:spcAft>
          <a:spcPts val="0"/>
        </a:spcAft>
        <a:buClr>
          <a:schemeClr val="tx2"/>
        </a:buClr>
        <a:buFont typeface="Wingdings" charset="2"/>
        <a:buChar char="§"/>
        <a:defRPr sz="1000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540000" indent="-180000" algn="l" defTabSz="457200" rtl="0" eaLnBrk="1" latinLnBrk="0" hangingPunct="1">
        <a:lnSpc>
          <a:spcPts val="1200"/>
        </a:lnSpc>
        <a:spcBef>
          <a:spcPts val="0"/>
        </a:spcBef>
        <a:spcAft>
          <a:spcPts val="0"/>
        </a:spcAft>
        <a:buFont typeface="Lucida Grande"/>
        <a:buChar char="-"/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734400" indent="-180000" algn="l" defTabSz="457200" rtl="0" eaLnBrk="1" latinLnBrk="0" hangingPunct="1">
        <a:lnSpc>
          <a:spcPts val="1200"/>
        </a:lnSpc>
        <a:spcBef>
          <a:spcPts val="0"/>
        </a:spcBef>
        <a:spcAft>
          <a:spcPts val="0"/>
        </a:spcAft>
        <a:buFont typeface="Arial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910800" indent="-180000" algn="l" defTabSz="457200" rtl="0" eaLnBrk="1" latinLnBrk="0" hangingPunct="1">
        <a:lnSpc>
          <a:spcPts val="1200"/>
        </a:lnSpc>
        <a:spcBef>
          <a:spcPts val="0"/>
        </a:spcBef>
        <a:spcAft>
          <a:spcPts val="0"/>
        </a:spcAft>
        <a:buFont typeface="Wingdings" charset="2"/>
        <a:buChar char="Ø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6.xml"/><Relationship Id="rId2" Type="http://schemas.openxmlformats.org/officeDocument/2006/relationships/tags" Target="../tags/tag5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6.emf"/><Relationship Id="rId5" Type="http://schemas.openxmlformats.org/officeDocument/2006/relationships/oleObject" Target="../embeddings/oleObject3.bin"/><Relationship Id="rId4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593EBF2D-4C85-4968-9A47-F9CC375C8DC5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1" name="Diapositiva think-cell" r:id="rId5" imgW="338" imgH="338" progId="TCLayout.ActiveDocument.1">
                  <p:embed/>
                </p:oleObj>
              </mc:Choice>
              <mc:Fallback>
                <p:oleObj name="Diapositiva think-cell" r:id="rId5" imgW="338" imgH="338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593EBF2D-4C85-4968-9A47-F9CC375C8DC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 hidden="1">
            <a:extLst>
              <a:ext uri="{FF2B5EF4-FFF2-40B4-BE49-F238E27FC236}">
                <a16:creationId xmlns:a16="http://schemas.microsoft.com/office/drawing/2014/main" id="{CFAC696E-4A11-4E50-B2DE-6C8B000C2259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33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127FE32-82B8-4FAA-8E48-4A45D3716D9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vert="horz"/>
          <a:lstStyle/>
          <a:p>
            <a:r>
              <a:rPr lang="en-US"/>
              <a:t>Platform Evolution Project</a:t>
            </a:r>
            <a:br>
              <a:rPr lang="en-US"/>
            </a:br>
            <a:r>
              <a:rPr lang="en-US" sz="2400">
                <a:solidFill>
                  <a:schemeClr val="bg1">
                    <a:lumMod val="65000"/>
                  </a:schemeClr>
                </a:solidFill>
              </a:rPr>
              <a:t>Process Overview: End-to-End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F0F95258-4ED3-4425-A9E3-BA412057598D}"/>
              </a:ext>
            </a:extLst>
          </p:cNvPr>
          <p:cNvSpPr txBox="1"/>
          <p:nvPr/>
        </p:nvSpPr>
        <p:spPr>
          <a:xfrm>
            <a:off x="463067" y="5916933"/>
            <a:ext cx="60940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>
                <a:solidFill>
                  <a:prstClr val="black">
                    <a:lumMod val="50000"/>
                    <a:lumOff val="50000"/>
                  </a:prstClr>
                </a:solidFill>
                <a:latin typeface="Arial Regular"/>
              </a:rPr>
              <a:t>28</a:t>
            </a:r>
            <a:r>
              <a:rPr lang="en-US" baseline="30000">
                <a:solidFill>
                  <a:prstClr val="black">
                    <a:lumMod val="50000"/>
                    <a:lumOff val="50000"/>
                  </a:prstClr>
                </a:solidFill>
                <a:latin typeface="Arial Regular"/>
              </a:rPr>
              <a:t>th</a:t>
            </a:r>
            <a:r>
              <a:rPr lang="en-US">
                <a:solidFill>
                  <a:prstClr val="black">
                    <a:lumMod val="50000"/>
                    <a:lumOff val="50000"/>
                  </a:prstClr>
                </a:solidFill>
                <a:latin typeface="Arial Regular"/>
              </a:rPr>
              <a:t> J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rial Regular"/>
                <a:cs typeface="+mn-cs"/>
              </a:rPr>
              <a:t>uly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rial Regular"/>
                <a:cs typeface="+mn-cs"/>
              </a:rPr>
              <a:t> 2022 </a:t>
            </a: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Regular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665676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3">
            <a:extLst>
              <a:ext uri="{FF2B5EF4-FFF2-40B4-BE49-F238E27FC236}">
                <a16:creationId xmlns:a16="http://schemas.microsoft.com/office/drawing/2014/main" id="{F89AFA8E-153D-3CA5-7605-73D8F3908A22}"/>
              </a:ext>
            </a:extLst>
          </p:cNvPr>
          <p:cNvSpPr txBox="1"/>
          <p:nvPr/>
        </p:nvSpPr>
        <p:spPr>
          <a:xfrm>
            <a:off x="8099703" y="-11056"/>
            <a:ext cx="848784" cy="302091"/>
          </a:xfrm>
          <a:prstGeom prst="roundRect">
            <a:avLst>
              <a:gd name="adj" fmla="val 23448"/>
            </a:avLst>
          </a:prstGeom>
          <a:noFill/>
          <a:ln w="9525"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100" u="sng"/>
              <a:t>Legend</a:t>
            </a:r>
          </a:p>
        </p:txBody>
      </p:sp>
      <p:sp>
        <p:nvSpPr>
          <p:cNvPr id="14" name="Title 13">
            <a:extLst>
              <a:ext uri="{FF2B5EF4-FFF2-40B4-BE49-F238E27FC236}">
                <a16:creationId xmlns:a16="http://schemas.microsoft.com/office/drawing/2014/main" id="{ABCF9246-8BA5-4120-B3F6-1B3FFA10D7A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 b="1"/>
              <a:t>AGENDA</a:t>
            </a:r>
          </a:p>
        </p:txBody>
      </p:sp>
      <p:sp>
        <p:nvSpPr>
          <p:cNvPr id="158" name="Rectangle 15">
            <a:extLst>
              <a:ext uri="{FF2B5EF4-FFF2-40B4-BE49-F238E27FC236}">
                <a16:creationId xmlns:a16="http://schemas.microsoft.com/office/drawing/2014/main" id="{427F97FF-BF96-4417-AC7E-D05F0722E12E}"/>
              </a:ext>
            </a:extLst>
          </p:cNvPr>
          <p:cNvSpPr/>
          <p:nvPr/>
        </p:nvSpPr>
        <p:spPr>
          <a:xfrm>
            <a:off x="1101934" y="1035563"/>
            <a:ext cx="1439501" cy="849931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none" strike="noStrike" kern="120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Regular"/>
              <a:ea typeface="ＭＳ Ｐゴシック"/>
              <a:cs typeface="+mn-cs"/>
            </a:endParaRPr>
          </a:p>
        </p:txBody>
      </p:sp>
      <p:sp>
        <p:nvSpPr>
          <p:cNvPr id="181" name="Rectangle 21">
            <a:extLst>
              <a:ext uri="{FF2B5EF4-FFF2-40B4-BE49-F238E27FC236}">
                <a16:creationId xmlns:a16="http://schemas.microsoft.com/office/drawing/2014/main" id="{58FD84CC-5991-4C10-A53B-A58DE140F4EC}"/>
              </a:ext>
            </a:extLst>
          </p:cNvPr>
          <p:cNvSpPr/>
          <p:nvPr/>
        </p:nvSpPr>
        <p:spPr>
          <a:xfrm>
            <a:off x="2541435" y="1035563"/>
            <a:ext cx="8606662" cy="84993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Regular"/>
              <a:ea typeface="ＭＳ Ｐゴシック"/>
              <a:cs typeface="+mn-cs"/>
            </a:endParaRPr>
          </a:p>
        </p:txBody>
      </p:sp>
      <p:sp>
        <p:nvSpPr>
          <p:cNvPr id="183" name="Text Placeholder 3">
            <a:extLst>
              <a:ext uri="{FF2B5EF4-FFF2-40B4-BE49-F238E27FC236}">
                <a16:creationId xmlns:a16="http://schemas.microsoft.com/office/drawing/2014/main" id="{3B5C256A-6D92-49DC-A51D-B981100F223F}"/>
              </a:ext>
            </a:extLst>
          </p:cNvPr>
          <p:cNvSpPr txBox="1">
            <a:spLocks/>
          </p:cNvSpPr>
          <p:nvPr/>
        </p:nvSpPr>
        <p:spPr>
          <a:xfrm>
            <a:off x="1556301" y="1292110"/>
            <a:ext cx="530766" cy="336837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0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Regular"/>
                <a:cs typeface="Segoe UI Light"/>
              </a:rPr>
              <a:t>01</a:t>
            </a:r>
            <a:endParaRPr kumimoji="0" lang="en-US" sz="20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Regular"/>
              <a:cs typeface="Segoe UI Light"/>
            </a:endParaRPr>
          </a:p>
        </p:txBody>
      </p:sp>
      <p:sp>
        <p:nvSpPr>
          <p:cNvPr id="184" name="Text Placeholder 3">
            <a:extLst>
              <a:ext uri="{FF2B5EF4-FFF2-40B4-BE49-F238E27FC236}">
                <a16:creationId xmlns:a16="http://schemas.microsoft.com/office/drawing/2014/main" id="{B2B9C538-506F-411C-AB0F-3D15E6F16667}"/>
              </a:ext>
            </a:extLst>
          </p:cNvPr>
          <p:cNvSpPr txBox="1">
            <a:spLocks/>
          </p:cNvSpPr>
          <p:nvPr/>
        </p:nvSpPr>
        <p:spPr>
          <a:xfrm>
            <a:off x="2541435" y="1292110"/>
            <a:ext cx="7460802" cy="336837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0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GB">
                <a:solidFill>
                  <a:srgbClr val="C00000"/>
                </a:solidFill>
                <a:latin typeface="Arial Regular"/>
                <a:cs typeface="Segoe UI Light"/>
              </a:rPr>
              <a:t>Overall Pre-Binding Process </a:t>
            </a:r>
            <a:endParaRPr kumimoji="0" lang="en-GB" sz="2000" b="0" i="0" u="none" strike="noStrike" kern="120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Regular"/>
              <a:cs typeface="Segoe UI Light"/>
            </a:endParaRPr>
          </a:p>
        </p:txBody>
      </p:sp>
      <p:sp>
        <p:nvSpPr>
          <p:cNvPr id="185" name="Rectangle 15">
            <a:extLst>
              <a:ext uri="{FF2B5EF4-FFF2-40B4-BE49-F238E27FC236}">
                <a16:creationId xmlns:a16="http://schemas.microsoft.com/office/drawing/2014/main" id="{F7666A3F-0967-4FD7-881B-F4295740B79D}"/>
              </a:ext>
            </a:extLst>
          </p:cNvPr>
          <p:cNvSpPr/>
          <p:nvPr/>
        </p:nvSpPr>
        <p:spPr>
          <a:xfrm>
            <a:off x="1101934" y="2063317"/>
            <a:ext cx="1439501" cy="849931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none" strike="noStrike" kern="120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Regular"/>
              <a:ea typeface="ＭＳ Ｐゴシック"/>
              <a:cs typeface="+mn-cs"/>
            </a:endParaRPr>
          </a:p>
        </p:txBody>
      </p:sp>
      <p:sp>
        <p:nvSpPr>
          <p:cNvPr id="187" name="Rectangle 21">
            <a:extLst>
              <a:ext uri="{FF2B5EF4-FFF2-40B4-BE49-F238E27FC236}">
                <a16:creationId xmlns:a16="http://schemas.microsoft.com/office/drawing/2014/main" id="{646D6006-2DDC-4058-B768-BEFD6334F7FB}"/>
              </a:ext>
            </a:extLst>
          </p:cNvPr>
          <p:cNvSpPr/>
          <p:nvPr/>
        </p:nvSpPr>
        <p:spPr>
          <a:xfrm>
            <a:off x="2541435" y="2063317"/>
            <a:ext cx="8606662" cy="84993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Regular"/>
              <a:ea typeface="ＭＳ Ｐゴシック"/>
              <a:cs typeface="+mn-cs"/>
            </a:endParaRPr>
          </a:p>
        </p:txBody>
      </p:sp>
      <p:sp>
        <p:nvSpPr>
          <p:cNvPr id="188" name="Text Placeholder 3">
            <a:extLst>
              <a:ext uri="{FF2B5EF4-FFF2-40B4-BE49-F238E27FC236}">
                <a16:creationId xmlns:a16="http://schemas.microsoft.com/office/drawing/2014/main" id="{3BC9EEF1-96E0-408F-94EA-5F6CE1D79E91}"/>
              </a:ext>
            </a:extLst>
          </p:cNvPr>
          <p:cNvSpPr txBox="1">
            <a:spLocks/>
          </p:cNvSpPr>
          <p:nvPr/>
        </p:nvSpPr>
        <p:spPr>
          <a:xfrm>
            <a:off x="1556301" y="2319864"/>
            <a:ext cx="530766" cy="336837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0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Regular"/>
                <a:cs typeface="Segoe UI Light"/>
              </a:rPr>
              <a:t>02</a:t>
            </a:r>
            <a:endParaRPr kumimoji="0" lang="en-US" sz="20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Regular"/>
              <a:cs typeface="Segoe UI Light"/>
            </a:endParaRPr>
          </a:p>
        </p:txBody>
      </p:sp>
      <p:sp>
        <p:nvSpPr>
          <p:cNvPr id="189" name="Text Placeholder 3">
            <a:extLst>
              <a:ext uri="{FF2B5EF4-FFF2-40B4-BE49-F238E27FC236}">
                <a16:creationId xmlns:a16="http://schemas.microsoft.com/office/drawing/2014/main" id="{620622C1-07CE-4DE1-A8C8-959928366B94}"/>
              </a:ext>
            </a:extLst>
          </p:cNvPr>
          <p:cNvSpPr txBox="1">
            <a:spLocks/>
          </p:cNvSpPr>
          <p:nvPr/>
        </p:nvSpPr>
        <p:spPr>
          <a:xfrm>
            <a:off x="2541435" y="2281133"/>
            <a:ext cx="8094264" cy="414298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0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Arial Regular"/>
                <a:cs typeface="Segoe UI Light"/>
              </a:rPr>
              <a:t>Requirements Collected</a:t>
            </a:r>
            <a:endParaRPr kumimoji="0" lang="en-GB" sz="20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Arial Regular"/>
              <a:cs typeface="Segoe UI Light"/>
            </a:endParaRPr>
          </a:p>
        </p:txBody>
      </p:sp>
      <p:sp>
        <p:nvSpPr>
          <p:cNvPr id="190" name="Rectangle 15">
            <a:extLst>
              <a:ext uri="{FF2B5EF4-FFF2-40B4-BE49-F238E27FC236}">
                <a16:creationId xmlns:a16="http://schemas.microsoft.com/office/drawing/2014/main" id="{A9BE1DB4-536F-460A-A461-BF41418358D2}"/>
              </a:ext>
            </a:extLst>
          </p:cNvPr>
          <p:cNvSpPr/>
          <p:nvPr/>
        </p:nvSpPr>
        <p:spPr>
          <a:xfrm>
            <a:off x="1101934" y="3091071"/>
            <a:ext cx="1439501" cy="849931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none" strike="noStrike" kern="120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Regular"/>
              <a:ea typeface="ＭＳ Ｐゴシック"/>
              <a:cs typeface="+mn-cs"/>
            </a:endParaRPr>
          </a:p>
        </p:txBody>
      </p:sp>
      <p:sp>
        <p:nvSpPr>
          <p:cNvPr id="191" name="Rectangle 21">
            <a:extLst>
              <a:ext uri="{FF2B5EF4-FFF2-40B4-BE49-F238E27FC236}">
                <a16:creationId xmlns:a16="http://schemas.microsoft.com/office/drawing/2014/main" id="{FA4A2375-4224-4324-9C9F-353D7B14A44B}"/>
              </a:ext>
            </a:extLst>
          </p:cNvPr>
          <p:cNvSpPr/>
          <p:nvPr/>
        </p:nvSpPr>
        <p:spPr>
          <a:xfrm>
            <a:off x="2541435" y="3091071"/>
            <a:ext cx="8606662" cy="84993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Regular"/>
              <a:ea typeface="ＭＳ Ｐゴシック"/>
              <a:cs typeface="+mn-cs"/>
            </a:endParaRPr>
          </a:p>
        </p:txBody>
      </p:sp>
      <p:sp>
        <p:nvSpPr>
          <p:cNvPr id="192" name="Text Placeholder 3">
            <a:extLst>
              <a:ext uri="{FF2B5EF4-FFF2-40B4-BE49-F238E27FC236}">
                <a16:creationId xmlns:a16="http://schemas.microsoft.com/office/drawing/2014/main" id="{372C3DF6-240B-4157-935E-F91C74FA0BB4}"/>
              </a:ext>
            </a:extLst>
          </p:cNvPr>
          <p:cNvSpPr txBox="1">
            <a:spLocks/>
          </p:cNvSpPr>
          <p:nvPr/>
        </p:nvSpPr>
        <p:spPr>
          <a:xfrm>
            <a:off x="1556301" y="3347618"/>
            <a:ext cx="530766" cy="336837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0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Regular"/>
                <a:cs typeface="Segoe UI Light"/>
              </a:rPr>
              <a:t>03</a:t>
            </a:r>
            <a:endParaRPr kumimoji="0" lang="en-US" sz="20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Regular"/>
              <a:cs typeface="Segoe UI Light"/>
            </a:endParaRPr>
          </a:p>
        </p:txBody>
      </p:sp>
      <p:sp>
        <p:nvSpPr>
          <p:cNvPr id="193" name="Text Placeholder 3">
            <a:extLst>
              <a:ext uri="{FF2B5EF4-FFF2-40B4-BE49-F238E27FC236}">
                <a16:creationId xmlns:a16="http://schemas.microsoft.com/office/drawing/2014/main" id="{8F92B530-7789-4C0E-A335-961623276865}"/>
              </a:ext>
            </a:extLst>
          </p:cNvPr>
          <p:cNvSpPr txBox="1">
            <a:spLocks/>
          </p:cNvSpPr>
          <p:nvPr/>
        </p:nvSpPr>
        <p:spPr>
          <a:xfrm>
            <a:off x="2541435" y="3347618"/>
            <a:ext cx="7460802" cy="336837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0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kumimoji="0" lang="en-US" sz="2000" b="0" i="0" u="none" strike="noStrike" kern="1200" cap="none" spc="0" normalizeH="0" baseline="0" noProof="0" err="1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Arial Regular"/>
                <a:cs typeface="Segoe UI Light"/>
              </a:rPr>
              <a:t>Prioritisation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Arial Regular"/>
                <a:cs typeface="Segoe UI Light"/>
              </a:rPr>
              <a:t> Method</a:t>
            </a:r>
            <a:endParaRPr kumimoji="0" lang="en-GB" sz="20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Arial Regular"/>
              <a:cs typeface="Segoe UI Light"/>
            </a:endParaRPr>
          </a:p>
        </p:txBody>
      </p:sp>
      <p:sp>
        <p:nvSpPr>
          <p:cNvPr id="194" name="Rectangle 15">
            <a:extLst>
              <a:ext uri="{FF2B5EF4-FFF2-40B4-BE49-F238E27FC236}">
                <a16:creationId xmlns:a16="http://schemas.microsoft.com/office/drawing/2014/main" id="{1FE87ABE-CFD5-4BDA-A33F-8401293444B5}"/>
              </a:ext>
            </a:extLst>
          </p:cNvPr>
          <p:cNvSpPr/>
          <p:nvPr/>
        </p:nvSpPr>
        <p:spPr>
          <a:xfrm>
            <a:off x="1101934" y="4118825"/>
            <a:ext cx="1439501" cy="849931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none" strike="noStrike" kern="120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Regular"/>
              <a:ea typeface="ＭＳ Ｐゴシック"/>
              <a:cs typeface="+mn-cs"/>
            </a:endParaRPr>
          </a:p>
        </p:txBody>
      </p:sp>
      <p:sp>
        <p:nvSpPr>
          <p:cNvPr id="195" name="Rectangle 21">
            <a:extLst>
              <a:ext uri="{FF2B5EF4-FFF2-40B4-BE49-F238E27FC236}">
                <a16:creationId xmlns:a16="http://schemas.microsoft.com/office/drawing/2014/main" id="{818FBCF1-2E27-4A37-A066-FC88503301DB}"/>
              </a:ext>
            </a:extLst>
          </p:cNvPr>
          <p:cNvSpPr/>
          <p:nvPr/>
        </p:nvSpPr>
        <p:spPr>
          <a:xfrm>
            <a:off x="2541435" y="4118825"/>
            <a:ext cx="8606662" cy="84993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Regular"/>
              <a:ea typeface="ＭＳ Ｐゴシック"/>
              <a:cs typeface="+mn-cs"/>
            </a:endParaRPr>
          </a:p>
        </p:txBody>
      </p:sp>
      <p:sp>
        <p:nvSpPr>
          <p:cNvPr id="196" name="Text Placeholder 3">
            <a:extLst>
              <a:ext uri="{FF2B5EF4-FFF2-40B4-BE49-F238E27FC236}">
                <a16:creationId xmlns:a16="http://schemas.microsoft.com/office/drawing/2014/main" id="{ECB6DAE0-3C4F-4377-A3E2-E6DC51807689}"/>
              </a:ext>
            </a:extLst>
          </p:cNvPr>
          <p:cNvSpPr txBox="1">
            <a:spLocks/>
          </p:cNvSpPr>
          <p:nvPr/>
        </p:nvSpPr>
        <p:spPr>
          <a:xfrm>
            <a:off x="1556301" y="4375372"/>
            <a:ext cx="530766" cy="336837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0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Regular"/>
                <a:cs typeface="Segoe UI Light"/>
              </a:rPr>
              <a:t>04</a:t>
            </a:r>
            <a:endParaRPr kumimoji="0" lang="en-US" sz="20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Regular"/>
              <a:cs typeface="Segoe UI Light"/>
            </a:endParaRPr>
          </a:p>
        </p:txBody>
      </p:sp>
      <p:sp>
        <p:nvSpPr>
          <p:cNvPr id="197" name="Text Placeholder 3">
            <a:extLst>
              <a:ext uri="{FF2B5EF4-FFF2-40B4-BE49-F238E27FC236}">
                <a16:creationId xmlns:a16="http://schemas.microsoft.com/office/drawing/2014/main" id="{78A7717D-51B9-4EA6-8A95-E797922A08FD}"/>
              </a:ext>
            </a:extLst>
          </p:cNvPr>
          <p:cNvSpPr txBox="1">
            <a:spLocks/>
          </p:cNvSpPr>
          <p:nvPr/>
        </p:nvSpPr>
        <p:spPr>
          <a:xfrm>
            <a:off x="2523707" y="4350628"/>
            <a:ext cx="7460802" cy="336837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0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Arial Regular"/>
                <a:cs typeface="Segoe UI Light"/>
              </a:rPr>
              <a:t>“Must have” Requirements</a:t>
            </a:r>
            <a:endParaRPr kumimoji="0" lang="en-GB" sz="20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Arial Regular"/>
              <a:cs typeface="Segoe UI Light"/>
            </a:endParaRPr>
          </a:p>
        </p:txBody>
      </p:sp>
      <p:sp>
        <p:nvSpPr>
          <p:cNvPr id="203" name="Rectangle 15">
            <a:extLst>
              <a:ext uri="{FF2B5EF4-FFF2-40B4-BE49-F238E27FC236}">
                <a16:creationId xmlns:a16="http://schemas.microsoft.com/office/drawing/2014/main" id="{9972ACFF-F309-4E2C-99F8-272DBBF2CC74}"/>
              </a:ext>
            </a:extLst>
          </p:cNvPr>
          <p:cNvSpPr/>
          <p:nvPr/>
        </p:nvSpPr>
        <p:spPr>
          <a:xfrm>
            <a:off x="1101934" y="5146579"/>
            <a:ext cx="1439501" cy="849931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none" strike="noStrike" kern="120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Regular"/>
              <a:ea typeface="ＭＳ Ｐゴシック"/>
              <a:cs typeface="+mn-cs"/>
            </a:endParaRPr>
          </a:p>
        </p:txBody>
      </p:sp>
      <p:sp>
        <p:nvSpPr>
          <p:cNvPr id="204" name="Rectangle 21">
            <a:extLst>
              <a:ext uri="{FF2B5EF4-FFF2-40B4-BE49-F238E27FC236}">
                <a16:creationId xmlns:a16="http://schemas.microsoft.com/office/drawing/2014/main" id="{7C59266E-5570-4922-9FEE-BE531C2ADAA2}"/>
              </a:ext>
            </a:extLst>
          </p:cNvPr>
          <p:cNvSpPr/>
          <p:nvPr/>
        </p:nvSpPr>
        <p:spPr>
          <a:xfrm>
            <a:off x="2541435" y="5146579"/>
            <a:ext cx="8606662" cy="84993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r>
              <a:rPr lang="en-US" sz="2000">
                <a:solidFill>
                  <a:prstClr val="white">
                    <a:lumMod val="75000"/>
                  </a:prstClr>
                </a:solidFill>
                <a:latin typeface="Arial Regular"/>
                <a:cs typeface="Segoe UI Light"/>
              </a:rPr>
              <a:t>User Experience</a:t>
            </a:r>
            <a:endParaRPr kumimoji="0" lang="en-GB" sz="20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Arial Regular"/>
              <a:cs typeface="Segoe UI Light"/>
            </a:endParaRPr>
          </a:p>
        </p:txBody>
      </p:sp>
      <p:sp>
        <p:nvSpPr>
          <p:cNvPr id="205" name="Text Placeholder 3">
            <a:extLst>
              <a:ext uri="{FF2B5EF4-FFF2-40B4-BE49-F238E27FC236}">
                <a16:creationId xmlns:a16="http://schemas.microsoft.com/office/drawing/2014/main" id="{4E9A8709-9DE6-4B5F-98E3-D3FB2943149F}"/>
              </a:ext>
            </a:extLst>
          </p:cNvPr>
          <p:cNvSpPr txBox="1">
            <a:spLocks/>
          </p:cNvSpPr>
          <p:nvPr/>
        </p:nvSpPr>
        <p:spPr>
          <a:xfrm>
            <a:off x="1556301" y="5403126"/>
            <a:ext cx="530766" cy="336837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0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Regular"/>
                <a:cs typeface="Segoe UI Light"/>
              </a:rPr>
              <a:t>05</a:t>
            </a:r>
            <a:endParaRPr kumimoji="0" lang="en-US" sz="20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Regular"/>
              <a:cs typeface="Segoe UI Light"/>
            </a:endParaRPr>
          </a:p>
        </p:txBody>
      </p:sp>
    </p:spTree>
    <p:extLst>
      <p:ext uri="{BB962C8B-B14F-4D97-AF65-F5344CB8AC3E}">
        <p14:creationId xmlns:p14="http://schemas.microsoft.com/office/powerpoint/2010/main" val="31444879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Rectangle 376">
            <a:extLst>
              <a:ext uri="{FF2B5EF4-FFF2-40B4-BE49-F238E27FC236}">
                <a16:creationId xmlns:a16="http://schemas.microsoft.com/office/drawing/2014/main" id="{93D00B68-BFB5-4720-BDFC-32CB8EEF46DE}"/>
              </a:ext>
            </a:extLst>
          </p:cNvPr>
          <p:cNvSpPr/>
          <p:nvPr/>
        </p:nvSpPr>
        <p:spPr bwMode="auto">
          <a:xfrm>
            <a:off x="27707" y="5465615"/>
            <a:ext cx="12129693" cy="807709"/>
          </a:xfrm>
          <a:prstGeom prst="rect">
            <a:avLst/>
          </a:prstGeom>
          <a:ln w="19050"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buntu" panose="020B0504030602030204" pitchFamily="34" charset="0"/>
              <a:ea typeface="+mn-ea"/>
              <a:cs typeface="+mn-cs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6E193DA-30F8-4F35-A043-9548C29C44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7818" y="204227"/>
            <a:ext cx="3994632" cy="557458"/>
          </a:xfrm>
        </p:spPr>
        <p:txBody>
          <a:bodyPr/>
          <a:lstStyle/>
          <a:p>
            <a:r>
              <a:rPr lang="en-US" b="1"/>
              <a:t>Pre-Binding Process Overview</a:t>
            </a:r>
            <a:br>
              <a:rPr lang="it-IT"/>
            </a:br>
            <a:r>
              <a:rPr lang="it-IT" sz="1600">
                <a:solidFill>
                  <a:schemeClr val="accent5">
                    <a:lumMod val="50000"/>
                  </a:schemeClr>
                </a:solidFill>
              </a:rPr>
              <a:t>To-Be Proposal</a:t>
            </a:r>
            <a:endParaRPr lang="it-IT"/>
          </a:p>
        </p:txBody>
      </p:sp>
      <p:sp>
        <p:nvSpPr>
          <p:cNvPr id="2" name="Arrow: Pentagon 1">
            <a:extLst>
              <a:ext uri="{FF2B5EF4-FFF2-40B4-BE49-F238E27FC236}">
                <a16:creationId xmlns:a16="http://schemas.microsoft.com/office/drawing/2014/main" id="{8EC3AC26-97D7-4BC5-833D-38A27D1AF205}"/>
              </a:ext>
            </a:extLst>
          </p:cNvPr>
          <p:cNvSpPr/>
          <p:nvPr/>
        </p:nvSpPr>
        <p:spPr bwMode="auto">
          <a:xfrm>
            <a:off x="89261" y="1040822"/>
            <a:ext cx="1885011" cy="652654"/>
          </a:xfrm>
          <a:prstGeom prst="homePlate">
            <a:avLst/>
          </a:prstGeom>
          <a:solidFill>
            <a:schemeClr val="accent1"/>
          </a:solidFill>
          <a:ln w="28575" cap="rnd">
            <a:solidFill>
              <a:schemeClr val="bg1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it-IT" sz="9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Ubuntu" panose="020B0504030602030204" pitchFamily="34" charset="0"/>
                <a:ea typeface="+mn-ea"/>
                <a:cs typeface="+mn-cs"/>
              </a:rPr>
              <a:t>PRE-SALES MANAGEMENT </a:t>
            </a:r>
          </a:p>
        </p:txBody>
      </p:sp>
      <p:sp>
        <p:nvSpPr>
          <p:cNvPr id="5" name="Arrow: Chevron 4">
            <a:extLst>
              <a:ext uri="{FF2B5EF4-FFF2-40B4-BE49-F238E27FC236}">
                <a16:creationId xmlns:a16="http://schemas.microsoft.com/office/drawing/2014/main" id="{35C9FC0C-4D4D-45BE-95E1-E506BF5CAC2E}"/>
              </a:ext>
            </a:extLst>
          </p:cNvPr>
          <p:cNvSpPr/>
          <p:nvPr/>
        </p:nvSpPr>
        <p:spPr bwMode="auto">
          <a:xfrm>
            <a:off x="1586091" y="1040822"/>
            <a:ext cx="1885010" cy="652654"/>
          </a:xfrm>
          <a:prstGeom prst="chevron">
            <a:avLst/>
          </a:prstGeom>
          <a:solidFill>
            <a:schemeClr val="accent1"/>
          </a:solidFill>
          <a:ln w="28575" cap="rnd">
            <a:solidFill>
              <a:schemeClr val="bg1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it-IT" sz="9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Ubuntu" panose="020B0504030602030204" pitchFamily="34" charset="0"/>
                <a:ea typeface="+mn-ea"/>
                <a:cs typeface="+mn-cs"/>
              </a:rPr>
              <a:t>SUBMISSION MANAGMENT</a:t>
            </a:r>
          </a:p>
        </p:txBody>
      </p:sp>
      <p:sp>
        <p:nvSpPr>
          <p:cNvPr id="7" name="Arrow: Chevron 6">
            <a:extLst>
              <a:ext uri="{FF2B5EF4-FFF2-40B4-BE49-F238E27FC236}">
                <a16:creationId xmlns:a16="http://schemas.microsoft.com/office/drawing/2014/main" id="{5C47378C-3DE5-4F14-B481-DBE5B2B4BC7B}"/>
              </a:ext>
            </a:extLst>
          </p:cNvPr>
          <p:cNvSpPr/>
          <p:nvPr/>
        </p:nvSpPr>
        <p:spPr bwMode="auto">
          <a:xfrm>
            <a:off x="3082920" y="1040822"/>
            <a:ext cx="1567235" cy="652654"/>
          </a:xfrm>
          <a:prstGeom prst="chevron">
            <a:avLst/>
          </a:prstGeom>
          <a:solidFill>
            <a:schemeClr val="accent1"/>
          </a:solidFill>
          <a:ln w="28575" cap="rnd">
            <a:solidFill>
              <a:schemeClr val="bg1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it-IT" sz="9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Ubuntu" panose="020B0504030602030204" pitchFamily="34" charset="0"/>
                <a:ea typeface="+mn-ea"/>
                <a:cs typeface="+mn-cs"/>
              </a:rPr>
              <a:t>PRE-SCREENING</a:t>
            </a:r>
          </a:p>
        </p:txBody>
      </p:sp>
      <p:sp>
        <p:nvSpPr>
          <p:cNvPr id="8" name="Arrow: Chevron 7">
            <a:extLst>
              <a:ext uri="{FF2B5EF4-FFF2-40B4-BE49-F238E27FC236}">
                <a16:creationId xmlns:a16="http://schemas.microsoft.com/office/drawing/2014/main" id="{A5AC355A-E6CD-4D9E-ACF3-B5602EEAABC8}"/>
              </a:ext>
            </a:extLst>
          </p:cNvPr>
          <p:cNvSpPr/>
          <p:nvPr/>
        </p:nvSpPr>
        <p:spPr bwMode="auto">
          <a:xfrm>
            <a:off x="4261974" y="1040822"/>
            <a:ext cx="1561163" cy="652654"/>
          </a:xfrm>
          <a:prstGeom prst="chevron">
            <a:avLst/>
          </a:prstGeom>
          <a:solidFill>
            <a:schemeClr val="accent1"/>
          </a:solidFill>
          <a:ln w="28575" cap="rnd">
            <a:solidFill>
              <a:schemeClr val="bg1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it-IT" sz="9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Ubuntu" panose="020B0504030602030204" pitchFamily="34" charset="0"/>
              <a:ea typeface="+mn-ea"/>
              <a:cs typeface="+mn-cs"/>
            </a:endParaRPr>
          </a:p>
        </p:txBody>
      </p:sp>
      <p:sp>
        <p:nvSpPr>
          <p:cNvPr id="9" name="Arrow: Chevron 8">
            <a:extLst>
              <a:ext uri="{FF2B5EF4-FFF2-40B4-BE49-F238E27FC236}">
                <a16:creationId xmlns:a16="http://schemas.microsoft.com/office/drawing/2014/main" id="{B41E3031-B616-4E9E-B464-93EADCB08018}"/>
              </a:ext>
            </a:extLst>
          </p:cNvPr>
          <p:cNvSpPr/>
          <p:nvPr/>
        </p:nvSpPr>
        <p:spPr bwMode="auto">
          <a:xfrm>
            <a:off x="5434956" y="1040822"/>
            <a:ext cx="2305185" cy="652654"/>
          </a:xfrm>
          <a:prstGeom prst="chevron">
            <a:avLst/>
          </a:prstGeom>
          <a:solidFill>
            <a:schemeClr val="accent1"/>
          </a:solidFill>
          <a:ln w="28575" cap="rnd">
            <a:solidFill>
              <a:schemeClr val="bg1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it-IT" sz="9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Ubuntu" panose="020B0504030602030204" pitchFamily="34" charset="0"/>
                <a:ea typeface="+mn-ea"/>
                <a:cs typeface="+mn-cs"/>
              </a:rPr>
              <a:t>RISK ASSESSMENT &amp; INFORMATION TOOL</a:t>
            </a:r>
          </a:p>
        </p:txBody>
      </p:sp>
      <p:sp>
        <p:nvSpPr>
          <p:cNvPr id="10" name="Arrow: Chevron 9">
            <a:extLst>
              <a:ext uri="{FF2B5EF4-FFF2-40B4-BE49-F238E27FC236}">
                <a16:creationId xmlns:a16="http://schemas.microsoft.com/office/drawing/2014/main" id="{3B61EFE6-C516-4B27-93F7-1F43C122A0E8}"/>
              </a:ext>
            </a:extLst>
          </p:cNvPr>
          <p:cNvSpPr/>
          <p:nvPr/>
        </p:nvSpPr>
        <p:spPr bwMode="auto">
          <a:xfrm>
            <a:off x="7351960" y="1040822"/>
            <a:ext cx="1886400" cy="652654"/>
          </a:xfrm>
          <a:prstGeom prst="chevron">
            <a:avLst/>
          </a:prstGeom>
          <a:solidFill>
            <a:schemeClr val="accent1"/>
          </a:solidFill>
          <a:ln w="28575" cap="rnd">
            <a:solidFill>
              <a:schemeClr val="bg1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it-IT" sz="9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Ubuntu" panose="020B0504030602030204" pitchFamily="34" charset="0"/>
                <a:ea typeface="+mn-ea"/>
                <a:cs typeface="+mn-cs"/>
              </a:rPr>
              <a:t>FACULTATIVE REINSURANCE</a:t>
            </a:r>
          </a:p>
        </p:txBody>
      </p:sp>
      <p:sp>
        <p:nvSpPr>
          <p:cNvPr id="11" name="Arrow: Chevron 10">
            <a:extLst>
              <a:ext uri="{FF2B5EF4-FFF2-40B4-BE49-F238E27FC236}">
                <a16:creationId xmlns:a16="http://schemas.microsoft.com/office/drawing/2014/main" id="{2440C0E6-B307-49B3-A9E9-22B6F7F16A52}"/>
              </a:ext>
            </a:extLst>
          </p:cNvPr>
          <p:cNvSpPr/>
          <p:nvPr/>
        </p:nvSpPr>
        <p:spPr bwMode="auto">
          <a:xfrm>
            <a:off x="8850179" y="1040822"/>
            <a:ext cx="1755730" cy="652654"/>
          </a:xfrm>
          <a:prstGeom prst="chevron">
            <a:avLst/>
          </a:prstGeom>
          <a:solidFill>
            <a:schemeClr val="accent1"/>
          </a:solidFill>
          <a:ln w="28575" cap="rnd">
            <a:solidFill>
              <a:schemeClr val="bg1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it-IT" sz="900">
                <a:solidFill>
                  <a:schemeClr val="bg1"/>
                </a:solidFill>
                <a:latin typeface="Ubuntu" panose="020B0504030602030204" pitchFamily="34" charset="0"/>
              </a:rPr>
              <a:t>PRICING</a:t>
            </a:r>
            <a:endParaRPr kumimoji="0" lang="it-IT" sz="9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Ubuntu" panose="020B0504030602030204" pitchFamily="34" charset="0"/>
              <a:ea typeface="+mn-ea"/>
              <a:cs typeface="+mn-cs"/>
            </a:endParaRPr>
          </a:p>
        </p:txBody>
      </p:sp>
      <p:sp>
        <p:nvSpPr>
          <p:cNvPr id="12" name="Rettangolo 2">
            <a:extLst>
              <a:ext uri="{FF2B5EF4-FFF2-40B4-BE49-F238E27FC236}">
                <a16:creationId xmlns:a16="http://schemas.microsoft.com/office/drawing/2014/main" id="{5DF498D1-6525-4159-8646-018E75B53B21}"/>
              </a:ext>
            </a:extLst>
          </p:cNvPr>
          <p:cNvSpPr/>
          <p:nvPr/>
        </p:nvSpPr>
        <p:spPr>
          <a:xfrm>
            <a:off x="2215904" y="1919743"/>
            <a:ext cx="819013" cy="468000"/>
          </a:xfrm>
          <a:prstGeom prst="roundRect">
            <a:avLst/>
          </a:prstGeom>
          <a:solidFill>
            <a:srgbClr val="FFFFFF"/>
          </a:solidFill>
          <a:ln w="9525" cap="flat" cmpd="sng" algn="ctr">
            <a:solidFill>
              <a:srgbClr val="C00000"/>
            </a:solidFill>
            <a:prstDash val="solid"/>
            <a:headEnd type="none"/>
            <a:tailEnd type="none"/>
          </a:ln>
          <a:effectLst/>
        </p:spPr>
        <p:txBody>
          <a:bodyPr anchor="ctr"/>
          <a:lstStyle/>
          <a:p>
            <a:pPr marL="0" marR="0" lvl="0" indent="0" algn="ctr" defTabSz="957756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>
                <a:solidFill>
                  <a:srgbClr val="000000"/>
                </a:solidFill>
                <a:latin typeface="Arial"/>
                <a:ea typeface="ＭＳ Ｐゴシック"/>
              </a:rPr>
              <a:t>Business Partner Management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ＭＳ Ｐゴシック"/>
              <a:cs typeface="+mn-cs"/>
            </a:endParaRPr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5AD92E47-9FAD-49A4-8474-9A25BE4F0B34}"/>
              </a:ext>
            </a:extLst>
          </p:cNvPr>
          <p:cNvSpPr/>
          <p:nvPr/>
        </p:nvSpPr>
        <p:spPr bwMode="auto">
          <a:xfrm>
            <a:off x="25400" y="1730852"/>
            <a:ext cx="12132000" cy="3768946"/>
          </a:xfrm>
          <a:prstGeom prst="rect">
            <a:avLst/>
          </a:prstGeom>
          <a:solidFill>
            <a:schemeClr val="bg1"/>
          </a:solidFill>
          <a:ln w="19050"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it-IT" sz="800">
                <a:solidFill>
                  <a:schemeClr val="bg1"/>
                </a:solidFill>
                <a:latin typeface="Ubuntu" panose="020B0504030602030204" pitchFamily="34" charset="0"/>
              </a:rPr>
              <a:t>PRICING</a:t>
            </a:r>
            <a:endParaRPr kumimoji="0" lang="it-IT" sz="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Ubuntu" panose="020B0504030602030204" pitchFamily="34" charset="0"/>
              <a:ea typeface="+mn-ea"/>
              <a:cs typeface="+mn-cs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B2C1249-CE32-4C1E-93EC-1B41FCF9CFDA}"/>
              </a:ext>
            </a:extLst>
          </p:cNvPr>
          <p:cNvCxnSpPr>
            <a:cxnSpLocks/>
          </p:cNvCxnSpPr>
          <p:nvPr/>
        </p:nvCxnSpPr>
        <p:spPr>
          <a:xfrm>
            <a:off x="27707" y="2255919"/>
            <a:ext cx="12132000" cy="0"/>
          </a:xfrm>
          <a:prstGeom prst="line">
            <a:avLst/>
          </a:prstGeom>
          <a:ln w="9525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98F669F5-2B79-4140-903D-28F7F84A258B}"/>
              </a:ext>
            </a:extLst>
          </p:cNvPr>
          <p:cNvCxnSpPr>
            <a:cxnSpLocks/>
          </p:cNvCxnSpPr>
          <p:nvPr/>
        </p:nvCxnSpPr>
        <p:spPr>
          <a:xfrm>
            <a:off x="27707" y="3099077"/>
            <a:ext cx="12132000" cy="0"/>
          </a:xfrm>
          <a:prstGeom prst="line">
            <a:avLst/>
          </a:prstGeom>
          <a:ln w="9525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8A8DDA3D-1553-473E-818B-462C86776411}"/>
              </a:ext>
            </a:extLst>
          </p:cNvPr>
          <p:cNvCxnSpPr>
            <a:cxnSpLocks/>
          </p:cNvCxnSpPr>
          <p:nvPr/>
        </p:nvCxnSpPr>
        <p:spPr>
          <a:xfrm>
            <a:off x="27707" y="3918401"/>
            <a:ext cx="12132000" cy="0"/>
          </a:xfrm>
          <a:prstGeom prst="line">
            <a:avLst/>
          </a:prstGeom>
          <a:ln w="9525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8EB9A49A-8DEB-43D6-B115-EBB95A5EFB4F}"/>
              </a:ext>
            </a:extLst>
          </p:cNvPr>
          <p:cNvCxnSpPr>
            <a:cxnSpLocks/>
          </p:cNvCxnSpPr>
          <p:nvPr/>
        </p:nvCxnSpPr>
        <p:spPr>
          <a:xfrm>
            <a:off x="27707" y="5037587"/>
            <a:ext cx="12132000" cy="0"/>
          </a:xfrm>
          <a:prstGeom prst="line">
            <a:avLst/>
          </a:prstGeom>
          <a:ln w="9525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F5D4EA2A-A69E-402D-8E97-D336F2F3A566}"/>
              </a:ext>
            </a:extLst>
          </p:cNvPr>
          <p:cNvSpPr/>
          <p:nvPr/>
        </p:nvSpPr>
        <p:spPr bwMode="auto">
          <a:xfrm>
            <a:off x="56861" y="1760888"/>
            <a:ext cx="328143" cy="473363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accent1"/>
            </a:solidFill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vert270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it-IT" sz="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Ubuntu" panose="020B0504030602030204" pitchFamily="34" charset="0"/>
                <a:ea typeface="+mn-ea"/>
                <a:cs typeface="+mn-cs"/>
              </a:rPr>
              <a:t>DATA STEW/CBRM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4E98007F-0FBC-4420-B780-0AEAEAFBA3C6}"/>
              </a:ext>
            </a:extLst>
          </p:cNvPr>
          <p:cNvSpPr/>
          <p:nvPr/>
        </p:nvSpPr>
        <p:spPr bwMode="auto">
          <a:xfrm>
            <a:off x="56861" y="2282039"/>
            <a:ext cx="327600" cy="78275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accent1"/>
            </a:solidFill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vert270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it-IT" sz="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Ubuntu" panose="020B0504030602030204" pitchFamily="34" charset="0"/>
                <a:ea typeface="+mn-ea"/>
                <a:cs typeface="+mn-cs"/>
              </a:rPr>
              <a:t>CBRM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4EBA2D37-BDB6-4F6E-A667-8581E204CE18}"/>
              </a:ext>
            </a:extLst>
          </p:cNvPr>
          <p:cNvSpPr/>
          <p:nvPr/>
        </p:nvSpPr>
        <p:spPr bwMode="auto">
          <a:xfrm>
            <a:off x="51447" y="5065302"/>
            <a:ext cx="327600" cy="406271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accent1"/>
            </a:solidFill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vert270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it-IT" sz="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Ubuntu" panose="020B0504030602030204" pitchFamily="34" charset="0"/>
                <a:ea typeface="+mn-ea"/>
                <a:cs typeface="+mn-cs"/>
              </a:rPr>
              <a:t>REIN. DEP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5CAB665A-7A43-4C38-81A1-E5265EF0A11D}"/>
              </a:ext>
            </a:extLst>
          </p:cNvPr>
          <p:cNvSpPr/>
          <p:nvPr/>
        </p:nvSpPr>
        <p:spPr bwMode="auto">
          <a:xfrm>
            <a:off x="56860" y="4622392"/>
            <a:ext cx="327600" cy="381916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accent1"/>
            </a:solidFill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vert270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it-IT" sz="800">
                <a:solidFill>
                  <a:schemeClr val="bg1"/>
                </a:solidFill>
                <a:latin typeface="Ubuntu" panose="020B0504030602030204" pitchFamily="34" charset="0"/>
              </a:rPr>
              <a:t>RISK ENGIN/OUT</a:t>
            </a:r>
            <a:endParaRPr kumimoji="0" lang="it-IT" sz="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Ubuntu" panose="020B0504030602030204" pitchFamily="34" charset="0"/>
              <a:ea typeface="+mn-ea"/>
              <a:cs typeface="+mn-cs"/>
            </a:endParaRP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27B29DC3-B60C-448A-AB2B-907CC82E94E2}"/>
              </a:ext>
            </a:extLst>
          </p:cNvPr>
          <p:cNvSpPr/>
          <p:nvPr/>
        </p:nvSpPr>
        <p:spPr bwMode="auto">
          <a:xfrm>
            <a:off x="51447" y="3130206"/>
            <a:ext cx="327600" cy="75997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accent1"/>
            </a:solidFill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vert270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it-IT" sz="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Ubuntu" panose="020B0504030602030204" pitchFamily="34" charset="0"/>
                <a:ea typeface="+mn-ea"/>
                <a:cs typeface="+mn-cs"/>
              </a:rPr>
              <a:t>OPS/ UW/ OUTS</a:t>
            </a:r>
          </a:p>
        </p:txBody>
      </p:sp>
      <p:sp>
        <p:nvSpPr>
          <p:cNvPr id="77" name="Rettangolo 2">
            <a:extLst>
              <a:ext uri="{FF2B5EF4-FFF2-40B4-BE49-F238E27FC236}">
                <a16:creationId xmlns:a16="http://schemas.microsoft.com/office/drawing/2014/main" id="{93D12634-20B2-4BCA-A565-133E4A450CF0}"/>
              </a:ext>
            </a:extLst>
          </p:cNvPr>
          <p:cNvSpPr/>
          <p:nvPr/>
        </p:nvSpPr>
        <p:spPr>
          <a:xfrm>
            <a:off x="404125" y="1793183"/>
            <a:ext cx="936000" cy="360000"/>
          </a:xfrm>
          <a:prstGeom prst="roundRect">
            <a:avLst/>
          </a:prstGeom>
          <a:solidFill>
            <a:srgbClr val="FFFFFF"/>
          </a:solidFill>
          <a:ln w="9525" cap="flat" cmpd="sng" algn="ctr">
            <a:solidFill>
              <a:srgbClr val="C00000"/>
            </a:solidFill>
            <a:prstDash val="solid"/>
            <a:headEnd type="none"/>
            <a:tailEnd type="none"/>
          </a:ln>
          <a:effectLst/>
        </p:spPr>
        <p:txBody>
          <a:bodyPr anchor="ctr"/>
          <a:lstStyle/>
          <a:p>
            <a:pPr marL="0" marR="0" lvl="0" indent="0" algn="ctr" defTabSz="957756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>
                <a:solidFill>
                  <a:srgbClr val="000000"/>
                </a:solidFill>
                <a:latin typeface="Arial"/>
                <a:ea typeface="ＭＳ Ｐゴシック"/>
              </a:rPr>
              <a:t>Business Partner Management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ＭＳ Ｐゴシック"/>
              <a:cs typeface="+mn-cs"/>
            </a:endParaRPr>
          </a:p>
        </p:txBody>
      </p:sp>
      <p:sp>
        <p:nvSpPr>
          <p:cNvPr id="78" name="Rettangolo 2">
            <a:extLst>
              <a:ext uri="{FF2B5EF4-FFF2-40B4-BE49-F238E27FC236}">
                <a16:creationId xmlns:a16="http://schemas.microsoft.com/office/drawing/2014/main" id="{29B0E364-C22D-4109-8DB9-4DDDCFBFA0B7}"/>
              </a:ext>
            </a:extLst>
          </p:cNvPr>
          <p:cNvSpPr/>
          <p:nvPr/>
        </p:nvSpPr>
        <p:spPr>
          <a:xfrm>
            <a:off x="817419" y="2296362"/>
            <a:ext cx="846000" cy="360000"/>
          </a:xfrm>
          <a:prstGeom prst="roundRect">
            <a:avLst/>
          </a:prstGeom>
          <a:solidFill>
            <a:schemeClr val="bg1"/>
          </a:solidFill>
          <a:ln w="9525" cap="flat" cmpd="sng" algn="ctr">
            <a:solidFill>
              <a:srgbClr val="C00000"/>
            </a:solidFill>
            <a:prstDash val="solid"/>
            <a:headEnd type="none"/>
            <a:tailEnd type="none"/>
          </a:ln>
          <a:effectLst/>
        </p:spPr>
        <p:txBody>
          <a:bodyPr anchor="ctr"/>
          <a:lstStyle/>
          <a:p>
            <a:pPr marL="0" marR="0" lvl="0" indent="0" algn="ctr" defTabSz="957756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>
                <a:solidFill>
                  <a:srgbClr val="000000"/>
                </a:solidFill>
                <a:latin typeface="Arial"/>
                <a:ea typeface="ＭＳ Ｐゴシック"/>
              </a:rPr>
              <a:t>Pipeline Management</a:t>
            </a:r>
            <a:endParaRPr kumimoji="0" lang="en-US" sz="80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ＭＳ Ｐゴシック"/>
              <a:cs typeface="+mn-cs"/>
            </a:endParaRPr>
          </a:p>
        </p:txBody>
      </p:sp>
      <p:sp>
        <p:nvSpPr>
          <p:cNvPr id="79" name="Rettangolo 2">
            <a:extLst>
              <a:ext uri="{FF2B5EF4-FFF2-40B4-BE49-F238E27FC236}">
                <a16:creationId xmlns:a16="http://schemas.microsoft.com/office/drawing/2014/main" id="{165B9F3C-0F0E-464C-9FDF-53100BE7189F}"/>
              </a:ext>
            </a:extLst>
          </p:cNvPr>
          <p:cNvSpPr/>
          <p:nvPr/>
        </p:nvSpPr>
        <p:spPr>
          <a:xfrm>
            <a:off x="823254" y="2726904"/>
            <a:ext cx="846000" cy="360000"/>
          </a:xfrm>
          <a:prstGeom prst="roundRect">
            <a:avLst/>
          </a:prstGeom>
          <a:solidFill>
            <a:schemeClr val="bg1"/>
          </a:solidFill>
          <a:ln w="9525" cap="flat" cmpd="sng" algn="ctr">
            <a:solidFill>
              <a:srgbClr val="C00000"/>
            </a:solidFill>
            <a:prstDash val="solid"/>
            <a:headEnd type="none"/>
            <a:tailEnd type="none"/>
          </a:ln>
          <a:effectLst/>
        </p:spPr>
        <p:txBody>
          <a:bodyPr anchor="ctr"/>
          <a:lstStyle/>
          <a:p>
            <a:pPr marL="0" marR="0" lvl="0" indent="0" algn="ctr" defTabSz="957756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ＭＳ Ｐゴシック"/>
                <a:cs typeface="+mn-cs"/>
              </a:rPr>
              <a:t>Opportunity Creation</a:t>
            </a:r>
          </a:p>
        </p:txBody>
      </p:sp>
      <p:sp>
        <p:nvSpPr>
          <p:cNvPr id="80" name="Rettangolo 2">
            <a:extLst>
              <a:ext uri="{FF2B5EF4-FFF2-40B4-BE49-F238E27FC236}">
                <a16:creationId xmlns:a16="http://schemas.microsoft.com/office/drawing/2014/main" id="{F4762C00-95A2-4E52-B6E2-EDBD3451C1BD}"/>
              </a:ext>
            </a:extLst>
          </p:cNvPr>
          <p:cNvSpPr/>
          <p:nvPr/>
        </p:nvSpPr>
        <p:spPr>
          <a:xfrm>
            <a:off x="2085527" y="2251830"/>
            <a:ext cx="846000" cy="360000"/>
          </a:xfrm>
          <a:prstGeom prst="roundRect">
            <a:avLst/>
          </a:prstGeom>
          <a:noFill/>
          <a:ln w="9525" cap="flat" cmpd="sng" algn="ctr">
            <a:solidFill>
              <a:srgbClr val="C00000"/>
            </a:solidFill>
            <a:prstDash val="solid"/>
            <a:headEnd type="none"/>
            <a:tailEnd type="none"/>
          </a:ln>
          <a:effectLst/>
        </p:spPr>
        <p:txBody>
          <a:bodyPr anchor="ctr"/>
          <a:lstStyle/>
          <a:p>
            <a:pPr marL="0" marR="0" lvl="0" indent="0" algn="ctr" defTabSz="957756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>
                <a:solidFill>
                  <a:srgbClr val="000000"/>
                </a:solidFill>
                <a:latin typeface="Arial"/>
                <a:ea typeface="ＭＳ Ｐゴシック"/>
              </a:rPr>
              <a:t>  New Business Submission</a:t>
            </a:r>
            <a:endParaRPr kumimoji="0" lang="en-US" sz="80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ＭＳ Ｐゴシック"/>
              <a:cs typeface="+mn-cs"/>
            </a:endParaRPr>
          </a:p>
        </p:txBody>
      </p:sp>
      <p:cxnSp>
        <p:nvCxnSpPr>
          <p:cNvPr id="81" name="Connector: Elbow 80">
            <a:extLst>
              <a:ext uri="{FF2B5EF4-FFF2-40B4-BE49-F238E27FC236}">
                <a16:creationId xmlns:a16="http://schemas.microsoft.com/office/drawing/2014/main" id="{277EEE4F-C2D5-49E2-8700-DDF210DE5027}"/>
              </a:ext>
            </a:extLst>
          </p:cNvPr>
          <p:cNvCxnSpPr>
            <a:cxnSpLocks/>
            <a:endCxn id="78" idx="1"/>
          </p:cNvCxnSpPr>
          <p:nvPr/>
        </p:nvCxnSpPr>
        <p:spPr>
          <a:xfrm rot="16200000" flipH="1">
            <a:off x="527707" y="2186650"/>
            <a:ext cx="339142" cy="24028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Connector: Elbow 81">
            <a:extLst>
              <a:ext uri="{FF2B5EF4-FFF2-40B4-BE49-F238E27FC236}">
                <a16:creationId xmlns:a16="http://schemas.microsoft.com/office/drawing/2014/main" id="{35855238-B100-46B3-8CBD-1383DE03486A}"/>
              </a:ext>
            </a:extLst>
          </p:cNvPr>
          <p:cNvCxnSpPr>
            <a:cxnSpLocks/>
            <a:endCxn id="79" idx="1"/>
          </p:cNvCxnSpPr>
          <p:nvPr/>
        </p:nvCxnSpPr>
        <p:spPr>
          <a:xfrm rot="16200000" flipH="1">
            <a:off x="385001" y="2468651"/>
            <a:ext cx="632696" cy="24381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Connector: Elbow 82">
            <a:extLst>
              <a:ext uri="{FF2B5EF4-FFF2-40B4-BE49-F238E27FC236}">
                <a16:creationId xmlns:a16="http://schemas.microsoft.com/office/drawing/2014/main" id="{F4BA7DE8-E865-4462-BB36-4E3724F50C41}"/>
              </a:ext>
            </a:extLst>
          </p:cNvPr>
          <p:cNvCxnSpPr>
            <a:cxnSpLocks/>
            <a:stCxn id="79" idx="3"/>
            <a:endCxn id="80" idx="1"/>
          </p:cNvCxnSpPr>
          <p:nvPr/>
        </p:nvCxnSpPr>
        <p:spPr>
          <a:xfrm flipV="1">
            <a:off x="1669254" y="2431830"/>
            <a:ext cx="416273" cy="47507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Rettangolo 2">
            <a:extLst>
              <a:ext uri="{FF2B5EF4-FFF2-40B4-BE49-F238E27FC236}">
                <a16:creationId xmlns:a16="http://schemas.microsoft.com/office/drawing/2014/main" id="{A5613903-3956-4076-9F8F-9DE3A840F46D}"/>
              </a:ext>
            </a:extLst>
          </p:cNvPr>
          <p:cNvSpPr/>
          <p:nvPr/>
        </p:nvSpPr>
        <p:spPr>
          <a:xfrm>
            <a:off x="3466194" y="2712687"/>
            <a:ext cx="846000" cy="36000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9525" cap="flat" cmpd="sng" algn="ctr">
            <a:solidFill>
              <a:srgbClr val="C00000"/>
            </a:solidFill>
            <a:prstDash val="solid"/>
            <a:headEnd type="none"/>
            <a:tailEnd type="none"/>
          </a:ln>
          <a:effectLst/>
        </p:spPr>
        <p:txBody>
          <a:bodyPr anchor="ctr"/>
          <a:lstStyle/>
          <a:p>
            <a:pPr marL="0" marR="0" lvl="0" indent="0" algn="ctr" defTabSz="957756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>
                <a:solidFill>
                  <a:srgbClr val="000000"/>
                </a:solidFill>
                <a:latin typeface="Arial"/>
                <a:ea typeface="ＭＳ Ｐゴシック"/>
              </a:rPr>
              <a:t>Prescreening Sanctions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ＭＳ Ｐゴシック"/>
              <a:cs typeface="+mn-cs"/>
            </a:endParaRPr>
          </a:p>
        </p:txBody>
      </p:sp>
      <p:sp>
        <p:nvSpPr>
          <p:cNvPr id="85" name="Rettangolo 2">
            <a:extLst>
              <a:ext uri="{FF2B5EF4-FFF2-40B4-BE49-F238E27FC236}">
                <a16:creationId xmlns:a16="http://schemas.microsoft.com/office/drawing/2014/main" id="{EA66B6DA-2DA1-456A-8115-B12E97971C38}"/>
              </a:ext>
            </a:extLst>
          </p:cNvPr>
          <p:cNvSpPr/>
          <p:nvPr/>
        </p:nvSpPr>
        <p:spPr>
          <a:xfrm>
            <a:off x="3466196" y="2305920"/>
            <a:ext cx="846000" cy="36000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9525" cap="flat" cmpd="sng" algn="ctr">
            <a:solidFill>
              <a:srgbClr val="C00000"/>
            </a:solidFill>
            <a:prstDash val="solid"/>
            <a:headEnd type="none"/>
            <a:tailEnd type="none"/>
          </a:ln>
          <a:effectLst/>
        </p:spPr>
        <p:txBody>
          <a:bodyPr anchor="ctr"/>
          <a:lstStyle/>
          <a:p>
            <a:pPr marL="0" marR="0" lvl="0" indent="0" algn="ctr" defTabSz="957756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>
                <a:solidFill>
                  <a:srgbClr val="000000"/>
                </a:solidFill>
                <a:latin typeface="Arial"/>
                <a:ea typeface="ＭＳ Ｐゴシック"/>
              </a:rPr>
              <a:t>RUGG Watchlist check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ＭＳ Ｐゴシック"/>
              <a:cs typeface="+mn-cs"/>
            </a:endParaRPr>
          </a:p>
        </p:txBody>
      </p:sp>
      <p:sp>
        <p:nvSpPr>
          <p:cNvPr id="86" name="Rettangolo 2">
            <a:extLst>
              <a:ext uri="{FF2B5EF4-FFF2-40B4-BE49-F238E27FC236}">
                <a16:creationId xmlns:a16="http://schemas.microsoft.com/office/drawing/2014/main" id="{65C4A16F-4988-4723-9BF1-7268809A0ACA}"/>
              </a:ext>
            </a:extLst>
          </p:cNvPr>
          <p:cNvSpPr/>
          <p:nvPr/>
        </p:nvSpPr>
        <p:spPr>
          <a:xfrm>
            <a:off x="3742064" y="3157092"/>
            <a:ext cx="846000" cy="360000"/>
          </a:xfrm>
          <a:prstGeom prst="roundRect">
            <a:avLst/>
          </a:prstGeom>
          <a:solidFill>
            <a:srgbClr val="FFFFFF"/>
          </a:solidFill>
          <a:ln w="9525" cap="flat" cmpd="sng" algn="ctr">
            <a:solidFill>
              <a:srgbClr val="C00000"/>
            </a:solidFill>
            <a:prstDash val="solid"/>
            <a:headEnd type="none"/>
            <a:tailEnd type="none"/>
          </a:ln>
          <a:effectLst/>
        </p:spPr>
        <p:txBody>
          <a:bodyPr anchor="ctr"/>
          <a:lstStyle/>
          <a:p>
            <a:pPr marL="0" marR="0" lvl="0" indent="0" algn="ctr" defTabSz="957756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>
                <a:solidFill>
                  <a:srgbClr val="000000"/>
                </a:solidFill>
                <a:latin typeface="Arial"/>
                <a:ea typeface="ＭＳ Ｐゴシック"/>
              </a:rPr>
              <a:t>New Bus/Renewal  trigger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ＭＳ Ｐゴシック"/>
              <a:cs typeface="+mn-cs"/>
            </a:endParaRPr>
          </a:p>
        </p:txBody>
      </p:sp>
      <p:sp>
        <p:nvSpPr>
          <p:cNvPr id="87" name="Rettangolo 2">
            <a:extLst>
              <a:ext uri="{FF2B5EF4-FFF2-40B4-BE49-F238E27FC236}">
                <a16:creationId xmlns:a16="http://schemas.microsoft.com/office/drawing/2014/main" id="{F7F990E4-7A78-4FCB-8A73-3AEF58054683}"/>
              </a:ext>
            </a:extLst>
          </p:cNvPr>
          <p:cNvSpPr/>
          <p:nvPr/>
        </p:nvSpPr>
        <p:spPr>
          <a:xfrm>
            <a:off x="4881822" y="3115284"/>
            <a:ext cx="846000" cy="360000"/>
          </a:xfrm>
          <a:prstGeom prst="roundRect">
            <a:avLst/>
          </a:prstGeom>
          <a:solidFill>
            <a:srgbClr val="FFFFFF"/>
          </a:solidFill>
          <a:ln w="9525" cap="flat" cmpd="sng" algn="ctr">
            <a:solidFill>
              <a:srgbClr val="C00000"/>
            </a:solidFill>
            <a:prstDash val="solid"/>
            <a:headEnd type="none"/>
            <a:tailEnd type="none"/>
          </a:ln>
          <a:effectLst/>
        </p:spPr>
        <p:txBody>
          <a:bodyPr anchor="ctr"/>
          <a:lstStyle/>
          <a:p>
            <a:pPr algn="ctr" defTabSz="957756">
              <a:spcBef>
                <a:spcPct val="0"/>
              </a:spcBef>
              <a:defRPr/>
            </a:pPr>
            <a:r>
              <a:rPr lang="it-IT" sz="800">
                <a:solidFill>
                  <a:srgbClr val="000000"/>
                </a:solidFill>
                <a:latin typeface="Arial"/>
                <a:ea typeface="ＭＳ Ｐゴシック"/>
                <a:sym typeface="Wingdings" panose="05000000000000000000" pitchFamily="2" charset="2"/>
              </a:rPr>
              <a:t>New business UW package</a:t>
            </a:r>
            <a:endParaRPr lang="it-IT" sz="800">
              <a:solidFill>
                <a:srgbClr val="000000"/>
              </a:solidFill>
              <a:latin typeface="Arial"/>
              <a:ea typeface="ＭＳ Ｐゴシック"/>
            </a:endParaRPr>
          </a:p>
        </p:txBody>
      </p:sp>
      <p:cxnSp>
        <p:nvCxnSpPr>
          <p:cNvPr id="96" name="Connector: Elbow 95">
            <a:extLst>
              <a:ext uri="{FF2B5EF4-FFF2-40B4-BE49-F238E27FC236}">
                <a16:creationId xmlns:a16="http://schemas.microsoft.com/office/drawing/2014/main" id="{13F5E0AD-53BC-434D-BFC4-26CCAC920984}"/>
              </a:ext>
            </a:extLst>
          </p:cNvPr>
          <p:cNvCxnSpPr>
            <a:cxnSpLocks/>
            <a:endCxn id="86" idx="1"/>
          </p:cNvCxnSpPr>
          <p:nvPr/>
        </p:nvCxnSpPr>
        <p:spPr>
          <a:xfrm rot="16200000" flipH="1">
            <a:off x="3557905" y="3152933"/>
            <a:ext cx="270072" cy="9824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Rettangolo 2">
            <a:extLst>
              <a:ext uri="{FF2B5EF4-FFF2-40B4-BE49-F238E27FC236}">
                <a16:creationId xmlns:a16="http://schemas.microsoft.com/office/drawing/2014/main" id="{B7B39529-28BF-4ECB-A0F2-F8D667CC8A2A}"/>
              </a:ext>
            </a:extLst>
          </p:cNvPr>
          <p:cNvSpPr/>
          <p:nvPr/>
        </p:nvSpPr>
        <p:spPr>
          <a:xfrm>
            <a:off x="5123653" y="4061632"/>
            <a:ext cx="846000" cy="360000"/>
          </a:xfrm>
          <a:prstGeom prst="roundRect">
            <a:avLst/>
          </a:prstGeom>
          <a:solidFill>
            <a:srgbClr val="FFFFFF"/>
          </a:solidFill>
          <a:ln w="9525" cap="flat" cmpd="sng" algn="ctr">
            <a:solidFill>
              <a:srgbClr val="C00000"/>
            </a:solidFill>
            <a:prstDash val="solid"/>
            <a:headEnd type="none"/>
            <a:tailEnd type="none"/>
          </a:ln>
          <a:effectLst/>
        </p:spPr>
        <p:txBody>
          <a:bodyPr anchor="ctr"/>
          <a:lstStyle/>
          <a:p>
            <a:pPr marL="0" marR="0" lvl="0" indent="0" algn="ctr" defTabSz="957756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>
                <a:solidFill>
                  <a:srgbClr val="000000"/>
                </a:solidFill>
                <a:latin typeface="Arial"/>
                <a:ea typeface="ＭＳ Ｐゴシック"/>
              </a:rPr>
              <a:t>RE&amp;LP</a:t>
            </a:r>
          </a:p>
          <a:p>
            <a:pPr marL="0" marR="0" lvl="0" indent="0" algn="ctr" defTabSz="957756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ＭＳ Ｐゴシック"/>
                <a:cs typeface="+mn-cs"/>
              </a:rPr>
              <a:t>S</a:t>
            </a:r>
            <a:r>
              <a:rPr lang="en-US" sz="800" err="1">
                <a:solidFill>
                  <a:srgbClr val="000000"/>
                </a:solidFill>
                <a:latin typeface="Arial"/>
                <a:ea typeface="ＭＳ Ｐゴシック"/>
              </a:rPr>
              <a:t>urvey</a:t>
            </a:r>
            <a:r>
              <a:rPr lang="en-US" sz="800">
                <a:solidFill>
                  <a:srgbClr val="000000"/>
                </a:solidFill>
                <a:latin typeface="Arial"/>
                <a:ea typeface="ＭＳ Ｐゴシック"/>
              </a:rPr>
              <a:t> Request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ＭＳ Ｐゴシック"/>
              <a:cs typeface="+mn-cs"/>
            </a:endParaRPr>
          </a:p>
        </p:txBody>
      </p:sp>
      <p:sp>
        <p:nvSpPr>
          <p:cNvPr id="106" name="Rettangolo 2">
            <a:extLst>
              <a:ext uri="{FF2B5EF4-FFF2-40B4-BE49-F238E27FC236}">
                <a16:creationId xmlns:a16="http://schemas.microsoft.com/office/drawing/2014/main" id="{9172D2CD-CE24-45BE-A94C-3BAE0228D70A}"/>
              </a:ext>
            </a:extLst>
          </p:cNvPr>
          <p:cNvSpPr/>
          <p:nvPr/>
        </p:nvSpPr>
        <p:spPr>
          <a:xfrm>
            <a:off x="6064184" y="4648976"/>
            <a:ext cx="846000" cy="360000"/>
          </a:xfrm>
          <a:prstGeom prst="roundRect">
            <a:avLst/>
          </a:prstGeom>
          <a:solidFill>
            <a:srgbClr val="FFFFFF"/>
          </a:solidFill>
          <a:ln w="9525" cap="flat" cmpd="sng" algn="ctr">
            <a:solidFill>
              <a:srgbClr val="C00000"/>
            </a:solidFill>
            <a:prstDash val="solid"/>
            <a:headEnd type="none"/>
            <a:tailEnd type="none"/>
          </a:ln>
          <a:effectLst/>
        </p:spPr>
        <p:txBody>
          <a:bodyPr anchor="ctr"/>
          <a:lstStyle/>
          <a:p>
            <a:pPr lvl="0" algn="ctr" defTabSz="957756">
              <a:spcBef>
                <a:spcPct val="0"/>
              </a:spcBef>
              <a:defRPr/>
            </a:pPr>
            <a:r>
              <a:rPr lang="en-US" sz="800">
                <a:solidFill>
                  <a:srgbClr val="000000"/>
                </a:solidFill>
                <a:latin typeface="Arial"/>
                <a:ea typeface="ＭＳ Ｐゴシック"/>
              </a:rPr>
              <a:t>RE&amp;LP</a:t>
            </a:r>
          </a:p>
          <a:p>
            <a:pPr lvl="0" algn="ctr" defTabSz="957756">
              <a:spcBef>
                <a:spcPct val="0"/>
              </a:spcBef>
              <a:defRPr/>
            </a:pPr>
            <a:r>
              <a:rPr lang="en-US" sz="800">
                <a:solidFill>
                  <a:srgbClr val="000000"/>
                </a:solidFill>
                <a:latin typeface="Arial"/>
                <a:ea typeface="ＭＳ Ｐゴシック"/>
              </a:rPr>
              <a:t>Assessment</a:t>
            </a:r>
          </a:p>
        </p:txBody>
      </p:sp>
      <p:cxnSp>
        <p:nvCxnSpPr>
          <p:cNvPr id="107" name="Connector: Elbow 106">
            <a:extLst>
              <a:ext uri="{FF2B5EF4-FFF2-40B4-BE49-F238E27FC236}">
                <a16:creationId xmlns:a16="http://schemas.microsoft.com/office/drawing/2014/main" id="{AED09362-3224-474F-AE32-A3E4CFF1C52E}"/>
              </a:ext>
            </a:extLst>
          </p:cNvPr>
          <p:cNvCxnSpPr>
            <a:cxnSpLocks/>
            <a:stCxn id="99" idx="2"/>
            <a:endCxn id="106" idx="1"/>
          </p:cNvCxnSpPr>
          <p:nvPr/>
        </p:nvCxnSpPr>
        <p:spPr>
          <a:xfrm rot="16200000" flipH="1">
            <a:off x="5601746" y="4366538"/>
            <a:ext cx="407344" cy="517531"/>
          </a:xfrm>
          <a:prstGeom prst="bentConnector2">
            <a:avLst/>
          </a:prstGeom>
          <a:ln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Rettangolo 2">
            <a:extLst>
              <a:ext uri="{FF2B5EF4-FFF2-40B4-BE49-F238E27FC236}">
                <a16:creationId xmlns:a16="http://schemas.microsoft.com/office/drawing/2014/main" id="{0157C9FF-BDDF-468B-8E72-A2B78D16A174}"/>
              </a:ext>
            </a:extLst>
          </p:cNvPr>
          <p:cNvSpPr/>
          <p:nvPr/>
        </p:nvSpPr>
        <p:spPr>
          <a:xfrm>
            <a:off x="6921533" y="4064878"/>
            <a:ext cx="846000" cy="36000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9525" cap="flat" cmpd="sng" algn="ctr">
            <a:solidFill>
              <a:srgbClr val="C00000"/>
            </a:solidFill>
            <a:prstDash val="solid"/>
            <a:headEnd type="none"/>
            <a:tailEnd type="none"/>
          </a:ln>
          <a:effectLst/>
        </p:spPr>
        <p:txBody>
          <a:bodyPr anchor="ctr"/>
          <a:lstStyle/>
          <a:p>
            <a:pPr lvl="0" algn="ctr" defTabSz="957756">
              <a:spcBef>
                <a:spcPct val="0"/>
              </a:spcBef>
              <a:defRPr/>
            </a:pPr>
            <a:r>
              <a:rPr lang="en-US" sz="800">
                <a:solidFill>
                  <a:srgbClr val="000000"/>
                </a:solidFill>
                <a:latin typeface="Arial"/>
                <a:ea typeface="ＭＳ Ｐゴシック"/>
              </a:rPr>
              <a:t>Risk Information Tool</a:t>
            </a:r>
          </a:p>
        </p:txBody>
      </p:sp>
      <p:cxnSp>
        <p:nvCxnSpPr>
          <p:cNvPr id="111" name="Connector: Elbow 110">
            <a:extLst>
              <a:ext uri="{FF2B5EF4-FFF2-40B4-BE49-F238E27FC236}">
                <a16:creationId xmlns:a16="http://schemas.microsoft.com/office/drawing/2014/main" id="{F3E3CD7B-7016-4CF7-B418-DBDA8088BDAA}"/>
              </a:ext>
            </a:extLst>
          </p:cNvPr>
          <p:cNvCxnSpPr>
            <a:cxnSpLocks/>
            <a:stCxn id="106" idx="0"/>
            <a:endCxn id="109" idx="2"/>
          </p:cNvCxnSpPr>
          <p:nvPr/>
        </p:nvCxnSpPr>
        <p:spPr>
          <a:xfrm rot="16200000" flipV="1">
            <a:off x="6320232" y="4533927"/>
            <a:ext cx="230097" cy="0"/>
          </a:xfrm>
          <a:prstGeom prst="bentConnector3">
            <a:avLst>
              <a:gd name="adj1" fmla="val 50000"/>
            </a:avLst>
          </a:prstGeom>
          <a:ln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Rettangolo 2">
            <a:extLst>
              <a:ext uri="{FF2B5EF4-FFF2-40B4-BE49-F238E27FC236}">
                <a16:creationId xmlns:a16="http://schemas.microsoft.com/office/drawing/2014/main" id="{C2530DF2-9B37-42F3-88C6-5A612D915198}"/>
              </a:ext>
            </a:extLst>
          </p:cNvPr>
          <p:cNvSpPr/>
          <p:nvPr/>
        </p:nvSpPr>
        <p:spPr>
          <a:xfrm>
            <a:off x="7846476" y="4055921"/>
            <a:ext cx="846000" cy="360000"/>
          </a:xfrm>
          <a:prstGeom prst="roundRect">
            <a:avLst/>
          </a:prstGeom>
          <a:solidFill>
            <a:srgbClr val="FFFFFF"/>
          </a:solidFill>
          <a:ln w="9525" cap="flat" cmpd="sng" algn="ctr">
            <a:solidFill>
              <a:srgbClr val="C00000"/>
            </a:solidFill>
            <a:prstDash val="solid"/>
            <a:headEnd type="none"/>
            <a:tailEnd type="none"/>
          </a:ln>
          <a:effectLst/>
        </p:spPr>
        <p:txBody>
          <a:bodyPr anchor="ctr"/>
          <a:lstStyle/>
          <a:p>
            <a:pPr lvl="0" algn="ctr" defTabSz="957756">
              <a:spcBef>
                <a:spcPct val="0"/>
              </a:spcBef>
              <a:defRPr/>
            </a:pPr>
            <a:r>
              <a:rPr lang="en-US" sz="800">
                <a:solidFill>
                  <a:srgbClr val="000000"/>
                </a:solidFill>
                <a:latin typeface="Arial"/>
                <a:ea typeface="ＭＳ Ｐゴシック"/>
              </a:rPr>
              <a:t>Facultative Reinsurance Need</a:t>
            </a:r>
          </a:p>
        </p:txBody>
      </p:sp>
      <p:sp>
        <p:nvSpPr>
          <p:cNvPr id="127" name="Rettangolo 2">
            <a:extLst>
              <a:ext uri="{FF2B5EF4-FFF2-40B4-BE49-F238E27FC236}">
                <a16:creationId xmlns:a16="http://schemas.microsoft.com/office/drawing/2014/main" id="{40BFD3E2-024E-4995-9A0E-09C5B390ABE7}"/>
              </a:ext>
            </a:extLst>
          </p:cNvPr>
          <p:cNvSpPr/>
          <p:nvPr/>
        </p:nvSpPr>
        <p:spPr>
          <a:xfrm>
            <a:off x="7904190" y="5089661"/>
            <a:ext cx="846000" cy="360000"/>
          </a:xfrm>
          <a:prstGeom prst="roundRect">
            <a:avLst/>
          </a:prstGeom>
          <a:solidFill>
            <a:srgbClr val="FFFFFF"/>
          </a:solidFill>
          <a:ln w="9525" cap="flat" cmpd="sng" algn="ctr">
            <a:solidFill>
              <a:srgbClr val="C00000"/>
            </a:solidFill>
            <a:prstDash val="solid"/>
            <a:headEnd type="none"/>
            <a:tailEnd type="none"/>
          </a:ln>
          <a:effectLst/>
        </p:spPr>
        <p:txBody>
          <a:bodyPr anchor="ctr"/>
          <a:lstStyle/>
          <a:p>
            <a:pPr lvl="0" algn="ctr" defTabSz="957756">
              <a:spcBef>
                <a:spcPct val="0"/>
              </a:spcBef>
              <a:defRPr/>
            </a:pPr>
            <a:r>
              <a:rPr lang="en-US" sz="800">
                <a:solidFill>
                  <a:srgbClr val="000000"/>
                </a:solidFill>
                <a:latin typeface="Arial"/>
                <a:ea typeface="ＭＳ Ｐゴシック"/>
              </a:rPr>
              <a:t>Facultative Reinsurance</a:t>
            </a:r>
          </a:p>
        </p:txBody>
      </p:sp>
      <p:sp>
        <p:nvSpPr>
          <p:cNvPr id="130" name="Rettangolo 2">
            <a:extLst>
              <a:ext uri="{FF2B5EF4-FFF2-40B4-BE49-F238E27FC236}">
                <a16:creationId xmlns:a16="http://schemas.microsoft.com/office/drawing/2014/main" id="{56F0897C-AF5F-41A6-A06E-5B03EFC7254C}"/>
              </a:ext>
            </a:extLst>
          </p:cNvPr>
          <p:cNvSpPr/>
          <p:nvPr/>
        </p:nvSpPr>
        <p:spPr>
          <a:xfrm>
            <a:off x="8790905" y="4055755"/>
            <a:ext cx="613556" cy="360000"/>
          </a:xfrm>
          <a:prstGeom prst="roundRect">
            <a:avLst/>
          </a:prstGeom>
          <a:solidFill>
            <a:srgbClr val="FFFFFF"/>
          </a:solidFill>
          <a:ln w="9525" cap="flat" cmpd="sng" algn="ctr">
            <a:solidFill>
              <a:srgbClr val="C00000"/>
            </a:solidFill>
            <a:prstDash val="solid"/>
            <a:headEnd type="none"/>
            <a:tailEnd type="none"/>
          </a:ln>
          <a:effectLst/>
        </p:spPr>
        <p:txBody>
          <a:bodyPr anchor="ctr"/>
          <a:lstStyle/>
          <a:p>
            <a:pPr marL="0" marR="0" lvl="0" indent="0" algn="ctr" defTabSz="957756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>
                <a:solidFill>
                  <a:srgbClr val="000000"/>
                </a:solidFill>
                <a:latin typeface="Arial"/>
                <a:ea typeface="ＭＳ Ｐゴシック"/>
              </a:rPr>
              <a:t>Pricing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ＭＳ Ｐゴシック"/>
              <a:cs typeface="+mn-cs"/>
            </a:endParaRPr>
          </a:p>
        </p:txBody>
      </p:sp>
      <p:sp>
        <p:nvSpPr>
          <p:cNvPr id="134" name="Rettangolo 2">
            <a:extLst>
              <a:ext uri="{FF2B5EF4-FFF2-40B4-BE49-F238E27FC236}">
                <a16:creationId xmlns:a16="http://schemas.microsoft.com/office/drawing/2014/main" id="{4D1DB639-11EA-4EBA-A1E3-F59F2F380467}"/>
              </a:ext>
            </a:extLst>
          </p:cNvPr>
          <p:cNvSpPr/>
          <p:nvPr/>
        </p:nvSpPr>
        <p:spPr>
          <a:xfrm>
            <a:off x="10509485" y="4045820"/>
            <a:ext cx="846000" cy="360000"/>
          </a:xfrm>
          <a:prstGeom prst="roundRect">
            <a:avLst/>
          </a:prstGeom>
          <a:solidFill>
            <a:srgbClr val="FFFFFF"/>
          </a:solidFill>
          <a:ln w="9525" cap="flat" cmpd="sng" algn="ctr">
            <a:solidFill>
              <a:srgbClr val="C00000"/>
            </a:solidFill>
            <a:prstDash val="solid"/>
            <a:headEnd type="none"/>
            <a:tailEnd type="none"/>
          </a:ln>
          <a:effectLst/>
        </p:spPr>
        <p:txBody>
          <a:bodyPr anchor="ctr"/>
          <a:lstStyle/>
          <a:p>
            <a:pPr lvl="0" algn="ctr" defTabSz="957756">
              <a:spcBef>
                <a:spcPct val="0"/>
              </a:spcBef>
              <a:defRPr/>
            </a:pPr>
            <a:r>
              <a:rPr lang="en-US" sz="800">
                <a:solidFill>
                  <a:srgbClr val="000000"/>
                </a:solidFill>
                <a:latin typeface="Arial"/>
                <a:ea typeface="ＭＳ Ｐゴシック"/>
              </a:rPr>
              <a:t>Quotation Preparation &amp; Negotiation</a:t>
            </a:r>
          </a:p>
        </p:txBody>
      </p:sp>
      <p:sp>
        <p:nvSpPr>
          <p:cNvPr id="140" name="Rettangolo 2">
            <a:extLst>
              <a:ext uri="{FF2B5EF4-FFF2-40B4-BE49-F238E27FC236}">
                <a16:creationId xmlns:a16="http://schemas.microsoft.com/office/drawing/2014/main" id="{8AFBA983-D269-4F8B-9D89-9C84A6FAB958}"/>
              </a:ext>
            </a:extLst>
          </p:cNvPr>
          <p:cNvSpPr/>
          <p:nvPr/>
        </p:nvSpPr>
        <p:spPr>
          <a:xfrm>
            <a:off x="11489171" y="4047931"/>
            <a:ext cx="612000" cy="360000"/>
          </a:xfrm>
          <a:prstGeom prst="roundRect">
            <a:avLst/>
          </a:prstGeom>
          <a:noFill/>
          <a:ln w="9525" cap="flat" cmpd="sng" algn="ctr">
            <a:solidFill>
              <a:srgbClr val="C00000"/>
            </a:solidFill>
            <a:prstDash val="solid"/>
            <a:headEnd type="none"/>
            <a:tailEnd type="none"/>
          </a:ln>
          <a:effectLst/>
        </p:spPr>
        <p:txBody>
          <a:bodyPr anchor="ctr"/>
          <a:lstStyle/>
          <a:p>
            <a:pPr lvl="0" algn="ctr" defTabSz="957756">
              <a:spcBef>
                <a:spcPct val="0"/>
              </a:spcBef>
              <a:defRPr/>
            </a:pPr>
            <a:r>
              <a:rPr lang="en-US" sz="800">
                <a:solidFill>
                  <a:srgbClr val="000000"/>
                </a:solidFill>
                <a:latin typeface="Arial"/>
                <a:ea typeface="ＭＳ Ｐゴシック"/>
              </a:rPr>
              <a:t>Risk Binding</a:t>
            </a:r>
          </a:p>
        </p:txBody>
      </p:sp>
      <p:sp>
        <p:nvSpPr>
          <p:cNvPr id="200" name="Rectangle 199">
            <a:extLst>
              <a:ext uri="{FF2B5EF4-FFF2-40B4-BE49-F238E27FC236}">
                <a16:creationId xmlns:a16="http://schemas.microsoft.com/office/drawing/2014/main" id="{182113ED-775E-41BC-8F23-371C4AB709DC}"/>
              </a:ext>
            </a:extLst>
          </p:cNvPr>
          <p:cNvSpPr/>
          <p:nvPr/>
        </p:nvSpPr>
        <p:spPr bwMode="auto">
          <a:xfrm>
            <a:off x="51447" y="3949531"/>
            <a:ext cx="327600" cy="633826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accent1"/>
            </a:solidFill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vert270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it-IT" sz="800">
                <a:solidFill>
                  <a:schemeClr val="bg1"/>
                </a:solidFill>
                <a:latin typeface="Ubuntu" panose="020B0504030602030204" pitchFamily="34" charset="0"/>
              </a:rPr>
              <a:t>UW</a:t>
            </a:r>
            <a:endParaRPr kumimoji="0" lang="it-IT" sz="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Ubuntu" panose="020B0504030602030204" pitchFamily="34" charset="0"/>
              <a:ea typeface="+mn-ea"/>
              <a:cs typeface="+mn-cs"/>
            </a:endParaRPr>
          </a:p>
        </p:txBody>
      </p:sp>
      <p:cxnSp>
        <p:nvCxnSpPr>
          <p:cNvPr id="201" name="Straight Connector 200">
            <a:extLst>
              <a:ext uri="{FF2B5EF4-FFF2-40B4-BE49-F238E27FC236}">
                <a16:creationId xmlns:a16="http://schemas.microsoft.com/office/drawing/2014/main" id="{3CAA5C9A-D8F1-472B-BBF6-255A53550443}"/>
              </a:ext>
            </a:extLst>
          </p:cNvPr>
          <p:cNvCxnSpPr>
            <a:cxnSpLocks/>
          </p:cNvCxnSpPr>
          <p:nvPr/>
        </p:nvCxnSpPr>
        <p:spPr>
          <a:xfrm>
            <a:off x="51447" y="4602365"/>
            <a:ext cx="12132000" cy="0"/>
          </a:xfrm>
          <a:prstGeom prst="line">
            <a:avLst/>
          </a:prstGeom>
          <a:ln w="9525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47" name="Arrow: Chevron 246">
            <a:extLst>
              <a:ext uri="{FF2B5EF4-FFF2-40B4-BE49-F238E27FC236}">
                <a16:creationId xmlns:a16="http://schemas.microsoft.com/office/drawing/2014/main" id="{882A1C04-6503-4A7C-9B99-A6AFCA15B31B}"/>
              </a:ext>
            </a:extLst>
          </p:cNvPr>
          <p:cNvSpPr/>
          <p:nvPr/>
        </p:nvSpPr>
        <p:spPr bwMode="auto">
          <a:xfrm>
            <a:off x="10272201" y="1040822"/>
            <a:ext cx="1852849" cy="652654"/>
          </a:xfrm>
          <a:prstGeom prst="chevron">
            <a:avLst/>
          </a:prstGeom>
          <a:solidFill>
            <a:schemeClr val="accent1"/>
          </a:solidFill>
          <a:ln w="28575" cap="rnd">
            <a:solidFill>
              <a:schemeClr val="bg1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it-IT" sz="900">
                <a:solidFill>
                  <a:schemeClr val="bg1"/>
                </a:solidFill>
                <a:latin typeface="Ubuntu" panose="020B0504030602030204" pitchFamily="34" charset="0"/>
              </a:rPr>
              <a:t>QUOTING &amp; RISK BINDING</a:t>
            </a:r>
            <a:endParaRPr kumimoji="0" lang="it-IT" sz="9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Ubuntu" panose="020B0504030602030204" pitchFamily="34" charset="0"/>
              <a:ea typeface="+mn-ea"/>
              <a:cs typeface="+mn-cs"/>
            </a:endParaRPr>
          </a:p>
        </p:txBody>
      </p:sp>
      <p:sp>
        <p:nvSpPr>
          <p:cNvPr id="268" name="Rettangolo 2">
            <a:extLst>
              <a:ext uri="{FF2B5EF4-FFF2-40B4-BE49-F238E27FC236}">
                <a16:creationId xmlns:a16="http://schemas.microsoft.com/office/drawing/2014/main" id="{509AAC43-BF28-4C0A-9332-A5A72E4509C4}"/>
              </a:ext>
            </a:extLst>
          </p:cNvPr>
          <p:cNvSpPr/>
          <p:nvPr/>
        </p:nvSpPr>
        <p:spPr>
          <a:xfrm>
            <a:off x="6018585" y="5616805"/>
            <a:ext cx="4137799" cy="266400"/>
          </a:xfrm>
          <a:prstGeom prst="roundRect">
            <a:avLst/>
          </a:prstGeom>
          <a:solidFill>
            <a:srgbClr val="FFFFFF"/>
          </a:solidFill>
          <a:ln w="9525" cap="flat" cmpd="sng" algn="ctr">
            <a:solidFill>
              <a:srgbClr val="C00000"/>
            </a:solidFill>
            <a:prstDash val="solid"/>
            <a:headEnd type="none"/>
            <a:tailEnd type="none"/>
          </a:ln>
          <a:effectLst/>
        </p:spPr>
        <p:txBody>
          <a:bodyPr anchor="ctr"/>
          <a:lstStyle/>
          <a:p>
            <a:pPr lvl="0" algn="ctr" defTabSz="957756">
              <a:spcBef>
                <a:spcPct val="0"/>
              </a:spcBef>
              <a:defRPr/>
            </a:pPr>
            <a:r>
              <a:rPr lang="en-US" sz="800">
                <a:solidFill>
                  <a:srgbClr val="000000"/>
                </a:solidFill>
                <a:latin typeface="Arial"/>
                <a:ea typeface="ＭＳ Ｐゴシック"/>
              </a:rPr>
              <a:t>Underwriting Guideline Referral</a:t>
            </a:r>
          </a:p>
        </p:txBody>
      </p:sp>
      <p:cxnSp>
        <p:nvCxnSpPr>
          <p:cNvPr id="269" name="Connector: Elbow 268">
            <a:extLst>
              <a:ext uri="{FF2B5EF4-FFF2-40B4-BE49-F238E27FC236}">
                <a16:creationId xmlns:a16="http://schemas.microsoft.com/office/drawing/2014/main" id="{5A1E11CA-C9A2-4504-9699-E1045BAD6DA8}"/>
              </a:ext>
            </a:extLst>
          </p:cNvPr>
          <p:cNvCxnSpPr>
            <a:cxnSpLocks/>
            <a:stCxn id="87" idx="3"/>
          </p:cNvCxnSpPr>
          <p:nvPr/>
        </p:nvCxnSpPr>
        <p:spPr>
          <a:xfrm>
            <a:off x="5727822" y="3295284"/>
            <a:ext cx="57473" cy="757242"/>
          </a:xfrm>
          <a:prstGeom prst="bentConnector2">
            <a:avLst/>
          </a:prstGeom>
          <a:ln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3" name="Connector: Elbow 272">
            <a:extLst>
              <a:ext uri="{FF2B5EF4-FFF2-40B4-BE49-F238E27FC236}">
                <a16:creationId xmlns:a16="http://schemas.microsoft.com/office/drawing/2014/main" id="{0BA5119B-0298-4590-8BFB-E3D6B18E39CE}"/>
              </a:ext>
            </a:extLst>
          </p:cNvPr>
          <p:cNvCxnSpPr>
            <a:cxnSpLocks/>
            <a:stCxn id="110" idx="3"/>
            <a:endCxn id="119" idx="1"/>
          </p:cNvCxnSpPr>
          <p:nvPr/>
        </p:nvCxnSpPr>
        <p:spPr>
          <a:xfrm flipV="1">
            <a:off x="7767533" y="4235921"/>
            <a:ext cx="78943" cy="8957"/>
          </a:xfrm>
          <a:prstGeom prst="bentConnector3">
            <a:avLst>
              <a:gd name="adj1" fmla="val 50000"/>
            </a:avLst>
          </a:prstGeom>
          <a:ln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3" name="Connector: Elbow 282">
            <a:extLst>
              <a:ext uri="{FF2B5EF4-FFF2-40B4-BE49-F238E27FC236}">
                <a16:creationId xmlns:a16="http://schemas.microsoft.com/office/drawing/2014/main" id="{C48E6819-E1C4-4474-9FAE-F20E0476F4E6}"/>
              </a:ext>
            </a:extLst>
          </p:cNvPr>
          <p:cNvCxnSpPr>
            <a:cxnSpLocks/>
            <a:stCxn id="119" idx="2"/>
          </p:cNvCxnSpPr>
          <p:nvPr/>
        </p:nvCxnSpPr>
        <p:spPr>
          <a:xfrm rot="5400000">
            <a:off x="7922114" y="4763283"/>
            <a:ext cx="694724" cy="0"/>
          </a:xfrm>
          <a:prstGeom prst="bentConnector3">
            <a:avLst>
              <a:gd name="adj1" fmla="val 50000"/>
            </a:avLst>
          </a:prstGeom>
          <a:ln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6" name="Connector: Elbow 285">
            <a:extLst>
              <a:ext uri="{FF2B5EF4-FFF2-40B4-BE49-F238E27FC236}">
                <a16:creationId xmlns:a16="http://schemas.microsoft.com/office/drawing/2014/main" id="{1F8EC50E-AE05-438F-8897-3EB1CA36EBA8}"/>
              </a:ext>
            </a:extLst>
          </p:cNvPr>
          <p:cNvCxnSpPr>
            <a:cxnSpLocks/>
            <a:stCxn id="127" idx="3"/>
            <a:endCxn id="130" idx="2"/>
          </p:cNvCxnSpPr>
          <p:nvPr/>
        </p:nvCxnSpPr>
        <p:spPr>
          <a:xfrm flipV="1">
            <a:off x="8750190" y="4415755"/>
            <a:ext cx="347493" cy="853906"/>
          </a:xfrm>
          <a:prstGeom prst="bentConnector2">
            <a:avLst/>
          </a:prstGeom>
          <a:ln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9" name="Connector: Elbow 288">
            <a:extLst>
              <a:ext uri="{FF2B5EF4-FFF2-40B4-BE49-F238E27FC236}">
                <a16:creationId xmlns:a16="http://schemas.microsoft.com/office/drawing/2014/main" id="{8724DE30-8920-4A6F-87F3-01D2EF416BDD}"/>
              </a:ext>
            </a:extLst>
          </p:cNvPr>
          <p:cNvCxnSpPr>
            <a:cxnSpLocks/>
            <a:stCxn id="130" idx="3"/>
            <a:endCxn id="103" idx="1"/>
          </p:cNvCxnSpPr>
          <p:nvPr/>
        </p:nvCxnSpPr>
        <p:spPr>
          <a:xfrm flipV="1">
            <a:off x="9404461" y="4232352"/>
            <a:ext cx="146262" cy="3403"/>
          </a:xfrm>
          <a:prstGeom prst="bentConnector3">
            <a:avLst>
              <a:gd name="adj1" fmla="val 50000"/>
            </a:avLst>
          </a:prstGeom>
          <a:ln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3" name="Rectangle 292">
            <a:extLst>
              <a:ext uri="{FF2B5EF4-FFF2-40B4-BE49-F238E27FC236}">
                <a16:creationId xmlns:a16="http://schemas.microsoft.com/office/drawing/2014/main" id="{B749E28E-3ABD-4CC2-B87C-16F7BDD60E0E}"/>
              </a:ext>
            </a:extLst>
          </p:cNvPr>
          <p:cNvSpPr/>
          <p:nvPr/>
        </p:nvSpPr>
        <p:spPr bwMode="auto">
          <a:xfrm>
            <a:off x="59082" y="5532543"/>
            <a:ext cx="327600" cy="701397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accent1"/>
            </a:solidFill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vert270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it-IT" sz="800">
                <a:solidFill>
                  <a:schemeClr val="bg1"/>
                </a:solidFill>
                <a:latin typeface="Ubuntu"/>
              </a:rPr>
              <a:t>CROSS PROCESS</a:t>
            </a:r>
            <a:endParaRPr kumimoji="0" lang="it-IT" sz="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Ubuntu" panose="020B0504030602030204" pitchFamily="34" charset="0"/>
              <a:ea typeface="+mn-ea"/>
              <a:cs typeface="+mn-cs"/>
            </a:endParaRPr>
          </a:p>
        </p:txBody>
      </p:sp>
      <p:sp>
        <p:nvSpPr>
          <p:cNvPr id="314" name="Rettangolo 2">
            <a:extLst>
              <a:ext uri="{FF2B5EF4-FFF2-40B4-BE49-F238E27FC236}">
                <a16:creationId xmlns:a16="http://schemas.microsoft.com/office/drawing/2014/main" id="{968D11E3-CE02-43CD-A65D-BDFEBA2082A1}"/>
              </a:ext>
            </a:extLst>
          </p:cNvPr>
          <p:cNvSpPr/>
          <p:nvPr/>
        </p:nvSpPr>
        <p:spPr>
          <a:xfrm>
            <a:off x="2068714" y="2655843"/>
            <a:ext cx="846000" cy="360000"/>
          </a:xfrm>
          <a:prstGeom prst="roundRect">
            <a:avLst/>
          </a:prstGeom>
          <a:solidFill>
            <a:srgbClr val="FFFFFF"/>
          </a:solidFill>
          <a:ln w="9525" cap="flat" cmpd="sng" algn="ctr">
            <a:solidFill>
              <a:srgbClr val="C00000"/>
            </a:solidFill>
            <a:prstDash val="solid"/>
            <a:headEnd type="none"/>
            <a:tailEnd type="none"/>
          </a:ln>
          <a:effectLst/>
        </p:spPr>
        <p:txBody>
          <a:bodyPr anchor="ctr"/>
          <a:lstStyle/>
          <a:p>
            <a:pPr marL="0" marR="0" lvl="0" indent="0" algn="ctr" defTabSz="957756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>
                <a:solidFill>
                  <a:srgbClr val="000000"/>
                </a:solidFill>
                <a:latin typeface="Arial"/>
                <a:ea typeface="ＭＳ Ｐゴシック"/>
              </a:rPr>
              <a:t>Renewal Business Submission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ＭＳ Ｐゴシック"/>
              <a:cs typeface="+mn-cs"/>
            </a:endParaRPr>
          </a:p>
        </p:txBody>
      </p:sp>
      <p:grpSp>
        <p:nvGrpSpPr>
          <p:cNvPr id="311" name="Group 310">
            <a:extLst>
              <a:ext uri="{FF2B5EF4-FFF2-40B4-BE49-F238E27FC236}">
                <a16:creationId xmlns:a16="http://schemas.microsoft.com/office/drawing/2014/main" id="{CDEB0A90-8F1E-4C7D-8AA7-A531DDC6D2E9}"/>
              </a:ext>
            </a:extLst>
          </p:cNvPr>
          <p:cNvGrpSpPr/>
          <p:nvPr/>
        </p:nvGrpSpPr>
        <p:grpSpPr>
          <a:xfrm>
            <a:off x="1675126" y="2909904"/>
            <a:ext cx="820801" cy="592980"/>
            <a:chOff x="2690738" y="3191979"/>
            <a:chExt cx="820801" cy="592980"/>
          </a:xfrm>
        </p:grpSpPr>
        <p:sp>
          <p:nvSpPr>
            <p:cNvPr id="312" name="Rectangle 311">
              <a:extLst>
                <a:ext uri="{FF2B5EF4-FFF2-40B4-BE49-F238E27FC236}">
                  <a16:creationId xmlns:a16="http://schemas.microsoft.com/office/drawing/2014/main" id="{A0F82F2B-F22C-4416-8474-F6A6DFE0E263}"/>
                </a:ext>
              </a:extLst>
            </p:cNvPr>
            <p:cNvSpPr/>
            <p:nvPr/>
          </p:nvSpPr>
          <p:spPr>
            <a:xfrm>
              <a:off x="2690738" y="3323294"/>
              <a:ext cx="820801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 defTabSz="957756">
                <a:spcBef>
                  <a:spcPct val="0"/>
                </a:spcBef>
                <a:defRPr/>
              </a:pPr>
              <a:r>
                <a:rPr lang="en-US" sz="600">
                  <a:solidFill>
                    <a:srgbClr val="000000"/>
                  </a:solidFill>
                  <a:latin typeface="Arial"/>
                  <a:ea typeface="ＭＳ Ｐゴシック"/>
                </a:rPr>
                <a:t>Input from Legacy and Global Systems and </a:t>
              </a:r>
              <a:r>
                <a:rPr lang="en-US" sz="600" err="1">
                  <a:solidFill>
                    <a:srgbClr val="000000"/>
                  </a:solidFill>
                  <a:latin typeface="Arial"/>
                  <a:ea typeface="ＭＳ Ｐゴシック"/>
                </a:rPr>
                <a:t>prepopulation</a:t>
              </a:r>
              <a:endParaRPr lang="en-US" sz="600">
                <a:solidFill>
                  <a:srgbClr val="000000"/>
                </a:solidFill>
                <a:latin typeface="Arial"/>
                <a:ea typeface="ＭＳ Ｐゴシック"/>
              </a:endParaRPr>
            </a:p>
          </p:txBody>
        </p:sp>
        <p:pic>
          <p:nvPicPr>
            <p:cNvPr id="313" name="Picture 312">
              <a:extLst>
                <a:ext uri="{FF2B5EF4-FFF2-40B4-BE49-F238E27FC236}">
                  <a16:creationId xmlns:a16="http://schemas.microsoft.com/office/drawing/2014/main" id="{77DAA7DD-0462-48EA-A367-EF3EF35691C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004988" y="3191979"/>
              <a:ext cx="205714" cy="180000"/>
            </a:xfrm>
            <a:prstGeom prst="rect">
              <a:avLst/>
            </a:prstGeom>
          </p:spPr>
        </p:pic>
      </p:grpSp>
      <p:cxnSp>
        <p:nvCxnSpPr>
          <p:cNvPr id="326" name="Connector: Elbow 325">
            <a:extLst>
              <a:ext uri="{FF2B5EF4-FFF2-40B4-BE49-F238E27FC236}">
                <a16:creationId xmlns:a16="http://schemas.microsoft.com/office/drawing/2014/main" id="{42407821-7F7E-4C41-A4EC-EC255090400C}"/>
              </a:ext>
            </a:extLst>
          </p:cNvPr>
          <p:cNvCxnSpPr>
            <a:cxnSpLocks/>
            <a:stCxn id="80" idx="3"/>
          </p:cNvCxnSpPr>
          <p:nvPr/>
        </p:nvCxnSpPr>
        <p:spPr>
          <a:xfrm>
            <a:off x="2931527" y="2431830"/>
            <a:ext cx="341820" cy="236412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7" name="Connector: Elbow 326">
            <a:extLst>
              <a:ext uri="{FF2B5EF4-FFF2-40B4-BE49-F238E27FC236}">
                <a16:creationId xmlns:a16="http://schemas.microsoft.com/office/drawing/2014/main" id="{434BBA54-15B5-44D2-A1C5-F2B71EE5BAE1}"/>
              </a:ext>
            </a:extLst>
          </p:cNvPr>
          <p:cNvCxnSpPr>
            <a:cxnSpLocks/>
            <a:stCxn id="314" idx="3"/>
          </p:cNvCxnSpPr>
          <p:nvPr/>
        </p:nvCxnSpPr>
        <p:spPr>
          <a:xfrm flipV="1">
            <a:off x="2914714" y="2672469"/>
            <a:ext cx="351749" cy="163374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6" name="Rettangolo 2">
            <a:extLst>
              <a:ext uri="{FF2B5EF4-FFF2-40B4-BE49-F238E27FC236}">
                <a16:creationId xmlns:a16="http://schemas.microsoft.com/office/drawing/2014/main" id="{22B79E76-ABA4-47F2-A61F-F8DE0EC47764}"/>
              </a:ext>
            </a:extLst>
          </p:cNvPr>
          <p:cNvSpPr/>
          <p:nvPr/>
        </p:nvSpPr>
        <p:spPr>
          <a:xfrm>
            <a:off x="4881822" y="3521611"/>
            <a:ext cx="846000" cy="360000"/>
          </a:xfrm>
          <a:prstGeom prst="roundRect">
            <a:avLst/>
          </a:prstGeom>
          <a:solidFill>
            <a:srgbClr val="FFFFFF"/>
          </a:solidFill>
          <a:ln w="9525" cap="flat" cmpd="sng" algn="ctr">
            <a:solidFill>
              <a:srgbClr val="C00000"/>
            </a:solidFill>
            <a:prstDash val="solid"/>
            <a:headEnd type="none"/>
            <a:tailEnd type="none"/>
          </a:ln>
          <a:effectLst/>
        </p:spPr>
        <p:txBody>
          <a:bodyPr anchor="ctr"/>
          <a:lstStyle/>
          <a:p>
            <a:pPr algn="ctr" defTabSz="957756">
              <a:spcBef>
                <a:spcPct val="0"/>
              </a:spcBef>
              <a:defRPr/>
            </a:pPr>
            <a:r>
              <a:rPr lang="it-IT" sz="800">
                <a:solidFill>
                  <a:srgbClr val="000000"/>
                </a:solidFill>
                <a:latin typeface="Arial"/>
                <a:ea typeface="ＭＳ Ｐゴシック"/>
                <a:sym typeface="Wingdings" panose="05000000000000000000" pitchFamily="2" charset="2"/>
              </a:rPr>
              <a:t>Renewal UW package</a:t>
            </a:r>
            <a:endParaRPr lang="it-IT" sz="800">
              <a:solidFill>
                <a:srgbClr val="000000"/>
              </a:solidFill>
              <a:latin typeface="Arial"/>
              <a:ea typeface="ＭＳ Ｐゴシック"/>
            </a:endParaRPr>
          </a:p>
        </p:txBody>
      </p:sp>
      <p:cxnSp>
        <p:nvCxnSpPr>
          <p:cNvPr id="349" name="Connector: Elbow 348">
            <a:extLst>
              <a:ext uri="{FF2B5EF4-FFF2-40B4-BE49-F238E27FC236}">
                <a16:creationId xmlns:a16="http://schemas.microsoft.com/office/drawing/2014/main" id="{65531C09-25AF-4522-9A1D-83F1A8705F9C}"/>
              </a:ext>
            </a:extLst>
          </p:cNvPr>
          <p:cNvCxnSpPr>
            <a:cxnSpLocks/>
            <a:stCxn id="86" idx="3"/>
            <a:endCxn id="87" idx="1"/>
          </p:cNvCxnSpPr>
          <p:nvPr/>
        </p:nvCxnSpPr>
        <p:spPr>
          <a:xfrm flipV="1">
            <a:off x="4588064" y="3295284"/>
            <a:ext cx="293758" cy="41808"/>
          </a:xfrm>
          <a:prstGeom prst="bentConnector3">
            <a:avLst>
              <a:gd name="adj1" fmla="val 50000"/>
            </a:avLst>
          </a:prstGeom>
          <a:ln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3" name="Connector: Elbow 352">
            <a:extLst>
              <a:ext uri="{FF2B5EF4-FFF2-40B4-BE49-F238E27FC236}">
                <a16:creationId xmlns:a16="http://schemas.microsoft.com/office/drawing/2014/main" id="{928DDE85-D3ED-466F-9865-71AD59DA06F8}"/>
              </a:ext>
            </a:extLst>
          </p:cNvPr>
          <p:cNvCxnSpPr>
            <a:cxnSpLocks/>
            <a:stCxn id="86" idx="3"/>
            <a:endCxn id="346" idx="1"/>
          </p:cNvCxnSpPr>
          <p:nvPr/>
        </p:nvCxnSpPr>
        <p:spPr>
          <a:xfrm>
            <a:off x="4588064" y="3337092"/>
            <a:ext cx="293758" cy="364519"/>
          </a:xfrm>
          <a:prstGeom prst="bentConnector3">
            <a:avLst>
              <a:gd name="adj1" fmla="val 50000"/>
            </a:avLst>
          </a:prstGeom>
          <a:ln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6" name="Connector: Elbow 355">
            <a:extLst>
              <a:ext uri="{FF2B5EF4-FFF2-40B4-BE49-F238E27FC236}">
                <a16:creationId xmlns:a16="http://schemas.microsoft.com/office/drawing/2014/main" id="{3DE39085-99DD-4FA3-8494-95A8D2276CB7}"/>
              </a:ext>
            </a:extLst>
          </p:cNvPr>
          <p:cNvCxnSpPr>
            <a:cxnSpLocks/>
            <a:stCxn id="346" idx="2"/>
            <a:endCxn id="99" idx="0"/>
          </p:cNvCxnSpPr>
          <p:nvPr/>
        </p:nvCxnSpPr>
        <p:spPr>
          <a:xfrm rot="16200000" flipH="1">
            <a:off x="5335727" y="3850705"/>
            <a:ext cx="180021" cy="241831"/>
          </a:xfrm>
          <a:prstGeom prst="bentConnector3">
            <a:avLst>
              <a:gd name="adj1" fmla="val 50000"/>
            </a:avLst>
          </a:prstGeom>
          <a:ln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578B3958-9AD3-59C4-3565-0DCDCCB5D99E}"/>
              </a:ext>
            </a:extLst>
          </p:cNvPr>
          <p:cNvCxnSpPr>
            <a:cxnSpLocks/>
          </p:cNvCxnSpPr>
          <p:nvPr/>
        </p:nvCxnSpPr>
        <p:spPr>
          <a:xfrm>
            <a:off x="893211" y="5399313"/>
            <a:ext cx="0" cy="21600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CEC93A8D-A5FD-6172-AE81-7CD187785B0C}"/>
              </a:ext>
            </a:extLst>
          </p:cNvPr>
          <p:cNvCxnSpPr>
            <a:cxnSpLocks/>
          </p:cNvCxnSpPr>
          <p:nvPr/>
        </p:nvCxnSpPr>
        <p:spPr>
          <a:xfrm>
            <a:off x="2219750" y="5399313"/>
            <a:ext cx="0" cy="21600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489439D-77E0-2395-70CC-D2081181E3B2}"/>
              </a:ext>
            </a:extLst>
          </p:cNvPr>
          <p:cNvCxnSpPr>
            <a:cxnSpLocks/>
          </p:cNvCxnSpPr>
          <p:nvPr/>
        </p:nvCxnSpPr>
        <p:spPr>
          <a:xfrm>
            <a:off x="7525906" y="5399313"/>
            <a:ext cx="0" cy="21600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89E04C1-0559-BDBF-021F-C6C720B2214A}"/>
              </a:ext>
            </a:extLst>
          </p:cNvPr>
          <p:cNvCxnSpPr>
            <a:cxnSpLocks/>
          </p:cNvCxnSpPr>
          <p:nvPr/>
        </p:nvCxnSpPr>
        <p:spPr>
          <a:xfrm>
            <a:off x="8852445" y="5396310"/>
            <a:ext cx="0" cy="22200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378" name="Group 377">
            <a:extLst>
              <a:ext uri="{FF2B5EF4-FFF2-40B4-BE49-F238E27FC236}">
                <a16:creationId xmlns:a16="http://schemas.microsoft.com/office/drawing/2014/main" id="{FB871D34-CB74-42B8-BE27-6F9E4FA60213}"/>
              </a:ext>
            </a:extLst>
          </p:cNvPr>
          <p:cNvGrpSpPr/>
          <p:nvPr/>
        </p:nvGrpSpPr>
        <p:grpSpPr>
          <a:xfrm>
            <a:off x="4700757" y="4318414"/>
            <a:ext cx="906315" cy="550792"/>
            <a:chOff x="3689186" y="3213927"/>
            <a:chExt cx="906315" cy="550792"/>
          </a:xfrm>
        </p:grpSpPr>
        <p:sp>
          <p:nvSpPr>
            <p:cNvPr id="379" name="Rectangle 378">
              <a:extLst>
                <a:ext uri="{FF2B5EF4-FFF2-40B4-BE49-F238E27FC236}">
                  <a16:creationId xmlns:a16="http://schemas.microsoft.com/office/drawing/2014/main" id="{409D08C9-8E77-4EBB-A649-1E5712FDA94A}"/>
                </a:ext>
              </a:extLst>
            </p:cNvPr>
            <p:cNvSpPr/>
            <p:nvPr/>
          </p:nvSpPr>
          <p:spPr>
            <a:xfrm>
              <a:off x="3689186" y="3303054"/>
              <a:ext cx="906315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 defTabSz="957756">
                <a:spcBef>
                  <a:spcPct val="0"/>
                </a:spcBef>
                <a:defRPr/>
              </a:pPr>
              <a:r>
                <a:rPr lang="en-US" sz="600">
                  <a:solidFill>
                    <a:srgbClr val="000000"/>
                  </a:solidFill>
                  <a:latin typeface="Arial"/>
                  <a:ea typeface="ＭＳ Ｐゴシック"/>
                </a:rPr>
                <a:t>Input recommendation from GeR (Ex Maximo) (Renewal)</a:t>
              </a:r>
            </a:p>
          </p:txBody>
        </p:sp>
        <p:pic>
          <p:nvPicPr>
            <p:cNvPr id="380" name="Picture 379">
              <a:extLst>
                <a:ext uri="{FF2B5EF4-FFF2-40B4-BE49-F238E27FC236}">
                  <a16:creationId xmlns:a16="http://schemas.microsoft.com/office/drawing/2014/main" id="{B493ED04-FA45-4EB4-8356-87B82672723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052343" y="3213927"/>
              <a:ext cx="180000" cy="157500"/>
            </a:xfrm>
            <a:prstGeom prst="rect">
              <a:avLst/>
            </a:prstGeom>
          </p:spPr>
        </p:pic>
      </p:grpSp>
      <p:grpSp>
        <p:nvGrpSpPr>
          <p:cNvPr id="381" name="Group 380">
            <a:extLst>
              <a:ext uri="{FF2B5EF4-FFF2-40B4-BE49-F238E27FC236}">
                <a16:creationId xmlns:a16="http://schemas.microsoft.com/office/drawing/2014/main" id="{3B024917-A60D-4399-850D-F4A428E22E84}"/>
              </a:ext>
            </a:extLst>
          </p:cNvPr>
          <p:cNvGrpSpPr/>
          <p:nvPr/>
        </p:nvGrpSpPr>
        <p:grpSpPr>
          <a:xfrm>
            <a:off x="7453636" y="4325729"/>
            <a:ext cx="906315" cy="676780"/>
            <a:chOff x="6471526" y="3191979"/>
            <a:chExt cx="906315" cy="676780"/>
          </a:xfrm>
        </p:grpSpPr>
        <p:sp>
          <p:nvSpPr>
            <p:cNvPr id="382" name="Rectangle 381">
              <a:extLst>
                <a:ext uri="{FF2B5EF4-FFF2-40B4-BE49-F238E27FC236}">
                  <a16:creationId xmlns:a16="http://schemas.microsoft.com/office/drawing/2014/main" id="{3E6262CC-5EEA-4F07-9E93-AD5C3E63ECA7}"/>
                </a:ext>
              </a:extLst>
            </p:cNvPr>
            <p:cNvSpPr/>
            <p:nvPr/>
          </p:nvSpPr>
          <p:spPr>
            <a:xfrm>
              <a:off x="6471526" y="3314761"/>
              <a:ext cx="906315" cy="55399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 defTabSz="957756">
                <a:spcBef>
                  <a:spcPct val="0"/>
                </a:spcBef>
                <a:defRPr/>
              </a:pPr>
              <a:r>
                <a:rPr lang="en-US" sz="600">
                  <a:solidFill>
                    <a:srgbClr val="000000"/>
                  </a:solidFill>
                  <a:latin typeface="Arial"/>
                  <a:ea typeface="ＭＳ Ｐゴシック"/>
                </a:rPr>
                <a:t>Input from Legacy System all history of the client (Submission, Opportunity etc..)</a:t>
              </a:r>
            </a:p>
          </p:txBody>
        </p:sp>
        <p:pic>
          <p:nvPicPr>
            <p:cNvPr id="383" name="Picture 382">
              <a:extLst>
                <a:ext uri="{FF2B5EF4-FFF2-40B4-BE49-F238E27FC236}">
                  <a16:creationId xmlns:a16="http://schemas.microsoft.com/office/drawing/2014/main" id="{32D59943-50E1-439C-8E8A-016C15538E9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834683" y="3191979"/>
              <a:ext cx="180000" cy="157500"/>
            </a:xfrm>
            <a:prstGeom prst="rect">
              <a:avLst/>
            </a:prstGeom>
          </p:spPr>
        </p:pic>
      </p:grpSp>
      <p:grpSp>
        <p:nvGrpSpPr>
          <p:cNvPr id="384" name="Group 383">
            <a:extLst>
              <a:ext uri="{FF2B5EF4-FFF2-40B4-BE49-F238E27FC236}">
                <a16:creationId xmlns:a16="http://schemas.microsoft.com/office/drawing/2014/main" id="{C75AF7DC-EB2E-489E-86E4-C7A1F8D9CC83}"/>
              </a:ext>
            </a:extLst>
          </p:cNvPr>
          <p:cNvGrpSpPr/>
          <p:nvPr/>
        </p:nvGrpSpPr>
        <p:grpSpPr>
          <a:xfrm>
            <a:off x="4224132" y="3736880"/>
            <a:ext cx="906315" cy="666564"/>
            <a:chOff x="8136757" y="3325541"/>
            <a:chExt cx="906315" cy="666564"/>
          </a:xfrm>
        </p:grpSpPr>
        <p:sp>
          <p:nvSpPr>
            <p:cNvPr id="385" name="Rectangle 384">
              <a:extLst>
                <a:ext uri="{FF2B5EF4-FFF2-40B4-BE49-F238E27FC236}">
                  <a16:creationId xmlns:a16="http://schemas.microsoft.com/office/drawing/2014/main" id="{6EF391A8-E8A7-4184-BAD6-9CB73B10C024}"/>
                </a:ext>
              </a:extLst>
            </p:cNvPr>
            <p:cNvSpPr/>
            <p:nvPr/>
          </p:nvSpPr>
          <p:spPr>
            <a:xfrm>
              <a:off x="8136757" y="3438107"/>
              <a:ext cx="906315" cy="55399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 defTabSz="957756">
                <a:spcBef>
                  <a:spcPct val="0"/>
                </a:spcBef>
                <a:defRPr/>
              </a:pPr>
              <a:r>
                <a:rPr lang="en-US" sz="600">
                  <a:solidFill>
                    <a:srgbClr val="000000"/>
                  </a:solidFill>
                  <a:latin typeface="Arial"/>
                  <a:ea typeface="ＭＳ Ｐゴシック"/>
                </a:rPr>
                <a:t>Input from Legacy System all relevant information for pricing (Claims, endorsement …)</a:t>
              </a:r>
            </a:p>
          </p:txBody>
        </p:sp>
        <p:pic>
          <p:nvPicPr>
            <p:cNvPr id="386" name="Picture 385">
              <a:extLst>
                <a:ext uri="{FF2B5EF4-FFF2-40B4-BE49-F238E27FC236}">
                  <a16:creationId xmlns:a16="http://schemas.microsoft.com/office/drawing/2014/main" id="{8CE9EFD6-C47F-4582-B719-E21B7F3E9E5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615437" y="3325541"/>
              <a:ext cx="180000" cy="157500"/>
            </a:xfrm>
            <a:prstGeom prst="rect">
              <a:avLst/>
            </a:prstGeom>
          </p:spPr>
        </p:pic>
      </p:grpSp>
      <p:sp>
        <p:nvSpPr>
          <p:cNvPr id="18" name="Rettangolo 2">
            <a:extLst>
              <a:ext uri="{FF2B5EF4-FFF2-40B4-BE49-F238E27FC236}">
                <a16:creationId xmlns:a16="http://schemas.microsoft.com/office/drawing/2014/main" id="{432DC862-8B34-D7DF-C22F-23FD1BCB11DA}"/>
              </a:ext>
            </a:extLst>
          </p:cNvPr>
          <p:cNvSpPr/>
          <p:nvPr/>
        </p:nvSpPr>
        <p:spPr>
          <a:xfrm>
            <a:off x="525835" y="5968082"/>
            <a:ext cx="11524964" cy="266400"/>
          </a:xfrm>
          <a:prstGeom prst="roundRect">
            <a:avLst/>
          </a:prstGeom>
          <a:solidFill>
            <a:srgbClr val="FFFFFF"/>
          </a:solidFill>
          <a:ln w="9525" cap="flat" cmpd="sng" algn="ctr">
            <a:solidFill>
              <a:srgbClr val="C00000"/>
            </a:solidFill>
            <a:prstDash val="solid"/>
            <a:headEnd type="none"/>
            <a:tailEnd type="none"/>
          </a:ln>
          <a:effectLst/>
        </p:spPr>
        <p:txBody>
          <a:bodyPr lIns="91440" tIns="45720" rIns="91440" bIns="45720" anchor="ctr"/>
          <a:lstStyle/>
          <a:p>
            <a:pPr algn="ctr" defTabSz="957756">
              <a:spcBef>
                <a:spcPct val="0"/>
              </a:spcBef>
              <a:defRPr/>
            </a:pPr>
            <a:r>
              <a:rPr lang="en-US" sz="800">
                <a:solidFill>
                  <a:srgbClr val="000000"/>
                </a:solidFill>
                <a:latin typeface="Arial"/>
                <a:ea typeface="ＭＳ Ｐゴシック"/>
                <a:cs typeface="Arial"/>
              </a:rPr>
              <a:t>Workflow Management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BA22A879-0688-C38A-5D97-EBBE817C177B}"/>
              </a:ext>
            </a:extLst>
          </p:cNvPr>
          <p:cNvCxnSpPr>
            <a:cxnSpLocks/>
          </p:cNvCxnSpPr>
          <p:nvPr/>
        </p:nvCxnSpPr>
        <p:spPr>
          <a:xfrm>
            <a:off x="3546289" y="5399313"/>
            <a:ext cx="0" cy="21600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3" name="Straight Arrow Connector 392">
            <a:extLst>
              <a:ext uri="{FF2B5EF4-FFF2-40B4-BE49-F238E27FC236}">
                <a16:creationId xmlns:a16="http://schemas.microsoft.com/office/drawing/2014/main" id="{883D7D1A-E71C-4C6A-9EB8-9EE3B3712482}"/>
              </a:ext>
            </a:extLst>
          </p:cNvPr>
          <p:cNvCxnSpPr>
            <a:cxnSpLocks/>
          </p:cNvCxnSpPr>
          <p:nvPr/>
        </p:nvCxnSpPr>
        <p:spPr>
          <a:xfrm>
            <a:off x="4872828" y="5399313"/>
            <a:ext cx="0" cy="21600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4" name="Straight Arrow Connector 393">
            <a:extLst>
              <a:ext uri="{FF2B5EF4-FFF2-40B4-BE49-F238E27FC236}">
                <a16:creationId xmlns:a16="http://schemas.microsoft.com/office/drawing/2014/main" id="{1F9D9AE5-4B14-4D74-AC15-056842DBC8F6}"/>
              </a:ext>
            </a:extLst>
          </p:cNvPr>
          <p:cNvCxnSpPr>
            <a:cxnSpLocks/>
          </p:cNvCxnSpPr>
          <p:nvPr/>
        </p:nvCxnSpPr>
        <p:spPr>
          <a:xfrm>
            <a:off x="6199367" y="5399313"/>
            <a:ext cx="0" cy="21600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A70C4890-05A0-9B2E-8F8E-19A8DC910DAE}"/>
              </a:ext>
            </a:extLst>
          </p:cNvPr>
          <p:cNvSpPr/>
          <p:nvPr/>
        </p:nvSpPr>
        <p:spPr bwMode="auto">
          <a:xfrm>
            <a:off x="4881822" y="237148"/>
            <a:ext cx="7000503" cy="726992"/>
          </a:xfrm>
          <a:prstGeom prst="rect">
            <a:avLst/>
          </a:prstGeom>
          <a:ln w="19050"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buntu" panose="020B0504030602030204" pitchFamily="34" charset="0"/>
              <a:ea typeface="+mn-ea"/>
              <a:cs typeface="+mn-cs"/>
            </a:endParaRPr>
          </a:p>
        </p:txBody>
      </p:sp>
      <p:cxnSp>
        <p:nvCxnSpPr>
          <p:cNvPr id="395" name="Straight Arrow Connector 394">
            <a:extLst>
              <a:ext uri="{FF2B5EF4-FFF2-40B4-BE49-F238E27FC236}">
                <a16:creationId xmlns:a16="http://schemas.microsoft.com/office/drawing/2014/main" id="{3232E11F-A208-4174-A37B-AC04DFB8AAF4}"/>
              </a:ext>
            </a:extLst>
          </p:cNvPr>
          <p:cNvCxnSpPr>
            <a:cxnSpLocks/>
          </p:cNvCxnSpPr>
          <p:nvPr/>
        </p:nvCxnSpPr>
        <p:spPr>
          <a:xfrm>
            <a:off x="10178984" y="5396310"/>
            <a:ext cx="0" cy="22200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6" name="Straight Arrow Connector 395">
            <a:extLst>
              <a:ext uri="{FF2B5EF4-FFF2-40B4-BE49-F238E27FC236}">
                <a16:creationId xmlns:a16="http://schemas.microsoft.com/office/drawing/2014/main" id="{6B0BD8F9-10E1-4E7A-AB2F-91852A787161}"/>
              </a:ext>
            </a:extLst>
          </p:cNvPr>
          <p:cNvCxnSpPr>
            <a:cxnSpLocks/>
          </p:cNvCxnSpPr>
          <p:nvPr/>
        </p:nvCxnSpPr>
        <p:spPr>
          <a:xfrm>
            <a:off x="11505524" y="5396310"/>
            <a:ext cx="0" cy="22200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F89AFA8E-153D-3CA5-7605-73D8F3908A22}"/>
              </a:ext>
            </a:extLst>
          </p:cNvPr>
          <p:cNvSpPr txBox="1"/>
          <p:nvPr/>
        </p:nvSpPr>
        <p:spPr>
          <a:xfrm>
            <a:off x="8099703" y="-11056"/>
            <a:ext cx="848784" cy="302091"/>
          </a:xfrm>
          <a:prstGeom prst="roundRect">
            <a:avLst>
              <a:gd name="adj" fmla="val 23448"/>
            </a:avLst>
          </a:prstGeom>
          <a:noFill/>
          <a:ln w="9525"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100" u="sng"/>
              <a:t>Legend</a:t>
            </a:r>
          </a:p>
        </p:txBody>
      </p:sp>
      <p:pic>
        <p:nvPicPr>
          <p:cNvPr id="404" name="Picture 403">
            <a:extLst>
              <a:ext uri="{FF2B5EF4-FFF2-40B4-BE49-F238E27FC236}">
                <a16:creationId xmlns:a16="http://schemas.microsoft.com/office/drawing/2014/main" id="{357C92AB-EBCF-41B7-ADA6-1C37F7093D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82325" y="3937057"/>
            <a:ext cx="220000" cy="198000"/>
          </a:xfrm>
          <a:prstGeom prst="rect">
            <a:avLst/>
          </a:prstGeom>
        </p:spPr>
      </p:pic>
      <p:sp>
        <p:nvSpPr>
          <p:cNvPr id="406" name="Rectangle 405">
            <a:extLst>
              <a:ext uri="{FF2B5EF4-FFF2-40B4-BE49-F238E27FC236}">
                <a16:creationId xmlns:a16="http://schemas.microsoft.com/office/drawing/2014/main" id="{92ED5618-001E-4F9A-83EB-FC6B9B1FA1F0}"/>
              </a:ext>
            </a:extLst>
          </p:cNvPr>
          <p:cNvSpPr/>
          <p:nvPr/>
        </p:nvSpPr>
        <p:spPr>
          <a:xfrm>
            <a:off x="11520610" y="3579139"/>
            <a:ext cx="67923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defTabSz="957756">
              <a:spcBef>
                <a:spcPct val="0"/>
              </a:spcBef>
              <a:defRPr/>
            </a:pPr>
            <a:r>
              <a:rPr lang="en-US" sz="600">
                <a:solidFill>
                  <a:srgbClr val="000000"/>
                </a:solidFill>
                <a:latin typeface="Arial"/>
                <a:ea typeface="ＭＳ Ｐゴシック"/>
              </a:rPr>
              <a:t>Output for Legacy/Global Systems</a:t>
            </a:r>
          </a:p>
        </p:txBody>
      </p:sp>
      <p:pic>
        <p:nvPicPr>
          <p:cNvPr id="407" name="Picture 406">
            <a:extLst>
              <a:ext uri="{FF2B5EF4-FFF2-40B4-BE49-F238E27FC236}">
                <a16:creationId xmlns:a16="http://schemas.microsoft.com/office/drawing/2014/main" id="{BE11321E-C5FD-48EA-ACF9-42FE40797C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2047" y="362865"/>
            <a:ext cx="180000" cy="157500"/>
          </a:xfrm>
          <a:prstGeom prst="rect">
            <a:avLst/>
          </a:prstGeom>
        </p:spPr>
      </p:pic>
      <p:pic>
        <p:nvPicPr>
          <p:cNvPr id="408" name="Picture 407">
            <a:extLst>
              <a:ext uri="{FF2B5EF4-FFF2-40B4-BE49-F238E27FC236}">
                <a16:creationId xmlns:a16="http://schemas.microsoft.com/office/drawing/2014/main" id="{90A5AB6E-B61E-4CD8-BA54-E6B91B2446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10357" y="666079"/>
            <a:ext cx="210450" cy="189405"/>
          </a:xfrm>
          <a:prstGeom prst="rect">
            <a:avLst/>
          </a:prstGeom>
        </p:spPr>
      </p:pic>
      <p:sp>
        <p:nvSpPr>
          <p:cNvPr id="409" name="TextBox 408">
            <a:extLst>
              <a:ext uri="{FF2B5EF4-FFF2-40B4-BE49-F238E27FC236}">
                <a16:creationId xmlns:a16="http://schemas.microsoft.com/office/drawing/2014/main" id="{31FE6A5F-7691-43D2-BCA5-B8230E4EFDFC}"/>
              </a:ext>
            </a:extLst>
          </p:cNvPr>
          <p:cNvSpPr txBox="1"/>
          <p:nvPr/>
        </p:nvSpPr>
        <p:spPr>
          <a:xfrm>
            <a:off x="10378958" y="278701"/>
            <a:ext cx="167777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900">
                <a:latin typeface="Arial"/>
                <a:cs typeface="Arial"/>
              </a:rPr>
              <a:t>Input Data from external systems</a:t>
            </a:r>
          </a:p>
        </p:txBody>
      </p:sp>
      <p:sp>
        <p:nvSpPr>
          <p:cNvPr id="410" name="TextBox 409">
            <a:extLst>
              <a:ext uri="{FF2B5EF4-FFF2-40B4-BE49-F238E27FC236}">
                <a16:creationId xmlns:a16="http://schemas.microsoft.com/office/drawing/2014/main" id="{81916E3E-ADAB-48AA-9D19-4EDB0DBE52F0}"/>
              </a:ext>
            </a:extLst>
          </p:cNvPr>
          <p:cNvSpPr txBox="1"/>
          <p:nvPr/>
        </p:nvSpPr>
        <p:spPr>
          <a:xfrm>
            <a:off x="10388285" y="571998"/>
            <a:ext cx="167777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900">
                <a:latin typeface="Arial"/>
                <a:cs typeface="Arial"/>
              </a:rPr>
              <a:t>Output Data to external systems</a:t>
            </a:r>
          </a:p>
        </p:txBody>
      </p:sp>
      <p:cxnSp>
        <p:nvCxnSpPr>
          <p:cNvPr id="414" name="Straight Arrow Connector 413">
            <a:extLst>
              <a:ext uri="{FF2B5EF4-FFF2-40B4-BE49-F238E27FC236}">
                <a16:creationId xmlns:a16="http://schemas.microsoft.com/office/drawing/2014/main" id="{DF458327-EFE0-4AAE-9CA2-C27DCA6CFDE7}"/>
              </a:ext>
            </a:extLst>
          </p:cNvPr>
          <p:cNvCxnSpPr>
            <a:cxnSpLocks/>
            <a:stCxn id="78" idx="2"/>
            <a:endCxn id="79" idx="0"/>
          </p:cNvCxnSpPr>
          <p:nvPr/>
        </p:nvCxnSpPr>
        <p:spPr>
          <a:xfrm>
            <a:off x="1240419" y="2656362"/>
            <a:ext cx="5835" cy="705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: Elbow 119">
            <a:extLst>
              <a:ext uri="{FF2B5EF4-FFF2-40B4-BE49-F238E27FC236}">
                <a16:creationId xmlns:a16="http://schemas.microsoft.com/office/drawing/2014/main" id="{DBED8726-0CBF-4CAD-B317-5AA9A5C0BA57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3296812" y="2497497"/>
            <a:ext cx="175174" cy="15202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: Elbow 122">
            <a:extLst>
              <a:ext uri="{FF2B5EF4-FFF2-40B4-BE49-F238E27FC236}">
                <a16:creationId xmlns:a16="http://schemas.microsoft.com/office/drawing/2014/main" id="{E1FFE96A-1434-4459-A7E4-DAD34E69D1D9}"/>
              </a:ext>
            </a:extLst>
          </p:cNvPr>
          <p:cNvCxnSpPr>
            <a:cxnSpLocks/>
            <a:endCxn id="84" idx="1"/>
          </p:cNvCxnSpPr>
          <p:nvPr/>
        </p:nvCxnSpPr>
        <p:spPr>
          <a:xfrm rot="16200000" flipH="1">
            <a:off x="3274907" y="2701400"/>
            <a:ext cx="225376" cy="157198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Rettangolo 2">
            <a:extLst>
              <a:ext uri="{FF2B5EF4-FFF2-40B4-BE49-F238E27FC236}">
                <a16:creationId xmlns:a16="http://schemas.microsoft.com/office/drawing/2014/main" id="{0E01B2DC-02CA-478C-BD6A-66E760CE2842}"/>
              </a:ext>
            </a:extLst>
          </p:cNvPr>
          <p:cNvSpPr/>
          <p:nvPr/>
        </p:nvSpPr>
        <p:spPr>
          <a:xfrm>
            <a:off x="9550723" y="4052352"/>
            <a:ext cx="792000" cy="360000"/>
          </a:xfrm>
          <a:prstGeom prst="roundRect">
            <a:avLst/>
          </a:prstGeom>
          <a:solidFill>
            <a:srgbClr val="FFFFFF"/>
          </a:solidFill>
          <a:ln w="9525" cap="flat" cmpd="sng" algn="ctr">
            <a:solidFill>
              <a:srgbClr val="C00000"/>
            </a:solidFill>
            <a:prstDash val="solid"/>
            <a:headEnd type="none"/>
            <a:tailEnd type="none"/>
          </a:ln>
          <a:effectLst/>
        </p:spPr>
        <p:txBody>
          <a:bodyPr anchor="ctr"/>
          <a:lstStyle/>
          <a:p>
            <a:pPr lvl="0" algn="ctr" defTabSz="957756">
              <a:spcBef>
                <a:spcPct val="0"/>
              </a:spcBef>
              <a:defRPr/>
            </a:pPr>
            <a:r>
              <a:rPr lang="en-US" sz="800">
                <a:solidFill>
                  <a:srgbClr val="000000"/>
                </a:solidFill>
                <a:latin typeface="Arial"/>
                <a:ea typeface="ＭＳ Ｐゴシック"/>
              </a:rPr>
              <a:t>Sanction Check</a:t>
            </a:r>
          </a:p>
        </p:txBody>
      </p:sp>
      <p:cxnSp>
        <p:nvCxnSpPr>
          <p:cNvPr id="108" name="Connector: Elbow 107">
            <a:extLst>
              <a:ext uri="{FF2B5EF4-FFF2-40B4-BE49-F238E27FC236}">
                <a16:creationId xmlns:a16="http://schemas.microsoft.com/office/drawing/2014/main" id="{BB709A5C-EEF0-4AFB-955F-8F74206FBBC6}"/>
              </a:ext>
            </a:extLst>
          </p:cNvPr>
          <p:cNvCxnSpPr>
            <a:cxnSpLocks/>
            <a:stCxn id="103" idx="3"/>
            <a:endCxn id="134" idx="1"/>
          </p:cNvCxnSpPr>
          <p:nvPr/>
        </p:nvCxnSpPr>
        <p:spPr>
          <a:xfrm flipV="1">
            <a:off x="10342723" y="4225820"/>
            <a:ext cx="166762" cy="653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: Elbow 111">
            <a:extLst>
              <a:ext uri="{FF2B5EF4-FFF2-40B4-BE49-F238E27FC236}">
                <a16:creationId xmlns:a16="http://schemas.microsoft.com/office/drawing/2014/main" id="{EBAE2B41-8085-4064-8343-F2F27EF39B25}"/>
              </a:ext>
            </a:extLst>
          </p:cNvPr>
          <p:cNvCxnSpPr>
            <a:cxnSpLocks/>
            <a:stCxn id="134" idx="3"/>
            <a:endCxn id="140" idx="1"/>
          </p:cNvCxnSpPr>
          <p:nvPr/>
        </p:nvCxnSpPr>
        <p:spPr>
          <a:xfrm>
            <a:off x="11355485" y="4225820"/>
            <a:ext cx="133686" cy="211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Rettangolo 2">
            <a:extLst>
              <a:ext uri="{FF2B5EF4-FFF2-40B4-BE49-F238E27FC236}">
                <a16:creationId xmlns:a16="http://schemas.microsoft.com/office/drawing/2014/main" id="{834207D6-F591-4BFC-96DC-C9017353414A}"/>
              </a:ext>
            </a:extLst>
          </p:cNvPr>
          <p:cNvSpPr/>
          <p:nvPr/>
        </p:nvSpPr>
        <p:spPr>
          <a:xfrm>
            <a:off x="6012279" y="4058879"/>
            <a:ext cx="846000" cy="360000"/>
          </a:xfrm>
          <a:prstGeom prst="roundRect">
            <a:avLst/>
          </a:prstGeom>
          <a:solidFill>
            <a:srgbClr val="FFFFFF"/>
          </a:solidFill>
          <a:ln w="9525" cap="flat" cmpd="sng" algn="ctr">
            <a:solidFill>
              <a:srgbClr val="C00000"/>
            </a:solidFill>
            <a:prstDash val="solid"/>
            <a:headEnd type="none"/>
            <a:tailEnd type="none"/>
          </a:ln>
          <a:effectLst/>
        </p:spPr>
        <p:txBody>
          <a:bodyPr anchor="ctr"/>
          <a:lstStyle/>
          <a:p>
            <a:pPr marL="0" marR="0" lvl="0" indent="0" algn="ctr" defTabSz="957756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>
                <a:solidFill>
                  <a:srgbClr val="000000"/>
                </a:solidFill>
                <a:latin typeface="Arial"/>
                <a:ea typeface="ＭＳ Ｐゴシック"/>
              </a:rPr>
              <a:t>Pricing condition setup (limits)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ＭＳ Ｐゴシック"/>
              <a:cs typeface="+mn-cs"/>
            </a:endParaRPr>
          </a:p>
        </p:txBody>
      </p:sp>
      <p:sp>
        <p:nvSpPr>
          <p:cNvPr id="117" name="Star: 5 Points 116">
            <a:extLst>
              <a:ext uri="{FF2B5EF4-FFF2-40B4-BE49-F238E27FC236}">
                <a16:creationId xmlns:a16="http://schemas.microsoft.com/office/drawing/2014/main" id="{05BDEDA6-D042-48EA-B1F1-E16BD8761C2B}"/>
              </a:ext>
            </a:extLst>
          </p:cNvPr>
          <p:cNvSpPr/>
          <p:nvPr/>
        </p:nvSpPr>
        <p:spPr bwMode="auto">
          <a:xfrm>
            <a:off x="11313000" y="4328966"/>
            <a:ext cx="72000" cy="72000"/>
          </a:xfrm>
          <a:prstGeom prst="star5">
            <a:avLst/>
          </a:prstGeom>
          <a:solidFill>
            <a:schemeClr val="tx1"/>
          </a:solidFill>
          <a:ln w="28575" cap="rnd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it-IT" sz="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buntu" panose="020B0504030602030204" pitchFamily="34" charset="0"/>
              <a:ea typeface="+mn-ea"/>
              <a:cs typeface="+mn-cs"/>
            </a:endParaRPr>
          </a:p>
        </p:txBody>
      </p:sp>
      <p:sp>
        <p:nvSpPr>
          <p:cNvPr id="118" name="Star: 5 Points 117">
            <a:extLst>
              <a:ext uri="{FF2B5EF4-FFF2-40B4-BE49-F238E27FC236}">
                <a16:creationId xmlns:a16="http://schemas.microsoft.com/office/drawing/2014/main" id="{5ED2D5EB-4622-40FE-9A2A-A10B95E7D052}"/>
              </a:ext>
            </a:extLst>
          </p:cNvPr>
          <p:cNvSpPr/>
          <p:nvPr/>
        </p:nvSpPr>
        <p:spPr bwMode="auto">
          <a:xfrm>
            <a:off x="9002417" y="742911"/>
            <a:ext cx="72000" cy="72000"/>
          </a:xfrm>
          <a:prstGeom prst="star5">
            <a:avLst/>
          </a:prstGeom>
          <a:solidFill>
            <a:schemeClr val="tx1"/>
          </a:solidFill>
          <a:ln w="28575" cap="rnd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it-IT" sz="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buntu" panose="020B0504030602030204" pitchFamily="34" charset="0"/>
              <a:ea typeface="+mn-ea"/>
              <a:cs typeface="+mn-cs"/>
            </a:endParaRPr>
          </a:p>
        </p:txBody>
      </p:sp>
      <p:grpSp>
        <p:nvGrpSpPr>
          <p:cNvPr id="131" name="Group 130">
            <a:extLst>
              <a:ext uri="{FF2B5EF4-FFF2-40B4-BE49-F238E27FC236}">
                <a16:creationId xmlns:a16="http://schemas.microsoft.com/office/drawing/2014/main" id="{CE0ED5B8-DEB0-464A-BD85-8ED89AA4443F}"/>
              </a:ext>
            </a:extLst>
          </p:cNvPr>
          <p:cNvGrpSpPr/>
          <p:nvPr/>
        </p:nvGrpSpPr>
        <p:grpSpPr>
          <a:xfrm>
            <a:off x="2098496" y="2267854"/>
            <a:ext cx="144000" cy="144000"/>
            <a:chOff x="2897171" y="639537"/>
            <a:chExt cx="350567" cy="349108"/>
          </a:xfrm>
        </p:grpSpPr>
        <p:pic>
          <p:nvPicPr>
            <p:cNvPr id="132" name="Graphic 131" descr="Play with solid fill">
              <a:extLst>
                <a:ext uri="{FF2B5EF4-FFF2-40B4-BE49-F238E27FC236}">
                  <a16:creationId xmlns:a16="http://schemas.microsoft.com/office/drawing/2014/main" id="{E4C95D8A-F5A7-4D62-B90C-0D8CB303343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2976908" y="692537"/>
              <a:ext cx="243109" cy="243109"/>
            </a:xfrm>
            <a:prstGeom prst="rect">
              <a:avLst/>
            </a:prstGeom>
          </p:spPr>
        </p:pic>
        <p:sp>
          <p:nvSpPr>
            <p:cNvPr id="133" name="Oval 132">
              <a:extLst>
                <a:ext uri="{FF2B5EF4-FFF2-40B4-BE49-F238E27FC236}">
                  <a16:creationId xmlns:a16="http://schemas.microsoft.com/office/drawing/2014/main" id="{38CC161E-75E0-4423-8012-710FBFB273A7}"/>
                </a:ext>
              </a:extLst>
            </p:cNvPr>
            <p:cNvSpPr/>
            <p:nvPr/>
          </p:nvSpPr>
          <p:spPr bwMode="auto">
            <a:xfrm>
              <a:off x="2897171" y="639537"/>
              <a:ext cx="350567" cy="349108"/>
            </a:xfrm>
            <a:prstGeom prst="ellipse">
              <a:avLst/>
            </a:prstGeom>
            <a:noFill/>
            <a:ln w="12700" cap="rnd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it-IT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buntu" panose="020B0504030602030204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35" name="Group 134">
            <a:extLst>
              <a:ext uri="{FF2B5EF4-FFF2-40B4-BE49-F238E27FC236}">
                <a16:creationId xmlns:a16="http://schemas.microsoft.com/office/drawing/2014/main" id="{6A7F21C3-9F21-431A-84CB-34B121B8757A}"/>
              </a:ext>
            </a:extLst>
          </p:cNvPr>
          <p:cNvGrpSpPr/>
          <p:nvPr/>
        </p:nvGrpSpPr>
        <p:grpSpPr>
          <a:xfrm>
            <a:off x="823656" y="2303446"/>
            <a:ext cx="144000" cy="144000"/>
            <a:chOff x="2897171" y="639537"/>
            <a:chExt cx="350567" cy="349108"/>
          </a:xfrm>
        </p:grpSpPr>
        <p:pic>
          <p:nvPicPr>
            <p:cNvPr id="136" name="Graphic 135" descr="Play with solid fill">
              <a:extLst>
                <a:ext uri="{FF2B5EF4-FFF2-40B4-BE49-F238E27FC236}">
                  <a16:creationId xmlns:a16="http://schemas.microsoft.com/office/drawing/2014/main" id="{5D884F95-F161-4342-8820-C479C2A8CB4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2976908" y="692537"/>
              <a:ext cx="243109" cy="243109"/>
            </a:xfrm>
            <a:prstGeom prst="rect">
              <a:avLst/>
            </a:prstGeom>
          </p:spPr>
        </p:pic>
        <p:sp>
          <p:nvSpPr>
            <p:cNvPr id="137" name="Oval 136">
              <a:extLst>
                <a:ext uri="{FF2B5EF4-FFF2-40B4-BE49-F238E27FC236}">
                  <a16:creationId xmlns:a16="http://schemas.microsoft.com/office/drawing/2014/main" id="{FC7F61DD-3E76-4561-9D1D-D8D17F0CDDB8}"/>
                </a:ext>
              </a:extLst>
            </p:cNvPr>
            <p:cNvSpPr/>
            <p:nvPr/>
          </p:nvSpPr>
          <p:spPr bwMode="auto">
            <a:xfrm>
              <a:off x="2897171" y="639537"/>
              <a:ext cx="350567" cy="349108"/>
            </a:xfrm>
            <a:prstGeom prst="ellipse">
              <a:avLst/>
            </a:prstGeom>
            <a:noFill/>
            <a:ln w="12700" cap="rnd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it-IT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buntu" panose="020B0504030602030204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E986B19D-6755-421E-9956-73A60B821451}"/>
              </a:ext>
            </a:extLst>
          </p:cNvPr>
          <p:cNvGrpSpPr/>
          <p:nvPr/>
        </p:nvGrpSpPr>
        <p:grpSpPr>
          <a:xfrm>
            <a:off x="831389" y="2739638"/>
            <a:ext cx="144000" cy="144000"/>
            <a:chOff x="2897171" y="639537"/>
            <a:chExt cx="350567" cy="349108"/>
          </a:xfrm>
        </p:grpSpPr>
        <p:pic>
          <p:nvPicPr>
            <p:cNvPr id="139" name="Graphic 138" descr="Play with solid fill">
              <a:extLst>
                <a:ext uri="{FF2B5EF4-FFF2-40B4-BE49-F238E27FC236}">
                  <a16:creationId xmlns:a16="http://schemas.microsoft.com/office/drawing/2014/main" id="{0E8B0575-56BB-4981-93BF-834E8B89E6C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2976908" y="692537"/>
              <a:ext cx="243109" cy="243109"/>
            </a:xfrm>
            <a:prstGeom prst="rect">
              <a:avLst/>
            </a:prstGeom>
          </p:spPr>
        </p:pic>
        <p:sp>
          <p:nvSpPr>
            <p:cNvPr id="141" name="Oval 140">
              <a:extLst>
                <a:ext uri="{FF2B5EF4-FFF2-40B4-BE49-F238E27FC236}">
                  <a16:creationId xmlns:a16="http://schemas.microsoft.com/office/drawing/2014/main" id="{19EB4E28-2CF4-4854-A9FA-49FD9D6333EA}"/>
                </a:ext>
              </a:extLst>
            </p:cNvPr>
            <p:cNvSpPr/>
            <p:nvPr/>
          </p:nvSpPr>
          <p:spPr bwMode="auto">
            <a:xfrm>
              <a:off x="2897171" y="639537"/>
              <a:ext cx="350567" cy="349108"/>
            </a:xfrm>
            <a:prstGeom prst="ellipse">
              <a:avLst/>
            </a:prstGeom>
            <a:noFill/>
            <a:ln w="12700" cap="rnd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it-IT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buntu" panose="020B0504030602030204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2" name="Group 141">
            <a:extLst>
              <a:ext uri="{FF2B5EF4-FFF2-40B4-BE49-F238E27FC236}">
                <a16:creationId xmlns:a16="http://schemas.microsoft.com/office/drawing/2014/main" id="{8FE2A3A2-B422-40CD-94CA-42B1D82BCD10}"/>
              </a:ext>
            </a:extLst>
          </p:cNvPr>
          <p:cNvGrpSpPr/>
          <p:nvPr/>
        </p:nvGrpSpPr>
        <p:grpSpPr>
          <a:xfrm>
            <a:off x="8972971" y="324701"/>
            <a:ext cx="144000" cy="144000"/>
            <a:chOff x="2897171" y="639537"/>
            <a:chExt cx="350567" cy="349108"/>
          </a:xfrm>
        </p:grpSpPr>
        <p:pic>
          <p:nvPicPr>
            <p:cNvPr id="143" name="Graphic 142" descr="Play with solid fill">
              <a:extLst>
                <a:ext uri="{FF2B5EF4-FFF2-40B4-BE49-F238E27FC236}">
                  <a16:creationId xmlns:a16="http://schemas.microsoft.com/office/drawing/2014/main" id="{18A8370B-DF8C-4F6E-B4C8-01729A5FD74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2976908" y="692537"/>
              <a:ext cx="243109" cy="243109"/>
            </a:xfrm>
            <a:prstGeom prst="rect">
              <a:avLst/>
            </a:prstGeom>
          </p:spPr>
        </p:pic>
        <p:sp>
          <p:nvSpPr>
            <p:cNvPr id="144" name="Oval 143">
              <a:extLst>
                <a:ext uri="{FF2B5EF4-FFF2-40B4-BE49-F238E27FC236}">
                  <a16:creationId xmlns:a16="http://schemas.microsoft.com/office/drawing/2014/main" id="{B500C482-A9D8-4FDA-81F6-85F9D8141BDA}"/>
                </a:ext>
              </a:extLst>
            </p:cNvPr>
            <p:cNvSpPr/>
            <p:nvPr/>
          </p:nvSpPr>
          <p:spPr bwMode="auto">
            <a:xfrm>
              <a:off x="2897171" y="639537"/>
              <a:ext cx="350567" cy="349108"/>
            </a:xfrm>
            <a:prstGeom prst="ellipse">
              <a:avLst/>
            </a:prstGeom>
            <a:noFill/>
            <a:ln w="12700" cap="rnd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it-IT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buntu" panose="020B050403060203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145" name="TextBox 144">
            <a:extLst>
              <a:ext uri="{FF2B5EF4-FFF2-40B4-BE49-F238E27FC236}">
                <a16:creationId xmlns:a16="http://schemas.microsoft.com/office/drawing/2014/main" id="{8674B0EE-A836-4E5B-B92A-79DE849AFBC4}"/>
              </a:ext>
            </a:extLst>
          </p:cNvPr>
          <p:cNvSpPr txBox="1"/>
          <p:nvPr/>
        </p:nvSpPr>
        <p:spPr>
          <a:xfrm>
            <a:off x="9143748" y="292872"/>
            <a:ext cx="1078383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900">
                <a:latin typeface="Arial"/>
                <a:cs typeface="Arial"/>
              </a:rPr>
              <a:t>Starting Point</a:t>
            </a: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AA824011-5B44-4A4A-BECA-A121A539D33B}"/>
              </a:ext>
            </a:extLst>
          </p:cNvPr>
          <p:cNvSpPr txBox="1"/>
          <p:nvPr/>
        </p:nvSpPr>
        <p:spPr>
          <a:xfrm>
            <a:off x="9159786" y="667688"/>
            <a:ext cx="1202361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900">
                <a:latin typeface="Arial"/>
                <a:cs typeface="Arial"/>
              </a:rPr>
              <a:t>Correlated Project</a:t>
            </a:r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752EA54F-D429-49A2-BD04-96F0AE1EAED8}"/>
              </a:ext>
            </a:extLst>
          </p:cNvPr>
          <p:cNvSpPr/>
          <p:nvPr/>
        </p:nvSpPr>
        <p:spPr>
          <a:xfrm>
            <a:off x="10944994" y="4438597"/>
            <a:ext cx="801120" cy="276999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it-IT" sz="600">
                <a:solidFill>
                  <a:srgbClr val="000000"/>
                </a:solidFill>
                <a:latin typeface="Arial"/>
                <a:ea typeface="ＭＳ Ｐゴシック"/>
              </a:rPr>
              <a:t>AI </a:t>
            </a:r>
            <a:r>
              <a:rPr lang="it-IT" sz="600" err="1">
                <a:solidFill>
                  <a:srgbClr val="000000"/>
                </a:solidFill>
                <a:latin typeface="Arial"/>
                <a:ea typeface="ＭＳ Ｐゴシック"/>
              </a:rPr>
              <a:t>wording</a:t>
            </a:r>
            <a:r>
              <a:rPr lang="it-IT" sz="600">
                <a:solidFill>
                  <a:srgbClr val="000000"/>
                </a:solidFill>
                <a:latin typeface="Arial"/>
                <a:ea typeface="ＭＳ Ｐゴシック"/>
              </a:rPr>
              <a:t> </a:t>
            </a:r>
            <a:r>
              <a:rPr lang="it-IT" sz="600" err="1">
                <a:solidFill>
                  <a:srgbClr val="000000"/>
                </a:solidFill>
                <a:latin typeface="Arial"/>
                <a:ea typeface="ＭＳ Ｐゴシック"/>
              </a:rPr>
              <a:t>leackage</a:t>
            </a:r>
            <a:endParaRPr lang="it-IT" sz="600">
              <a:solidFill>
                <a:srgbClr val="000000"/>
              </a:solidFill>
              <a:latin typeface="Arial"/>
              <a:ea typeface="ＭＳ Ｐゴシック"/>
            </a:endParaRPr>
          </a:p>
        </p:txBody>
      </p:sp>
      <p:grpSp>
        <p:nvGrpSpPr>
          <p:cNvPr id="238" name="Group 237">
            <a:extLst>
              <a:ext uri="{FF2B5EF4-FFF2-40B4-BE49-F238E27FC236}">
                <a16:creationId xmlns:a16="http://schemas.microsoft.com/office/drawing/2014/main" id="{79D51F34-351F-4724-BCC7-78EDFF5505A9}"/>
              </a:ext>
            </a:extLst>
          </p:cNvPr>
          <p:cNvGrpSpPr/>
          <p:nvPr/>
        </p:nvGrpSpPr>
        <p:grpSpPr>
          <a:xfrm>
            <a:off x="5558510" y="4375656"/>
            <a:ext cx="801120" cy="264214"/>
            <a:chOff x="5745931" y="4462909"/>
            <a:chExt cx="801120" cy="264214"/>
          </a:xfrm>
        </p:grpSpPr>
        <p:sp>
          <p:nvSpPr>
            <p:cNvPr id="149" name="Rectangle 148">
              <a:extLst>
                <a:ext uri="{FF2B5EF4-FFF2-40B4-BE49-F238E27FC236}">
                  <a16:creationId xmlns:a16="http://schemas.microsoft.com/office/drawing/2014/main" id="{8AD9AEBC-9E12-4AE4-A755-C66A25F50262}"/>
                </a:ext>
              </a:extLst>
            </p:cNvPr>
            <p:cNvSpPr/>
            <p:nvPr/>
          </p:nvSpPr>
          <p:spPr>
            <a:xfrm>
              <a:off x="5745931" y="4542457"/>
              <a:ext cx="801120" cy="184666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it-IT" sz="600">
                  <a:solidFill>
                    <a:srgbClr val="000000"/>
                  </a:solidFill>
                  <a:latin typeface="Arial"/>
                  <a:ea typeface="ＭＳ Ｐゴシック"/>
                </a:rPr>
                <a:t>AI Desktop</a:t>
              </a:r>
            </a:p>
          </p:txBody>
        </p:sp>
        <p:sp>
          <p:nvSpPr>
            <p:cNvPr id="116" name="Star: 5 Points 115">
              <a:extLst>
                <a:ext uri="{FF2B5EF4-FFF2-40B4-BE49-F238E27FC236}">
                  <a16:creationId xmlns:a16="http://schemas.microsoft.com/office/drawing/2014/main" id="{78966395-E21E-4BFB-AB13-F44E65C10A96}"/>
                </a:ext>
              </a:extLst>
            </p:cNvPr>
            <p:cNvSpPr/>
            <p:nvPr/>
          </p:nvSpPr>
          <p:spPr bwMode="auto">
            <a:xfrm>
              <a:off x="6110491" y="4462909"/>
              <a:ext cx="72000" cy="72000"/>
            </a:xfrm>
            <a:prstGeom prst="star5">
              <a:avLst/>
            </a:prstGeom>
            <a:solidFill>
              <a:schemeClr val="tx1"/>
            </a:solidFill>
            <a:ln w="28575" cap="rnd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it-IT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buntu" panose="020B0504030602030204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54" name="Group 153">
            <a:extLst>
              <a:ext uri="{FF2B5EF4-FFF2-40B4-BE49-F238E27FC236}">
                <a16:creationId xmlns:a16="http://schemas.microsoft.com/office/drawing/2014/main" id="{9F1CF9B0-4FDD-443B-8722-B94B922C7B7F}"/>
              </a:ext>
            </a:extLst>
          </p:cNvPr>
          <p:cNvGrpSpPr/>
          <p:nvPr/>
        </p:nvGrpSpPr>
        <p:grpSpPr>
          <a:xfrm>
            <a:off x="5661644" y="3417464"/>
            <a:ext cx="827165" cy="184666"/>
            <a:chOff x="6221709" y="3489981"/>
            <a:chExt cx="827165" cy="184666"/>
          </a:xfrm>
        </p:grpSpPr>
        <p:sp>
          <p:nvSpPr>
            <p:cNvPr id="155" name="Rectangle 154">
              <a:extLst>
                <a:ext uri="{FF2B5EF4-FFF2-40B4-BE49-F238E27FC236}">
                  <a16:creationId xmlns:a16="http://schemas.microsoft.com/office/drawing/2014/main" id="{B6665A64-E79F-4EFC-A17D-21B18E0758BF}"/>
                </a:ext>
              </a:extLst>
            </p:cNvPr>
            <p:cNvSpPr/>
            <p:nvPr/>
          </p:nvSpPr>
          <p:spPr>
            <a:xfrm>
              <a:off x="6247754" y="3489981"/>
              <a:ext cx="801120" cy="184666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r>
                <a:rPr lang="it-IT" sz="600">
                  <a:solidFill>
                    <a:srgbClr val="000000"/>
                  </a:solidFill>
                  <a:latin typeface="Arial"/>
                  <a:ea typeface="ＭＳ Ｐゴシック"/>
                </a:rPr>
                <a:t>Service HUB</a:t>
              </a:r>
            </a:p>
          </p:txBody>
        </p:sp>
        <p:sp>
          <p:nvSpPr>
            <p:cNvPr id="156" name="Star: 5 Points 155">
              <a:extLst>
                <a:ext uri="{FF2B5EF4-FFF2-40B4-BE49-F238E27FC236}">
                  <a16:creationId xmlns:a16="http://schemas.microsoft.com/office/drawing/2014/main" id="{1A07E547-8DBF-4F89-B75C-3EC555333288}"/>
                </a:ext>
              </a:extLst>
            </p:cNvPr>
            <p:cNvSpPr/>
            <p:nvPr/>
          </p:nvSpPr>
          <p:spPr bwMode="auto">
            <a:xfrm>
              <a:off x="6221709" y="3521999"/>
              <a:ext cx="72000" cy="72000"/>
            </a:xfrm>
            <a:prstGeom prst="star5">
              <a:avLst/>
            </a:prstGeom>
            <a:solidFill>
              <a:schemeClr val="tx1"/>
            </a:solidFill>
            <a:ln w="28575" cap="rnd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it-IT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buntu" panose="020B0504030602030204" pitchFamily="34" charset="0"/>
                <a:ea typeface="+mn-ea"/>
                <a:cs typeface="+mn-cs"/>
              </a:endParaRPr>
            </a:p>
          </p:txBody>
        </p:sp>
      </p:grpSp>
      <p:cxnSp>
        <p:nvCxnSpPr>
          <p:cNvPr id="163" name="Connector: Elbow 162">
            <a:extLst>
              <a:ext uri="{FF2B5EF4-FFF2-40B4-BE49-F238E27FC236}">
                <a16:creationId xmlns:a16="http://schemas.microsoft.com/office/drawing/2014/main" id="{AE4827F4-27BB-45FC-ABE3-C8D7F44DFAE2}"/>
              </a:ext>
            </a:extLst>
          </p:cNvPr>
          <p:cNvCxnSpPr>
            <a:cxnSpLocks/>
            <a:stCxn id="87" idx="3"/>
            <a:endCxn id="109" idx="0"/>
          </p:cNvCxnSpPr>
          <p:nvPr/>
        </p:nvCxnSpPr>
        <p:spPr>
          <a:xfrm>
            <a:off x="5727822" y="3295284"/>
            <a:ext cx="707457" cy="763595"/>
          </a:xfrm>
          <a:prstGeom prst="bentConnector2">
            <a:avLst/>
          </a:prstGeom>
          <a:ln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: Elbow 166">
            <a:extLst>
              <a:ext uri="{FF2B5EF4-FFF2-40B4-BE49-F238E27FC236}">
                <a16:creationId xmlns:a16="http://schemas.microsoft.com/office/drawing/2014/main" id="{22828C84-4209-43D3-8593-52283C07F2D2}"/>
              </a:ext>
            </a:extLst>
          </p:cNvPr>
          <p:cNvCxnSpPr>
            <a:cxnSpLocks/>
            <a:stCxn id="346" idx="3"/>
            <a:endCxn id="109" idx="0"/>
          </p:cNvCxnSpPr>
          <p:nvPr/>
        </p:nvCxnSpPr>
        <p:spPr>
          <a:xfrm>
            <a:off x="5727822" y="3701611"/>
            <a:ext cx="707457" cy="357268"/>
          </a:xfrm>
          <a:prstGeom prst="bentConnector2">
            <a:avLst/>
          </a:prstGeom>
          <a:ln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: Elbow 171">
            <a:extLst>
              <a:ext uri="{FF2B5EF4-FFF2-40B4-BE49-F238E27FC236}">
                <a16:creationId xmlns:a16="http://schemas.microsoft.com/office/drawing/2014/main" id="{18915F74-22D7-4678-BF31-D92C3E9DB747}"/>
              </a:ext>
            </a:extLst>
          </p:cNvPr>
          <p:cNvCxnSpPr>
            <a:cxnSpLocks/>
          </p:cNvCxnSpPr>
          <p:nvPr/>
        </p:nvCxnSpPr>
        <p:spPr>
          <a:xfrm flipV="1">
            <a:off x="5861659" y="413872"/>
            <a:ext cx="288000" cy="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: Elbow 173">
            <a:extLst>
              <a:ext uri="{FF2B5EF4-FFF2-40B4-BE49-F238E27FC236}">
                <a16:creationId xmlns:a16="http://schemas.microsoft.com/office/drawing/2014/main" id="{DCE08E28-E754-4D65-83FD-B82C033D0AF5}"/>
              </a:ext>
            </a:extLst>
          </p:cNvPr>
          <p:cNvCxnSpPr>
            <a:cxnSpLocks/>
          </p:cNvCxnSpPr>
          <p:nvPr/>
        </p:nvCxnSpPr>
        <p:spPr>
          <a:xfrm>
            <a:off x="5861659" y="787328"/>
            <a:ext cx="288000" cy="0"/>
          </a:xfrm>
          <a:prstGeom prst="bentConnector3">
            <a:avLst>
              <a:gd name="adj1" fmla="val 50000"/>
            </a:avLst>
          </a:prstGeom>
          <a:ln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9" name="TextBox 178">
            <a:extLst>
              <a:ext uri="{FF2B5EF4-FFF2-40B4-BE49-F238E27FC236}">
                <a16:creationId xmlns:a16="http://schemas.microsoft.com/office/drawing/2014/main" id="{789558A7-FD4B-45DA-9AE1-C91E61E13436}"/>
              </a:ext>
            </a:extLst>
          </p:cNvPr>
          <p:cNvSpPr txBox="1"/>
          <p:nvPr/>
        </p:nvSpPr>
        <p:spPr>
          <a:xfrm>
            <a:off x="6174974" y="312410"/>
            <a:ext cx="1152000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900">
                <a:latin typeface="Arial"/>
                <a:cs typeface="Arial"/>
              </a:rPr>
              <a:t>Task to be done in sequence</a:t>
            </a:r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87EC19B8-4F65-435D-A7EE-6B9B21ED8EA0}"/>
              </a:ext>
            </a:extLst>
          </p:cNvPr>
          <p:cNvSpPr txBox="1"/>
          <p:nvPr/>
        </p:nvSpPr>
        <p:spPr>
          <a:xfrm>
            <a:off x="6172886" y="665913"/>
            <a:ext cx="1152000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900">
                <a:latin typeface="Arial"/>
                <a:cs typeface="Arial"/>
              </a:rPr>
              <a:t>Parallelizable task</a:t>
            </a:r>
          </a:p>
        </p:txBody>
      </p:sp>
      <p:cxnSp>
        <p:nvCxnSpPr>
          <p:cNvPr id="186" name="Connector: Elbow 185">
            <a:extLst>
              <a:ext uri="{FF2B5EF4-FFF2-40B4-BE49-F238E27FC236}">
                <a16:creationId xmlns:a16="http://schemas.microsoft.com/office/drawing/2014/main" id="{AA091CDE-630D-4018-A38A-BDD6214106A4}"/>
              </a:ext>
            </a:extLst>
          </p:cNvPr>
          <p:cNvCxnSpPr>
            <a:cxnSpLocks/>
            <a:stCxn id="109" idx="3"/>
            <a:endCxn id="110" idx="1"/>
          </p:cNvCxnSpPr>
          <p:nvPr/>
        </p:nvCxnSpPr>
        <p:spPr>
          <a:xfrm>
            <a:off x="6858279" y="4238879"/>
            <a:ext cx="63254" cy="5999"/>
          </a:xfrm>
          <a:prstGeom prst="bentConnector3">
            <a:avLst>
              <a:gd name="adj1" fmla="val 50000"/>
            </a:avLst>
          </a:prstGeom>
          <a:ln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7" name="Rettangolo 2">
            <a:extLst>
              <a:ext uri="{FF2B5EF4-FFF2-40B4-BE49-F238E27FC236}">
                <a16:creationId xmlns:a16="http://schemas.microsoft.com/office/drawing/2014/main" id="{F9E5CF00-28B8-41E1-B6A1-916D869767CE}"/>
              </a:ext>
            </a:extLst>
          </p:cNvPr>
          <p:cNvSpPr/>
          <p:nvPr/>
        </p:nvSpPr>
        <p:spPr>
          <a:xfrm>
            <a:off x="7399751" y="344887"/>
            <a:ext cx="365717" cy="196518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9525" cap="flat" cmpd="sng" algn="ctr">
            <a:solidFill>
              <a:srgbClr val="C00000"/>
            </a:solidFill>
            <a:prstDash val="solid"/>
            <a:headEnd type="none"/>
            <a:tailEnd type="none"/>
          </a:ln>
          <a:effectLst/>
        </p:spPr>
        <p:txBody>
          <a:bodyPr lIns="91440" tIns="45720" rIns="91440" bIns="45720" anchor="ctr"/>
          <a:lstStyle/>
          <a:p>
            <a:pPr lvl="0" algn="ctr" defTabSz="957756">
              <a:spcBef>
                <a:spcPct val="0"/>
              </a:spcBef>
              <a:defRPr/>
            </a:pPr>
            <a:endParaRPr lang="en-US" sz="650">
              <a:solidFill>
                <a:srgbClr val="000000"/>
              </a:solidFill>
              <a:latin typeface="Arial"/>
              <a:ea typeface="ＭＳ Ｐゴシック"/>
              <a:cs typeface="Arial"/>
            </a:endParaRP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9CE05764-807C-4808-9DCD-39091BA935BF}"/>
              </a:ext>
            </a:extLst>
          </p:cNvPr>
          <p:cNvSpPr txBox="1"/>
          <p:nvPr/>
        </p:nvSpPr>
        <p:spPr>
          <a:xfrm>
            <a:off x="7773418" y="315985"/>
            <a:ext cx="1078383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900">
                <a:latin typeface="Arial"/>
                <a:cs typeface="Arial"/>
              </a:rPr>
              <a:t>Automatic Tasks</a:t>
            </a:r>
          </a:p>
        </p:txBody>
      </p:sp>
      <p:sp>
        <p:nvSpPr>
          <p:cNvPr id="151" name="Rettangolo 2">
            <a:extLst>
              <a:ext uri="{FF2B5EF4-FFF2-40B4-BE49-F238E27FC236}">
                <a16:creationId xmlns:a16="http://schemas.microsoft.com/office/drawing/2014/main" id="{B77538CF-D8BC-4E44-A398-1D4CC1B09F55}"/>
              </a:ext>
            </a:extLst>
          </p:cNvPr>
          <p:cNvSpPr/>
          <p:nvPr/>
        </p:nvSpPr>
        <p:spPr>
          <a:xfrm>
            <a:off x="7399750" y="685438"/>
            <a:ext cx="365717" cy="196518"/>
          </a:xfrm>
          <a:prstGeom prst="roundRect">
            <a:avLst/>
          </a:prstGeom>
          <a:solidFill>
            <a:schemeClr val="bg1"/>
          </a:solidFill>
          <a:ln w="9525" cap="flat" cmpd="sng" algn="ctr">
            <a:solidFill>
              <a:srgbClr val="C00000"/>
            </a:solidFill>
            <a:prstDash val="solid"/>
            <a:headEnd type="none"/>
            <a:tailEnd type="none"/>
          </a:ln>
          <a:effectLst/>
        </p:spPr>
        <p:txBody>
          <a:bodyPr lIns="91440" tIns="45720" rIns="91440" bIns="45720" anchor="ctr"/>
          <a:lstStyle/>
          <a:p>
            <a:pPr lvl="0" algn="ctr" defTabSz="957756">
              <a:spcBef>
                <a:spcPct val="0"/>
              </a:spcBef>
              <a:defRPr/>
            </a:pPr>
            <a:endParaRPr lang="en-US" sz="650">
              <a:solidFill>
                <a:srgbClr val="000000"/>
              </a:solidFill>
              <a:latin typeface="Arial"/>
              <a:ea typeface="ＭＳ Ｐゴシック"/>
              <a:cs typeface="Arial"/>
            </a:endParaRP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A67BDF0F-2D4C-42FA-B89C-626657D19DB6}"/>
              </a:ext>
            </a:extLst>
          </p:cNvPr>
          <p:cNvSpPr txBox="1"/>
          <p:nvPr/>
        </p:nvSpPr>
        <p:spPr>
          <a:xfrm>
            <a:off x="7773418" y="661615"/>
            <a:ext cx="1078383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900">
                <a:latin typeface="Arial"/>
                <a:cs typeface="Arial"/>
              </a:rPr>
              <a:t>End User Task</a:t>
            </a: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12334F4D-2031-404A-8BD5-B34A40B67D76}"/>
              </a:ext>
            </a:extLst>
          </p:cNvPr>
          <p:cNvSpPr txBox="1"/>
          <p:nvPr/>
        </p:nvSpPr>
        <p:spPr>
          <a:xfrm>
            <a:off x="4474483" y="1207420"/>
            <a:ext cx="13588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it-IT" sz="9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Ubuntu" panose="020B0504030602030204" pitchFamily="34" charset="0"/>
                <a:ea typeface="+mn-ea"/>
                <a:cs typeface="+mn-cs"/>
              </a:rPr>
              <a:t>UNDERWRITING PACKAGE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890E9FAC-F47B-4E64-A8A1-4BDE4668C141}"/>
              </a:ext>
            </a:extLst>
          </p:cNvPr>
          <p:cNvSpPr/>
          <p:nvPr/>
        </p:nvSpPr>
        <p:spPr bwMode="auto">
          <a:xfrm>
            <a:off x="4949299" y="376365"/>
            <a:ext cx="144000" cy="144000"/>
          </a:xfrm>
          <a:prstGeom prst="ellipse">
            <a:avLst/>
          </a:prstGeom>
          <a:solidFill>
            <a:srgbClr val="C00000"/>
          </a:solidFill>
          <a:ln w="28575" cap="rnd">
            <a:solidFill>
              <a:srgbClr val="C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it-IT" sz="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buntu" panose="020B0504030602030204" pitchFamily="34" charset="0"/>
              <a:ea typeface="+mn-ea"/>
              <a:cs typeface="+mn-cs"/>
            </a:endParaRPr>
          </a:p>
        </p:txBody>
      </p:sp>
      <p:sp>
        <p:nvSpPr>
          <p:cNvPr id="159" name="Oval 158">
            <a:extLst>
              <a:ext uri="{FF2B5EF4-FFF2-40B4-BE49-F238E27FC236}">
                <a16:creationId xmlns:a16="http://schemas.microsoft.com/office/drawing/2014/main" id="{B81E5F1E-79A7-431B-9A10-A9B1678F1204}"/>
              </a:ext>
            </a:extLst>
          </p:cNvPr>
          <p:cNvSpPr/>
          <p:nvPr/>
        </p:nvSpPr>
        <p:spPr bwMode="auto">
          <a:xfrm>
            <a:off x="2852723" y="2684489"/>
            <a:ext cx="111696" cy="134120"/>
          </a:xfrm>
          <a:prstGeom prst="ellipse">
            <a:avLst/>
          </a:prstGeom>
          <a:solidFill>
            <a:schemeClr val="accent3"/>
          </a:solidFill>
          <a:ln w="28575" cap="rnd">
            <a:solidFill>
              <a:schemeClr val="bg1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it-IT" sz="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buntu" panose="020B0504030602030204" pitchFamily="34" charset="0"/>
              <a:ea typeface="+mn-ea"/>
              <a:cs typeface="+mn-cs"/>
            </a:endParaRPr>
          </a:p>
        </p:txBody>
      </p:sp>
      <p:sp>
        <p:nvSpPr>
          <p:cNvPr id="160" name="Oval 159">
            <a:extLst>
              <a:ext uri="{FF2B5EF4-FFF2-40B4-BE49-F238E27FC236}">
                <a16:creationId xmlns:a16="http://schemas.microsoft.com/office/drawing/2014/main" id="{AA2059C9-6569-4637-8F25-F4798BB45015}"/>
              </a:ext>
            </a:extLst>
          </p:cNvPr>
          <p:cNvSpPr/>
          <p:nvPr/>
        </p:nvSpPr>
        <p:spPr bwMode="auto">
          <a:xfrm>
            <a:off x="4949299" y="725420"/>
            <a:ext cx="144000" cy="144000"/>
          </a:xfrm>
          <a:prstGeom prst="ellipse">
            <a:avLst/>
          </a:prstGeom>
          <a:solidFill>
            <a:schemeClr val="bg1"/>
          </a:solidFill>
          <a:ln w="28575" cap="rnd">
            <a:solidFill>
              <a:srgbClr val="C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it-IT" sz="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buntu" panose="020B0504030602030204" pitchFamily="34" charset="0"/>
              <a:ea typeface="+mn-ea"/>
              <a:cs typeface="+mn-cs"/>
            </a:endParaRPr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E1E2D64E-E168-4DB8-914F-172775F3911A}"/>
              </a:ext>
            </a:extLst>
          </p:cNvPr>
          <p:cNvSpPr txBox="1"/>
          <p:nvPr/>
        </p:nvSpPr>
        <p:spPr>
          <a:xfrm>
            <a:off x="5066646" y="344277"/>
            <a:ext cx="1152000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900">
                <a:latin typeface="Arial"/>
                <a:cs typeface="Arial"/>
              </a:rPr>
              <a:t>Mandatory</a:t>
            </a:r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1646B59C-3F92-4528-967D-BC26029F1192}"/>
              </a:ext>
            </a:extLst>
          </p:cNvPr>
          <p:cNvSpPr txBox="1"/>
          <p:nvPr/>
        </p:nvSpPr>
        <p:spPr>
          <a:xfrm>
            <a:off x="5085644" y="628074"/>
            <a:ext cx="11520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900">
                <a:latin typeface="Arial"/>
                <a:cs typeface="Arial"/>
              </a:rPr>
              <a:t>Mandatory</a:t>
            </a:r>
          </a:p>
          <a:p>
            <a:r>
              <a:rPr lang="en-US" sz="900">
                <a:latin typeface="Arial"/>
                <a:cs typeface="Arial"/>
              </a:rPr>
              <a:t>For LOBS</a:t>
            </a:r>
          </a:p>
        </p:txBody>
      </p:sp>
      <p:sp>
        <p:nvSpPr>
          <p:cNvPr id="164" name="Oval 163">
            <a:extLst>
              <a:ext uri="{FF2B5EF4-FFF2-40B4-BE49-F238E27FC236}">
                <a16:creationId xmlns:a16="http://schemas.microsoft.com/office/drawing/2014/main" id="{887A2036-6EFE-4CE5-A575-CED950E363AB}"/>
              </a:ext>
            </a:extLst>
          </p:cNvPr>
          <p:cNvSpPr/>
          <p:nvPr/>
        </p:nvSpPr>
        <p:spPr bwMode="auto">
          <a:xfrm>
            <a:off x="2831941" y="2275170"/>
            <a:ext cx="144000" cy="144000"/>
          </a:xfrm>
          <a:prstGeom prst="ellipse">
            <a:avLst/>
          </a:prstGeom>
          <a:solidFill>
            <a:srgbClr val="C00000"/>
          </a:solidFill>
          <a:ln w="28575" cap="rnd">
            <a:solidFill>
              <a:srgbClr val="C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it-IT" sz="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buntu" panose="020B0504030602030204" pitchFamily="34" charset="0"/>
              <a:ea typeface="+mn-ea"/>
              <a:cs typeface="+mn-cs"/>
            </a:endParaRPr>
          </a:p>
        </p:txBody>
      </p:sp>
      <p:sp>
        <p:nvSpPr>
          <p:cNvPr id="165" name="Oval 164">
            <a:extLst>
              <a:ext uri="{FF2B5EF4-FFF2-40B4-BE49-F238E27FC236}">
                <a16:creationId xmlns:a16="http://schemas.microsoft.com/office/drawing/2014/main" id="{5D603EEF-95B9-4489-A3BF-4C981F5781D2}"/>
              </a:ext>
            </a:extLst>
          </p:cNvPr>
          <p:cNvSpPr/>
          <p:nvPr/>
        </p:nvSpPr>
        <p:spPr bwMode="auto">
          <a:xfrm>
            <a:off x="2830231" y="2684424"/>
            <a:ext cx="144000" cy="144000"/>
          </a:xfrm>
          <a:prstGeom prst="ellipse">
            <a:avLst/>
          </a:prstGeom>
          <a:solidFill>
            <a:srgbClr val="C00000"/>
          </a:solidFill>
          <a:ln w="28575" cap="rnd">
            <a:solidFill>
              <a:srgbClr val="C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it-IT" sz="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buntu" panose="020B0504030602030204" pitchFamily="34" charset="0"/>
              <a:ea typeface="+mn-ea"/>
              <a:cs typeface="+mn-cs"/>
            </a:endParaRPr>
          </a:p>
        </p:txBody>
      </p:sp>
      <p:sp>
        <p:nvSpPr>
          <p:cNvPr id="166" name="Oval 165">
            <a:extLst>
              <a:ext uri="{FF2B5EF4-FFF2-40B4-BE49-F238E27FC236}">
                <a16:creationId xmlns:a16="http://schemas.microsoft.com/office/drawing/2014/main" id="{CE0E9F75-B00E-43F1-9DB7-028F20BC9817}"/>
              </a:ext>
            </a:extLst>
          </p:cNvPr>
          <p:cNvSpPr/>
          <p:nvPr/>
        </p:nvSpPr>
        <p:spPr bwMode="auto">
          <a:xfrm>
            <a:off x="4215531" y="2292298"/>
            <a:ext cx="144000" cy="144000"/>
          </a:xfrm>
          <a:prstGeom prst="ellipse">
            <a:avLst/>
          </a:prstGeom>
          <a:solidFill>
            <a:srgbClr val="C00000"/>
          </a:solidFill>
          <a:ln w="28575" cap="rnd">
            <a:solidFill>
              <a:srgbClr val="C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it-IT" sz="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buntu" panose="020B0504030602030204" pitchFamily="34" charset="0"/>
              <a:ea typeface="+mn-ea"/>
              <a:cs typeface="+mn-cs"/>
            </a:endParaRPr>
          </a:p>
        </p:txBody>
      </p:sp>
      <p:sp>
        <p:nvSpPr>
          <p:cNvPr id="168" name="Oval 167">
            <a:extLst>
              <a:ext uri="{FF2B5EF4-FFF2-40B4-BE49-F238E27FC236}">
                <a16:creationId xmlns:a16="http://schemas.microsoft.com/office/drawing/2014/main" id="{B2452D01-C40D-4347-BA8C-D28111AA4234}"/>
              </a:ext>
            </a:extLst>
          </p:cNvPr>
          <p:cNvSpPr/>
          <p:nvPr/>
        </p:nvSpPr>
        <p:spPr bwMode="auto">
          <a:xfrm>
            <a:off x="4202305" y="2721871"/>
            <a:ext cx="144000" cy="144000"/>
          </a:xfrm>
          <a:prstGeom prst="ellipse">
            <a:avLst/>
          </a:prstGeom>
          <a:solidFill>
            <a:srgbClr val="C00000"/>
          </a:solidFill>
          <a:ln w="28575" cap="rnd">
            <a:solidFill>
              <a:srgbClr val="C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it-IT" sz="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buntu" panose="020B0504030602030204" pitchFamily="34" charset="0"/>
              <a:ea typeface="+mn-ea"/>
              <a:cs typeface="+mn-cs"/>
            </a:endParaRPr>
          </a:p>
        </p:txBody>
      </p:sp>
      <p:sp>
        <p:nvSpPr>
          <p:cNvPr id="169" name="Oval 168">
            <a:extLst>
              <a:ext uri="{FF2B5EF4-FFF2-40B4-BE49-F238E27FC236}">
                <a16:creationId xmlns:a16="http://schemas.microsoft.com/office/drawing/2014/main" id="{CB88298F-B86E-48F3-82F5-9681CB1FA9AF}"/>
              </a:ext>
            </a:extLst>
          </p:cNvPr>
          <p:cNvSpPr/>
          <p:nvPr/>
        </p:nvSpPr>
        <p:spPr bwMode="auto">
          <a:xfrm>
            <a:off x="4479235" y="3121076"/>
            <a:ext cx="144000" cy="144000"/>
          </a:xfrm>
          <a:prstGeom prst="ellipse">
            <a:avLst/>
          </a:prstGeom>
          <a:solidFill>
            <a:srgbClr val="C00000"/>
          </a:solidFill>
          <a:ln w="28575" cap="rnd">
            <a:solidFill>
              <a:srgbClr val="C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it-IT" sz="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buntu" panose="020B0504030602030204" pitchFamily="34" charset="0"/>
              <a:ea typeface="+mn-ea"/>
              <a:cs typeface="+mn-cs"/>
            </a:endParaRPr>
          </a:p>
        </p:txBody>
      </p:sp>
      <p:sp>
        <p:nvSpPr>
          <p:cNvPr id="170" name="Oval 169">
            <a:extLst>
              <a:ext uri="{FF2B5EF4-FFF2-40B4-BE49-F238E27FC236}">
                <a16:creationId xmlns:a16="http://schemas.microsoft.com/office/drawing/2014/main" id="{F17CA38E-72BE-40F0-AD3C-F37A68810E75}"/>
              </a:ext>
            </a:extLst>
          </p:cNvPr>
          <p:cNvSpPr/>
          <p:nvPr/>
        </p:nvSpPr>
        <p:spPr bwMode="auto">
          <a:xfrm>
            <a:off x="5597381" y="3110046"/>
            <a:ext cx="144000" cy="144000"/>
          </a:xfrm>
          <a:prstGeom prst="ellipse">
            <a:avLst/>
          </a:prstGeom>
          <a:solidFill>
            <a:srgbClr val="C00000"/>
          </a:solidFill>
          <a:ln w="28575" cap="rnd">
            <a:solidFill>
              <a:srgbClr val="C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it-IT" sz="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buntu" panose="020B0504030602030204" pitchFamily="34" charset="0"/>
              <a:ea typeface="+mn-ea"/>
              <a:cs typeface="+mn-cs"/>
            </a:endParaRPr>
          </a:p>
        </p:txBody>
      </p:sp>
      <p:sp>
        <p:nvSpPr>
          <p:cNvPr id="171" name="Oval 170">
            <a:extLst>
              <a:ext uri="{FF2B5EF4-FFF2-40B4-BE49-F238E27FC236}">
                <a16:creationId xmlns:a16="http://schemas.microsoft.com/office/drawing/2014/main" id="{3F354E9C-A976-4E5B-9CED-D567A71E9A6E}"/>
              </a:ext>
            </a:extLst>
          </p:cNvPr>
          <p:cNvSpPr/>
          <p:nvPr/>
        </p:nvSpPr>
        <p:spPr bwMode="auto">
          <a:xfrm>
            <a:off x="5626493" y="3755604"/>
            <a:ext cx="144000" cy="144000"/>
          </a:xfrm>
          <a:prstGeom prst="ellipse">
            <a:avLst/>
          </a:prstGeom>
          <a:solidFill>
            <a:srgbClr val="C00000"/>
          </a:solidFill>
          <a:ln w="28575" cap="rnd">
            <a:solidFill>
              <a:srgbClr val="C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it-IT" sz="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buntu" panose="020B0504030602030204" pitchFamily="34" charset="0"/>
              <a:ea typeface="+mn-ea"/>
              <a:cs typeface="+mn-cs"/>
            </a:endParaRPr>
          </a:p>
        </p:txBody>
      </p:sp>
      <p:sp>
        <p:nvSpPr>
          <p:cNvPr id="173" name="Oval 172">
            <a:extLst>
              <a:ext uri="{FF2B5EF4-FFF2-40B4-BE49-F238E27FC236}">
                <a16:creationId xmlns:a16="http://schemas.microsoft.com/office/drawing/2014/main" id="{78E7C0CE-5545-4C1A-ABAB-597FF46998C3}"/>
              </a:ext>
            </a:extLst>
          </p:cNvPr>
          <p:cNvSpPr/>
          <p:nvPr/>
        </p:nvSpPr>
        <p:spPr bwMode="auto">
          <a:xfrm>
            <a:off x="10217322" y="4063639"/>
            <a:ext cx="144000" cy="144000"/>
          </a:xfrm>
          <a:prstGeom prst="ellipse">
            <a:avLst/>
          </a:prstGeom>
          <a:solidFill>
            <a:srgbClr val="C00000"/>
          </a:solidFill>
          <a:ln w="28575" cap="rnd">
            <a:solidFill>
              <a:srgbClr val="C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it-IT" sz="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buntu" panose="020B0504030602030204" pitchFamily="34" charset="0"/>
              <a:ea typeface="+mn-ea"/>
              <a:cs typeface="+mn-cs"/>
            </a:endParaRPr>
          </a:p>
        </p:txBody>
      </p:sp>
      <p:sp>
        <p:nvSpPr>
          <p:cNvPr id="175" name="Oval 174">
            <a:extLst>
              <a:ext uri="{FF2B5EF4-FFF2-40B4-BE49-F238E27FC236}">
                <a16:creationId xmlns:a16="http://schemas.microsoft.com/office/drawing/2014/main" id="{B4D96C6D-E702-4CE9-A7E2-523FE77D6C14}"/>
              </a:ext>
            </a:extLst>
          </p:cNvPr>
          <p:cNvSpPr/>
          <p:nvPr/>
        </p:nvSpPr>
        <p:spPr bwMode="auto">
          <a:xfrm>
            <a:off x="11243024" y="4063639"/>
            <a:ext cx="144000" cy="144000"/>
          </a:xfrm>
          <a:prstGeom prst="ellipse">
            <a:avLst/>
          </a:prstGeom>
          <a:solidFill>
            <a:srgbClr val="C00000"/>
          </a:solidFill>
          <a:ln w="28575" cap="rnd">
            <a:solidFill>
              <a:srgbClr val="C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it-IT" sz="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buntu" panose="020B0504030602030204" pitchFamily="34" charset="0"/>
              <a:ea typeface="+mn-ea"/>
              <a:cs typeface="+mn-cs"/>
            </a:endParaRPr>
          </a:p>
        </p:txBody>
      </p:sp>
      <p:sp>
        <p:nvSpPr>
          <p:cNvPr id="176" name="Oval 175">
            <a:extLst>
              <a:ext uri="{FF2B5EF4-FFF2-40B4-BE49-F238E27FC236}">
                <a16:creationId xmlns:a16="http://schemas.microsoft.com/office/drawing/2014/main" id="{642106B3-00E3-4FF0-9CB0-1CFAFECA5E39}"/>
              </a:ext>
            </a:extLst>
          </p:cNvPr>
          <p:cNvSpPr/>
          <p:nvPr/>
        </p:nvSpPr>
        <p:spPr bwMode="auto">
          <a:xfrm>
            <a:off x="11981050" y="4315545"/>
            <a:ext cx="144000" cy="144000"/>
          </a:xfrm>
          <a:prstGeom prst="ellipse">
            <a:avLst/>
          </a:prstGeom>
          <a:solidFill>
            <a:srgbClr val="C00000"/>
          </a:solidFill>
          <a:ln w="28575" cap="rnd">
            <a:solidFill>
              <a:srgbClr val="C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it-IT" sz="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buntu" panose="020B0504030602030204" pitchFamily="34" charset="0"/>
              <a:ea typeface="+mn-ea"/>
              <a:cs typeface="+mn-cs"/>
            </a:endParaRPr>
          </a:p>
        </p:txBody>
      </p:sp>
      <p:sp>
        <p:nvSpPr>
          <p:cNvPr id="177" name="Oval 176">
            <a:extLst>
              <a:ext uri="{FF2B5EF4-FFF2-40B4-BE49-F238E27FC236}">
                <a16:creationId xmlns:a16="http://schemas.microsoft.com/office/drawing/2014/main" id="{08A64BDF-7730-4967-B520-9A3261FB20EE}"/>
              </a:ext>
            </a:extLst>
          </p:cNvPr>
          <p:cNvSpPr/>
          <p:nvPr/>
        </p:nvSpPr>
        <p:spPr bwMode="auto">
          <a:xfrm>
            <a:off x="9287592" y="4063639"/>
            <a:ext cx="144000" cy="144000"/>
          </a:xfrm>
          <a:prstGeom prst="ellipse">
            <a:avLst/>
          </a:prstGeom>
          <a:solidFill>
            <a:schemeClr val="bg1"/>
          </a:solidFill>
          <a:ln w="28575" cap="rnd">
            <a:solidFill>
              <a:srgbClr val="C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it-IT" sz="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buntu" panose="020B0504030602030204" pitchFamily="34" charset="0"/>
              <a:ea typeface="+mn-ea"/>
              <a:cs typeface="+mn-cs"/>
            </a:endParaRPr>
          </a:p>
        </p:txBody>
      </p:sp>
      <p:sp>
        <p:nvSpPr>
          <p:cNvPr id="178" name="Oval 177">
            <a:extLst>
              <a:ext uri="{FF2B5EF4-FFF2-40B4-BE49-F238E27FC236}">
                <a16:creationId xmlns:a16="http://schemas.microsoft.com/office/drawing/2014/main" id="{731D96BA-D520-45ED-90C9-3CDC16B807C5}"/>
              </a:ext>
            </a:extLst>
          </p:cNvPr>
          <p:cNvSpPr/>
          <p:nvPr/>
        </p:nvSpPr>
        <p:spPr bwMode="auto">
          <a:xfrm>
            <a:off x="6707064" y="4072203"/>
            <a:ext cx="144000" cy="144000"/>
          </a:xfrm>
          <a:prstGeom prst="ellipse">
            <a:avLst/>
          </a:prstGeom>
          <a:solidFill>
            <a:schemeClr val="bg1"/>
          </a:solidFill>
          <a:ln w="28575" cap="rnd">
            <a:solidFill>
              <a:srgbClr val="C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it-IT" sz="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buntu" panose="020B0504030602030204" pitchFamily="34" charset="0"/>
              <a:ea typeface="+mn-ea"/>
              <a:cs typeface="+mn-cs"/>
            </a:endParaRPr>
          </a:p>
        </p:txBody>
      </p:sp>
      <p:sp>
        <p:nvSpPr>
          <p:cNvPr id="182" name="Oval 181">
            <a:extLst>
              <a:ext uri="{FF2B5EF4-FFF2-40B4-BE49-F238E27FC236}">
                <a16:creationId xmlns:a16="http://schemas.microsoft.com/office/drawing/2014/main" id="{1E895863-BDED-46F3-9863-B8C26EB5854F}"/>
              </a:ext>
            </a:extLst>
          </p:cNvPr>
          <p:cNvSpPr/>
          <p:nvPr/>
        </p:nvSpPr>
        <p:spPr bwMode="auto">
          <a:xfrm>
            <a:off x="7619751" y="4091041"/>
            <a:ext cx="144000" cy="144000"/>
          </a:xfrm>
          <a:prstGeom prst="ellipse">
            <a:avLst/>
          </a:prstGeom>
          <a:solidFill>
            <a:schemeClr val="bg1"/>
          </a:solidFill>
          <a:ln w="28575" cap="rnd">
            <a:solidFill>
              <a:srgbClr val="C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it-IT" sz="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buntu" panose="020B0504030602030204" pitchFamily="34" charset="0"/>
              <a:ea typeface="+mn-ea"/>
              <a:cs typeface="+mn-cs"/>
            </a:endParaRPr>
          </a:p>
        </p:txBody>
      </p:sp>
      <p:sp>
        <p:nvSpPr>
          <p:cNvPr id="21" name="Callout: Line with Border and Accent Bar 20">
            <a:extLst>
              <a:ext uri="{FF2B5EF4-FFF2-40B4-BE49-F238E27FC236}">
                <a16:creationId xmlns:a16="http://schemas.microsoft.com/office/drawing/2014/main" id="{900556F1-5742-4641-AB04-30D55250A77D}"/>
              </a:ext>
            </a:extLst>
          </p:cNvPr>
          <p:cNvSpPr/>
          <p:nvPr/>
        </p:nvSpPr>
        <p:spPr bwMode="auto">
          <a:xfrm flipH="1">
            <a:off x="10462507" y="3008070"/>
            <a:ext cx="764667" cy="595980"/>
          </a:xfrm>
          <a:prstGeom prst="accentBorderCallout1">
            <a:avLst>
              <a:gd name="adj1" fmla="val 18750"/>
              <a:gd name="adj2" fmla="val -8333"/>
              <a:gd name="adj3" fmla="val 172166"/>
              <a:gd name="adj4" fmla="val -41426"/>
            </a:avLst>
          </a:prstGeom>
          <a:solidFill>
            <a:schemeClr val="bg1"/>
          </a:solidFill>
          <a:ln w="12700" cap="rnd">
            <a:solidFill>
              <a:srgbClr val="C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it-IT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buntu" panose="020B0504030602030204" pitchFamily="34" charset="0"/>
                <a:ea typeface="+mn-ea"/>
                <a:cs typeface="+mn-cs"/>
              </a:rPr>
              <a:t>Post Binding Arctivities triggered </a:t>
            </a:r>
            <a:r>
              <a:rPr lang="it-IT" sz="700">
                <a:solidFill>
                  <a:prstClr val="black"/>
                </a:solidFill>
                <a:latin typeface="Ubuntu" panose="020B0504030602030204" pitchFamily="34" charset="0"/>
              </a:rPr>
              <a:t> (i.e. Policy Issuance</a:t>
            </a:r>
            <a:endParaRPr kumimoji="0" lang="it-IT" sz="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buntu" panose="020B050403060203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250454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3">
            <a:extLst>
              <a:ext uri="{FF2B5EF4-FFF2-40B4-BE49-F238E27FC236}">
                <a16:creationId xmlns:a16="http://schemas.microsoft.com/office/drawing/2014/main" id="{F89AFA8E-153D-3CA5-7605-73D8F3908A22}"/>
              </a:ext>
            </a:extLst>
          </p:cNvPr>
          <p:cNvSpPr txBox="1"/>
          <p:nvPr/>
        </p:nvSpPr>
        <p:spPr>
          <a:xfrm>
            <a:off x="8099703" y="-11056"/>
            <a:ext cx="848784" cy="302091"/>
          </a:xfrm>
          <a:prstGeom prst="roundRect">
            <a:avLst>
              <a:gd name="adj" fmla="val 23448"/>
            </a:avLst>
          </a:prstGeom>
          <a:noFill/>
          <a:ln w="9525"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100" u="sng"/>
              <a:t>Legend</a:t>
            </a:r>
          </a:p>
        </p:txBody>
      </p:sp>
      <p:sp>
        <p:nvSpPr>
          <p:cNvPr id="14" name="Title 13">
            <a:extLst>
              <a:ext uri="{FF2B5EF4-FFF2-40B4-BE49-F238E27FC236}">
                <a16:creationId xmlns:a16="http://schemas.microsoft.com/office/drawing/2014/main" id="{ABCF9246-8BA5-4120-B3F6-1B3FFA10D7A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 b="1"/>
              <a:t>AGENDA</a:t>
            </a:r>
          </a:p>
        </p:txBody>
      </p:sp>
      <p:sp>
        <p:nvSpPr>
          <p:cNvPr id="158" name="Rectangle 15">
            <a:extLst>
              <a:ext uri="{FF2B5EF4-FFF2-40B4-BE49-F238E27FC236}">
                <a16:creationId xmlns:a16="http://schemas.microsoft.com/office/drawing/2014/main" id="{427F97FF-BF96-4417-AC7E-D05F0722E12E}"/>
              </a:ext>
            </a:extLst>
          </p:cNvPr>
          <p:cNvSpPr/>
          <p:nvPr/>
        </p:nvSpPr>
        <p:spPr>
          <a:xfrm>
            <a:off x="1101934" y="1035563"/>
            <a:ext cx="1439501" cy="849931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none" strike="noStrike" kern="120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Regular"/>
              <a:ea typeface="ＭＳ Ｐゴシック"/>
              <a:cs typeface="+mn-cs"/>
            </a:endParaRPr>
          </a:p>
        </p:txBody>
      </p:sp>
      <p:sp>
        <p:nvSpPr>
          <p:cNvPr id="181" name="Rectangle 21">
            <a:extLst>
              <a:ext uri="{FF2B5EF4-FFF2-40B4-BE49-F238E27FC236}">
                <a16:creationId xmlns:a16="http://schemas.microsoft.com/office/drawing/2014/main" id="{58FD84CC-5991-4C10-A53B-A58DE140F4EC}"/>
              </a:ext>
            </a:extLst>
          </p:cNvPr>
          <p:cNvSpPr/>
          <p:nvPr/>
        </p:nvSpPr>
        <p:spPr>
          <a:xfrm>
            <a:off x="2541435" y="1035563"/>
            <a:ext cx="8606662" cy="84993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Regular"/>
              <a:ea typeface="ＭＳ Ｐゴシック"/>
              <a:cs typeface="+mn-cs"/>
            </a:endParaRPr>
          </a:p>
        </p:txBody>
      </p:sp>
      <p:sp>
        <p:nvSpPr>
          <p:cNvPr id="183" name="Text Placeholder 3">
            <a:extLst>
              <a:ext uri="{FF2B5EF4-FFF2-40B4-BE49-F238E27FC236}">
                <a16:creationId xmlns:a16="http://schemas.microsoft.com/office/drawing/2014/main" id="{3B5C256A-6D92-49DC-A51D-B981100F223F}"/>
              </a:ext>
            </a:extLst>
          </p:cNvPr>
          <p:cNvSpPr txBox="1">
            <a:spLocks/>
          </p:cNvSpPr>
          <p:nvPr/>
        </p:nvSpPr>
        <p:spPr>
          <a:xfrm>
            <a:off x="1556301" y="1292110"/>
            <a:ext cx="530766" cy="336837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0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Regular"/>
                <a:cs typeface="Segoe UI Light"/>
              </a:rPr>
              <a:t>01</a:t>
            </a:r>
            <a:endParaRPr kumimoji="0" lang="en-US" sz="20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Regular"/>
              <a:cs typeface="Segoe UI Light"/>
            </a:endParaRPr>
          </a:p>
        </p:txBody>
      </p:sp>
      <p:sp>
        <p:nvSpPr>
          <p:cNvPr id="184" name="Text Placeholder 3">
            <a:extLst>
              <a:ext uri="{FF2B5EF4-FFF2-40B4-BE49-F238E27FC236}">
                <a16:creationId xmlns:a16="http://schemas.microsoft.com/office/drawing/2014/main" id="{B2B9C538-506F-411C-AB0F-3D15E6F16667}"/>
              </a:ext>
            </a:extLst>
          </p:cNvPr>
          <p:cNvSpPr txBox="1">
            <a:spLocks/>
          </p:cNvSpPr>
          <p:nvPr/>
        </p:nvSpPr>
        <p:spPr>
          <a:xfrm>
            <a:off x="2541435" y="1292110"/>
            <a:ext cx="7460802" cy="336837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0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fontAlgn="auto">
              <a:spcAft>
                <a:spcPts val="0"/>
              </a:spcAft>
              <a:buClrTx/>
              <a:buSzTx/>
              <a:tabLst/>
              <a:defRPr/>
            </a:pPr>
            <a:r>
              <a:rPr lang="en-GB">
                <a:solidFill>
                  <a:prstClr val="white">
                    <a:lumMod val="75000"/>
                  </a:prstClr>
                </a:solidFill>
                <a:latin typeface="Arial Regular"/>
                <a:cs typeface="Segoe UI Light"/>
              </a:rPr>
              <a:t>Overall Pre-Binding Process </a:t>
            </a:r>
          </a:p>
        </p:txBody>
      </p:sp>
      <p:sp>
        <p:nvSpPr>
          <p:cNvPr id="185" name="Rectangle 15">
            <a:extLst>
              <a:ext uri="{FF2B5EF4-FFF2-40B4-BE49-F238E27FC236}">
                <a16:creationId xmlns:a16="http://schemas.microsoft.com/office/drawing/2014/main" id="{F7666A3F-0967-4FD7-881B-F4295740B79D}"/>
              </a:ext>
            </a:extLst>
          </p:cNvPr>
          <p:cNvSpPr/>
          <p:nvPr/>
        </p:nvSpPr>
        <p:spPr>
          <a:xfrm>
            <a:off x="1101934" y="2063317"/>
            <a:ext cx="1439501" cy="849931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none" strike="noStrike" kern="120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Regular"/>
              <a:ea typeface="ＭＳ Ｐゴシック"/>
              <a:cs typeface="+mn-cs"/>
            </a:endParaRPr>
          </a:p>
        </p:txBody>
      </p:sp>
      <p:sp>
        <p:nvSpPr>
          <p:cNvPr id="187" name="Rectangle 21">
            <a:extLst>
              <a:ext uri="{FF2B5EF4-FFF2-40B4-BE49-F238E27FC236}">
                <a16:creationId xmlns:a16="http://schemas.microsoft.com/office/drawing/2014/main" id="{646D6006-2DDC-4058-B768-BEFD6334F7FB}"/>
              </a:ext>
            </a:extLst>
          </p:cNvPr>
          <p:cNvSpPr/>
          <p:nvPr/>
        </p:nvSpPr>
        <p:spPr>
          <a:xfrm>
            <a:off x="2541435" y="2063317"/>
            <a:ext cx="8606662" cy="84993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Regular"/>
              <a:ea typeface="ＭＳ Ｐゴシック"/>
              <a:cs typeface="+mn-cs"/>
            </a:endParaRPr>
          </a:p>
        </p:txBody>
      </p:sp>
      <p:sp>
        <p:nvSpPr>
          <p:cNvPr id="188" name="Text Placeholder 3">
            <a:extLst>
              <a:ext uri="{FF2B5EF4-FFF2-40B4-BE49-F238E27FC236}">
                <a16:creationId xmlns:a16="http://schemas.microsoft.com/office/drawing/2014/main" id="{3BC9EEF1-96E0-408F-94EA-5F6CE1D79E91}"/>
              </a:ext>
            </a:extLst>
          </p:cNvPr>
          <p:cNvSpPr txBox="1">
            <a:spLocks/>
          </p:cNvSpPr>
          <p:nvPr/>
        </p:nvSpPr>
        <p:spPr>
          <a:xfrm>
            <a:off x="1556301" y="2319864"/>
            <a:ext cx="530766" cy="336837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0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Regular"/>
                <a:cs typeface="Segoe UI Light"/>
              </a:rPr>
              <a:t>02</a:t>
            </a:r>
            <a:endParaRPr kumimoji="0" lang="en-US" sz="20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Regular"/>
              <a:cs typeface="Segoe UI Light"/>
            </a:endParaRPr>
          </a:p>
        </p:txBody>
      </p:sp>
      <p:sp>
        <p:nvSpPr>
          <p:cNvPr id="189" name="Text Placeholder 3">
            <a:extLst>
              <a:ext uri="{FF2B5EF4-FFF2-40B4-BE49-F238E27FC236}">
                <a16:creationId xmlns:a16="http://schemas.microsoft.com/office/drawing/2014/main" id="{620622C1-07CE-4DE1-A8C8-959928366B94}"/>
              </a:ext>
            </a:extLst>
          </p:cNvPr>
          <p:cNvSpPr txBox="1">
            <a:spLocks/>
          </p:cNvSpPr>
          <p:nvPr/>
        </p:nvSpPr>
        <p:spPr>
          <a:xfrm>
            <a:off x="2541435" y="2281133"/>
            <a:ext cx="8094264" cy="414298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0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Regular"/>
                <a:cs typeface="Segoe UI Light"/>
              </a:rPr>
              <a:t>Requirements Collected</a:t>
            </a:r>
            <a:endParaRPr kumimoji="0" lang="en-GB" sz="2000" b="0" i="0" u="none" strike="noStrike" kern="120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Regular"/>
              <a:cs typeface="Segoe UI Light"/>
            </a:endParaRPr>
          </a:p>
        </p:txBody>
      </p:sp>
      <p:sp>
        <p:nvSpPr>
          <p:cNvPr id="190" name="Rectangle 15">
            <a:extLst>
              <a:ext uri="{FF2B5EF4-FFF2-40B4-BE49-F238E27FC236}">
                <a16:creationId xmlns:a16="http://schemas.microsoft.com/office/drawing/2014/main" id="{A9BE1DB4-536F-460A-A461-BF41418358D2}"/>
              </a:ext>
            </a:extLst>
          </p:cNvPr>
          <p:cNvSpPr/>
          <p:nvPr/>
        </p:nvSpPr>
        <p:spPr>
          <a:xfrm>
            <a:off x="1101934" y="3091071"/>
            <a:ext cx="1439501" cy="849931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none" strike="noStrike" kern="120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Regular"/>
              <a:ea typeface="ＭＳ Ｐゴシック"/>
              <a:cs typeface="+mn-cs"/>
            </a:endParaRPr>
          </a:p>
        </p:txBody>
      </p:sp>
      <p:sp>
        <p:nvSpPr>
          <p:cNvPr id="191" name="Rectangle 21">
            <a:extLst>
              <a:ext uri="{FF2B5EF4-FFF2-40B4-BE49-F238E27FC236}">
                <a16:creationId xmlns:a16="http://schemas.microsoft.com/office/drawing/2014/main" id="{FA4A2375-4224-4324-9C9F-353D7B14A44B}"/>
              </a:ext>
            </a:extLst>
          </p:cNvPr>
          <p:cNvSpPr/>
          <p:nvPr/>
        </p:nvSpPr>
        <p:spPr>
          <a:xfrm>
            <a:off x="2541435" y="3091071"/>
            <a:ext cx="8606662" cy="84993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Regular"/>
              <a:ea typeface="ＭＳ Ｐゴシック"/>
              <a:cs typeface="+mn-cs"/>
            </a:endParaRPr>
          </a:p>
        </p:txBody>
      </p:sp>
      <p:sp>
        <p:nvSpPr>
          <p:cNvPr id="192" name="Text Placeholder 3">
            <a:extLst>
              <a:ext uri="{FF2B5EF4-FFF2-40B4-BE49-F238E27FC236}">
                <a16:creationId xmlns:a16="http://schemas.microsoft.com/office/drawing/2014/main" id="{372C3DF6-240B-4157-935E-F91C74FA0BB4}"/>
              </a:ext>
            </a:extLst>
          </p:cNvPr>
          <p:cNvSpPr txBox="1">
            <a:spLocks/>
          </p:cNvSpPr>
          <p:nvPr/>
        </p:nvSpPr>
        <p:spPr>
          <a:xfrm>
            <a:off x="1556301" y="3347618"/>
            <a:ext cx="530766" cy="336837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0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Regular"/>
                <a:cs typeface="Segoe UI Light"/>
              </a:rPr>
              <a:t>03</a:t>
            </a:r>
            <a:endParaRPr kumimoji="0" lang="en-US" sz="20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Regular"/>
              <a:cs typeface="Segoe UI Light"/>
            </a:endParaRPr>
          </a:p>
        </p:txBody>
      </p:sp>
      <p:sp>
        <p:nvSpPr>
          <p:cNvPr id="193" name="Text Placeholder 3">
            <a:extLst>
              <a:ext uri="{FF2B5EF4-FFF2-40B4-BE49-F238E27FC236}">
                <a16:creationId xmlns:a16="http://schemas.microsoft.com/office/drawing/2014/main" id="{8F92B530-7789-4C0E-A335-961623276865}"/>
              </a:ext>
            </a:extLst>
          </p:cNvPr>
          <p:cNvSpPr txBox="1">
            <a:spLocks/>
          </p:cNvSpPr>
          <p:nvPr/>
        </p:nvSpPr>
        <p:spPr>
          <a:xfrm>
            <a:off x="2541435" y="3347618"/>
            <a:ext cx="7460802" cy="336837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0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kumimoji="0" lang="en-US" sz="2000" b="0" i="0" u="none" strike="noStrike" kern="1200" cap="none" spc="0" normalizeH="0" baseline="0" noProof="0" err="1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Arial Regular"/>
                <a:cs typeface="Segoe UI Light"/>
              </a:rPr>
              <a:t>Prioritisation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Arial Regular"/>
                <a:cs typeface="Segoe UI Light"/>
              </a:rPr>
              <a:t> Method</a:t>
            </a:r>
            <a:endParaRPr kumimoji="0" lang="en-GB" sz="20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Arial Regular"/>
              <a:cs typeface="Segoe UI Light"/>
            </a:endParaRPr>
          </a:p>
        </p:txBody>
      </p:sp>
      <p:sp>
        <p:nvSpPr>
          <p:cNvPr id="194" name="Rectangle 15">
            <a:extLst>
              <a:ext uri="{FF2B5EF4-FFF2-40B4-BE49-F238E27FC236}">
                <a16:creationId xmlns:a16="http://schemas.microsoft.com/office/drawing/2014/main" id="{1FE87ABE-CFD5-4BDA-A33F-8401293444B5}"/>
              </a:ext>
            </a:extLst>
          </p:cNvPr>
          <p:cNvSpPr/>
          <p:nvPr/>
        </p:nvSpPr>
        <p:spPr>
          <a:xfrm>
            <a:off x="1101934" y="4118825"/>
            <a:ext cx="1439501" cy="849931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none" strike="noStrike" kern="120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Regular"/>
              <a:ea typeface="ＭＳ Ｐゴシック"/>
              <a:cs typeface="+mn-cs"/>
            </a:endParaRPr>
          </a:p>
        </p:txBody>
      </p:sp>
      <p:sp>
        <p:nvSpPr>
          <p:cNvPr id="195" name="Rectangle 21">
            <a:extLst>
              <a:ext uri="{FF2B5EF4-FFF2-40B4-BE49-F238E27FC236}">
                <a16:creationId xmlns:a16="http://schemas.microsoft.com/office/drawing/2014/main" id="{818FBCF1-2E27-4A37-A066-FC88503301DB}"/>
              </a:ext>
            </a:extLst>
          </p:cNvPr>
          <p:cNvSpPr/>
          <p:nvPr/>
        </p:nvSpPr>
        <p:spPr>
          <a:xfrm>
            <a:off x="2541435" y="4118825"/>
            <a:ext cx="8606662" cy="84993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Regular"/>
              <a:ea typeface="ＭＳ Ｐゴシック"/>
              <a:cs typeface="+mn-cs"/>
            </a:endParaRPr>
          </a:p>
        </p:txBody>
      </p:sp>
      <p:sp>
        <p:nvSpPr>
          <p:cNvPr id="196" name="Text Placeholder 3">
            <a:extLst>
              <a:ext uri="{FF2B5EF4-FFF2-40B4-BE49-F238E27FC236}">
                <a16:creationId xmlns:a16="http://schemas.microsoft.com/office/drawing/2014/main" id="{ECB6DAE0-3C4F-4377-A3E2-E6DC51807689}"/>
              </a:ext>
            </a:extLst>
          </p:cNvPr>
          <p:cNvSpPr txBox="1">
            <a:spLocks/>
          </p:cNvSpPr>
          <p:nvPr/>
        </p:nvSpPr>
        <p:spPr>
          <a:xfrm>
            <a:off x="1556301" y="4375372"/>
            <a:ext cx="530766" cy="336837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0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Regular"/>
                <a:cs typeface="Segoe UI Light"/>
              </a:rPr>
              <a:t>04</a:t>
            </a:r>
            <a:endParaRPr kumimoji="0" lang="en-US" sz="20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Regular"/>
              <a:cs typeface="Segoe UI Light"/>
            </a:endParaRPr>
          </a:p>
        </p:txBody>
      </p:sp>
      <p:sp>
        <p:nvSpPr>
          <p:cNvPr id="197" name="Text Placeholder 3">
            <a:extLst>
              <a:ext uri="{FF2B5EF4-FFF2-40B4-BE49-F238E27FC236}">
                <a16:creationId xmlns:a16="http://schemas.microsoft.com/office/drawing/2014/main" id="{78A7717D-51B9-4EA6-8A95-E797922A08FD}"/>
              </a:ext>
            </a:extLst>
          </p:cNvPr>
          <p:cNvSpPr txBox="1">
            <a:spLocks/>
          </p:cNvSpPr>
          <p:nvPr/>
        </p:nvSpPr>
        <p:spPr>
          <a:xfrm>
            <a:off x="2523707" y="4350628"/>
            <a:ext cx="7460802" cy="336837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0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Arial Regular"/>
                <a:cs typeface="Segoe UI Light"/>
              </a:rPr>
              <a:t>“Must have” Requirements</a:t>
            </a:r>
            <a:endParaRPr kumimoji="0" lang="en-GB" sz="20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Arial Regular"/>
              <a:cs typeface="Segoe UI Light"/>
            </a:endParaRPr>
          </a:p>
        </p:txBody>
      </p:sp>
      <p:sp>
        <p:nvSpPr>
          <p:cNvPr id="203" name="Rectangle 15">
            <a:extLst>
              <a:ext uri="{FF2B5EF4-FFF2-40B4-BE49-F238E27FC236}">
                <a16:creationId xmlns:a16="http://schemas.microsoft.com/office/drawing/2014/main" id="{9972ACFF-F309-4E2C-99F8-272DBBF2CC74}"/>
              </a:ext>
            </a:extLst>
          </p:cNvPr>
          <p:cNvSpPr/>
          <p:nvPr/>
        </p:nvSpPr>
        <p:spPr>
          <a:xfrm>
            <a:off x="1101934" y="5146579"/>
            <a:ext cx="1439501" cy="849931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none" strike="noStrike" kern="120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Regular"/>
              <a:ea typeface="ＭＳ Ｐゴシック"/>
              <a:cs typeface="+mn-cs"/>
            </a:endParaRPr>
          </a:p>
        </p:txBody>
      </p:sp>
      <p:sp>
        <p:nvSpPr>
          <p:cNvPr id="204" name="Rectangle 21">
            <a:extLst>
              <a:ext uri="{FF2B5EF4-FFF2-40B4-BE49-F238E27FC236}">
                <a16:creationId xmlns:a16="http://schemas.microsoft.com/office/drawing/2014/main" id="{7C59266E-5570-4922-9FEE-BE531C2ADAA2}"/>
              </a:ext>
            </a:extLst>
          </p:cNvPr>
          <p:cNvSpPr/>
          <p:nvPr/>
        </p:nvSpPr>
        <p:spPr>
          <a:xfrm>
            <a:off x="2541435" y="5146579"/>
            <a:ext cx="8606662" cy="84993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r>
              <a:rPr lang="en-US" sz="2000">
                <a:solidFill>
                  <a:prstClr val="white">
                    <a:lumMod val="75000"/>
                  </a:prstClr>
                </a:solidFill>
                <a:latin typeface="Arial Regular"/>
                <a:cs typeface="Segoe UI Light"/>
              </a:rPr>
              <a:t>User Experience</a:t>
            </a:r>
            <a:endParaRPr kumimoji="0" lang="en-GB" sz="20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Arial Regular"/>
              <a:cs typeface="Segoe UI Light"/>
            </a:endParaRPr>
          </a:p>
        </p:txBody>
      </p:sp>
      <p:sp>
        <p:nvSpPr>
          <p:cNvPr id="205" name="Text Placeholder 3">
            <a:extLst>
              <a:ext uri="{FF2B5EF4-FFF2-40B4-BE49-F238E27FC236}">
                <a16:creationId xmlns:a16="http://schemas.microsoft.com/office/drawing/2014/main" id="{4E9A8709-9DE6-4B5F-98E3-D3FB2943149F}"/>
              </a:ext>
            </a:extLst>
          </p:cNvPr>
          <p:cNvSpPr txBox="1">
            <a:spLocks/>
          </p:cNvSpPr>
          <p:nvPr/>
        </p:nvSpPr>
        <p:spPr>
          <a:xfrm>
            <a:off x="1556301" y="5403126"/>
            <a:ext cx="530766" cy="336837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0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Regular"/>
                <a:cs typeface="Segoe UI Light"/>
              </a:rPr>
              <a:t>05</a:t>
            </a:r>
            <a:endParaRPr kumimoji="0" lang="en-US" sz="20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Regular"/>
              <a:cs typeface="Segoe UI Light"/>
            </a:endParaRPr>
          </a:p>
        </p:txBody>
      </p:sp>
    </p:spTree>
    <p:extLst>
      <p:ext uri="{BB962C8B-B14F-4D97-AF65-F5344CB8AC3E}">
        <p14:creationId xmlns:p14="http://schemas.microsoft.com/office/powerpoint/2010/main" val="41454273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Box 24">
            <a:extLst>
              <a:ext uri="{FF2B5EF4-FFF2-40B4-BE49-F238E27FC236}">
                <a16:creationId xmlns:a16="http://schemas.microsoft.com/office/drawing/2014/main" id="{7C41E047-AA83-4C56-B157-DF3DB2B8BE9E}"/>
              </a:ext>
            </a:extLst>
          </p:cNvPr>
          <p:cNvSpPr txBox="1"/>
          <p:nvPr/>
        </p:nvSpPr>
        <p:spPr>
          <a:xfrm>
            <a:off x="281807" y="494280"/>
            <a:ext cx="1179358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8550" lvl="1" algn="ctr"/>
            <a:r>
              <a:rPr lang="it-IT" sz="1200" b="1" err="1"/>
              <a:t>All</a:t>
            </a:r>
            <a:r>
              <a:rPr lang="it-IT" sz="1200" b="1"/>
              <a:t> the requirements </a:t>
            </a:r>
            <a:r>
              <a:rPr lang="it-IT" sz="1200" b="1" err="1"/>
              <a:t>captured</a:t>
            </a:r>
            <a:r>
              <a:rPr lang="it-IT" sz="1200" b="1"/>
              <a:t> </a:t>
            </a:r>
            <a:r>
              <a:rPr lang="it-IT" sz="1200" err="1"/>
              <a:t>during</a:t>
            </a:r>
            <a:r>
              <a:rPr lang="it-IT" sz="1200"/>
              <a:t> the workshops </a:t>
            </a:r>
            <a:r>
              <a:rPr lang="it-IT" sz="1200" b="1"/>
              <a:t>are </a:t>
            </a:r>
            <a:r>
              <a:rPr lang="it-IT" sz="1200" b="1" err="1"/>
              <a:t>grouped</a:t>
            </a:r>
            <a:r>
              <a:rPr lang="it-IT" sz="1200" b="1"/>
              <a:t> </a:t>
            </a:r>
            <a:r>
              <a:rPr lang="it-IT" sz="1200" b="1" err="1"/>
              <a:t>into</a:t>
            </a:r>
            <a:r>
              <a:rPr lang="it-IT" sz="1200" b="1"/>
              <a:t> macro cluster</a:t>
            </a:r>
            <a:r>
              <a:rPr lang="it-IT" sz="1200"/>
              <a:t> (link in </a:t>
            </a:r>
            <a:r>
              <a:rPr lang="it-IT" sz="1200" err="1"/>
              <a:t>brakets</a:t>
            </a:r>
            <a:r>
              <a:rPr lang="it-IT" sz="1200"/>
              <a:t>)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6E193DA-30F8-4F35-A043-9548C29C44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7818" y="204227"/>
            <a:ext cx="6032982" cy="557458"/>
          </a:xfrm>
        </p:spPr>
        <p:txBody>
          <a:bodyPr/>
          <a:lstStyle/>
          <a:p>
            <a:r>
              <a:rPr lang="en-US" b="1"/>
              <a:t>Pre-Binding Process – Overall Requirements</a:t>
            </a:r>
            <a:br>
              <a:rPr lang="it-IT"/>
            </a:br>
            <a:r>
              <a:rPr lang="it-IT" sz="1600">
                <a:solidFill>
                  <a:schemeClr val="accent5">
                    <a:lumMod val="50000"/>
                  </a:schemeClr>
                </a:solidFill>
              </a:rPr>
              <a:t>Summary</a:t>
            </a:r>
            <a:endParaRPr lang="it-IT"/>
          </a:p>
        </p:txBody>
      </p:sp>
      <p:sp>
        <p:nvSpPr>
          <p:cNvPr id="2" name="Arrow: Pentagon 1">
            <a:extLst>
              <a:ext uri="{FF2B5EF4-FFF2-40B4-BE49-F238E27FC236}">
                <a16:creationId xmlns:a16="http://schemas.microsoft.com/office/drawing/2014/main" id="{8EC3AC26-97D7-4BC5-833D-38A27D1AF205}"/>
              </a:ext>
            </a:extLst>
          </p:cNvPr>
          <p:cNvSpPr/>
          <p:nvPr/>
        </p:nvSpPr>
        <p:spPr bwMode="auto">
          <a:xfrm>
            <a:off x="311139" y="1634302"/>
            <a:ext cx="3240000" cy="435600"/>
          </a:xfrm>
          <a:prstGeom prst="homePlate">
            <a:avLst/>
          </a:prstGeom>
          <a:solidFill>
            <a:schemeClr val="accent1"/>
          </a:solidFill>
          <a:ln w="28575" cap="rnd">
            <a:solidFill>
              <a:schemeClr val="bg1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it-IT" sz="9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Ubuntu" panose="020B0504030602030204" pitchFamily="34" charset="0"/>
                <a:ea typeface="+mn-ea"/>
                <a:cs typeface="+mn-cs"/>
              </a:rPr>
              <a:t>PRE-SALES MANAGEMENT </a:t>
            </a:r>
          </a:p>
        </p:txBody>
      </p:sp>
      <p:sp>
        <p:nvSpPr>
          <p:cNvPr id="5" name="Arrow: Chevron 4">
            <a:extLst>
              <a:ext uri="{FF2B5EF4-FFF2-40B4-BE49-F238E27FC236}">
                <a16:creationId xmlns:a16="http://schemas.microsoft.com/office/drawing/2014/main" id="{35C9FC0C-4D4D-45BE-95E1-E506BF5CAC2E}"/>
              </a:ext>
            </a:extLst>
          </p:cNvPr>
          <p:cNvSpPr/>
          <p:nvPr/>
        </p:nvSpPr>
        <p:spPr bwMode="auto">
          <a:xfrm>
            <a:off x="3142779" y="1634302"/>
            <a:ext cx="3240000" cy="435600"/>
          </a:xfrm>
          <a:prstGeom prst="chevron">
            <a:avLst/>
          </a:prstGeom>
          <a:solidFill>
            <a:schemeClr val="accent1"/>
          </a:solidFill>
          <a:ln w="28575" cap="rnd">
            <a:solidFill>
              <a:schemeClr val="bg1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it-IT" sz="9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Ubuntu" panose="020B0504030602030204" pitchFamily="34" charset="0"/>
                <a:ea typeface="+mn-ea"/>
                <a:cs typeface="+mn-cs"/>
              </a:rPr>
              <a:t>SUBMISSION MANAGMENT</a:t>
            </a:r>
          </a:p>
        </p:txBody>
      </p:sp>
      <p:sp>
        <p:nvSpPr>
          <p:cNvPr id="7" name="Arrow: Chevron 6">
            <a:extLst>
              <a:ext uri="{FF2B5EF4-FFF2-40B4-BE49-F238E27FC236}">
                <a16:creationId xmlns:a16="http://schemas.microsoft.com/office/drawing/2014/main" id="{5C47378C-3DE5-4F14-B481-DBE5B2B4BC7B}"/>
              </a:ext>
            </a:extLst>
          </p:cNvPr>
          <p:cNvSpPr/>
          <p:nvPr/>
        </p:nvSpPr>
        <p:spPr bwMode="auto">
          <a:xfrm>
            <a:off x="5974419" y="1634302"/>
            <a:ext cx="3240000" cy="435600"/>
          </a:xfrm>
          <a:prstGeom prst="chevron">
            <a:avLst/>
          </a:prstGeom>
          <a:solidFill>
            <a:schemeClr val="accent1"/>
          </a:solidFill>
          <a:ln w="28575" cap="rnd">
            <a:solidFill>
              <a:schemeClr val="bg1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it-IT" sz="9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Ubuntu" panose="020B0504030602030204" pitchFamily="34" charset="0"/>
                <a:ea typeface="+mn-ea"/>
                <a:cs typeface="+mn-cs"/>
              </a:rPr>
              <a:t>PRE-SCREENING</a:t>
            </a:r>
          </a:p>
        </p:txBody>
      </p:sp>
      <p:sp>
        <p:nvSpPr>
          <p:cNvPr id="8" name="Arrow: Chevron 7">
            <a:extLst>
              <a:ext uri="{FF2B5EF4-FFF2-40B4-BE49-F238E27FC236}">
                <a16:creationId xmlns:a16="http://schemas.microsoft.com/office/drawing/2014/main" id="{A5AC355A-E6CD-4D9E-ACF3-B5602EEAABC8}"/>
              </a:ext>
            </a:extLst>
          </p:cNvPr>
          <p:cNvSpPr/>
          <p:nvPr/>
        </p:nvSpPr>
        <p:spPr bwMode="auto">
          <a:xfrm>
            <a:off x="8806060" y="1634302"/>
            <a:ext cx="3240000" cy="435600"/>
          </a:xfrm>
          <a:prstGeom prst="chevron">
            <a:avLst/>
          </a:prstGeom>
          <a:solidFill>
            <a:schemeClr val="accent1"/>
          </a:solidFill>
          <a:ln w="28575" cap="rnd">
            <a:solidFill>
              <a:schemeClr val="bg1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it-IT" sz="9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Ubuntu" panose="020B0504030602030204" pitchFamily="34" charset="0"/>
                <a:ea typeface="+mn-ea"/>
                <a:cs typeface="+mn-cs"/>
              </a:rPr>
              <a:t>UNDERWRITING PACKAGE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A2AC0B90-082C-47BE-A524-B0BBF609DC41}"/>
              </a:ext>
            </a:extLst>
          </p:cNvPr>
          <p:cNvGrpSpPr/>
          <p:nvPr/>
        </p:nvGrpSpPr>
        <p:grpSpPr>
          <a:xfrm>
            <a:off x="8438723" y="225502"/>
            <a:ext cx="3385459" cy="191358"/>
            <a:chOff x="89261" y="1061370"/>
            <a:chExt cx="12070446" cy="697618"/>
          </a:xfrm>
        </p:grpSpPr>
        <p:sp>
          <p:nvSpPr>
            <p:cNvPr id="102" name="Arrow: Pentagon 101">
              <a:extLst>
                <a:ext uri="{FF2B5EF4-FFF2-40B4-BE49-F238E27FC236}">
                  <a16:creationId xmlns:a16="http://schemas.microsoft.com/office/drawing/2014/main" id="{0F903E01-7258-4B4C-B62A-721B0C6CF206}"/>
                </a:ext>
              </a:extLst>
            </p:cNvPr>
            <p:cNvSpPr/>
            <p:nvPr/>
          </p:nvSpPr>
          <p:spPr bwMode="auto">
            <a:xfrm>
              <a:off x="89261" y="1061370"/>
              <a:ext cx="1885011" cy="697618"/>
            </a:xfrm>
            <a:prstGeom prst="homePlate">
              <a:avLst/>
            </a:prstGeom>
            <a:solidFill>
              <a:schemeClr val="accent1"/>
            </a:solidFill>
            <a:ln w="28575" cap="rnd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it-IT" sz="2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Ubuntu" panose="020B0504030602030204" pitchFamily="34" charset="0"/>
                  <a:ea typeface="+mn-ea"/>
                  <a:cs typeface="+mn-cs"/>
                </a:rPr>
                <a:t>PRE-SALES MANAGEMENT </a:t>
              </a:r>
            </a:p>
          </p:txBody>
        </p:sp>
        <p:sp>
          <p:nvSpPr>
            <p:cNvPr id="103" name="Arrow: Chevron 102">
              <a:extLst>
                <a:ext uri="{FF2B5EF4-FFF2-40B4-BE49-F238E27FC236}">
                  <a16:creationId xmlns:a16="http://schemas.microsoft.com/office/drawing/2014/main" id="{150CE46B-1099-4539-8316-FDD70CC3034D}"/>
                </a:ext>
              </a:extLst>
            </p:cNvPr>
            <p:cNvSpPr/>
            <p:nvPr/>
          </p:nvSpPr>
          <p:spPr bwMode="auto">
            <a:xfrm>
              <a:off x="1554853" y="1061370"/>
              <a:ext cx="1885010" cy="697618"/>
            </a:xfrm>
            <a:prstGeom prst="chevron">
              <a:avLst/>
            </a:prstGeom>
            <a:solidFill>
              <a:schemeClr val="accent1"/>
            </a:solidFill>
            <a:ln w="28575" cap="rnd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it-IT" sz="2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Ubuntu" panose="020B0504030602030204" pitchFamily="34" charset="0"/>
                  <a:ea typeface="+mn-ea"/>
                  <a:cs typeface="+mn-cs"/>
                </a:rPr>
                <a:t>SUBMISSION MANAGMENT</a:t>
              </a:r>
            </a:p>
          </p:txBody>
        </p:sp>
        <p:sp>
          <p:nvSpPr>
            <p:cNvPr id="104" name="Arrow: Chevron 103">
              <a:extLst>
                <a:ext uri="{FF2B5EF4-FFF2-40B4-BE49-F238E27FC236}">
                  <a16:creationId xmlns:a16="http://schemas.microsoft.com/office/drawing/2014/main" id="{52844089-626E-4E93-ABBE-0981988EEE60}"/>
                </a:ext>
              </a:extLst>
            </p:cNvPr>
            <p:cNvSpPr/>
            <p:nvPr/>
          </p:nvSpPr>
          <p:spPr bwMode="auto">
            <a:xfrm>
              <a:off x="3020444" y="1061370"/>
              <a:ext cx="1885010" cy="697618"/>
            </a:xfrm>
            <a:prstGeom prst="chevron">
              <a:avLst/>
            </a:prstGeom>
            <a:solidFill>
              <a:schemeClr val="accent1"/>
            </a:solidFill>
            <a:ln w="28575" cap="rnd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it-IT" sz="2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Ubuntu" panose="020B0504030602030204" pitchFamily="34" charset="0"/>
                  <a:ea typeface="+mn-ea"/>
                  <a:cs typeface="+mn-cs"/>
                </a:rPr>
                <a:t>PRES-CREENING</a:t>
              </a:r>
            </a:p>
          </p:txBody>
        </p:sp>
        <p:sp>
          <p:nvSpPr>
            <p:cNvPr id="105" name="Arrow: Chevron 104">
              <a:extLst>
                <a:ext uri="{FF2B5EF4-FFF2-40B4-BE49-F238E27FC236}">
                  <a16:creationId xmlns:a16="http://schemas.microsoft.com/office/drawing/2014/main" id="{5AEF3754-EBB8-4547-B3C5-D36F12DB69A0}"/>
                </a:ext>
              </a:extLst>
            </p:cNvPr>
            <p:cNvSpPr/>
            <p:nvPr/>
          </p:nvSpPr>
          <p:spPr bwMode="auto">
            <a:xfrm>
              <a:off x="4486035" y="1061370"/>
              <a:ext cx="1886400" cy="697618"/>
            </a:xfrm>
            <a:prstGeom prst="chevron">
              <a:avLst/>
            </a:prstGeom>
            <a:solidFill>
              <a:schemeClr val="accent1"/>
            </a:solidFill>
            <a:ln w="28575" cap="rnd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it-IT" sz="2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Ubuntu" panose="020B0504030602030204" pitchFamily="34" charset="0"/>
                  <a:ea typeface="+mn-ea"/>
                  <a:cs typeface="+mn-cs"/>
                </a:rPr>
                <a:t>UNDERWRITING PACKAGE</a:t>
              </a:r>
            </a:p>
          </p:txBody>
        </p:sp>
        <p:sp>
          <p:nvSpPr>
            <p:cNvPr id="108" name="Arrow: Chevron 107">
              <a:extLst>
                <a:ext uri="{FF2B5EF4-FFF2-40B4-BE49-F238E27FC236}">
                  <a16:creationId xmlns:a16="http://schemas.microsoft.com/office/drawing/2014/main" id="{0F28AAD4-F1DB-4CD2-82FC-157990ACA5F9}"/>
                </a:ext>
              </a:extLst>
            </p:cNvPr>
            <p:cNvSpPr/>
            <p:nvPr/>
          </p:nvSpPr>
          <p:spPr bwMode="auto">
            <a:xfrm>
              <a:off x="5951626" y="1061370"/>
              <a:ext cx="1886400" cy="697618"/>
            </a:xfrm>
            <a:prstGeom prst="chevron">
              <a:avLst/>
            </a:prstGeom>
            <a:solidFill>
              <a:schemeClr val="accent1">
                <a:alpha val="48000"/>
              </a:schemeClr>
            </a:solidFill>
            <a:ln w="28575" cap="rnd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it-IT" sz="2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Ubuntu" panose="020B0504030602030204" pitchFamily="34" charset="0"/>
                  <a:ea typeface="+mn-ea"/>
                  <a:cs typeface="+mn-cs"/>
                </a:rPr>
                <a:t>RISK ASSESSMENT TOOL</a:t>
              </a:r>
            </a:p>
          </p:txBody>
        </p:sp>
        <p:sp>
          <p:nvSpPr>
            <p:cNvPr id="109" name="Arrow: Chevron 108">
              <a:extLst>
                <a:ext uri="{FF2B5EF4-FFF2-40B4-BE49-F238E27FC236}">
                  <a16:creationId xmlns:a16="http://schemas.microsoft.com/office/drawing/2014/main" id="{CBE8ABD5-0443-4D02-94A4-0E8E9C1B27A4}"/>
                </a:ext>
              </a:extLst>
            </p:cNvPr>
            <p:cNvSpPr/>
            <p:nvPr/>
          </p:nvSpPr>
          <p:spPr bwMode="auto">
            <a:xfrm>
              <a:off x="7417217" y="1061370"/>
              <a:ext cx="1886400" cy="697618"/>
            </a:xfrm>
            <a:prstGeom prst="chevron">
              <a:avLst/>
            </a:prstGeom>
            <a:solidFill>
              <a:schemeClr val="accent1">
                <a:alpha val="48000"/>
              </a:schemeClr>
            </a:solidFill>
            <a:ln w="28575" cap="rnd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it-IT" sz="2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Ubuntu" panose="020B0504030602030204" pitchFamily="34" charset="0"/>
                  <a:ea typeface="+mn-ea"/>
                  <a:cs typeface="+mn-cs"/>
                </a:rPr>
                <a:t>FACULTATIVE REINSURANCE</a:t>
              </a:r>
            </a:p>
          </p:txBody>
        </p:sp>
        <p:sp>
          <p:nvSpPr>
            <p:cNvPr id="112" name="Arrow: Chevron 111">
              <a:extLst>
                <a:ext uri="{FF2B5EF4-FFF2-40B4-BE49-F238E27FC236}">
                  <a16:creationId xmlns:a16="http://schemas.microsoft.com/office/drawing/2014/main" id="{14508657-1919-499E-B726-255A9A81AA3F}"/>
                </a:ext>
              </a:extLst>
            </p:cNvPr>
            <p:cNvSpPr/>
            <p:nvPr/>
          </p:nvSpPr>
          <p:spPr bwMode="auto">
            <a:xfrm>
              <a:off x="8882808" y="1061370"/>
              <a:ext cx="1886400" cy="697618"/>
            </a:xfrm>
            <a:prstGeom prst="chevron">
              <a:avLst/>
            </a:prstGeom>
            <a:solidFill>
              <a:schemeClr val="accent1">
                <a:alpha val="48000"/>
              </a:schemeClr>
            </a:solidFill>
            <a:ln w="28575" cap="rnd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it-IT" sz="200">
                  <a:solidFill>
                    <a:schemeClr val="bg1"/>
                  </a:solidFill>
                  <a:latin typeface="Ubuntu" panose="020B0504030602030204" pitchFamily="34" charset="0"/>
                </a:rPr>
                <a:t>PRICING</a:t>
              </a:r>
              <a:endParaRPr kumimoji="0" lang="it-IT" sz="2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Ubuntu" panose="020B050403060203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Arrow: Chevron 112">
              <a:extLst>
                <a:ext uri="{FF2B5EF4-FFF2-40B4-BE49-F238E27FC236}">
                  <a16:creationId xmlns:a16="http://schemas.microsoft.com/office/drawing/2014/main" id="{07ACFD71-05D3-411F-BE84-3E5D1643E9A4}"/>
                </a:ext>
              </a:extLst>
            </p:cNvPr>
            <p:cNvSpPr/>
            <p:nvPr/>
          </p:nvSpPr>
          <p:spPr bwMode="auto">
            <a:xfrm>
              <a:off x="10348400" y="1061370"/>
              <a:ext cx="1811307" cy="697618"/>
            </a:xfrm>
            <a:prstGeom prst="chevron">
              <a:avLst/>
            </a:prstGeom>
            <a:solidFill>
              <a:schemeClr val="accent1">
                <a:alpha val="48000"/>
              </a:schemeClr>
            </a:solidFill>
            <a:ln w="28575" cap="rnd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it-IT" sz="200">
                  <a:solidFill>
                    <a:schemeClr val="bg1"/>
                  </a:solidFill>
                  <a:latin typeface="Ubuntu" panose="020B0504030602030204" pitchFamily="34" charset="0"/>
                </a:rPr>
                <a:t>QUOTING &amp; RISK BINDING</a:t>
              </a:r>
              <a:endParaRPr kumimoji="0" lang="it-IT" sz="2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Ubuntu" panose="020B050403060203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28079967-A90F-4926-89DD-56448070D4BF}"/>
              </a:ext>
            </a:extLst>
          </p:cNvPr>
          <p:cNvSpPr txBox="1"/>
          <p:nvPr/>
        </p:nvSpPr>
        <p:spPr>
          <a:xfrm>
            <a:off x="311138" y="2070779"/>
            <a:ext cx="3006489" cy="38087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1050" b="1"/>
              <a:t>CSP Decomissioning:</a:t>
            </a:r>
          </a:p>
          <a:p>
            <a:pPr algn="ctr"/>
            <a:r>
              <a:rPr lang="it-IT" sz="1050" b="1"/>
              <a:t>data client managed by CRM (11201/2-21201)</a:t>
            </a:r>
          </a:p>
          <a:p>
            <a:endParaRPr lang="it-IT" sz="1000" b="1" u="sng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it-IT" sz="1000" b="1" u="sng"/>
              <a:t>Client Search</a:t>
            </a:r>
          </a:p>
          <a:p>
            <a:pPr marL="360000" lvl="1" indent="-171450">
              <a:buFont typeface="Arial" panose="020B0604020202020204" pitchFamily="34" charset="0"/>
              <a:buChar char="•"/>
            </a:pPr>
            <a:r>
              <a:rPr lang="it-IT" sz="900" b="1"/>
              <a:t>Enhance client / broker data search </a:t>
            </a:r>
            <a:r>
              <a:rPr lang="it-IT" sz="900"/>
              <a:t>criteria </a:t>
            </a:r>
            <a:r>
              <a:rPr lang="it-IT" sz="900" b="1"/>
              <a:t>(fuzzy search) </a:t>
            </a:r>
            <a:r>
              <a:rPr lang="it-IT" sz="900"/>
              <a:t>(11102/3/6-42104)</a:t>
            </a:r>
          </a:p>
          <a:p>
            <a:pPr marL="360000" lvl="1" indent="-171450">
              <a:buFont typeface="Arial" panose="020B0604020202020204" pitchFamily="34" charset="0"/>
              <a:buChar char="•"/>
            </a:pPr>
            <a:r>
              <a:rPr lang="it-IT" sz="900" b="1"/>
              <a:t>Add details on results </a:t>
            </a:r>
            <a:r>
              <a:rPr lang="it-IT" sz="900"/>
              <a:t>shown by the system including merge clients (11104/5-21203/5)</a:t>
            </a:r>
          </a:p>
          <a:p>
            <a:pPr marL="360000" lvl="1" indent="-171450">
              <a:buFont typeface="Arial" panose="020B0604020202020204" pitchFamily="34" charset="0"/>
              <a:buChar char="•"/>
            </a:pPr>
            <a:r>
              <a:rPr lang="it-IT" sz="900" b="1"/>
              <a:t>Filter results</a:t>
            </a:r>
            <a:r>
              <a:rPr lang="it-IT" sz="900"/>
              <a:t> and </a:t>
            </a:r>
            <a:r>
              <a:rPr lang="it-IT" sz="900" b="1"/>
              <a:t>sort</a:t>
            </a:r>
            <a:r>
              <a:rPr lang="it-IT" sz="900"/>
              <a:t> them according to some </a:t>
            </a:r>
            <a:r>
              <a:rPr lang="it-IT" sz="900" b="1"/>
              <a:t>ranking criteria </a:t>
            </a:r>
            <a:r>
              <a:rPr lang="it-IT" sz="900"/>
              <a:t>(11301/2)</a:t>
            </a:r>
          </a:p>
          <a:p>
            <a:pPr marL="360000" lvl="1" indent="-171450">
              <a:buFont typeface="Arial" panose="020B0604020202020204" pitchFamily="34" charset="0"/>
              <a:buChar char="•"/>
            </a:pPr>
            <a:r>
              <a:rPr lang="it-IT" sz="900"/>
              <a:t>Develop an </a:t>
            </a:r>
            <a:r>
              <a:rPr lang="it-IT" sz="900" b="1"/>
              <a:t>automatic workflow </a:t>
            </a:r>
            <a:r>
              <a:rPr lang="it-IT" sz="900"/>
              <a:t>on D&amp;B search/request/import (11303-11401/2/3/-11501/2)</a:t>
            </a:r>
          </a:p>
          <a:p>
            <a:pPr marL="188550" lvl="1"/>
            <a:endParaRPr lang="it-IT" sz="900"/>
          </a:p>
          <a:p>
            <a:pPr indent="-268650">
              <a:buFont typeface="Arial" panose="020B0604020202020204" pitchFamily="34" charset="0"/>
              <a:buChar char="•"/>
            </a:pPr>
            <a:r>
              <a:rPr lang="it-IT" sz="1000" b="1" u="sng"/>
              <a:t>Pipeline Management</a:t>
            </a:r>
          </a:p>
          <a:p>
            <a:pPr marL="360000" lvl="1" indent="-171450">
              <a:buFont typeface="Arial" panose="020B0604020202020204" pitchFamily="34" charset="0"/>
              <a:buChar char="•"/>
            </a:pPr>
            <a:r>
              <a:rPr lang="it-IT" sz="900"/>
              <a:t>For Cross Sell and New Business </a:t>
            </a:r>
          </a:p>
          <a:p>
            <a:pPr marL="360000" lvl="1" indent="-171450">
              <a:buFont typeface="Arial" panose="020B0604020202020204" pitchFamily="34" charset="0"/>
              <a:buChar char="•"/>
            </a:pPr>
            <a:r>
              <a:rPr lang="it-IT" sz="900" b="1"/>
              <a:t>Set up marketing list </a:t>
            </a:r>
            <a:r>
              <a:rPr lang="it-IT" sz="900"/>
              <a:t>query and search CRM database (12101/2-12105/8)</a:t>
            </a:r>
          </a:p>
          <a:p>
            <a:pPr marL="360000" lvl="1" indent="-171450">
              <a:buFont typeface="Arial" panose="020B0604020202020204" pitchFamily="34" charset="0"/>
              <a:buChar char="•"/>
            </a:pPr>
            <a:r>
              <a:rPr lang="it-IT" sz="900" b="1"/>
              <a:t>Display client query </a:t>
            </a:r>
            <a:r>
              <a:rPr lang="it-IT" sz="900"/>
              <a:t>list on screen (12103/4)</a:t>
            </a:r>
          </a:p>
          <a:p>
            <a:pPr marL="360000" lvl="1" indent="-171450">
              <a:buFont typeface="Arial" panose="020B0604020202020204" pitchFamily="34" charset="0"/>
              <a:buChar char="•"/>
            </a:pPr>
            <a:r>
              <a:rPr lang="it-IT" sz="900" b="1"/>
              <a:t>Cleanse</a:t>
            </a:r>
            <a:r>
              <a:rPr lang="it-IT" sz="900"/>
              <a:t>, name and save the marketing list (12109/11)</a:t>
            </a:r>
          </a:p>
          <a:p>
            <a:pPr marL="360000" lvl="1" indent="-171450">
              <a:buFont typeface="Arial" panose="020B0604020202020204" pitchFamily="34" charset="0"/>
              <a:buChar char="•"/>
            </a:pPr>
            <a:r>
              <a:rPr lang="it-IT" sz="900" b="1"/>
              <a:t>Select products </a:t>
            </a:r>
            <a:r>
              <a:rPr lang="it-IT" sz="900"/>
              <a:t>for new business sales (12112)</a:t>
            </a:r>
          </a:p>
          <a:p>
            <a:pPr marL="360000" lvl="1" indent="-171450">
              <a:buFont typeface="Arial" panose="020B0604020202020204" pitchFamily="34" charset="0"/>
              <a:buChar char="•"/>
            </a:pPr>
            <a:r>
              <a:rPr lang="it-IT" sz="900" b="1"/>
              <a:t>Create opportunities automatically </a:t>
            </a:r>
            <a:r>
              <a:rPr lang="it-IT" sz="900"/>
              <a:t>(12113/4)</a:t>
            </a:r>
          </a:p>
          <a:p>
            <a:pPr marL="360000" lvl="1" indent="-171450">
              <a:buFont typeface="Arial" panose="020B0604020202020204" pitchFamily="34" charset="0"/>
              <a:buChar char="•"/>
            </a:pPr>
            <a:r>
              <a:rPr lang="it-IT" sz="900" b="1"/>
              <a:t>Upload</a:t>
            </a:r>
            <a:r>
              <a:rPr lang="it-IT" sz="900"/>
              <a:t> additional </a:t>
            </a:r>
            <a:r>
              <a:rPr lang="it-IT" sz="900" b="1"/>
              <a:t>data</a:t>
            </a:r>
            <a:r>
              <a:rPr lang="it-IT" sz="900"/>
              <a:t> to opportunity (12115/6)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04317CA-E508-4554-B55D-61CFB41FB33A}"/>
              </a:ext>
            </a:extLst>
          </p:cNvPr>
          <p:cNvSpPr txBox="1"/>
          <p:nvPr/>
        </p:nvSpPr>
        <p:spPr>
          <a:xfrm>
            <a:off x="3320449" y="2070779"/>
            <a:ext cx="2828819" cy="34470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it-IT" sz="1000" b="1" u="sng"/>
              <a:t>New Submission</a:t>
            </a:r>
          </a:p>
          <a:p>
            <a:pPr marL="360000" lvl="1" indent="-171450">
              <a:buFont typeface="Arial" panose="020B0604020202020204" pitchFamily="34" charset="0"/>
              <a:buChar char="•"/>
            </a:pPr>
            <a:r>
              <a:rPr lang="it-IT" sz="900" b="1"/>
              <a:t>Enrich data</a:t>
            </a:r>
            <a:r>
              <a:rPr lang="it-IT" sz="900"/>
              <a:t> on opportunity (won, lost, history etc…) (21102-21503)</a:t>
            </a:r>
          </a:p>
          <a:p>
            <a:pPr marL="360000" lvl="1" indent="-171450">
              <a:buFont typeface="Arial" panose="020B0604020202020204" pitchFamily="34" charset="0"/>
              <a:buChar char="•"/>
            </a:pPr>
            <a:r>
              <a:rPr lang="it-IT" sz="900"/>
              <a:t>Create </a:t>
            </a:r>
            <a:r>
              <a:rPr lang="it-IT" sz="900" b="1"/>
              <a:t>flexible link</a:t>
            </a:r>
            <a:r>
              <a:rPr lang="it-IT" sz="900"/>
              <a:t> between </a:t>
            </a:r>
            <a:r>
              <a:rPr lang="it-IT" sz="900" b="1"/>
              <a:t>opportunity</a:t>
            </a:r>
            <a:r>
              <a:rPr lang="it-IT" sz="900"/>
              <a:t> and </a:t>
            </a:r>
            <a:r>
              <a:rPr lang="it-IT" sz="900" b="1"/>
              <a:t>submission</a:t>
            </a:r>
            <a:r>
              <a:rPr lang="it-IT" sz="900"/>
              <a:t> (21103-21204)</a:t>
            </a:r>
          </a:p>
          <a:p>
            <a:pPr marL="360000" lvl="1" indent="-171450">
              <a:buFont typeface="Arial" panose="020B0604020202020204" pitchFamily="34" charset="0"/>
              <a:buChar char="•"/>
            </a:pPr>
            <a:r>
              <a:rPr lang="it-IT" sz="900"/>
              <a:t>Downstream an </a:t>
            </a:r>
            <a:r>
              <a:rPr lang="it-IT" sz="900" b="1"/>
              <a:t>unique ID </a:t>
            </a:r>
            <a:r>
              <a:rPr lang="it-IT" sz="900"/>
              <a:t>of submission (21202-43103)</a:t>
            </a:r>
          </a:p>
          <a:p>
            <a:pPr marL="360000" lvl="1" indent="-171450">
              <a:buFont typeface="Arial" panose="020B0604020202020204" pitchFamily="34" charset="0"/>
              <a:buChar char="•"/>
            </a:pPr>
            <a:r>
              <a:rPr lang="it-IT" sz="900"/>
              <a:t>Save</a:t>
            </a:r>
            <a:r>
              <a:rPr lang="it-IT" sz="900" b="1"/>
              <a:t> submissions </a:t>
            </a:r>
            <a:r>
              <a:rPr lang="it-IT" sz="900"/>
              <a:t>with </a:t>
            </a:r>
            <a:r>
              <a:rPr lang="it-IT" sz="900" b="1"/>
              <a:t>few mandatory fields.</a:t>
            </a:r>
            <a:r>
              <a:rPr lang="it-IT" sz="900"/>
              <a:t> Prefill some data according to the user/LoBs. Manage the </a:t>
            </a:r>
            <a:r>
              <a:rPr lang="it-IT" sz="900" b="1"/>
              <a:t>completeness at a second stage </a:t>
            </a:r>
            <a:r>
              <a:rPr lang="it-IT" sz="900"/>
              <a:t>(21401-21501/2-21213-42103)</a:t>
            </a:r>
          </a:p>
          <a:p>
            <a:pPr marL="360000" lvl="1" indent="-171450">
              <a:buFont typeface="Arial" panose="020B0604020202020204" pitchFamily="34" charset="0"/>
              <a:buChar char="•"/>
            </a:pPr>
            <a:r>
              <a:rPr lang="it-IT" sz="900"/>
              <a:t>Develop </a:t>
            </a:r>
            <a:r>
              <a:rPr lang="it-IT" sz="900" b="1"/>
              <a:t>Power BI statistics</a:t>
            </a:r>
            <a:r>
              <a:rPr lang="it-IT" sz="900"/>
              <a:t> reporting (21601-22501)</a:t>
            </a:r>
          </a:p>
          <a:p>
            <a:pPr marL="360000" lvl="1" indent="-171450">
              <a:buFont typeface="Arial" panose="020B0604020202020204" pitchFamily="34" charset="0"/>
              <a:buChar char="•"/>
            </a:pPr>
            <a:r>
              <a:rPr lang="it-IT" sz="900"/>
              <a:t>Check duplicate submissions (21214)</a:t>
            </a:r>
          </a:p>
          <a:p>
            <a:pPr indent="-268650">
              <a:buFont typeface="Arial" panose="020B0604020202020204" pitchFamily="34" charset="0"/>
              <a:buChar char="•"/>
            </a:pPr>
            <a:r>
              <a:rPr lang="it-IT" sz="1000" b="1" u="sng"/>
              <a:t>Renewals</a:t>
            </a:r>
          </a:p>
          <a:p>
            <a:pPr marL="360000" lvl="1" indent="-171450">
              <a:buFont typeface="Arial" panose="020B0604020202020204" pitchFamily="34" charset="0"/>
              <a:buChar char="•"/>
            </a:pPr>
            <a:r>
              <a:rPr lang="it-IT" sz="900"/>
              <a:t>Create </a:t>
            </a:r>
            <a:r>
              <a:rPr lang="it-IT" sz="900" b="1"/>
              <a:t>dashboard</a:t>
            </a:r>
            <a:r>
              <a:rPr lang="it-IT" sz="900"/>
              <a:t> including potential renewals ranking by expiration date, GWP etc… (22101/2-22111-22401/4</a:t>
            </a:r>
            <a:r>
              <a:rPr lang="it-IT" sz="900">
                <a:solidFill>
                  <a:srgbClr val="FF0000"/>
                </a:solidFill>
              </a:rPr>
              <a:t>-</a:t>
            </a:r>
            <a:r>
              <a:rPr lang="it-IT" sz="900"/>
              <a:t>)</a:t>
            </a:r>
          </a:p>
          <a:p>
            <a:pPr marL="360000" lvl="1" indent="-171450">
              <a:buFont typeface="Arial" panose="020B0604020202020204" pitchFamily="34" charset="0"/>
              <a:buChar char="•"/>
            </a:pPr>
            <a:r>
              <a:rPr lang="it-IT" sz="900"/>
              <a:t>Enrich </a:t>
            </a:r>
            <a:r>
              <a:rPr lang="it-IT" sz="900" b="1"/>
              <a:t>renewal details </a:t>
            </a:r>
            <a:r>
              <a:rPr lang="it-IT" sz="900"/>
              <a:t>(won, lost, client history, </a:t>
            </a:r>
            <a:r>
              <a:rPr lang="it-IT" sz="900" b="1"/>
              <a:t>PIL</a:t>
            </a:r>
            <a:r>
              <a:rPr lang="it-IT" sz="900"/>
              <a:t> etc..) </a:t>
            </a:r>
            <a:r>
              <a:rPr lang="it-IT" sz="900" b="1"/>
              <a:t>including</a:t>
            </a:r>
            <a:r>
              <a:rPr lang="it-IT" sz="900"/>
              <a:t> also the ones coming </a:t>
            </a:r>
            <a:r>
              <a:rPr lang="it-IT" sz="900" b="1"/>
              <a:t>from legacy </a:t>
            </a:r>
            <a:r>
              <a:rPr lang="it-IT" sz="900"/>
              <a:t>systems (Endorsments, reinsurance, claims, premium etc…) (22103-22202/5-43201-61101/2)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2A76A99-B6AD-4802-95F5-C152B134165B}"/>
              </a:ext>
            </a:extLst>
          </p:cNvPr>
          <p:cNvSpPr txBox="1"/>
          <p:nvPr/>
        </p:nvSpPr>
        <p:spPr>
          <a:xfrm>
            <a:off x="340469" y="5798723"/>
            <a:ext cx="11734922" cy="52322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indent="-268650" algn="ctr">
              <a:buFont typeface="Arial" panose="020B0604020202020204" pitchFamily="34" charset="0"/>
              <a:buChar char="•"/>
            </a:pPr>
            <a:r>
              <a:rPr lang="it-IT" sz="1000" b="1" u="sng"/>
              <a:t>Opportunity/Submission/Renewal Creation/Completation</a:t>
            </a:r>
          </a:p>
          <a:p>
            <a:pPr marL="360000" lvl="1" indent="-171450" algn="ctr">
              <a:buFont typeface="Arial" panose="020B0604020202020204" pitchFamily="34" charset="0"/>
              <a:buChar char="•"/>
            </a:pPr>
            <a:r>
              <a:rPr lang="it-IT" sz="900" b="1"/>
              <a:t>Integrate Outlook and CRM</a:t>
            </a:r>
            <a:r>
              <a:rPr lang="it-IT" sz="900"/>
              <a:t> for opportunity/submission/renewal creation (13101/2-21101/4/5-22201/3/4)</a:t>
            </a:r>
          </a:p>
          <a:p>
            <a:pPr marL="360000" lvl="1" indent="-171450" algn="ctr">
              <a:buFont typeface="Arial" panose="020B0604020202020204" pitchFamily="34" charset="0"/>
              <a:buChar char="•"/>
            </a:pPr>
            <a:r>
              <a:rPr lang="it-IT" sz="900" b="1"/>
              <a:t>Develop a workflow </a:t>
            </a:r>
            <a:r>
              <a:rPr lang="it-IT" sz="900"/>
              <a:t>for opportunity/submission/renewal management: assignment, follow up etc…(13103/4-13301-13401-41103)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9B1C5B7-C428-4436-B1B6-1CC0B94AED72}"/>
              </a:ext>
            </a:extLst>
          </p:cNvPr>
          <p:cNvSpPr txBox="1"/>
          <p:nvPr/>
        </p:nvSpPr>
        <p:spPr>
          <a:xfrm>
            <a:off x="6138802" y="2070778"/>
            <a:ext cx="283164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it-IT" sz="1000" b="1" u="sng"/>
              <a:t>Sanction Check &amp; RUGG/Watchlist</a:t>
            </a:r>
          </a:p>
          <a:p>
            <a:pPr marL="360000" lvl="1" indent="-171450">
              <a:buFont typeface="Arial" panose="020B0604020202020204" pitchFamily="34" charset="0"/>
              <a:buChar char="•"/>
            </a:pPr>
            <a:r>
              <a:rPr lang="it-IT" sz="900"/>
              <a:t>Create a </a:t>
            </a:r>
            <a:r>
              <a:rPr lang="it-IT" sz="900" b="1"/>
              <a:t>full </a:t>
            </a:r>
            <a:r>
              <a:rPr lang="it-IT" sz="900" b="1" err="1"/>
              <a:t>automatized</a:t>
            </a:r>
            <a:r>
              <a:rPr lang="it-IT" sz="900" b="1"/>
              <a:t> </a:t>
            </a:r>
            <a:r>
              <a:rPr lang="it-IT" sz="900" b="1" err="1"/>
              <a:t>process</a:t>
            </a:r>
            <a:r>
              <a:rPr lang="it-IT" sz="900" b="1"/>
              <a:t> </a:t>
            </a:r>
            <a:r>
              <a:rPr lang="it-IT" sz="900"/>
              <a:t>(31101-32101)</a:t>
            </a:r>
          </a:p>
          <a:p>
            <a:pPr marL="360000" lvl="1" indent="-171450">
              <a:buFont typeface="Arial" panose="020B0604020202020204" pitchFamily="34" charset="0"/>
              <a:buChar char="•"/>
            </a:pPr>
            <a:r>
              <a:rPr lang="it-IT" sz="900" err="1"/>
              <a:t>Provide</a:t>
            </a:r>
            <a:r>
              <a:rPr lang="it-IT" sz="900"/>
              <a:t> </a:t>
            </a:r>
            <a:r>
              <a:rPr lang="it-IT" sz="900" b="1" err="1"/>
              <a:t>alerts</a:t>
            </a:r>
            <a:r>
              <a:rPr lang="it-IT" sz="900" b="1"/>
              <a:t> for </a:t>
            </a:r>
            <a:r>
              <a:rPr lang="it-IT" sz="900" b="1" err="1"/>
              <a:t>sanction</a:t>
            </a:r>
            <a:r>
              <a:rPr lang="it-IT" sz="900" b="1"/>
              <a:t> </a:t>
            </a:r>
            <a:r>
              <a:rPr lang="it-IT" sz="900" b="1" err="1"/>
              <a:t>detection</a:t>
            </a:r>
            <a:r>
              <a:rPr lang="it-IT" sz="900" b="1"/>
              <a:t> </a:t>
            </a:r>
            <a:r>
              <a:rPr lang="it-IT" sz="900"/>
              <a:t>and </a:t>
            </a:r>
            <a:r>
              <a:rPr lang="it-IT" sz="900" err="1"/>
              <a:t>next</a:t>
            </a:r>
            <a:r>
              <a:rPr lang="it-IT" sz="900"/>
              <a:t> </a:t>
            </a:r>
            <a:r>
              <a:rPr lang="it-IT" sz="900" err="1"/>
              <a:t>steps</a:t>
            </a:r>
            <a:r>
              <a:rPr lang="it-IT" sz="900"/>
              <a:t> (31201/2/3-31301/2-32203)</a:t>
            </a:r>
          </a:p>
          <a:p>
            <a:pPr marL="360000" lvl="1" indent="-171450">
              <a:buFont typeface="Arial" panose="020B0604020202020204" pitchFamily="34" charset="0"/>
              <a:buChar char="•"/>
            </a:pPr>
            <a:r>
              <a:rPr lang="it-IT" sz="900" err="1"/>
              <a:t>Enhance</a:t>
            </a:r>
            <a:r>
              <a:rPr lang="it-IT" sz="900"/>
              <a:t> </a:t>
            </a:r>
            <a:r>
              <a:rPr lang="it-IT" sz="900" err="1"/>
              <a:t>Unique</a:t>
            </a:r>
            <a:r>
              <a:rPr lang="it-IT" sz="900"/>
              <a:t> ID </a:t>
            </a:r>
            <a:r>
              <a:rPr lang="it-IT" sz="900" err="1"/>
              <a:t>adding</a:t>
            </a:r>
            <a:r>
              <a:rPr lang="it-IT" sz="900"/>
              <a:t> Bloomberg &amp; S&amp;P (32201/2-32221)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BE18122-0BD3-47F3-8625-E32B979ECB89}"/>
              </a:ext>
            </a:extLst>
          </p:cNvPr>
          <p:cNvSpPr txBox="1"/>
          <p:nvPr/>
        </p:nvSpPr>
        <p:spPr>
          <a:xfrm>
            <a:off x="9020690" y="2070778"/>
            <a:ext cx="2966708" cy="28469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1000" b="1">
                <a:latin typeface="+mj-lt"/>
              </a:rPr>
              <a:t>PEV </a:t>
            </a:r>
            <a:r>
              <a:rPr lang="it-IT" sz="1000" b="1" err="1">
                <a:latin typeface="+mj-lt"/>
              </a:rPr>
              <a:t>will</a:t>
            </a:r>
            <a:r>
              <a:rPr lang="it-IT" sz="1000" b="1">
                <a:latin typeface="+mj-lt"/>
              </a:rPr>
              <a:t> be </a:t>
            </a:r>
            <a:r>
              <a:rPr lang="it-IT" sz="1000" b="1" err="1">
                <a:latin typeface="+mj-lt"/>
              </a:rPr>
              <a:t>one</a:t>
            </a:r>
            <a:r>
              <a:rPr lang="it-IT" sz="1000" b="1">
                <a:latin typeface="+mj-lt"/>
              </a:rPr>
              <a:t> single </a:t>
            </a:r>
            <a:r>
              <a:rPr lang="it-IT" sz="1000" b="1" err="1">
                <a:latin typeface="+mj-lt"/>
              </a:rPr>
              <a:t>platform</a:t>
            </a:r>
            <a:r>
              <a:rPr lang="it-IT" sz="1000" b="1">
                <a:latin typeface="+mj-lt"/>
              </a:rPr>
              <a:t> to </a:t>
            </a:r>
            <a:r>
              <a:rPr lang="it-IT" sz="1000" b="1" err="1">
                <a:latin typeface="+mj-lt"/>
              </a:rPr>
              <a:t>manage</a:t>
            </a:r>
            <a:r>
              <a:rPr lang="it-IT" sz="1000" b="1">
                <a:latin typeface="+mj-lt"/>
              </a:rPr>
              <a:t> pre-</a:t>
            </a:r>
            <a:r>
              <a:rPr lang="it-IT" sz="1000" b="1" err="1">
                <a:latin typeface="+mj-lt"/>
              </a:rPr>
              <a:t>binding</a:t>
            </a:r>
            <a:r>
              <a:rPr lang="it-IT" sz="1000" b="1">
                <a:latin typeface="+mj-lt"/>
              </a:rPr>
              <a:t> </a:t>
            </a:r>
            <a:r>
              <a:rPr lang="it-IT" sz="1000" b="1" err="1">
                <a:latin typeface="+mj-lt"/>
              </a:rPr>
              <a:t>processes</a:t>
            </a:r>
            <a:r>
              <a:rPr lang="it-IT" sz="1000" b="1">
                <a:latin typeface="+mj-lt"/>
              </a:rPr>
              <a:t>. T</a:t>
            </a:r>
            <a:r>
              <a:rPr lang="en-US" sz="1000" b="1"/>
              <a:t>he activities related to the data transfer from CRM to GeR will be removed (42203/4-43101/2-</a:t>
            </a:r>
            <a:r>
              <a:rPr lang="it-IT" sz="1000" b="1"/>
              <a:t>71302</a:t>
            </a:r>
            <a:r>
              <a:rPr lang="en-US" sz="1000" b="1"/>
              <a:t>)</a:t>
            </a:r>
            <a:endParaRPr lang="it-IT" sz="1000" b="1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it-IT" sz="1000" b="1" u="sng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it-IT" sz="1000" b="1" u="sng"/>
              <a:t>New/Renewal business </a:t>
            </a:r>
            <a:r>
              <a:rPr lang="it-IT" sz="1000" b="1" u="sng" err="1"/>
              <a:t>preparation</a:t>
            </a:r>
            <a:r>
              <a:rPr lang="it-IT" sz="1000" b="1" u="sng"/>
              <a:t> trigger</a:t>
            </a:r>
          </a:p>
          <a:p>
            <a:pPr marL="360000" lvl="1" indent="-171450">
              <a:buFont typeface="Arial" panose="020B0604020202020204" pitchFamily="34" charset="0"/>
              <a:buChar char="•"/>
            </a:pPr>
            <a:r>
              <a:rPr lang="it-IT" sz="900" err="1"/>
              <a:t>Develop</a:t>
            </a:r>
            <a:r>
              <a:rPr lang="it-IT" sz="900"/>
              <a:t> an </a:t>
            </a:r>
            <a:r>
              <a:rPr lang="it-IT" sz="900" b="1" err="1"/>
              <a:t>automatic</a:t>
            </a:r>
            <a:r>
              <a:rPr lang="it-IT" sz="900" b="1"/>
              <a:t>/</a:t>
            </a:r>
            <a:r>
              <a:rPr lang="it-IT" sz="900" b="1" err="1"/>
              <a:t>manual</a:t>
            </a:r>
            <a:r>
              <a:rPr lang="it-IT" sz="900" b="1"/>
              <a:t> step to trigger </a:t>
            </a:r>
            <a:r>
              <a:rPr lang="it-IT" sz="900" err="1"/>
              <a:t>underwriting</a:t>
            </a:r>
            <a:r>
              <a:rPr lang="it-IT" sz="900"/>
              <a:t> package </a:t>
            </a:r>
            <a:r>
              <a:rPr lang="it-IT" sz="900" err="1"/>
              <a:t>phase</a:t>
            </a:r>
            <a:r>
              <a:rPr lang="it-IT" sz="900"/>
              <a:t> (41101/2)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it-IT" sz="1000" b="1" u="sng"/>
              <a:t>Prepare New/Renewal Business UW Package</a:t>
            </a:r>
          </a:p>
          <a:p>
            <a:pPr marL="360000" lvl="1" indent="-171450">
              <a:buFont typeface="Arial" panose="020B0604020202020204" pitchFamily="34" charset="0"/>
              <a:buChar char="•"/>
            </a:pPr>
            <a:r>
              <a:rPr lang="it-IT" sz="900"/>
              <a:t>Create </a:t>
            </a:r>
            <a:r>
              <a:rPr lang="it-IT" sz="900" err="1"/>
              <a:t>flexible</a:t>
            </a:r>
            <a:r>
              <a:rPr lang="it-IT" sz="900"/>
              <a:t> </a:t>
            </a:r>
            <a:r>
              <a:rPr lang="it-IT" sz="900" b="1" err="1"/>
              <a:t>assignment</a:t>
            </a:r>
            <a:r>
              <a:rPr lang="it-IT" sz="900" b="1"/>
              <a:t> of the </a:t>
            </a:r>
            <a:r>
              <a:rPr lang="it-IT" sz="900" b="1" err="1"/>
              <a:t>ownership</a:t>
            </a:r>
            <a:r>
              <a:rPr lang="it-IT" sz="900" b="1"/>
              <a:t> </a:t>
            </a:r>
            <a:r>
              <a:rPr lang="it-IT" sz="900"/>
              <a:t>of the </a:t>
            </a:r>
            <a:r>
              <a:rPr lang="it-IT" sz="900" err="1"/>
              <a:t>fields</a:t>
            </a:r>
            <a:r>
              <a:rPr lang="it-IT" sz="900"/>
              <a:t> </a:t>
            </a:r>
            <a:r>
              <a:rPr lang="it-IT" sz="900" err="1"/>
              <a:t>according</a:t>
            </a:r>
            <a:r>
              <a:rPr lang="it-IT" sz="900"/>
              <a:t> to the </a:t>
            </a:r>
            <a:r>
              <a:rPr lang="it-IT" sz="900" err="1"/>
              <a:t>different</a:t>
            </a:r>
            <a:r>
              <a:rPr lang="it-IT" sz="900"/>
              <a:t> </a:t>
            </a:r>
            <a:r>
              <a:rPr lang="it-IT" sz="900" err="1"/>
              <a:t>kind</a:t>
            </a:r>
            <a:r>
              <a:rPr lang="it-IT" sz="900"/>
              <a:t> of data (42202-43302)</a:t>
            </a:r>
          </a:p>
          <a:p>
            <a:pPr marL="360000" lvl="1" indent="-171450">
              <a:buFont typeface="Arial" panose="020B0604020202020204" pitchFamily="34" charset="0"/>
              <a:buChar char="•"/>
            </a:pPr>
            <a:r>
              <a:rPr lang="it-IT" sz="900"/>
              <a:t>Create </a:t>
            </a:r>
            <a:r>
              <a:rPr lang="it-IT" sz="900" b="1" err="1"/>
              <a:t>flexible</a:t>
            </a:r>
            <a:r>
              <a:rPr lang="it-IT" sz="900" b="1"/>
              <a:t> update of the submission data </a:t>
            </a:r>
            <a:r>
              <a:rPr lang="it-IT" sz="900"/>
              <a:t>‘</a:t>
            </a:r>
            <a:r>
              <a:rPr lang="it-IT" sz="900" err="1"/>
              <a:t>till</a:t>
            </a:r>
            <a:r>
              <a:rPr lang="it-IT" sz="900"/>
              <a:t> </a:t>
            </a:r>
            <a:r>
              <a:rPr lang="it-IT" sz="900" err="1"/>
              <a:t>it’s</a:t>
            </a:r>
            <a:r>
              <a:rPr lang="it-IT" sz="900"/>
              <a:t> </a:t>
            </a:r>
            <a:r>
              <a:rPr lang="it-IT" sz="900" b="1" err="1"/>
              <a:t>bound</a:t>
            </a:r>
            <a:r>
              <a:rPr lang="it-IT" sz="900"/>
              <a:t> (42303-43403-42201)</a:t>
            </a:r>
          </a:p>
          <a:p>
            <a:pPr marL="360000" lvl="1" indent="-171450">
              <a:buFont typeface="Arial" panose="020B0604020202020204" pitchFamily="34" charset="0"/>
              <a:buChar char="•"/>
            </a:pPr>
            <a:r>
              <a:rPr lang="it-IT" sz="900" err="1"/>
              <a:t>Enrich</a:t>
            </a:r>
            <a:r>
              <a:rPr lang="it-IT" sz="900"/>
              <a:t> the </a:t>
            </a:r>
            <a:r>
              <a:rPr lang="it-IT" sz="900" err="1"/>
              <a:t>Unerwriting</a:t>
            </a:r>
            <a:r>
              <a:rPr lang="it-IT" sz="900"/>
              <a:t> package with </a:t>
            </a:r>
            <a:r>
              <a:rPr lang="it-IT" sz="900" b="1" err="1"/>
              <a:t>all</a:t>
            </a:r>
            <a:r>
              <a:rPr lang="it-IT" sz="900" b="1"/>
              <a:t> the </a:t>
            </a:r>
            <a:r>
              <a:rPr lang="it-IT" sz="900" b="1" err="1"/>
              <a:t>relevant</a:t>
            </a:r>
            <a:r>
              <a:rPr lang="it-IT" sz="900" b="1"/>
              <a:t> data </a:t>
            </a:r>
            <a:r>
              <a:rPr lang="it-IT" sz="900" b="1" err="1"/>
              <a:t>requested</a:t>
            </a:r>
            <a:r>
              <a:rPr lang="it-IT" sz="900" b="1"/>
              <a:t> for the </a:t>
            </a:r>
            <a:r>
              <a:rPr lang="it-IT" sz="900" b="1" err="1"/>
              <a:t>risk</a:t>
            </a:r>
            <a:r>
              <a:rPr lang="it-IT" sz="900" b="1"/>
              <a:t> </a:t>
            </a:r>
            <a:r>
              <a:rPr lang="it-IT" sz="900" b="1" err="1"/>
              <a:t>binding</a:t>
            </a:r>
            <a:r>
              <a:rPr lang="it-IT" sz="900" b="1"/>
              <a:t> </a:t>
            </a:r>
            <a:r>
              <a:rPr lang="it-IT" sz="900" err="1"/>
              <a:t>phase</a:t>
            </a:r>
            <a:r>
              <a:rPr lang="it-IT" sz="900"/>
              <a:t> (multiple </a:t>
            </a:r>
            <a:r>
              <a:rPr lang="it-IT" sz="900" err="1"/>
              <a:t>currencies</a:t>
            </a:r>
            <a:r>
              <a:rPr lang="it-IT" sz="900"/>
              <a:t>, </a:t>
            </a:r>
            <a:r>
              <a:rPr lang="it-IT" sz="900" err="1"/>
              <a:t>additional</a:t>
            </a:r>
            <a:r>
              <a:rPr lang="it-IT" sz="900"/>
              <a:t> </a:t>
            </a:r>
            <a:r>
              <a:rPr lang="it-IT" sz="900" err="1"/>
              <a:t>insured</a:t>
            </a:r>
            <a:r>
              <a:rPr lang="it-IT" sz="900"/>
              <a:t> and policy </a:t>
            </a:r>
            <a:r>
              <a:rPr lang="it-IT" sz="900" err="1"/>
              <a:t>holder</a:t>
            </a:r>
            <a:r>
              <a:rPr lang="it-IT" sz="900"/>
              <a:t> </a:t>
            </a:r>
            <a:r>
              <a:rPr lang="it-IT" sz="900" err="1"/>
              <a:t>etc</a:t>
            </a:r>
            <a:r>
              <a:rPr lang="it-IT" sz="900"/>
              <a:t>…) (71101/3)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7605F93-E844-4F10-AC99-0F3EE76AD5FC}"/>
              </a:ext>
            </a:extLst>
          </p:cNvPr>
          <p:cNvSpPr/>
          <p:nvPr/>
        </p:nvSpPr>
        <p:spPr bwMode="auto">
          <a:xfrm rot="5400000">
            <a:off x="530332" y="617041"/>
            <a:ext cx="791999" cy="1171728"/>
          </a:xfrm>
          <a:prstGeom prst="rect">
            <a:avLst/>
          </a:prstGeom>
          <a:solidFill>
            <a:schemeClr val="accent1"/>
          </a:solidFill>
          <a:ln w="25400" cap="rnd">
            <a:solidFill>
              <a:schemeClr val="tx2"/>
            </a:solidFill>
            <a:prstDash val="solid"/>
            <a:round/>
            <a:headEnd/>
            <a:tailEnd/>
          </a:ln>
        </p:spPr>
        <p:txBody>
          <a:bodyPr vert="vert270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r>
              <a:rPr lang="it-IT" sz="900" b="1">
                <a:solidFill>
                  <a:schemeClr val="bg1"/>
                </a:solidFill>
                <a:latin typeface="Ubuntu" panose="020B0504030602030204" pitchFamily="34" charset="0"/>
              </a:rPr>
              <a:t>OVERALL REQUIREMENTS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28B30DB-40F5-4682-9D9E-9ED7540B3253}"/>
              </a:ext>
            </a:extLst>
          </p:cNvPr>
          <p:cNvSpPr txBox="1"/>
          <p:nvPr/>
        </p:nvSpPr>
        <p:spPr>
          <a:xfrm>
            <a:off x="1512198" y="806903"/>
            <a:ext cx="10274158" cy="7920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228600" marR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</a:pPr>
            <a:endParaRPr lang="it-IT" sz="90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A2CC9B3-DF44-41C5-A7CB-18FAB72DC58B}"/>
              </a:ext>
            </a:extLst>
          </p:cNvPr>
          <p:cNvSpPr txBox="1"/>
          <p:nvPr/>
        </p:nvSpPr>
        <p:spPr>
          <a:xfrm>
            <a:off x="9725176" y="806903"/>
            <a:ext cx="2061180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it-IT" sz="900">
                <a:solidFill>
                  <a:prstClr val="black"/>
                </a:solidFill>
              </a:rPr>
              <a:t>Onboarding </a:t>
            </a:r>
            <a:r>
              <a:rPr lang="it-IT" sz="900" b="1">
                <a:solidFill>
                  <a:prstClr val="black"/>
                </a:solidFill>
              </a:rPr>
              <a:t>tutorials</a:t>
            </a:r>
            <a:r>
              <a:rPr lang="it-IT" sz="900">
                <a:solidFill>
                  <a:prstClr val="black"/>
                </a:solidFill>
              </a:rPr>
              <a:t> </a:t>
            </a:r>
          </a:p>
          <a:p>
            <a:pPr marL="171450" marR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it-IT" sz="900" b="1">
                <a:solidFill>
                  <a:prstClr val="black"/>
                </a:solidFill>
              </a:rPr>
              <a:t>Chat bo</a:t>
            </a:r>
            <a:r>
              <a:rPr lang="it-IT" sz="900">
                <a:solidFill>
                  <a:prstClr val="black"/>
                </a:solidFill>
              </a:rPr>
              <a:t>t/</a:t>
            </a:r>
            <a:r>
              <a:rPr lang="it-IT" sz="900" b="1">
                <a:solidFill>
                  <a:prstClr val="black"/>
                </a:solidFill>
              </a:rPr>
              <a:t>self</a:t>
            </a:r>
            <a:r>
              <a:rPr lang="it-IT" sz="900">
                <a:solidFill>
                  <a:prstClr val="black"/>
                </a:solidFill>
              </a:rPr>
              <a:t> </a:t>
            </a:r>
            <a:r>
              <a:rPr lang="it-IT" sz="900" b="1">
                <a:solidFill>
                  <a:prstClr val="black"/>
                </a:solidFill>
              </a:rPr>
              <a:t>help</a:t>
            </a:r>
            <a:r>
              <a:rPr lang="it-IT" sz="900">
                <a:solidFill>
                  <a:prstClr val="black"/>
                </a:solidFill>
              </a:rPr>
              <a:t>/splashscreens</a:t>
            </a:r>
          </a:p>
          <a:p>
            <a:pPr marL="171450" marR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it-IT" sz="900">
                <a:solidFill>
                  <a:prstClr val="black"/>
                </a:solidFill>
              </a:rPr>
              <a:t>Integrate </a:t>
            </a:r>
            <a:r>
              <a:rPr lang="it-IT" sz="900" b="1">
                <a:solidFill>
                  <a:prstClr val="black"/>
                </a:solidFill>
              </a:rPr>
              <a:t>PIL</a:t>
            </a:r>
            <a:r>
              <a:rPr lang="it-IT" sz="900">
                <a:solidFill>
                  <a:prstClr val="black"/>
                </a:solidFill>
              </a:rPr>
              <a:t> process</a:t>
            </a:r>
          </a:p>
          <a:p>
            <a:pPr marL="171450" marR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it-IT" sz="900">
                <a:solidFill>
                  <a:prstClr val="black"/>
                </a:solidFill>
              </a:rPr>
              <a:t>Ability to </a:t>
            </a:r>
            <a:r>
              <a:rPr lang="it-IT" sz="900" b="1">
                <a:solidFill>
                  <a:prstClr val="black"/>
                </a:solidFill>
              </a:rPr>
              <a:t>track operational KPIs</a:t>
            </a:r>
            <a:endParaRPr lang="it-IT" sz="900" b="1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F652567-6424-4EFD-8C76-433D6E6B9ADF}"/>
              </a:ext>
            </a:extLst>
          </p:cNvPr>
          <p:cNvSpPr txBox="1"/>
          <p:nvPr/>
        </p:nvSpPr>
        <p:spPr>
          <a:xfrm>
            <a:off x="1464143" y="810903"/>
            <a:ext cx="4071312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b="1"/>
              <a:t>All LOBs in </a:t>
            </a:r>
            <a:r>
              <a:rPr lang="en-US" sz="900"/>
              <a:t>the system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b="1"/>
              <a:t>Integration to local legacy systems </a:t>
            </a:r>
            <a:r>
              <a:rPr lang="en-US" sz="900"/>
              <a:t>from the new platform (not just off Gen-e-risk)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b="1" err="1"/>
              <a:t>Flexiblity</a:t>
            </a:r>
            <a:r>
              <a:rPr lang="en-US" sz="900" b="1"/>
              <a:t> to turn on and off certain functionality </a:t>
            </a:r>
            <a:r>
              <a:rPr lang="en-US" sz="900"/>
              <a:t>depending </a:t>
            </a:r>
            <a:r>
              <a:rPr lang="en-US" sz="900" b="1"/>
              <a:t>on</a:t>
            </a:r>
            <a:r>
              <a:rPr lang="en-US" sz="900"/>
              <a:t> </a:t>
            </a:r>
            <a:r>
              <a:rPr lang="en-US" sz="900" b="1"/>
              <a:t>country</a:t>
            </a:r>
            <a:r>
              <a:rPr lang="en-US" sz="900"/>
              <a:t> (i.e., ACEE do not currently use Pricing but will do in the future. 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7E322FA-B056-46AA-A613-C51CEF6D4480}"/>
              </a:ext>
            </a:extLst>
          </p:cNvPr>
          <p:cNvSpPr txBox="1"/>
          <p:nvPr/>
        </p:nvSpPr>
        <p:spPr>
          <a:xfrm>
            <a:off x="5658710" y="792703"/>
            <a:ext cx="3851050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b="1"/>
              <a:t>Unique number </a:t>
            </a:r>
            <a:r>
              <a:rPr lang="en-US" sz="900"/>
              <a:t>across all GBL systems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/>
              <a:t>One </a:t>
            </a:r>
            <a:r>
              <a:rPr lang="en-US" sz="900" b="1"/>
              <a:t>location for storing all exposure </a:t>
            </a:r>
            <a:r>
              <a:rPr lang="en-US" sz="900"/>
              <a:t>information (locations etc.)</a:t>
            </a:r>
          </a:p>
          <a:p>
            <a:pPr marL="171450" marR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it-IT" sz="900">
                <a:solidFill>
                  <a:prstClr val="black"/>
                </a:solidFill>
              </a:rPr>
              <a:t>Seemless </a:t>
            </a:r>
            <a:r>
              <a:rPr lang="it-IT" sz="900" b="1">
                <a:solidFill>
                  <a:prstClr val="black"/>
                </a:solidFill>
              </a:rPr>
              <a:t>interaction with support services </a:t>
            </a:r>
            <a:r>
              <a:rPr lang="it-IT" sz="900">
                <a:solidFill>
                  <a:prstClr val="black"/>
                </a:solidFill>
              </a:rPr>
              <a:t>(data steward, IT, System champions and help documentation)</a:t>
            </a:r>
          </a:p>
          <a:p>
            <a:pPr marL="171450" marR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it-IT" sz="900">
                <a:solidFill>
                  <a:prstClr val="black"/>
                </a:solidFill>
              </a:rPr>
              <a:t>Linking with </a:t>
            </a:r>
            <a:r>
              <a:rPr lang="it-IT" sz="900" b="1">
                <a:solidFill>
                  <a:prstClr val="black"/>
                </a:solidFill>
              </a:rPr>
              <a:t>Power BI dashboards</a:t>
            </a:r>
          </a:p>
        </p:txBody>
      </p:sp>
    </p:spTree>
    <p:extLst>
      <p:ext uri="{BB962C8B-B14F-4D97-AF65-F5344CB8AC3E}">
        <p14:creationId xmlns:p14="http://schemas.microsoft.com/office/powerpoint/2010/main" val="21332582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6E193DA-30F8-4F35-A043-9548C29C44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7818" y="204227"/>
            <a:ext cx="6032982" cy="557458"/>
          </a:xfrm>
        </p:spPr>
        <p:txBody>
          <a:bodyPr/>
          <a:lstStyle/>
          <a:p>
            <a:r>
              <a:rPr lang="en-US" b="1"/>
              <a:t>Pre-Binding Process – Overall Requirements</a:t>
            </a:r>
            <a:br>
              <a:rPr lang="it-IT"/>
            </a:br>
            <a:r>
              <a:rPr lang="it-IT" sz="1600">
                <a:solidFill>
                  <a:schemeClr val="accent5">
                    <a:lumMod val="50000"/>
                  </a:schemeClr>
                </a:solidFill>
              </a:rPr>
              <a:t>Summary</a:t>
            </a:r>
            <a:endParaRPr lang="it-IT"/>
          </a:p>
        </p:txBody>
      </p:sp>
      <p:sp>
        <p:nvSpPr>
          <p:cNvPr id="2" name="Arrow: Pentagon 1">
            <a:extLst>
              <a:ext uri="{FF2B5EF4-FFF2-40B4-BE49-F238E27FC236}">
                <a16:creationId xmlns:a16="http://schemas.microsoft.com/office/drawing/2014/main" id="{8EC3AC26-97D7-4BC5-833D-38A27D1AF205}"/>
              </a:ext>
            </a:extLst>
          </p:cNvPr>
          <p:cNvSpPr/>
          <p:nvPr/>
        </p:nvSpPr>
        <p:spPr bwMode="auto">
          <a:xfrm>
            <a:off x="316235" y="757568"/>
            <a:ext cx="3240000" cy="436686"/>
          </a:xfrm>
          <a:prstGeom prst="homePlate">
            <a:avLst/>
          </a:prstGeom>
          <a:solidFill>
            <a:schemeClr val="accent1"/>
          </a:solidFill>
          <a:ln w="28575" cap="rnd">
            <a:solidFill>
              <a:schemeClr val="bg1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it-IT" sz="900" b="1">
                <a:solidFill>
                  <a:schemeClr val="bg1"/>
                </a:solidFill>
                <a:latin typeface="Ubuntu" panose="020B0504030602030204" pitchFamily="34" charset="0"/>
              </a:rPr>
              <a:t>RISK ASSESSMENT &amp; INFORMATION TOOL</a:t>
            </a:r>
          </a:p>
        </p:txBody>
      </p:sp>
      <p:sp>
        <p:nvSpPr>
          <p:cNvPr id="5" name="Arrow: Chevron 4">
            <a:extLst>
              <a:ext uri="{FF2B5EF4-FFF2-40B4-BE49-F238E27FC236}">
                <a16:creationId xmlns:a16="http://schemas.microsoft.com/office/drawing/2014/main" id="{35C9FC0C-4D4D-45BE-95E1-E506BF5CAC2E}"/>
              </a:ext>
            </a:extLst>
          </p:cNvPr>
          <p:cNvSpPr/>
          <p:nvPr/>
        </p:nvSpPr>
        <p:spPr bwMode="auto">
          <a:xfrm>
            <a:off x="3150379" y="749708"/>
            <a:ext cx="3240000" cy="436686"/>
          </a:xfrm>
          <a:prstGeom prst="chevron">
            <a:avLst/>
          </a:prstGeom>
          <a:solidFill>
            <a:schemeClr val="accent1"/>
          </a:solidFill>
          <a:ln w="28575" cap="rnd">
            <a:solidFill>
              <a:schemeClr val="bg1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it-IT" sz="900" b="1">
                <a:solidFill>
                  <a:schemeClr val="bg1"/>
                </a:solidFill>
                <a:latin typeface="Ubuntu" panose="020B0504030602030204" pitchFamily="34" charset="0"/>
              </a:rPr>
              <a:t>FACULTATIVE REINSURANCE</a:t>
            </a:r>
          </a:p>
        </p:txBody>
      </p:sp>
      <p:sp>
        <p:nvSpPr>
          <p:cNvPr id="7" name="Arrow: Chevron 6">
            <a:extLst>
              <a:ext uri="{FF2B5EF4-FFF2-40B4-BE49-F238E27FC236}">
                <a16:creationId xmlns:a16="http://schemas.microsoft.com/office/drawing/2014/main" id="{5C47378C-3DE5-4F14-B481-DBE5B2B4BC7B}"/>
              </a:ext>
            </a:extLst>
          </p:cNvPr>
          <p:cNvSpPr/>
          <p:nvPr/>
        </p:nvSpPr>
        <p:spPr bwMode="auto">
          <a:xfrm>
            <a:off x="5984523" y="749708"/>
            <a:ext cx="3240000" cy="436686"/>
          </a:xfrm>
          <a:prstGeom prst="chevron">
            <a:avLst/>
          </a:prstGeom>
          <a:solidFill>
            <a:schemeClr val="accent1"/>
          </a:solidFill>
          <a:ln w="28575" cap="rnd">
            <a:solidFill>
              <a:schemeClr val="bg1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it-IT" sz="900" b="1">
                <a:solidFill>
                  <a:schemeClr val="bg1"/>
                </a:solidFill>
                <a:latin typeface="Ubuntu" panose="020B0504030602030204" pitchFamily="34" charset="0"/>
              </a:rPr>
              <a:t>PRICING</a:t>
            </a:r>
          </a:p>
        </p:txBody>
      </p:sp>
      <p:sp>
        <p:nvSpPr>
          <p:cNvPr id="8" name="Arrow: Chevron 7">
            <a:extLst>
              <a:ext uri="{FF2B5EF4-FFF2-40B4-BE49-F238E27FC236}">
                <a16:creationId xmlns:a16="http://schemas.microsoft.com/office/drawing/2014/main" id="{A5AC355A-E6CD-4D9E-ACF3-B5602EEAABC8}"/>
              </a:ext>
            </a:extLst>
          </p:cNvPr>
          <p:cNvSpPr/>
          <p:nvPr/>
        </p:nvSpPr>
        <p:spPr bwMode="auto">
          <a:xfrm>
            <a:off x="8818666" y="749708"/>
            <a:ext cx="3240000" cy="436686"/>
          </a:xfrm>
          <a:prstGeom prst="chevron">
            <a:avLst/>
          </a:prstGeom>
          <a:solidFill>
            <a:schemeClr val="accent1"/>
          </a:solidFill>
          <a:ln w="28575" cap="rnd">
            <a:solidFill>
              <a:schemeClr val="bg1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it-IT" sz="900" b="1">
                <a:solidFill>
                  <a:schemeClr val="bg1"/>
                </a:solidFill>
                <a:latin typeface="Ubuntu" panose="020B0504030602030204" pitchFamily="34" charset="0"/>
              </a:rPr>
              <a:t>QUOTING &amp; RISK BINDING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A2AC0B90-082C-47BE-A524-B0BBF609DC41}"/>
              </a:ext>
            </a:extLst>
          </p:cNvPr>
          <p:cNvGrpSpPr/>
          <p:nvPr/>
        </p:nvGrpSpPr>
        <p:grpSpPr>
          <a:xfrm>
            <a:off x="8438723" y="482956"/>
            <a:ext cx="3385459" cy="191358"/>
            <a:chOff x="89261" y="1061370"/>
            <a:chExt cx="12070446" cy="697618"/>
          </a:xfrm>
        </p:grpSpPr>
        <p:sp>
          <p:nvSpPr>
            <p:cNvPr id="102" name="Arrow: Pentagon 101">
              <a:extLst>
                <a:ext uri="{FF2B5EF4-FFF2-40B4-BE49-F238E27FC236}">
                  <a16:creationId xmlns:a16="http://schemas.microsoft.com/office/drawing/2014/main" id="{0F903E01-7258-4B4C-B62A-721B0C6CF206}"/>
                </a:ext>
              </a:extLst>
            </p:cNvPr>
            <p:cNvSpPr/>
            <p:nvPr/>
          </p:nvSpPr>
          <p:spPr bwMode="auto">
            <a:xfrm>
              <a:off x="89261" y="1061370"/>
              <a:ext cx="1885011" cy="697618"/>
            </a:xfrm>
            <a:prstGeom prst="homePlate">
              <a:avLst/>
            </a:prstGeom>
            <a:solidFill>
              <a:schemeClr val="accent1">
                <a:alpha val="48000"/>
              </a:schemeClr>
            </a:solidFill>
            <a:ln w="28575" cap="rnd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it-IT" sz="200">
                  <a:solidFill>
                    <a:schemeClr val="bg1"/>
                  </a:solidFill>
                  <a:latin typeface="Ubuntu" panose="020B0504030602030204" pitchFamily="34" charset="0"/>
                </a:rPr>
                <a:t>PRE-SALES MANAGEMENT </a:t>
              </a:r>
            </a:p>
          </p:txBody>
        </p:sp>
        <p:sp>
          <p:nvSpPr>
            <p:cNvPr id="103" name="Arrow: Chevron 102">
              <a:extLst>
                <a:ext uri="{FF2B5EF4-FFF2-40B4-BE49-F238E27FC236}">
                  <a16:creationId xmlns:a16="http://schemas.microsoft.com/office/drawing/2014/main" id="{150CE46B-1099-4539-8316-FDD70CC3034D}"/>
                </a:ext>
              </a:extLst>
            </p:cNvPr>
            <p:cNvSpPr/>
            <p:nvPr/>
          </p:nvSpPr>
          <p:spPr bwMode="auto">
            <a:xfrm>
              <a:off x="1554853" y="1061370"/>
              <a:ext cx="1885010" cy="697618"/>
            </a:xfrm>
            <a:prstGeom prst="chevron">
              <a:avLst/>
            </a:prstGeom>
            <a:solidFill>
              <a:schemeClr val="accent1">
                <a:alpha val="48000"/>
              </a:schemeClr>
            </a:solidFill>
            <a:ln w="28575" cap="rnd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it-IT" sz="200">
                  <a:solidFill>
                    <a:schemeClr val="bg1"/>
                  </a:solidFill>
                  <a:latin typeface="Ubuntu" panose="020B0504030602030204" pitchFamily="34" charset="0"/>
                </a:rPr>
                <a:t>SUBMISSION MANAGMENT</a:t>
              </a:r>
            </a:p>
          </p:txBody>
        </p:sp>
        <p:sp>
          <p:nvSpPr>
            <p:cNvPr id="104" name="Arrow: Chevron 103">
              <a:extLst>
                <a:ext uri="{FF2B5EF4-FFF2-40B4-BE49-F238E27FC236}">
                  <a16:creationId xmlns:a16="http://schemas.microsoft.com/office/drawing/2014/main" id="{52844089-626E-4E93-ABBE-0981988EEE60}"/>
                </a:ext>
              </a:extLst>
            </p:cNvPr>
            <p:cNvSpPr/>
            <p:nvPr/>
          </p:nvSpPr>
          <p:spPr bwMode="auto">
            <a:xfrm>
              <a:off x="3020444" y="1061370"/>
              <a:ext cx="1885010" cy="697618"/>
            </a:xfrm>
            <a:prstGeom prst="chevron">
              <a:avLst/>
            </a:prstGeom>
            <a:solidFill>
              <a:schemeClr val="accent1">
                <a:alpha val="48000"/>
              </a:schemeClr>
            </a:solidFill>
            <a:ln w="28575" cap="rnd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it-IT" sz="2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Ubuntu" panose="020B0504030602030204" pitchFamily="34" charset="0"/>
                  <a:ea typeface="+mn-ea"/>
                  <a:cs typeface="+mn-cs"/>
                </a:rPr>
                <a:t>PRES-CREENING</a:t>
              </a:r>
            </a:p>
          </p:txBody>
        </p:sp>
        <p:sp>
          <p:nvSpPr>
            <p:cNvPr id="105" name="Arrow: Chevron 104">
              <a:extLst>
                <a:ext uri="{FF2B5EF4-FFF2-40B4-BE49-F238E27FC236}">
                  <a16:creationId xmlns:a16="http://schemas.microsoft.com/office/drawing/2014/main" id="{5AEF3754-EBB8-4547-B3C5-D36F12DB69A0}"/>
                </a:ext>
              </a:extLst>
            </p:cNvPr>
            <p:cNvSpPr/>
            <p:nvPr/>
          </p:nvSpPr>
          <p:spPr bwMode="auto">
            <a:xfrm>
              <a:off x="4486035" y="1061370"/>
              <a:ext cx="1886400" cy="697618"/>
            </a:xfrm>
            <a:prstGeom prst="chevron">
              <a:avLst/>
            </a:prstGeom>
            <a:solidFill>
              <a:schemeClr val="accent1">
                <a:alpha val="48000"/>
              </a:schemeClr>
            </a:solidFill>
            <a:ln w="28575" cap="rnd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it-IT" sz="200">
                  <a:solidFill>
                    <a:schemeClr val="bg1"/>
                  </a:solidFill>
                  <a:latin typeface="Ubuntu" panose="020B0504030602030204" pitchFamily="34" charset="0"/>
                </a:rPr>
                <a:t>UNDERWRITING PACKAGE</a:t>
              </a:r>
            </a:p>
          </p:txBody>
        </p:sp>
        <p:sp>
          <p:nvSpPr>
            <p:cNvPr id="108" name="Arrow: Chevron 107">
              <a:extLst>
                <a:ext uri="{FF2B5EF4-FFF2-40B4-BE49-F238E27FC236}">
                  <a16:creationId xmlns:a16="http://schemas.microsoft.com/office/drawing/2014/main" id="{0F28AAD4-F1DB-4CD2-82FC-157990ACA5F9}"/>
                </a:ext>
              </a:extLst>
            </p:cNvPr>
            <p:cNvSpPr/>
            <p:nvPr/>
          </p:nvSpPr>
          <p:spPr bwMode="auto">
            <a:xfrm>
              <a:off x="5951626" y="1061370"/>
              <a:ext cx="1886400" cy="697618"/>
            </a:xfrm>
            <a:prstGeom prst="chevron">
              <a:avLst/>
            </a:prstGeom>
            <a:solidFill>
              <a:schemeClr val="accent1"/>
            </a:solidFill>
            <a:ln w="28575" cap="rnd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it-IT" sz="200">
                  <a:solidFill>
                    <a:schemeClr val="bg1"/>
                  </a:solidFill>
                  <a:latin typeface="Ubuntu" panose="020B0504030602030204" pitchFamily="34" charset="0"/>
                </a:rPr>
                <a:t>RISK ASSESSMENT TOOL</a:t>
              </a:r>
            </a:p>
          </p:txBody>
        </p:sp>
        <p:sp>
          <p:nvSpPr>
            <p:cNvPr id="109" name="Arrow: Chevron 108">
              <a:extLst>
                <a:ext uri="{FF2B5EF4-FFF2-40B4-BE49-F238E27FC236}">
                  <a16:creationId xmlns:a16="http://schemas.microsoft.com/office/drawing/2014/main" id="{CBE8ABD5-0443-4D02-94A4-0E8E9C1B27A4}"/>
                </a:ext>
              </a:extLst>
            </p:cNvPr>
            <p:cNvSpPr/>
            <p:nvPr/>
          </p:nvSpPr>
          <p:spPr bwMode="auto">
            <a:xfrm>
              <a:off x="7417217" y="1061370"/>
              <a:ext cx="1886400" cy="697618"/>
            </a:xfrm>
            <a:prstGeom prst="chevron">
              <a:avLst/>
            </a:prstGeom>
            <a:solidFill>
              <a:schemeClr val="accent1"/>
            </a:solidFill>
            <a:ln w="28575" cap="rnd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it-IT" sz="200">
                  <a:solidFill>
                    <a:schemeClr val="bg1"/>
                  </a:solidFill>
                  <a:latin typeface="Ubuntu" panose="020B0504030602030204" pitchFamily="34" charset="0"/>
                </a:rPr>
                <a:t>FACULTATIVE REINSURANCE</a:t>
              </a:r>
            </a:p>
          </p:txBody>
        </p:sp>
        <p:sp>
          <p:nvSpPr>
            <p:cNvPr id="112" name="Arrow: Chevron 111">
              <a:extLst>
                <a:ext uri="{FF2B5EF4-FFF2-40B4-BE49-F238E27FC236}">
                  <a16:creationId xmlns:a16="http://schemas.microsoft.com/office/drawing/2014/main" id="{14508657-1919-499E-B726-255A9A81AA3F}"/>
                </a:ext>
              </a:extLst>
            </p:cNvPr>
            <p:cNvSpPr/>
            <p:nvPr/>
          </p:nvSpPr>
          <p:spPr bwMode="auto">
            <a:xfrm>
              <a:off x="8882808" y="1061370"/>
              <a:ext cx="1886400" cy="697618"/>
            </a:xfrm>
            <a:prstGeom prst="chevron">
              <a:avLst/>
            </a:prstGeom>
            <a:solidFill>
              <a:schemeClr val="accent1"/>
            </a:solidFill>
            <a:ln w="28575" cap="rnd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it-IT" sz="200">
                  <a:solidFill>
                    <a:schemeClr val="bg1"/>
                  </a:solidFill>
                  <a:latin typeface="Ubuntu" panose="020B0504030602030204" pitchFamily="34" charset="0"/>
                </a:rPr>
                <a:t>PRICING</a:t>
              </a:r>
            </a:p>
          </p:txBody>
        </p:sp>
        <p:sp>
          <p:nvSpPr>
            <p:cNvPr id="113" name="Arrow: Chevron 112">
              <a:extLst>
                <a:ext uri="{FF2B5EF4-FFF2-40B4-BE49-F238E27FC236}">
                  <a16:creationId xmlns:a16="http://schemas.microsoft.com/office/drawing/2014/main" id="{07ACFD71-05D3-411F-BE84-3E5D1643E9A4}"/>
                </a:ext>
              </a:extLst>
            </p:cNvPr>
            <p:cNvSpPr/>
            <p:nvPr/>
          </p:nvSpPr>
          <p:spPr bwMode="auto">
            <a:xfrm>
              <a:off x="10348400" y="1061370"/>
              <a:ext cx="1811307" cy="697618"/>
            </a:xfrm>
            <a:prstGeom prst="chevron">
              <a:avLst/>
            </a:prstGeom>
            <a:solidFill>
              <a:schemeClr val="accent1"/>
            </a:solidFill>
            <a:ln w="28575" cap="rnd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it-IT" sz="200">
                  <a:solidFill>
                    <a:schemeClr val="bg1"/>
                  </a:solidFill>
                  <a:latin typeface="Ubuntu" panose="020B0504030602030204" pitchFamily="34" charset="0"/>
                </a:rPr>
                <a:t>QUOTING &amp; RISK BINDING</a:t>
              </a:r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E47C1F20-A16C-47E9-95EA-AD43EBA40B2A}"/>
              </a:ext>
            </a:extLst>
          </p:cNvPr>
          <p:cNvSpPr txBox="1"/>
          <p:nvPr/>
        </p:nvSpPr>
        <p:spPr>
          <a:xfrm>
            <a:off x="316235" y="1194254"/>
            <a:ext cx="2941870" cy="4878259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it-IT" sz="1000" b="1" err="1"/>
              <a:t>Maximo</a:t>
            </a:r>
            <a:r>
              <a:rPr lang="it-IT" sz="1000" b="1"/>
              <a:t> </a:t>
            </a:r>
            <a:r>
              <a:rPr lang="it-IT" sz="1000" b="1" err="1"/>
              <a:t>Decomissioning</a:t>
            </a:r>
            <a:endParaRPr lang="it-IT" sz="1000" b="1"/>
          </a:p>
          <a:p>
            <a:pPr algn="ctr"/>
            <a:r>
              <a:rPr lang="it-IT" sz="1000" b="1"/>
              <a:t>Embedded </a:t>
            </a:r>
            <a:r>
              <a:rPr lang="it-IT" sz="1000" b="1" err="1"/>
              <a:t>into</a:t>
            </a:r>
            <a:r>
              <a:rPr lang="it-IT" sz="1000" b="1"/>
              <a:t> GeR (51101.1-51201.1-51302.1-51205.2)</a:t>
            </a:r>
            <a:endParaRPr lang="it-IT" sz="1000" b="1" u="sng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it-IT" sz="1000" b="1" u="sng"/>
              <a:t>RE&amp;LP</a:t>
            </a:r>
          </a:p>
          <a:p>
            <a:pPr marL="360000" lvl="1" indent="-171450">
              <a:buFont typeface="Arial" panose="020B0604020202020204" pitchFamily="34" charset="0"/>
              <a:buChar char="•"/>
            </a:pPr>
            <a:r>
              <a:rPr lang="it-IT" sz="900" b="1"/>
              <a:t>Request </a:t>
            </a:r>
            <a:r>
              <a:rPr lang="it-IT" sz="900" b="1" err="1"/>
              <a:t>survey</a:t>
            </a:r>
            <a:r>
              <a:rPr lang="it-IT" sz="900"/>
              <a:t> in </a:t>
            </a:r>
            <a:r>
              <a:rPr lang="it-IT" sz="900" b="1" err="1"/>
              <a:t>different</a:t>
            </a:r>
            <a:r>
              <a:rPr lang="it-IT" sz="900" b="1"/>
              <a:t> </a:t>
            </a:r>
            <a:r>
              <a:rPr lang="it-IT" sz="900" b="1" err="1"/>
              <a:t>steps</a:t>
            </a:r>
            <a:r>
              <a:rPr lang="it-IT" sz="900" b="1"/>
              <a:t> </a:t>
            </a:r>
            <a:r>
              <a:rPr lang="it-IT" sz="900"/>
              <a:t>(51301.1-51203.1)</a:t>
            </a:r>
          </a:p>
          <a:p>
            <a:pPr marL="360000" lvl="1" indent="-171450">
              <a:buFont typeface="Arial" panose="020B0604020202020204" pitchFamily="34" charset="0"/>
              <a:buChar char="•"/>
            </a:pPr>
            <a:r>
              <a:rPr lang="it-IT" sz="900" err="1"/>
              <a:t>Develop</a:t>
            </a:r>
            <a:r>
              <a:rPr lang="it-IT" sz="900"/>
              <a:t> a </a:t>
            </a:r>
            <a:r>
              <a:rPr lang="it-IT" sz="900" b="1"/>
              <a:t>workflow </a:t>
            </a:r>
            <a:r>
              <a:rPr lang="it-IT" sz="900"/>
              <a:t>for the </a:t>
            </a:r>
            <a:r>
              <a:rPr lang="it-IT" sz="900" b="1"/>
              <a:t>RE&amp;LP </a:t>
            </a:r>
            <a:r>
              <a:rPr lang="it-IT" sz="900" err="1"/>
              <a:t>process</a:t>
            </a:r>
            <a:r>
              <a:rPr lang="it-IT" sz="900"/>
              <a:t>:</a:t>
            </a:r>
          </a:p>
          <a:p>
            <a:pPr marL="720000" lvl="2" indent="-228600">
              <a:buFont typeface="+mj-lt"/>
              <a:buAutoNum type="arabicPeriod"/>
            </a:pPr>
            <a:r>
              <a:rPr lang="it-IT" sz="900" err="1"/>
              <a:t>Survey</a:t>
            </a:r>
            <a:r>
              <a:rPr lang="it-IT" sz="900"/>
              <a:t> Request by UW (51102.1-51203.1)</a:t>
            </a:r>
          </a:p>
          <a:p>
            <a:pPr marL="720000" lvl="2" indent="-228600">
              <a:buFont typeface="+mj-lt"/>
              <a:buAutoNum type="arabicPeriod"/>
            </a:pPr>
            <a:r>
              <a:rPr lang="it-IT" sz="900" err="1"/>
              <a:t>Assignment</a:t>
            </a:r>
            <a:r>
              <a:rPr lang="it-IT" sz="900"/>
              <a:t> by Risk </a:t>
            </a:r>
            <a:r>
              <a:rPr lang="it-IT" sz="900" err="1"/>
              <a:t>Engineer</a:t>
            </a:r>
            <a:r>
              <a:rPr lang="it-IT" sz="900"/>
              <a:t> Team Leader (51101.2-51201.2)</a:t>
            </a:r>
          </a:p>
          <a:p>
            <a:pPr marL="720000" lvl="2" indent="-228600">
              <a:buFont typeface="+mj-lt"/>
              <a:buAutoNum type="arabicPeriod"/>
            </a:pPr>
            <a:r>
              <a:rPr lang="it-IT" sz="900" err="1"/>
              <a:t>Assessment</a:t>
            </a:r>
            <a:r>
              <a:rPr lang="it-IT" sz="900"/>
              <a:t> </a:t>
            </a:r>
            <a:r>
              <a:rPr lang="it-IT" sz="900" err="1"/>
              <a:t>Taken</a:t>
            </a:r>
            <a:r>
              <a:rPr lang="it-IT" sz="900"/>
              <a:t> in </a:t>
            </a:r>
            <a:r>
              <a:rPr lang="it-IT" sz="900" err="1"/>
              <a:t>charge</a:t>
            </a:r>
            <a:endParaRPr lang="it-IT" sz="900"/>
          </a:p>
          <a:p>
            <a:pPr marL="720000" lvl="2" indent="-228600">
              <a:buFont typeface="+mj-lt"/>
              <a:buAutoNum type="arabicPeriod"/>
            </a:pPr>
            <a:r>
              <a:rPr lang="it-IT" sz="900" err="1"/>
              <a:t>Visit</a:t>
            </a:r>
            <a:r>
              <a:rPr lang="it-IT" sz="900"/>
              <a:t> Date (51103.2)</a:t>
            </a:r>
          </a:p>
          <a:p>
            <a:pPr marL="720000" lvl="2" indent="-228600">
              <a:buFont typeface="+mj-lt"/>
              <a:buAutoNum type="arabicPeriod"/>
            </a:pPr>
            <a:r>
              <a:rPr lang="it-IT" sz="900" err="1"/>
              <a:t>Survey</a:t>
            </a:r>
            <a:r>
              <a:rPr lang="it-IT" sz="900"/>
              <a:t> </a:t>
            </a:r>
            <a:r>
              <a:rPr lang="it-IT" sz="900" err="1"/>
              <a:t>Completed</a:t>
            </a:r>
            <a:r>
              <a:rPr lang="it-IT" sz="900"/>
              <a:t> (51401.1-51501/2.2)</a:t>
            </a:r>
          </a:p>
          <a:p>
            <a:pPr marL="720000" lvl="2" indent="-228600">
              <a:buFont typeface="+mj-lt"/>
              <a:buAutoNum type="arabicPeriod"/>
            </a:pPr>
            <a:r>
              <a:rPr lang="it-IT" sz="900"/>
              <a:t>Follow-up (51601.2)</a:t>
            </a:r>
          </a:p>
          <a:p>
            <a:pPr marL="417150" lvl="1" indent="-228600">
              <a:buFont typeface="Arial" panose="020B0604020202020204" pitchFamily="34" charset="0"/>
              <a:buChar char="•"/>
            </a:pPr>
            <a:r>
              <a:rPr lang="it-IT" sz="900" err="1"/>
              <a:t>Implement</a:t>
            </a:r>
            <a:r>
              <a:rPr lang="it-IT" sz="900"/>
              <a:t> the </a:t>
            </a:r>
            <a:r>
              <a:rPr lang="it-IT" sz="900" b="1" err="1"/>
              <a:t>risk</a:t>
            </a:r>
            <a:r>
              <a:rPr lang="it-IT" sz="900" b="1"/>
              <a:t> rating </a:t>
            </a:r>
            <a:r>
              <a:rPr lang="it-IT" sz="900" b="1" err="1"/>
              <a:t>tool</a:t>
            </a:r>
            <a:r>
              <a:rPr lang="it-IT" sz="900" b="1"/>
              <a:t> in the </a:t>
            </a:r>
            <a:r>
              <a:rPr lang="it-IT" sz="900" b="1" err="1"/>
              <a:t>system</a:t>
            </a:r>
            <a:r>
              <a:rPr lang="it-IT" sz="900" b="1"/>
              <a:t> </a:t>
            </a:r>
            <a:r>
              <a:rPr lang="it-IT" sz="900"/>
              <a:t>(51203.2)</a:t>
            </a:r>
          </a:p>
          <a:p>
            <a:pPr marL="417150" lvl="1" indent="-228600">
              <a:buFont typeface="Arial" panose="020B0604020202020204" pitchFamily="34" charset="0"/>
              <a:buChar char="•"/>
            </a:pPr>
            <a:r>
              <a:rPr lang="it-IT" sz="900" err="1"/>
              <a:t>Develop</a:t>
            </a:r>
            <a:r>
              <a:rPr lang="it-IT" sz="900"/>
              <a:t> </a:t>
            </a:r>
            <a:r>
              <a:rPr lang="it-IT" sz="900" b="1" err="1"/>
              <a:t>prefilled</a:t>
            </a:r>
            <a:r>
              <a:rPr lang="it-IT" sz="900" b="1"/>
              <a:t> </a:t>
            </a:r>
            <a:r>
              <a:rPr lang="it-IT" sz="900" b="1" err="1"/>
              <a:t>templates</a:t>
            </a:r>
            <a:r>
              <a:rPr lang="it-IT" sz="900"/>
              <a:t>, </a:t>
            </a:r>
            <a:r>
              <a:rPr lang="it-IT" sz="900" err="1"/>
              <a:t>write</a:t>
            </a:r>
            <a:r>
              <a:rPr lang="it-IT" sz="900"/>
              <a:t> and </a:t>
            </a:r>
            <a:r>
              <a:rPr lang="it-IT" sz="900" err="1"/>
              <a:t>store</a:t>
            </a:r>
            <a:r>
              <a:rPr lang="it-IT" sz="900"/>
              <a:t> the </a:t>
            </a:r>
            <a:r>
              <a:rPr lang="it-IT" sz="900" err="1"/>
              <a:t>overall</a:t>
            </a:r>
            <a:r>
              <a:rPr lang="it-IT" sz="900"/>
              <a:t> </a:t>
            </a:r>
            <a:r>
              <a:rPr lang="it-IT" sz="900" err="1"/>
              <a:t>results</a:t>
            </a:r>
            <a:r>
              <a:rPr lang="it-IT" sz="900"/>
              <a:t> and </a:t>
            </a:r>
            <a:r>
              <a:rPr lang="it-IT" sz="900" err="1"/>
              <a:t>additional</a:t>
            </a:r>
            <a:r>
              <a:rPr lang="it-IT" sz="900"/>
              <a:t> </a:t>
            </a:r>
            <a:r>
              <a:rPr lang="it-IT" sz="900" err="1"/>
              <a:t>documents</a:t>
            </a:r>
            <a:r>
              <a:rPr lang="it-IT" sz="900"/>
              <a:t> of the </a:t>
            </a:r>
            <a:r>
              <a:rPr lang="it-IT" sz="900" err="1"/>
              <a:t>assessment</a:t>
            </a:r>
            <a:r>
              <a:rPr lang="it-IT" sz="900"/>
              <a:t> (51204/6.2-51602.2)</a:t>
            </a:r>
          </a:p>
          <a:p>
            <a:pPr marL="417150" lvl="1" indent="-228600">
              <a:buFont typeface="Arial" panose="020B0604020202020204" pitchFamily="34" charset="0"/>
              <a:buChar char="•"/>
            </a:pPr>
            <a:r>
              <a:rPr lang="it-IT" sz="900"/>
              <a:t>Manage </a:t>
            </a:r>
            <a:r>
              <a:rPr lang="it-IT" sz="900" b="1" err="1"/>
              <a:t>different</a:t>
            </a:r>
            <a:r>
              <a:rPr lang="it-IT" sz="900" b="1"/>
              <a:t> user </a:t>
            </a:r>
            <a:r>
              <a:rPr lang="it-IT" sz="900" b="1" err="1"/>
              <a:t>type</a:t>
            </a:r>
            <a:r>
              <a:rPr lang="it-IT" sz="900" b="1"/>
              <a:t> </a:t>
            </a:r>
            <a:r>
              <a:rPr lang="it-IT" sz="900"/>
              <a:t>(</a:t>
            </a:r>
            <a:r>
              <a:rPr lang="it-IT" sz="900" err="1"/>
              <a:t>outsourcer</a:t>
            </a:r>
            <a:r>
              <a:rPr lang="it-IT" sz="900"/>
              <a:t>/</a:t>
            </a:r>
            <a:r>
              <a:rPr lang="it-IT" sz="900" err="1"/>
              <a:t>internal</a:t>
            </a:r>
            <a:r>
              <a:rPr lang="it-IT" sz="900"/>
              <a:t> </a:t>
            </a:r>
            <a:r>
              <a:rPr lang="it-IT" sz="900" err="1"/>
              <a:t>engineer</a:t>
            </a:r>
            <a:r>
              <a:rPr lang="it-IT" sz="900"/>
              <a:t>) and </a:t>
            </a:r>
            <a:r>
              <a:rPr lang="it-IT" sz="900" err="1"/>
              <a:t>rights</a:t>
            </a:r>
            <a:r>
              <a:rPr lang="it-IT" sz="900"/>
              <a:t> (51603.2)</a:t>
            </a:r>
          </a:p>
          <a:p>
            <a:pPr marL="417150" lvl="1" indent="-228600">
              <a:buFont typeface="Arial" panose="020B0604020202020204" pitchFamily="34" charset="0"/>
              <a:buChar char="•"/>
            </a:pPr>
            <a:r>
              <a:rPr lang="it-IT" sz="900" b="1" err="1"/>
              <a:t>Feed</a:t>
            </a:r>
            <a:r>
              <a:rPr lang="it-IT" sz="900" b="1"/>
              <a:t> </a:t>
            </a:r>
            <a:r>
              <a:rPr lang="it-IT" sz="900" b="1" err="1"/>
              <a:t>survey</a:t>
            </a:r>
            <a:r>
              <a:rPr lang="it-IT" sz="900" b="1"/>
              <a:t> score </a:t>
            </a:r>
            <a:r>
              <a:rPr lang="it-IT" sz="900" b="1" err="1"/>
              <a:t>automaticaly</a:t>
            </a:r>
            <a:r>
              <a:rPr lang="it-IT" sz="900" b="1"/>
              <a:t> </a:t>
            </a:r>
            <a:r>
              <a:rPr lang="it-IT" sz="900" err="1"/>
              <a:t>into</a:t>
            </a:r>
            <a:r>
              <a:rPr lang="it-IT" sz="900"/>
              <a:t> the </a:t>
            </a:r>
            <a:r>
              <a:rPr lang="it-IT" sz="900" err="1"/>
              <a:t>pricing</a:t>
            </a:r>
            <a:r>
              <a:rPr lang="it-IT" sz="900"/>
              <a:t> </a:t>
            </a:r>
            <a:r>
              <a:rPr lang="it-IT" sz="900" err="1"/>
              <a:t>tool</a:t>
            </a:r>
            <a:r>
              <a:rPr lang="it-IT" sz="900"/>
              <a:t> (51202.2)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it-IT" sz="1000" b="1" u="sng"/>
              <a:t>Risk </a:t>
            </a:r>
            <a:r>
              <a:rPr lang="it-IT" sz="1000" b="1" u="sng" err="1"/>
              <a:t>Assessment</a:t>
            </a:r>
            <a:r>
              <a:rPr lang="it-IT" sz="1000" b="1" u="sng"/>
              <a:t> </a:t>
            </a:r>
            <a:r>
              <a:rPr lang="it-IT" sz="1000" b="1" u="sng" err="1"/>
              <a:t>Tool</a:t>
            </a:r>
            <a:endParaRPr lang="it-IT" sz="1000" b="1" u="sng"/>
          </a:p>
          <a:p>
            <a:pPr marL="360000" lvl="1" indent="-171450">
              <a:buFont typeface="Arial" panose="020B0604020202020204" pitchFamily="34" charset="0"/>
              <a:buChar char="•"/>
            </a:pPr>
            <a:r>
              <a:rPr lang="it-IT" sz="900" b="1"/>
              <a:t>Integrate </a:t>
            </a:r>
            <a:r>
              <a:rPr lang="it-IT" sz="900" b="1" err="1"/>
              <a:t>all</a:t>
            </a:r>
            <a:r>
              <a:rPr lang="it-IT" sz="900" b="1"/>
              <a:t> the rating </a:t>
            </a:r>
            <a:r>
              <a:rPr lang="it-IT" sz="900" b="1" err="1"/>
              <a:t>tools</a:t>
            </a:r>
            <a:r>
              <a:rPr lang="it-IT" sz="900" b="1"/>
              <a:t> </a:t>
            </a:r>
            <a:r>
              <a:rPr lang="it-IT" sz="900"/>
              <a:t>in the </a:t>
            </a:r>
            <a:r>
              <a:rPr lang="it-IT" sz="900" err="1"/>
              <a:t>system</a:t>
            </a:r>
            <a:r>
              <a:rPr lang="it-IT" sz="900"/>
              <a:t> and </a:t>
            </a:r>
            <a:r>
              <a:rPr lang="it-IT" sz="900" err="1"/>
              <a:t>lauch</a:t>
            </a:r>
            <a:r>
              <a:rPr lang="it-IT" sz="900"/>
              <a:t> </a:t>
            </a:r>
            <a:r>
              <a:rPr lang="it-IT" sz="900" err="1"/>
              <a:t>them</a:t>
            </a:r>
            <a:r>
              <a:rPr lang="it-IT" sz="900"/>
              <a:t> </a:t>
            </a:r>
            <a:r>
              <a:rPr lang="it-IT" sz="900" err="1"/>
              <a:t>at</a:t>
            </a:r>
            <a:r>
              <a:rPr lang="it-IT" sz="900"/>
              <a:t> the </a:t>
            </a:r>
            <a:r>
              <a:rPr lang="it-IT" sz="900" err="1"/>
              <a:t>same</a:t>
            </a:r>
            <a:r>
              <a:rPr lang="it-IT" sz="900"/>
              <a:t> time </a:t>
            </a:r>
            <a:r>
              <a:rPr lang="it-IT" sz="900" err="1"/>
              <a:t>when</a:t>
            </a:r>
            <a:r>
              <a:rPr lang="it-IT" sz="900"/>
              <a:t> </a:t>
            </a:r>
            <a:r>
              <a:rPr lang="it-IT" sz="900" err="1"/>
              <a:t>all</a:t>
            </a:r>
            <a:r>
              <a:rPr lang="it-IT" sz="900"/>
              <a:t> the </a:t>
            </a:r>
            <a:r>
              <a:rPr lang="it-IT" sz="900" err="1"/>
              <a:t>required</a:t>
            </a:r>
            <a:r>
              <a:rPr lang="it-IT" sz="900"/>
              <a:t> data are </a:t>
            </a:r>
            <a:r>
              <a:rPr lang="it-IT" sz="900" err="1"/>
              <a:t>filled</a:t>
            </a:r>
            <a:r>
              <a:rPr lang="it-IT" sz="900"/>
              <a:t> (52101-52201/2-52302)</a:t>
            </a:r>
          </a:p>
          <a:p>
            <a:pPr marL="360000" lvl="1" indent="-171450">
              <a:buFont typeface="Arial" panose="020B0604020202020204" pitchFamily="34" charset="0"/>
              <a:buChar char="•"/>
            </a:pPr>
            <a:r>
              <a:rPr lang="it-IT" sz="900" err="1"/>
              <a:t>Develop</a:t>
            </a:r>
            <a:r>
              <a:rPr lang="it-IT" sz="900"/>
              <a:t> a </a:t>
            </a:r>
            <a:r>
              <a:rPr lang="it-IT" sz="900" b="1"/>
              <a:t>workflow</a:t>
            </a:r>
            <a:r>
              <a:rPr lang="it-IT" sz="900"/>
              <a:t>:</a:t>
            </a:r>
          </a:p>
          <a:p>
            <a:pPr marL="720000" lvl="2" indent="-228600">
              <a:buFont typeface="+mj-lt"/>
              <a:buAutoNum type="arabicPeriod"/>
            </a:pPr>
            <a:r>
              <a:rPr lang="it-IT" sz="900"/>
              <a:t>Risk Rating Request</a:t>
            </a:r>
          </a:p>
          <a:p>
            <a:pPr marL="720000" lvl="2" indent="-228600">
              <a:buFont typeface="+mj-lt"/>
              <a:buAutoNum type="arabicPeriod"/>
            </a:pPr>
            <a:r>
              <a:rPr lang="it-IT" sz="900"/>
              <a:t>Risk Rating </a:t>
            </a:r>
            <a:r>
              <a:rPr lang="it-IT" sz="900" err="1"/>
              <a:t>Result</a:t>
            </a:r>
            <a:r>
              <a:rPr lang="it-IT" sz="900"/>
              <a:t> (52301)</a:t>
            </a:r>
          </a:p>
          <a:p>
            <a:pPr marL="360000" lvl="1" indent="-171450">
              <a:buFont typeface="Arial" panose="020B0604020202020204" pitchFamily="34" charset="0"/>
              <a:buChar char="•"/>
            </a:pPr>
            <a:r>
              <a:rPr lang="it-IT" sz="900" b="1"/>
              <a:t>Display</a:t>
            </a:r>
            <a:r>
              <a:rPr lang="it-IT" sz="900"/>
              <a:t> </a:t>
            </a:r>
            <a:r>
              <a:rPr lang="it-IT" sz="900" err="1"/>
              <a:t>risk</a:t>
            </a:r>
            <a:r>
              <a:rPr lang="it-IT" sz="900"/>
              <a:t> rating </a:t>
            </a:r>
            <a:r>
              <a:rPr lang="it-IT" sz="900" err="1"/>
              <a:t>tool</a:t>
            </a:r>
            <a:r>
              <a:rPr lang="it-IT" sz="900"/>
              <a:t> </a:t>
            </a:r>
            <a:r>
              <a:rPr lang="it-IT" sz="900" b="1" err="1"/>
              <a:t>results</a:t>
            </a:r>
            <a:r>
              <a:rPr lang="it-IT" sz="900" b="1"/>
              <a:t> in </a:t>
            </a:r>
            <a:r>
              <a:rPr lang="it-IT" sz="900" b="1" err="1"/>
              <a:t>charts</a:t>
            </a:r>
            <a:r>
              <a:rPr lang="it-IT" sz="900" b="1"/>
              <a:t> </a:t>
            </a:r>
            <a:r>
              <a:rPr lang="it-IT" sz="900"/>
              <a:t>and </a:t>
            </a:r>
            <a:r>
              <a:rPr lang="it-IT" sz="900" b="1"/>
              <a:t>compare</a:t>
            </a:r>
            <a:r>
              <a:rPr lang="it-IT" sz="900"/>
              <a:t> </a:t>
            </a:r>
            <a:r>
              <a:rPr lang="it-IT" sz="900" err="1"/>
              <a:t>them</a:t>
            </a:r>
            <a:r>
              <a:rPr lang="it-IT" sz="900"/>
              <a:t> to the </a:t>
            </a:r>
            <a:r>
              <a:rPr lang="it-IT" sz="900" b="1" err="1"/>
              <a:t>previus</a:t>
            </a:r>
            <a:r>
              <a:rPr lang="it-IT" sz="900" b="1"/>
              <a:t> year </a:t>
            </a:r>
            <a:r>
              <a:rPr lang="it-IT" sz="900"/>
              <a:t>(52303/4)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0C8C2E5-18CD-48A4-9B7A-43A2232513AC}"/>
              </a:ext>
            </a:extLst>
          </p:cNvPr>
          <p:cNvSpPr txBox="1"/>
          <p:nvPr/>
        </p:nvSpPr>
        <p:spPr>
          <a:xfrm>
            <a:off x="70421" y="6064125"/>
            <a:ext cx="12051157" cy="70788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indent="-268650" algn="ctr">
              <a:buFont typeface="Arial" panose="020B0604020202020204" pitchFamily="34" charset="0"/>
              <a:buChar char="•"/>
            </a:pPr>
            <a:r>
              <a:rPr lang="it-IT" sz="1000" b="1" u="sng"/>
              <a:t>Risk </a:t>
            </a:r>
            <a:r>
              <a:rPr lang="it-IT" sz="1000" b="1" u="sng" err="1"/>
              <a:t>Referral</a:t>
            </a:r>
            <a:endParaRPr lang="it-IT" sz="1000" b="1" u="sng"/>
          </a:p>
          <a:p>
            <a:pPr lvl="1" indent="-268650" algn="ctr">
              <a:buFont typeface="Arial" panose="020B0604020202020204" pitchFamily="34" charset="0"/>
              <a:buChar char="•"/>
            </a:pPr>
            <a:r>
              <a:rPr lang="it-IT" sz="1000" err="1"/>
              <a:t>Develop</a:t>
            </a:r>
            <a:r>
              <a:rPr lang="it-IT" sz="1000"/>
              <a:t> a </a:t>
            </a:r>
            <a:r>
              <a:rPr lang="it-IT" sz="1000" b="1" err="1"/>
              <a:t>flexible</a:t>
            </a:r>
            <a:r>
              <a:rPr lang="it-IT" sz="1000" b="1"/>
              <a:t> </a:t>
            </a:r>
            <a:r>
              <a:rPr lang="it-IT" sz="1000" b="1" err="1"/>
              <a:t>system</a:t>
            </a:r>
            <a:r>
              <a:rPr lang="it-IT" sz="1000"/>
              <a:t> </a:t>
            </a:r>
            <a:r>
              <a:rPr lang="it-IT" sz="1000" err="1"/>
              <a:t>that</a:t>
            </a:r>
            <a:r>
              <a:rPr lang="it-IT" sz="1000"/>
              <a:t> </a:t>
            </a:r>
            <a:r>
              <a:rPr lang="it-IT" sz="1000" err="1"/>
              <a:t>helps</a:t>
            </a:r>
            <a:r>
              <a:rPr lang="it-IT" sz="1000"/>
              <a:t> the </a:t>
            </a:r>
            <a:r>
              <a:rPr lang="it-IT" sz="1000" b="1"/>
              <a:t>escalation</a:t>
            </a:r>
            <a:r>
              <a:rPr lang="it-IT" sz="1000"/>
              <a:t> (</a:t>
            </a:r>
            <a:r>
              <a:rPr lang="it-IT" sz="1000" err="1"/>
              <a:t>even</a:t>
            </a:r>
            <a:r>
              <a:rPr lang="it-IT" sz="1000"/>
              <a:t> more </a:t>
            </a:r>
            <a:r>
              <a:rPr lang="it-IT" sz="1000" err="1"/>
              <a:t>times</a:t>
            </a:r>
            <a:r>
              <a:rPr lang="it-IT" sz="1000"/>
              <a:t>) of the </a:t>
            </a:r>
            <a:r>
              <a:rPr lang="it-IT" sz="1000" err="1">
                <a:solidFill>
                  <a:schemeClr val="tx1"/>
                </a:solidFill>
              </a:rPr>
              <a:t>risk</a:t>
            </a:r>
            <a:r>
              <a:rPr lang="it-IT" sz="1000">
                <a:solidFill>
                  <a:schemeClr val="tx1"/>
                </a:solidFill>
              </a:rPr>
              <a:t> </a:t>
            </a:r>
            <a:r>
              <a:rPr lang="it-IT" sz="1000" err="1">
                <a:solidFill>
                  <a:schemeClr val="tx1"/>
                </a:solidFill>
              </a:rPr>
              <a:t>referral</a:t>
            </a:r>
            <a:r>
              <a:rPr lang="it-IT" sz="1000">
                <a:solidFill>
                  <a:schemeClr val="tx1"/>
                </a:solidFill>
              </a:rPr>
              <a:t> (</a:t>
            </a:r>
            <a:r>
              <a:rPr lang="it-IT" sz="1000" err="1">
                <a:solidFill>
                  <a:schemeClr val="tx1"/>
                </a:solidFill>
              </a:rPr>
              <a:t>also</a:t>
            </a:r>
            <a:r>
              <a:rPr lang="it-IT" sz="1000">
                <a:solidFill>
                  <a:schemeClr val="tx1"/>
                </a:solidFill>
              </a:rPr>
              <a:t> with </a:t>
            </a:r>
            <a:r>
              <a:rPr lang="it-IT" sz="1000" err="1">
                <a:solidFill>
                  <a:schemeClr val="tx1"/>
                </a:solidFill>
              </a:rPr>
              <a:t>alerts</a:t>
            </a:r>
            <a:r>
              <a:rPr lang="it-IT" sz="1000">
                <a:solidFill>
                  <a:schemeClr val="tx1"/>
                </a:solidFill>
              </a:rPr>
              <a:t>) </a:t>
            </a:r>
            <a:r>
              <a:rPr lang="it-IT" sz="1000" err="1">
                <a:solidFill>
                  <a:schemeClr val="tx1"/>
                </a:solidFill>
              </a:rPr>
              <a:t>inheriting</a:t>
            </a:r>
            <a:r>
              <a:rPr lang="it-IT" sz="1000">
                <a:solidFill>
                  <a:schemeClr val="tx1"/>
                </a:solidFill>
              </a:rPr>
              <a:t> the information </a:t>
            </a:r>
            <a:r>
              <a:rPr lang="it-IT" sz="1000" err="1">
                <a:solidFill>
                  <a:schemeClr val="tx1"/>
                </a:solidFill>
              </a:rPr>
              <a:t>related</a:t>
            </a:r>
            <a:r>
              <a:rPr lang="it-IT" sz="1000">
                <a:solidFill>
                  <a:schemeClr val="tx1"/>
                </a:solidFill>
              </a:rPr>
              <a:t> to the submission with </a:t>
            </a:r>
            <a:r>
              <a:rPr lang="it-IT" sz="1000" err="1">
                <a:solidFill>
                  <a:schemeClr val="tx1"/>
                </a:solidFill>
              </a:rPr>
              <a:t>additional</a:t>
            </a:r>
            <a:r>
              <a:rPr lang="it-IT" sz="1000">
                <a:solidFill>
                  <a:schemeClr val="tx1"/>
                </a:solidFill>
              </a:rPr>
              <a:t> data </a:t>
            </a:r>
            <a:r>
              <a:rPr lang="it-IT" sz="1000" err="1">
                <a:solidFill>
                  <a:schemeClr val="tx1"/>
                </a:solidFill>
              </a:rPr>
              <a:t>entered</a:t>
            </a:r>
            <a:r>
              <a:rPr lang="it-IT" sz="1000">
                <a:solidFill>
                  <a:schemeClr val="tx1"/>
                </a:solidFill>
              </a:rPr>
              <a:t> by the user (53201/2-53301/2/3/4-53401-53501/2/5)</a:t>
            </a:r>
          </a:p>
          <a:p>
            <a:pPr lvl="1" indent="-268650" algn="ctr">
              <a:buFont typeface="Arial" panose="020B0604020202020204" pitchFamily="34" charset="0"/>
              <a:buChar char="•"/>
            </a:pPr>
            <a:r>
              <a:rPr lang="it-IT" sz="1000" err="1"/>
              <a:t>Develop</a:t>
            </a:r>
            <a:r>
              <a:rPr lang="it-IT" sz="1000"/>
              <a:t> a </a:t>
            </a:r>
            <a:r>
              <a:rPr lang="it-IT" sz="1000" b="1"/>
              <a:t>dashboard on </a:t>
            </a:r>
            <a:r>
              <a:rPr lang="it-IT" sz="1000" b="1" err="1"/>
              <a:t>renewals</a:t>
            </a:r>
            <a:r>
              <a:rPr lang="it-IT" sz="1000" b="1"/>
              <a:t> </a:t>
            </a:r>
            <a:r>
              <a:rPr lang="it-IT" sz="1000"/>
              <a:t>to be </a:t>
            </a:r>
            <a:r>
              <a:rPr lang="it-IT" sz="1000" err="1"/>
              <a:t>included</a:t>
            </a:r>
            <a:r>
              <a:rPr lang="it-IT" sz="1000"/>
              <a:t> in the </a:t>
            </a:r>
            <a:r>
              <a:rPr lang="it-IT" sz="1000" err="1"/>
              <a:t>referral</a:t>
            </a:r>
            <a:r>
              <a:rPr lang="it-IT" sz="1000"/>
              <a:t> </a:t>
            </a:r>
            <a:r>
              <a:rPr lang="it-IT" sz="1000" err="1"/>
              <a:t>process</a:t>
            </a:r>
            <a:r>
              <a:rPr lang="it-IT" sz="1000"/>
              <a:t> and on the </a:t>
            </a:r>
            <a:r>
              <a:rPr lang="it-IT" sz="1000" err="1"/>
              <a:t>overall</a:t>
            </a:r>
            <a:r>
              <a:rPr lang="it-IT" sz="1000"/>
              <a:t> </a:t>
            </a:r>
            <a:r>
              <a:rPr lang="it-IT" sz="1000" err="1"/>
              <a:t>referral</a:t>
            </a:r>
            <a:r>
              <a:rPr lang="it-IT" sz="1000"/>
              <a:t> </a:t>
            </a:r>
            <a:r>
              <a:rPr lang="it-IT" sz="1000" err="1"/>
              <a:t>ongoing</a:t>
            </a:r>
            <a:r>
              <a:rPr lang="it-IT" sz="1000"/>
              <a:t> in the </a:t>
            </a:r>
            <a:r>
              <a:rPr lang="it-IT" sz="1000" err="1"/>
              <a:t>different</a:t>
            </a:r>
            <a:r>
              <a:rPr lang="it-IT" sz="1000"/>
              <a:t> </a:t>
            </a:r>
            <a:r>
              <a:rPr lang="it-IT" sz="1000">
                <a:solidFill>
                  <a:schemeClr val="tx1"/>
                </a:solidFill>
              </a:rPr>
              <a:t>status (53503/4)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91B1F86-1D2E-4F99-9B8B-73C779CF7C9E}"/>
              </a:ext>
            </a:extLst>
          </p:cNvPr>
          <p:cNvSpPr txBox="1"/>
          <p:nvPr/>
        </p:nvSpPr>
        <p:spPr>
          <a:xfrm>
            <a:off x="3181201" y="1202114"/>
            <a:ext cx="2834144" cy="35548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0000" lvl="1" indent="-171450">
              <a:buFont typeface="Arial" panose="020B0604020202020204" pitchFamily="34" charset="0"/>
              <a:buChar char="•"/>
            </a:pPr>
            <a:r>
              <a:rPr lang="it-IT" sz="900" err="1"/>
              <a:t>Develop</a:t>
            </a:r>
            <a:r>
              <a:rPr lang="it-IT" sz="900"/>
              <a:t> the </a:t>
            </a:r>
            <a:r>
              <a:rPr lang="it-IT" sz="900" b="1" err="1"/>
              <a:t>reinsurance</a:t>
            </a:r>
            <a:r>
              <a:rPr lang="it-IT" sz="900" b="1"/>
              <a:t> </a:t>
            </a:r>
            <a:r>
              <a:rPr lang="it-IT" sz="900" b="1" err="1"/>
              <a:t>assessment</a:t>
            </a:r>
            <a:r>
              <a:rPr lang="it-IT" sz="900" b="1"/>
              <a:t> </a:t>
            </a:r>
            <a:r>
              <a:rPr lang="it-IT" sz="900" err="1"/>
              <a:t>into</a:t>
            </a:r>
            <a:r>
              <a:rPr lang="it-IT" sz="900" b="1"/>
              <a:t> the </a:t>
            </a:r>
            <a:r>
              <a:rPr lang="it-IT" sz="900" b="1" err="1"/>
              <a:t>system</a:t>
            </a:r>
            <a:r>
              <a:rPr lang="it-IT" sz="900"/>
              <a:t> </a:t>
            </a:r>
            <a:r>
              <a:rPr lang="it-IT" sz="900" err="1"/>
              <a:t>including</a:t>
            </a:r>
            <a:r>
              <a:rPr lang="it-IT" sz="900"/>
              <a:t> </a:t>
            </a:r>
            <a:r>
              <a:rPr lang="it-IT" sz="900" err="1"/>
              <a:t>all</a:t>
            </a:r>
            <a:r>
              <a:rPr lang="it-IT" sz="900"/>
              <a:t> </a:t>
            </a:r>
            <a:r>
              <a:rPr lang="it-IT" sz="900" err="1"/>
              <a:t>relevant</a:t>
            </a:r>
            <a:r>
              <a:rPr lang="it-IT" sz="900"/>
              <a:t> data to quote the </a:t>
            </a:r>
            <a:r>
              <a:rPr lang="it-IT" sz="900" err="1"/>
              <a:t>reinsurance</a:t>
            </a:r>
            <a:r>
              <a:rPr lang="it-IT" sz="900"/>
              <a:t>. (62702-61802)</a:t>
            </a:r>
          </a:p>
          <a:p>
            <a:pPr marL="360000" lvl="1" indent="-171450">
              <a:buFont typeface="Arial" panose="020B0604020202020204" pitchFamily="34" charset="0"/>
              <a:buChar char="•"/>
            </a:pPr>
            <a:r>
              <a:rPr lang="it-IT" sz="900" err="1"/>
              <a:t>Develop</a:t>
            </a:r>
            <a:r>
              <a:rPr lang="it-IT" sz="900"/>
              <a:t> a </a:t>
            </a:r>
            <a:r>
              <a:rPr lang="it-IT" sz="900" b="1" err="1"/>
              <a:t>dedicated</a:t>
            </a:r>
            <a:r>
              <a:rPr lang="it-IT" sz="900" b="1"/>
              <a:t> template</a:t>
            </a:r>
            <a:r>
              <a:rPr lang="it-IT" sz="900"/>
              <a:t>, </a:t>
            </a:r>
            <a:r>
              <a:rPr lang="it-IT" sz="900" err="1"/>
              <a:t>fulfilled</a:t>
            </a:r>
            <a:r>
              <a:rPr lang="it-IT" sz="900"/>
              <a:t> </a:t>
            </a:r>
            <a:r>
              <a:rPr lang="it-IT" sz="900" b="1"/>
              <a:t>with </a:t>
            </a:r>
            <a:r>
              <a:rPr lang="it-IT" sz="900" err="1"/>
              <a:t>all</a:t>
            </a:r>
            <a:r>
              <a:rPr lang="it-IT" sz="900"/>
              <a:t> the </a:t>
            </a:r>
            <a:r>
              <a:rPr lang="it-IT" sz="900" b="1"/>
              <a:t>data</a:t>
            </a:r>
            <a:r>
              <a:rPr lang="it-IT" sz="900"/>
              <a:t> </a:t>
            </a:r>
            <a:r>
              <a:rPr lang="it-IT" sz="900" err="1"/>
              <a:t>related</a:t>
            </a:r>
            <a:r>
              <a:rPr lang="it-IT" sz="900"/>
              <a:t> to the </a:t>
            </a:r>
            <a:r>
              <a:rPr lang="it-IT" sz="900" b="1"/>
              <a:t>submission </a:t>
            </a:r>
            <a:r>
              <a:rPr lang="it-IT" sz="900"/>
              <a:t>and </a:t>
            </a:r>
            <a:r>
              <a:rPr lang="it-IT" sz="900" err="1"/>
              <a:t>creating</a:t>
            </a:r>
            <a:r>
              <a:rPr lang="it-IT" sz="900"/>
              <a:t> the </a:t>
            </a:r>
            <a:r>
              <a:rPr lang="it-IT" sz="900" err="1"/>
              <a:t>reinsurance</a:t>
            </a:r>
            <a:r>
              <a:rPr lang="it-IT" sz="900"/>
              <a:t> </a:t>
            </a:r>
            <a:r>
              <a:rPr lang="it-IT" sz="900" err="1"/>
              <a:t>structure</a:t>
            </a:r>
            <a:r>
              <a:rPr lang="it-IT" sz="900"/>
              <a:t>:</a:t>
            </a:r>
          </a:p>
          <a:p>
            <a:pPr marL="540000" lvl="2" indent="-171450">
              <a:buFont typeface="Arial" panose="020B0604020202020204" pitchFamily="34" charset="0"/>
              <a:buChar char="•"/>
            </a:pPr>
            <a:r>
              <a:rPr lang="it-IT" sz="900"/>
              <a:t>To </a:t>
            </a:r>
            <a:r>
              <a:rPr lang="it-IT" sz="900" err="1"/>
              <a:t>support</a:t>
            </a:r>
            <a:r>
              <a:rPr lang="it-IT" sz="900"/>
              <a:t> the </a:t>
            </a:r>
            <a:r>
              <a:rPr lang="it-IT" sz="900" b="1" err="1"/>
              <a:t>approval</a:t>
            </a:r>
            <a:r>
              <a:rPr lang="it-IT" sz="900" b="1"/>
              <a:t> </a:t>
            </a:r>
            <a:r>
              <a:rPr lang="it-IT" sz="900" b="1" err="1"/>
              <a:t>process</a:t>
            </a:r>
            <a:r>
              <a:rPr lang="it-IT" sz="900" b="1"/>
              <a:t> </a:t>
            </a:r>
            <a:r>
              <a:rPr lang="it-IT" sz="900"/>
              <a:t>(</a:t>
            </a:r>
            <a:r>
              <a:rPr lang="it-IT" sz="900" err="1"/>
              <a:t>central</a:t>
            </a:r>
            <a:r>
              <a:rPr lang="it-IT" sz="900"/>
              <a:t> team/Head Office </a:t>
            </a:r>
            <a:r>
              <a:rPr lang="it-IT" sz="900" err="1"/>
              <a:t>Department</a:t>
            </a:r>
            <a:r>
              <a:rPr lang="it-IT" sz="900"/>
              <a:t>/Legal </a:t>
            </a:r>
            <a:r>
              <a:rPr lang="it-IT" sz="900" err="1"/>
              <a:t>Entity</a:t>
            </a:r>
            <a:r>
              <a:rPr lang="it-IT" sz="900"/>
              <a:t>) (61103/4)</a:t>
            </a:r>
          </a:p>
          <a:p>
            <a:pPr marL="540000" lvl="2" indent="-171450">
              <a:buFont typeface="Arial" panose="020B0604020202020204" pitchFamily="34" charset="0"/>
              <a:buChar char="•"/>
            </a:pPr>
            <a:r>
              <a:rPr lang="it-IT" sz="900"/>
              <a:t>To </a:t>
            </a:r>
            <a:r>
              <a:rPr lang="it-IT" sz="900" b="1" err="1"/>
              <a:t>automatize</a:t>
            </a:r>
            <a:r>
              <a:rPr lang="it-IT" sz="900" b="1"/>
              <a:t> the quotation request </a:t>
            </a:r>
            <a:r>
              <a:rPr lang="it-IT" sz="900"/>
              <a:t>to the </a:t>
            </a:r>
            <a:r>
              <a:rPr lang="it-IT" sz="900" err="1"/>
              <a:t>reinsurer</a:t>
            </a:r>
            <a:r>
              <a:rPr lang="it-IT" sz="900"/>
              <a:t> (61801)</a:t>
            </a:r>
          </a:p>
          <a:p>
            <a:pPr marL="360000" lvl="1" indent="-171450">
              <a:buFont typeface="Arial" panose="020B0604020202020204" pitchFamily="34" charset="0"/>
              <a:buChar char="•"/>
            </a:pPr>
            <a:r>
              <a:rPr lang="it-IT" sz="900" err="1"/>
              <a:t>Implement</a:t>
            </a:r>
            <a:r>
              <a:rPr lang="it-IT" sz="900"/>
              <a:t> </a:t>
            </a:r>
            <a:r>
              <a:rPr lang="it-IT" sz="900" b="1"/>
              <a:t>budget check</a:t>
            </a:r>
            <a:r>
              <a:rPr lang="it-IT" sz="900"/>
              <a:t> </a:t>
            </a:r>
            <a:r>
              <a:rPr lang="it-IT" sz="900" err="1"/>
              <a:t>during</a:t>
            </a:r>
            <a:r>
              <a:rPr lang="it-IT" sz="900"/>
              <a:t> the </a:t>
            </a:r>
            <a:r>
              <a:rPr lang="it-IT" sz="900" err="1"/>
              <a:t>reinsurance</a:t>
            </a:r>
            <a:r>
              <a:rPr lang="it-IT" sz="900"/>
              <a:t> request and </a:t>
            </a:r>
            <a:r>
              <a:rPr lang="it-IT" sz="900" err="1"/>
              <a:t>when</a:t>
            </a:r>
            <a:r>
              <a:rPr lang="it-IT" sz="900"/>
              <a:t> the quotation </a:t>
            </a:r>
            <a:r>
              <a:rPr lang="it-IT" sz="900" err="1"/>
              <a:t>is</a:t>
            </a:r>
            <a:r>
              <a:rPr lang="it-IT" sz="900"/>
              <a:t> </a:t>
            </a:r>
            <a:r>
              <a:rPr lang="it-IT" sz="900" err="1"/>
              <a:t>provided</a:t>
            </a:r>
            <a:r>
              <a:rPr lang="it-IT" sz="900"/>
              <a:t> by the </a:t>
            </a:r>
            <a:r>
              <a:rPr lang="it-IT" sz="900" err="1"/>
              <a:t>reinsurer</a:t>
            </a:r>
            <a:r>
              <a:rPr lang="it-IT" sz="900"/>
              <a:t>/broker (61301-62201)</a:t>
            </a:r>
          </a:p>
          <a:p>
            <a:pPr marL="360000" lvl="1" indent="-171450">
              <a:buFont typeface="Arial" panose="020B0604020202020204" pitchFamily="34" charset="0"/>
              <a:buChar char="•"/>
            </a:pPr>
            <a:r>
              <a:rPr lang="it-IT" sz="900" b="1" err="1"/>
              <a:t>Store</a:t>
            </a:r>
            <a:r>
              <a:rPr lang="it-IT" sz="900"/>
              <a:t> </a:t>
            </a:r>
            <a:r>
              <a:rPr lang="it-IT" sz="900" err="1"/>
              <a:t>into</a:t>
            </a:r>
            <a:r>
              <a:rPr lang="it-IT" sz="900"/>
              <a:t> the </a:t>
            </a:r>
            <a:r>
              <a:rPr lang="it-IT" sz="900" err="1"/>
              <a:t>system</a:t>
            </a:r>
            <a:r>
              <a:rPr lang="it-IT" sz="900"/>
              <a:t> the </a:t>
            </a:r>
            <a:r>
              <a:rPr lang="it-IT" sz="900" b="1"/>
              <a:t>request </a:t>
            </a:r>
            <a:r>
              <a:rPr lang="it-IT" sz="900" err="1"/>
              <a:t>provided</a:t>
            </a:r>
            <a:r>
              <a:rPr lang="it-IT" sz="900" b="1"/>
              <a:t> </a:t>
            </a:r>
            <a:r>
              <a:rPr lang="it-IT" sz="900"/>
              <a:t>to the </a:t>
            </a:r>
            <a:r>
              <a:rPr lang="it-IT" sz="900" err="1"/>
              <a:t>reinsurer</a:t>
            </a:r>
            <a:r>
              <a:rPr lang="it-IT" sz="900"/>
              <a:t> and the </a:t>
            </a:r>
            <a:r>
              <a:rPr lang="it-IT" sz="900" b="1" err="1"/>
              <a:t>agreed</a:t>
            </a:r>
            <a:r>
              <a:rPr lang="it-IT" sz="900" b="1"/>
              <a:t> </a:t>
            </a:r>
            <a:r>
              <a:rPr lang="it-IT" sz="900" b="1" err="1"/>
              <a:t>final</a:t>
            </a:r>
            <a:r>
              <a:rPr lang="it-IT" sz="900" b="1"/>
              <a:t> quotation</a:t>
            </a:r>
            <a:r>
              <a:rPr lang="it-IT" sz="900"/>
              <a:t> (62601-72201)</a:t>
            </a:r>
          </a:p>
          <a:p>
            <a:pPr marL="360000" lvl="1" indent="-171450">
              <a:buFont typeface="Arial" panose="020B0604020202020204" pitchFamily="34" charset="0"/>
              <a:buChar char="•"/>
            </a:pPr>
            <a:r>
              <a:rPr lang="it-IT" sz="900" err="1"/>
              <a:t>Develop</a:t>
            </a:r>
            <a:r>
              <a:rPr lang="it-IT" sz="900"/>
              <a:t> a </a:t>
            </a:r>
            <a:r>
              <a:rPr lang="it-IT" sz="900" b="1"/>
              <a:t>check on the quotation </a:t>
            </a:r>
            <a:r>
              <a:rPr lang="it-IT" sz="900" err="1"/>
              <a:t>provided</a:t>
            </a:r>
            <a:r>
              <a:rPr lang="it-IT" sz="900"/>
              <a:t> by the </a:t>
            </a:r>
            <a:r>
              <a:rPr lang="it-IT" sz="900" err="1"/>
              <a:t>reinsurer</a:t>
            </a:r>
            <a:r>
              <a:rPr lang="it-IT" sz="900"/>
              <a:t> </a:t>
            </a:r>
            <a:r>
              <a:rPr lang="it-IT" sz="900" err="1"/>
              <a:t>through</a:t>
            </a:r>
            <a:r>
              <a:rPr lang="it-IT" sz="900"/>
              <a:t> the </a:t>
            </a:r>
            <a:r>
              <a:rPr lang="it-IT" sz="900" err="1"/>
              <a:t>pricing</a:t>
            </a:r>
            <a:r>
              <a:rPr lang="it-IT" sz="900"/>
              <a:t> </a:t>
            </a:r>
            <a:r>
              <a:rPr lang="it-IT" sz="900" err="1"/>
              <a:t>engine</a:t>
            </a:r>
            <a:r>
              <a:rPr lang="it-IT" sz="900"/>
              <a:t> (62701-71701-62101)</a:t>
            </a:r>
          </a:p>
          <a:p>
            <a:pPr marL="360000" lvl="1" indent="-171450">
              <a:buFont typeface="Arial" panose="020B0604020202020204" pitchFamily="34" charset="0"/>
              <a:buChar char="•"/>
            </a:pPr>
            <a:r>
              <a:rPr lang="it-IT" sz="900" b="1" err="1"/>
              <a:t>Develop</a:t>
            </a:r>
            <a:r>
              <a:rPr lang="it-IT" sz="900" b="1"/>
              <a:t> a workflow </a:t>
            </a:r>
            <a:r>
              <a:rPr lang="it-IT" sz="900"/>
              <a:t>for </a:t>
            </a:r>
            <a:r>
              <a:rPr lang="it-IT" sz="900" err="1"/>
              <a:t>Reinsurance</a:t>
            </a:r>
            <a:r>
              <a:rPr lang="it-IT" sz="900"/>
              <a:t> management (61501)</a:t>
            </a:r>
          </a:p>
          <a:p>
            <a:pPr marL="188550" lvl="1"/>
            <a:endParaRPr lang="it-IT" sz="900"/>
          </a:p>
          <a:p>
            <a:pPr marL="360000" lvl="1" indent="-171450">
              <a:buFont typeface="Arial" panose="020B0604020202020204" pitchFamily="34" charset="0"/>
              <a:buChar char="•"/>
            </a:pPr>
            <a:endParaRPr lang="it-IT" sz="90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BB9678F-35FB-41C2-9961-D08A379782C4}"/>
              </a:ext>
            </a:extLst>
          </p:cNvPr>
          <p:cNvSpPr txBox="1"/>
          <p:nvPr/>
        </p:nvSpPr>
        <p:spPr>
          <a:xfrm>
            <a:off x="5984522" y="1203502"/>
            <a:ext cx="2834144" cy="3000821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360000" lvl="1" indent="-171450">
              <a:buFont typeface="Arial" panose="020B0604020202020204" pitchFamily="34" charset="0"/>
              <a:buChar char="•"/>
            </a:pPr>
            <a:r>
              <a:rPr lang="it-IT" sz="900"/>
              <a:t>Develop an</a:t>
            </a:r>
            <a:r>
              <a:rPr lang="it-IT" sz="900" b="1"/>
              <a:t> embedded pricing engine available for most of the LoBs</a:t>
            </a:r>
            <a:r>
              <a:rPr lang="it-IT" sz="900"/>
              <a:t> into the system (55101/2/3-55201-42304-42207-71801)</a:t>
            </a:r>
          </a:p>
          <a:p>
            <a:pPr marL="360000" lvl="1" indent="-171450">
              <a:buFont typeface="Arial" panose="020B0604020202020204" pitchFamily="34" charset="0"/>
              <a:buChar char="•"/>
            </a:pPr>
            <a:r>
              <a:rPr lang="it-IT" sz="900"/>
              <a:t>Implement a </a:t>
            </a:r>
            <a:r>
              <a:rPr lang="it-IT" sz="900" b="1"/>
              <a:t>preliminary quotation</a:t>
            </a:r>
            <a:r>
              <a:rPr lang="it-IT" sz="900"/>
              <a:t> with some few mandatory data (42302-42206) </a:t>
            </a:r>
          </a:p>
          <a:p>
            <a:pPr marL="360000" lvl="1" indent="-171450">
              <a:buFont typeface="Arial" panose="020B0604020202020204" pitchFamily="34" charset="0"/>
              <a:buChar char="•"/>
            </a:pPr>
            <a:r>
              <a:rPr lang="it-IT" sz="900" b="1"/>
              <a:t>Store multiple quotes </a:t>
            </a:r>
            <a:r>
              <a:rPr lang="it-IT" sz="900"/>
              <a:t>calculated by the system and all the scenario data related to them and the validity period (55203/5-42205-42301/5-71101)</a:t>
            </a:r>
          </a:p>
          <a:p>
            <a:pPr marL="360000" lvl="1" indent="-171450">
              <a:buFont typeface="Arial" panose="020B0604020202020204" pitchFamily="34" charset="0"/>
              <a:buChar char="•"/>
            </a:pPr>
            <a:r>
              <a:rPr lang="it-IT" sz="900"/>
              <a:t>Develop a </a:t>
            </a:r>
            <a:r>
              <a:rPr lang="it-IT" sz="900" b="1"/>
              <a:t>dedicated template</a:t>
            </a:r>
            <a:r>
              <a:rPr lang="it-IT" sz="900"/>
              <a:t>, fulfilled with the quotation data </a:t>
            </a:r>
            <a:r>
              <a:rPr lang="it-IT" sz="900" b="1"/>
              <a:t>to be sent to the client/broker</a:t>
            </a:r>
            <a:r>
              <a:rPr lang="it-IT" sz="900"/>
              <a:t> (55204)</a:t>
            </a:r>
          </a:p>
          <a:p>
            <a:pPr marL="360000" lvl="1" indent="-171450">
              <a:buFont typeface="Arial" panose="020B0604020202020204" pitchFamily="34" charset="0"/>
              <a:buChar char="•"/>
            </a:pPr>
            <a:r>
              <a:rPr lang="it-IT" sz="900" b="1"/>
              <a:t>Retrieve all the data</a:t>
            </a:r>
            <a:r>
              <a:rPr lang="it-IT" sz="900"/>
              <a:t> related to the </a:t>
            </a:r>
            <a:r>
              <a:rPr lang="it-IT" sz="900" b="1"/>
              <a:t>last</a:t>
            </a:r>
            <a:r>
              <a:rPr lang="it-IT" sz="900"/>
              <a:t> </a:t>
            </a:r>
            <a:r>
              <a:rPr lang="it-IT" sz="900" b="1"/>
              <a:t>quotation</a:t>
            </a:r>
            <a:r>
              <a:rPr lang="it-IT" sz="900"/>
              <a:t> as starting point for renewals (55202)</a:t>
            </a:r>
          </a:p>
          <a:p>
            <a:pPr marL="360000" lvl="1" indent="-171450">
              <a:buFont typeface="Arial" panose="020B0604020202020204" pitchFamily="34" charset="0"/>
              <a:buChar char="•"/>
            </a:pPr>
            <a:r>
              <a:rPr lang="it-IT" sz="900" b="1"/>
              <a:t>Enrich the pricing tool</a:t>
            </a:r>
            <a:r>
              <a:rPr lang="it-IT" sz="900"/>
              <a:t> with all the relevant data requested for quoting (gross net coinsurance, gross net reinsurance etc…) (72202-55104)</a:t>
            </a:r>
          </a:p>
          <a:p>
            <a:pPr marL="360000" lvl="1" indent="-171450">
              <a:buFont typeface="Arial" panose="020B0604020202020204" pitchFamily="34" charset="0"/>
              <a:buChar char="•"/>
            </a:pPr>
            <a:endParaRPr lang="it-IT" sz="90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58B0C98-68A1-43DE-9F2C-669A2E5DB0AD}"/>
              </a:ext>
            </a:extLst>
          </p:cNvPr>
          <p:cNvSpPr txBox="1"/>
          <p:nvPr/>
        </p:nvSpPr>
        <p:spPr>
          <a:xfrm>
            <a:off x="8818666" y="1186394"/>
            <a:ext cx="3005516" cy="341632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360000" lvl="1" indent="-171450">
              <a:buFont typeface="Arial" panose="020B0604020202020204" pitchFamily="34" charset="0"/>
              <a:buChar char="•"/>
            </a:pPr>
            <a:r>
              <a:rPr lang="it-IT" sz="900"/>
              <a:t>Develop a </a:t>
            </a:r>
            <a:r>
              <a:rPr lang="it-IT" sz="900" b="1"/>
              <a:t>dedicated clause and conditions library </a:t>
            </a:r>
            <a:r>
              <a:rPr lang="it-IT" sz="900"/>
              <a:t>for each country to supplement the quote creation process</a:t>
            </a:r>
          </a:p>
          <a:p>
            <a:pPr marL="360000" lvl="1" indent="-171450">
              <a:buFont typeface="Arial" panose="020B0604020202020204" pitchFamily="34" charset="0"/>
              <a:buChar char="•"/>
            </a:pPr>
            <a:r>
              <a:rPr lang="it-IT" sz="900"/>
              <a:t>Develop the </a:t>
            </a:r>
            <a:r>
              <a:rPr lang="it-IT" sz="900" b="1"/>
              <a:t>quoting documents starting from the data in the system</a:t>
            </a:r>
            <a:r>
              <a:rPr lang="it-IT" sz="900"/>
              <a:t> and with </a:t>
            </a:r>
            <a:r>
              <a:rPr lang="it-IT" sz="900" b="1"/>
              <a:t>free text  </a:t>
            </a:r>
            <a:r>
              <a:rPr lang="it-IT" sz="900"/>
              <a:t>for UW   (71301-72204)</a:t>
            </a:r>
          </a:p>
          <a:p>
            <a:pPr marL="360000" lvl="1" indent="-171450">
              <a:buFont typeface="Arial" panose="020B0604020202020204" pitchFamily="34" charset="0"/>
              <a:buChar char="•"/>
            </a:pPr>
            <a:r>
              <a:rPr lang="it-IT" sz="900"/>
              <a:t>Develop a </a:t>
            </a:r>
            <a:r>
              <a:rPr lang="it-IT" sz="900" b="1"/>
              <a:t>workflow</a:t>
            </a:r>
            <a:r>
              <a:rPr lang="it-IT" sz="900"/>
              <a:t> management:</a:t>
            </a:r>
          </a:p>
          <a:p>
            <a:pPr marL="720000" lvl="2" indent="-228600">
              <a:buFont typeface="+mj-lt"/>
              <a:buAutoNum type="arabicPeriod"/>
            </a:pPr>
            <a:r>
              <a:rPr lang="it-IT" sz="900" b="1"/>
              <a:t>Activate</a:t>
            </a:r>
            <a:r>
              <a:rPr lang="it-IT" sz="900"/>
              <a:t> the </a:t>
            </a:r>
            <a:r>
              <a:rPr lang="it-IT" sz="900" b="1"/>
              <a:t>MP</a:t>
            </a:r>
            <a:r>
              <a:rPr lang="it-IT" sz="900"/>
              <a:t> and </a:t>
            </a:r>
            <a:r>
              <a:rPr lang="it-IT" sz="900" b="1"/>
              <a:t>OPS</a:t>
            </a:r>
            <a:r>
              <a:rPr lang="it-IT" sz="900"/>
              <a:t> </a:t>
            </a:r>
            <a:r>
              <a:rPr lang="it-IT" sz="900" b="1"/>
              <a:t>providing</a:t>
            </a:r>
            <a:r>
              <a:rPr lang="it-IT" sz="900"/>
              <a:t> them </a:t>
            </a:r>
            <a:r>
              <a:rPr lang="it-IT" sz="900" b="1"/>
              <a:t>priorities</a:t>
            </a:r>
            <a:r>
              <a:rPr lang="it-IT" sz="900"/>
              <a:t> on the data to be fulfilled (i.e locations) (71401/2-72304)</a:t>
            </a:r>
          </a:p>
          <a:p>
            <a:pPr marL="720000" lvl="2" indent="-228600">
              <a:buFont typeface="+mj-lt"/>
              <a:buAutoNum type="arabicPeriod"/>
            </a:pPr>
            <a:r>
              <a:rPr lang="it-IT" sz="900" b="1"/>
              <a:t>Check the coinsurance involvement </a:t>
            </a:r>
            <a:r>
              <a:rPr lang="it-IT" sz="900"/>
              <a:t>in order to sign multinational documentation (72201)</a:t>
            </a:r>
          </a:p>
          <a:p>
            <a:pPr marL="720000" lvl="2" indent="-228600">
              <a:buFont typeface="+mj-lt"/>
              <a:buAutoNum type="arabicPeriod"/>
            </a:pPr>
            <a:r>
              <a:rPr lang="it-IT" sz="900" b="1"/>
              <a:t>Monitor</a:t>
            </a:r>
            <a:r>
              <a:rPr lang="it-IT" sz="900"/>
              <a:t> the status of </a:t>
            </a:r>
            <a:r>
              <a:rPr lang="it-IT" sz="900" b="1"/>
              <a:t>policy issuing </a:t>
            </a:r>
            <a:r>
              <a:rPr lang="it-IT" sz="900"/>
              <a:t>(72501)</a:t>
            </a:r>
          </a:p>
          <a:p>
            <a:pPr marL="360000" lvl="1" indent="-171450">
              <a:buFont typeface="Arial" panose="020B0604020202020204" pitchFamily="34" charset="0"/>
              <a:buChar char="•"/>
            </a:pPr>
            <a:r>
              <a:rPr lang="it-IT" sz="900"/>
              <a:t>Develop a </a:t>
            </a:r>
            <a:r>
              <a:rPr lang="it-IT" sz="900" b="1"/>
              <a:t>repository</a:t>
            </a:r>
            <a:r>
              <a:rPr lang="it-IT" sz="900"/>
              <a:t> where all relevant </a:t>
            </a:r>
            <a:r>
              <a:rPr lang="it-IT" sz="900" b="1"/>
              <a:t>documents</a:t>
            </a:r>
            <a:r>
              <a:rPr lang="it-IT" sz="900"/>
              <a:t> are </a:t>
            </a:r>
            <a:r>
              <a:rPr lang="it-IT" sz="900" b="1"/>
              <a:t>clustered</a:t>
            </a:r>
            <a:r>
              <a:rPr lang="it-IT" sz="900"/>
              <a:t> (preconfigured value), </a:t>
            </a:r>
            <a:r>
              <a:rPr lang="it-IT" sz="900" b="1"/>
              <a:t>versioned</a:t>
            </a:r>
            <a:r>
              <a:rPr lang="it-IT" sz="900"/>
              <a:t> and </a:t>
            </a:r>
            <a:r>
              <a:rPr lang="it-IT" sz="900" b="1"/>
              <a:t>stored</a:t>
            </a:r>
            <a:r>
              <a:rPr lang="it-IT" sz="900"/>
              <a:t> into the system (71501-72101/2-72203-72301/2)</a:t>
            </a:r>
          </a:p>
          <a:p>
            <a:pPr marL="360000" lvl="1" indent="-171450">
              <a:buFont typeface="Arial" panose="020B0604020202020204" pitchFamily="34" charset="0"/>
              <a:buChar char="•"/>
            </a:pPr>
            <a:r>
              <a:rPr lang="it-IT" sz="900" b="1"/>
              <a:t>Update</a:t>
            </a:r>
            <a:r>
              <a:rPr lang="it-IT" sz="900"/>
              <a:t> submission data </a:t>
            </a:r>
            <a:r>
              <a:rPr lang="it-IT" sz="900" b="1"/>
              <a:t>after binding </a:t>
            </a:r>
            <a:r>
              <a:rPr lang="it-IT" sz="900"/>
              <a:t>(711001)</a:t>
            </a:r>
          </a:p>
          <a:p>
            <a:pPr marL="360000" lvl="1" indent="-171450">
              <a:buFont typeface="Arial" panose="020B0604020202020204" pitchFamily="34" charset="0"/>
              <a:buChar char="•"/>
            </a:pPr>
            <a:r>
              <a:rPr lang="it-IT" sz="900" b="1"/>
              <a:t>Check</a:t>
            </a:r>
            <a:r>
              <a:rPr lang="it-IT" sz="900"/>
              <a:t> the </a:t>
            </a:r>
            <a:r>
              <a:rPr lang="it-IT" sz="900" b="1"/>
              <a:t>completeness</a:t>
            </a:r>
            <a:r>
              <a:rPr lang="it-IT" sz="900"/>
              <a:t> of the information in order to activate the </a:t>
            </a:r>
            <a:r>
              <a:rPr lang="it-IT" sz="900" b="1"/>
              <a:t>post binding </a:t>
            </a:r>
            <a:r>
              <a:rPr lang="it-IT" sz="900"/>
              <a:t>activities (72303)</a:t>
            </a:r>
          </a:p>
          <a:p>
            <a:pPr marL="360000" lvl="1" indent="-171450">
              <a:buFont typeface="Arial" panose="020B0604020202020204" pitchFamily="34" charset="0"/>
              <a:buChar char="•"/>
            </a:pPr>
            <a:endParaRPr lang="it-IT" sz="900"/>
          </a:p>
        </p:txBody>
      </p:sp>
    </p:spTree>
    <p:extLst>
      <p:ext uri="{BB962C8B-B14F-4D97-AF65-F5344CB8AC3E}">
        <p14:creationId xmlns:p14="http://schemas.microsoft.com/office/powerpoint/2010/main" val="26921834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3">
            <a:extLst>
              <a:ext uri="{FF2B5EF4-FFF2-40B4-BE49-F238E27FC236}">
                <a16:creationId xmlns:a16="http://schemas.microsoft.com/office/drawing/2014/main" id="{F89AFA8E-153D-3CA5-7605-73D8F3908A22}"/>
              </a:ext>
            </a:extLst>
          </p:cNvPr>
          <p:cNvSpPr txBox="1"/>
          <p:nvPr/>
        </p:nvSpPr>
        <p:spPr>
          <a:xfrm>
            <a:off x="8099703" y="-11056"/>
            <a:ext cx="848784" cy="302091"/>
          </a:xfrm>
          <a:prstGeom prst="roundRect">
            <a:avLst>
              <a:gd name="adj" fmla="val 23448"/>
            </a:avLst>
          </a:prstGeom>
          <a:noFill/>
          <a:ln w="9525"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100" u="sng"/>
              <a:t>Legend</a:t>
            </a:r>
          </a:p>
        </p:txBody>
      </p:sp>
      <p:sp>
        <p:nvSpPr>
          <p:cNvPr id="14" name="Title 13">
            <a:extLst>
              <a:ext uri="{FF2B5EF4-FFF2-40B4-BE49-F238E27FC236}">
                <a16:creationId xmlns:a16="http://schemas.microsoft.com/office/drawing/2014/main" id="{ABCF9246-8BA5-4120-B3F6-1B3FFA10D7A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 b="1"/>
              <a:t>AGENDA</a:t>
            </a:r>
          </a:p>
        </p:txBody>
      </p:sp>
      <p:sp>
        <p:nvSpPr>
          <p:cNvPr id="158" name="Rectangle 15">
            <a:extLst>
              <a:ext uri="{FF2B5EF4-FFF2-40B4-BE49-F238E27FC236}">
                <a16:creationId xmlns:a16="http://schemas.microsoft.com/office/drawing/2014/main" id="{427F97FF-BF96-4417-AC7E-D05F0722E12E}"/>
              </a:ext>
            </a:extLst>
          </p:cNvPr>
          <p:cNvSpPr/>
          <p:nvPr/>
        </p:nvSpPr>
        <p:spPr>
          <a:xfrm>
            <a:off x="1101934" y="1035563"/>
            <a:ext cx="1439501" cy="849931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none" strike="noStrike" kern="120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Regular"/>
              <a:ea typeface="ＭＳ Ｐゴシック"/>
              <a:cs typeface="+mn-cs"/>
            </a:endParaRPr>
          </a:p>
        </p:txBody>
      </p:sp>
      <p:sp>
        <p:nvSpPr>
          <p:cNvPr id="181" name="Rectangle 21">
            <a:extLst>
              <a:ext uri="{FF2B5EF4-FFF2-40B4-BE49-F238E27FC236}">
                <a16:creationId xmlns:a16="http://schemas.microsoft.com/office/drawing/2014/main" id="{58FD84CC-5991-4C10-A53B-A58DE140F4EC}"/>
              </a:ext>
            </a:extLst>
          </p:cNvPr>
          <p:cNvSpPr/>
          <p:nvPr/>
        </p:nvSpPr>
        <p:spPr>
          <a:xfrm>
            <a:off x="2541435" y="1035563"/>
            <a:ext cx="8606662" cy="84993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Regular"/>
              <a:ea typeface="ＭＳ Ｐゴシック"/>
              <a:cs typeface="+mn-cs"/>
            </a:endParaRPr>
          </a:p>
        </p:txBody>
      </p:sp>
      <p:sp>
        <p:nvSpPr>
          <p:cNvPr id="183" name="Text Placeholder 3">
            <a:extLst>
              <a:ext uri="{FF2B5EF4-FFF2-40B4-BE49-F238E27FC236}">
                <a16:creationId xmlns:a16="http://schemas.microsoft.com/office/drawing/2014/main" id="{3B5C256A-6D92-49DC-A51D-B981100F223F}"/>
              </a:ext>
            </a:extLst>
          </p:cNvPr>
          <p:cNvSpPr txBox="1">
            <a:spLocks/>
          </p:cNvSpPr>
          <p:nvPr/>
        </p:nvSpPr>
        <p:spPr>
          <a:xfrm>
            <a:off x="1556301" y="1292110"/>
            <a:ext cx="530766" cy="336837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0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Regular"/>
                <a:cs typeface="Segoe UI Light"/>
              </a:rPr>
              <a:t>01</a:t>
            </a:r>
            <a:endParaRPr kumimoji="0" lang="en-US" sz="20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Regular"/>
              <a:cs typeface="Segoe UI Light"/>
            </a:endParaRPr>
          </a:p>
        </p:txBody>
      </p:sp>
      <p:sp>
        <p:nvSpPr>
          <p:cNvPr id="184" name="Text Placeholder 3">
            <a:extLst>
              <a:ext uri="{FF2B5EF4-FFF2-40B4-BE49-F238E27FC236}">
                <a16:creationId xmlns:a16="http://schemas.microsoft.com/office/drawing/2014/main" id="{B2B9C538-506F-411C-AB0F-3D15E6F16667}"/>
              </a:ext>
            </a:extLst>
          </p:cNvPr>
          <p:cNvSpPr txBox="1">
            <a:spLocks/>
          </p:cNvSpPr>
          <p:nvPr/>
        </p:nvSpPr>
        <p:spPr>
          <a:xfrm>
            <a:off x="2541435" y="1292110"/>
            <a:ext cx="7460802" cy="336837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0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fontAlgn="auto">
              <a:spcAft>
                <a:spcPts val="0"/>
              </a:spcAft>
              <a:buClrTx/>
              <a:buSzTx/>
              <a:tabLst/>
              <a:defRPr/>
            </a:pPr>
            <a:r>
              <a:rPr lang="en-GB">
                <a:solidFill>
                  <a:prstClr val="white">
                    <a:lumMod val="75000"/>
                  </a:prstClr>
                </a:solidFill>
                <a:latin typeface="Arial Regular"/>
                <a:cs typeface="Segoe UI Light"/>
              </a:rPr>
              <a:t>Overall Pre-Binding Process </a:t>
            </a:r>
          </a:p>
        </p:txBody>
      </p:sp>
      <p:sp>
        <p:nvSpPr>
          <p:cNvPr id="185" name="Rectangle 15">
            <a:extLst>
              <a:ext uri="{FF2B5EF4-FFF2-40B4-BE49-F238E27FC236}">
                <a16:creationId xmlns:a16="http://schemas.microsoft.com/office/drawing/2014/main" id="{F7666A3F-0967-4FD7-881B-F4295740B79D}"/>
              </a:ext>
            </a:extLst>
          </p:cNvPr>
          <p:cNvSpPr/>
          <p:nvPr/>
        </p:nvSpPr>
        <p:spPr>
          <a:xfrm>
            <a:off x="1101934" y="2063317"/>
            <a:ext cx="1439501" cy="849931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none" strike="noStrike" kern="120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Regular"/>
              <a:ea typeface="ＭＳ Ｐゴシック"/>
              <a:cs typeface="+mn-cs"/>
            </a:endParaRPr>
          </a:p>
        </p:txBody>
      </p:sp>
      <p:sp>
        <p:nvSpPr>
          <p:cNvPr id="187" name="Rectangle 21">
            <a:extLst>
              <a:ext uri="{FF2B5EF4-FFF2-40B4-BE49-F238E27FC236}">
                <a16:creationId xmlns:a16="http://schemas.microsoft.com/office/drawing/2014/main" id="{646D6006-2DDC-4058-B768-BEFD6334F7FB}"/>
              </a:ext>
            </a:extLst>
          </p:cNvPr>
          <p:cNvSpPr/>
          <p:nvPr/>
        </p:nvSpPr>
        <p:spPr>
          <a:xfrm>
            <a:off x="2541435" y="2063317"/>
            <a:ext cx="8606662" cy="84993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Regular"/>
              <a:ea typeface="ＭＳ Ｐゴシック"/>
              <a:cs typeface="+mn-cs"/>
            </a:endParaRPr>
          </a:p>
        </p:txBody>
      </p:sp>
      <p:sp>
        <p:nvSpPr>
          <p:cNvPr id="188" name="Text Placeholder 3">
            <a:extLst>
              <a:ext uri="{FF2B5EF4-FFF2-40B4-BE49-F238E27FC236}">
                <a16:creationId xmlns:a16="http://schemas.microsoft.com/office/drawing/2014/main" id="{3BC9EEF1-96E0-408F-94EA-5F6CE1D79E91}"/>
              </a:ext>
            </a:extLst>
          </p:cNvPr>
          <p:cNvSpPr txBox="1">
            <a:spLocks/>
          </p:cNvSpPr>
          <p:nvPr/>
        </p:nvSpPr>
        <p:spPr>
          <a:xfrm>
            <a:off x="1556301" y="2319864"/>
            <a:ext cx="530766" cy="336837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0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Regular"/>
                <a:cs typeface="Segoe UI Light"/>
              </a:rPr>
              <a:t>02</a:t>
            </a:r>
            <a:endParaRPr kumimoji="0" lang="en-US" sz="20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Regular"/>
              <a:cs typeface="Segoe UI Light"/>
            </a:endParaRPr>
          </a:p>
        </p:txBody>
      </p:sp>
      <p:sp>
        <p:nvSpPr>
          <p:cNvPr id="189" name="Text Placeholder 3">
            <a:extLst>
              <a:ext uri="{FF2B5EF4-FFF2-40B4-BE49-F238E27FC236}">
                <a16:creationId xmlns:a16="http://schemas.microsoft.com/office/drawing/2014/main" id="{620622C1-07CE-4DE1-A8C8-959928366B94}"/>
              </a:ext>
            </a:extLst>
          </p:cNvPr>
          <p:cNvSpPr txBox="1">
            <a:spLocks/>
          </p:cNvSpPr>
          <p:nvPr/>
        </p:nvSpPr>
        <p:spPr>
          <a:xfrm>
            <a:off x="2541435" y="2281133"/>
            <a:ext cx="8094264" cy="414298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0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>
                <a:solidFill>
                  <a:prstClr val="white">
                    <a:lumMod val="75000"/>
                  </a:prstClr>
                </a:solidFill>
                <a:latin typeface="Arial Regular"/>
                <a:cs typeface="Segoe UI Light"/>
              </a:rPr>
              <a:t>Requirements Collected</a:t>
            </a:r>
            <a:endParaRPr lang="en-GB">
              <a:solidFill>
                <a:prstClr val="white">
                  <a:lumMod val="75000"/>
                </a:prstClr>
              </a:solidFill>
              <a:latin typeface="Arial Regular"/>
              <a:cs typeface="Segoe UI Light"/>
            </a:endParaRPr>
          </a:p>
        </p:txBody>
      </p:sp>
      <p:sp>
        <p:nvSpPr>
          <p:cNvPr id="190" name="Rectangle 15">
            <a:extLst>
              <a:ext uri="{FF2B5EF4-FFF2-40B4-BE49-F238E27FC236}">
                <a16:creationId xmlns:a16="http://schemas.microsoft.com/office/drawing/2014/main" id="{A9BE1DB4-536F-460A-A461-BF41418358D2}"/>
              </a:ext>
            </a:extLst>
          </p:cNvPr>
          <p:cNvSpPr/>
          <p:nvPr/>
        </p:nvSpPr>
        <p:spPr>
          <a:xfrm>
            <a:off x="1101934" y="3091071"/>
            <a:ext cx="1439501" cy="849931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none" strike="noStrike" kern="120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Regular"/>
              <a:ea typeface="ＭＳ Ｐゴシック"/>
              <a:cs typeface="+mn-cs"/>
            </a:endParaRPr>
          </a:p>
        </p:txBody>
      </p:sp>
      <p:sp>
        <p:nvSpPr>
          <p:cNvPr id="191" name="Rectangle 21">
            <a:extLst>
              <a:ext uri="{FF2B5EF4-FFF2-40B4-BE49-F238E27FC236}">
                <a16:creationId xmlns:a16="http://schemas.microsoft.com/office/drawing/2014/main" id="{FA4A2375-4224-4324-9C9F-353D7B14A44B}"/>
              </a:ext>
            </a:extLst>
          </p:cNvPr>
          <p:cNvSpPr/>
          <p:nvPr/>
        </p:nvSpPr>
        <p:spPr>
          <a:xfrm>
            <a:off x="2541435" y="3091071"/>
            <a:ext cx="8606662" cy="84993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Regular"/>
              <a:ea typeface="ＭＳ Ｐゴシック"/>
              <a:cs typeface="+mn-cs"/>
            </a:endParaRPr>
          </a:p>
        </p:txBody>
      </p:sp>
      <p:sp>
        <p:nvSpPr>
          <p:cNvPr id="192" name="Text Placeholder 3">
            <a:extLst>
              <a:ext uri="{FF2B5EF4-FFF2-40B4-BE49-F238E27FC236}">
                <a16:creationId xmlns:a16="http://schemas.microsoft.com/office/drawing/2014/main" id="{372C3DF6-240B-4157-935E-F91C74FA0BB4}"/>
              </a:ext>
            </a:extLst>
          </p:cNvPr>
          <p:cNvSpPr txBox="1">
            <a:spLocks/>
          </p:cNvSpPr>
          <p:nvPr/>
        </p:nvSpPr>
        <p:spPr>
          <a:xfrm>
            <a:off x="1556301" y="3347618"/>
            <a:ext cx="530766" cy="336837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0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Regular"/>
                <a:cs typeface="Segoe UI Light"/>
              </a:rPr>
              <a:t>03</a:t>
            </a:r>
            <a:endParaRPr kumimoji="0" lang="en-US" sz="20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Regular"/>
              <a:cs typeface="Segoe UI Light"/>
            </a:endParaRPr>
          </a:p>
        </p:txBody>
      </p:sp>
      <p:sp>
        <p:nvSpPr>
          <p:cNvPr id="193" name="Text Placeholder 3">
            <a:extLst>
              <a:ext uri="{FF2B5EF4-FFF2-40B4-BE49-F238E27FC236}">
                <a16:creationId xmlns:a16="http://schemas.microsoft.com/office/drawing/2014/main" id="{8F92B530-7789-4C0E-A335-961623276865}"/>
              </a:ext>
            </a:extLst>
          </p:cNvPr>
          <p:cNvSpPr txBox="1">
            <a:spLocks/>
          </p:cNvSpPr>
          <p:nvPr/>
        </p:nvSpPr>
        <p:spPr>
          <a:xfrm>
            <a:off x="2541435" y="3347618"/>
            <a:ext cx="7460802" cy="336837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0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kumimoji="0" lang="en-US" sz="2000" b="0" i="0" u="none" strike="noStrike" kern="1200" cap="none" spc="0" normalizeH="0" baseline="0" noProof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Regular"/>
                <a:cs typeface="Segoe UI Light"/>
              </a:rPr>
              <a:t>Prioritisation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Regular"/>
                <a:cs typeface="Segoe UI Light"/>
              </a:rPr>
              <a:t> Method</a:t>
            </a:r>
            <a:endParaRPr kumimoji="0" lang="en-GB" sz="2000" b="0" i="0" u="none" strike="noStrike" kern="120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Regular"/>
              <a:cs typeface="Segoe UI Light"/>
            </a:endParaRPr>
          </a:p>
        </p:txBody>
      </p:sp>
      <p:sp>
        <p:nvSpPr>
          <p:cNvPr id="194" name="Rectangle 15">
            <a:extLst>
              <a:ext uri="{FF2B5EF4-FFF2-40B4-BE49-F238E27FC236}">
                <a16:creationId xmlns:a16="http://schemas.microsoft.com/office/drawing/2014/main" id="{1FE87ABE-CFD5-4BDA-A33F-8401293444B5}"/>
              </a:ext>
            </a:extLst>
          </p:cNvPr>
          <p:cNvSpPr/>
          <p:nvPr/>
        </p:nvSpPr>
        <p:spPr>
          <a:xfrm>
            <a:off x="1101934" y="4118825"/>
            <a:ext cx="1439501" cy="849931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none" strike="noStrike" kern="120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Regular"/>
              <a:ea typeface="ＭＳ Ｐゴシック"/>
              <a:cs typeface="+mn-cs"/>
            </a:endParaRPr>
          </a:p>
        </p:txBody>
      </p:sp>
      <p:sp>
        <p:nvSpPr>
          <p:cNvPr id="195" name="Rectangle 21">
            <a:extLst>
              <a:ext uri="{FF2B5EF4-FFF2-40B4-BE49-F238E27FC236}">
                <a16:creationId xmlns:a16="http://schemas.microsoft.com/office/drawing/2014/main" id="{818FBCF1-2E27-4A37-A066-FC88503301DB}"/>
              </a:ext>
            </a:extLst>
          </p:cNvPr>
          <p:cNvSpPr/>
          <p:nvPr/>
        </p:nvSpPr>
        <p:spPr>
          <a:xfrm>
            <a:off x="2541435" y="4118825"/>
            <a:ext cx="8606662" cy="84993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Regular"/>
              <a:ea typeface="ＭＳ Ｐゴシック"/>
              <a:cs typeface="+mn-cs"/>
            </a:endParaRPr>
          </a:p>
        </p:txBody>
      </p:sp>
      <p:sp>
        <p:nvSpPr>
          <p:cNvPr id="196" name="Text Placeholder 3">
            <a:extLst>
              <a:ext uri="{FF2B5EF4-FFF2-40B4-BE49-F238E27FC236}">
                <a16:creationId xmlns:a16="http://schemas.microsoft.com/office/drawing/2014/main" id="{ECB6DAE0-3C4F-4377-A3E2-E6DC51807689}"/>
              </a:ext>
            </a:extLst>
          </p:cNvPr>
          <p:cNvSpPr txBox="1">
            <a:spLocks/>
          </p:cNvSpPr>
          <p:nvPr/>
        </p:nvSpPr>
        <p:spPr>
          <a:xfrm>
            <a:off x="1556301" y="4375372"/>
            <a:ext cx="530766" cy="336837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0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Regular"/>
                <a:cs typeface="Segoe UI Light"/>
              </a:rPr>
              <a:t>04</a:t>
            </a:r>
            <a:endParaRPr kumimoji="0" lang="en-US" sz="20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Regular"/>
              <a:cs typeface="Segoe UI Light"/>
            </a:endParaRPr>
          </a:p>
        </p:txBody>
      </p:sp>
      <p:sp>
        <p:nvSpPr>
          <p:cNvPr id="197" name="Text Placeholder 3">
            <a:extLst>
              <a:ext uri="{FF2B5EF4-FFF2-40B4-BE49-F238E27FC236}">
                <a16:creationId xmlns:a16="http://schemas.microsoft.com/office/drawing/2014/main" id="{78A7717D-51B9-4EA6-8A95-E797922A08FD}"/>
              </a:ext>
            </a:extLst>
          </p:cNvPr>
          <p:cNvSpPr txBox="1">
            <a:spLocks/>
          </p:cNvSpPr>
          <p:nvPr/>
        </p:nvSpPr>
        <p:spPr>
          <a:xfrm>
            <a:off x="2523707" y="4350628"/>
            <a:ext cx="7460802" cy="336837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0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Arial Regular"/>
                <a:cs typeface="Segoe UI Light"/>
              </a:rPr>
              <a:t>“Must have” Requirements</a:t>
            </a:r>
            <a:endParaRPr kumimoji="0" lang="en-GB" sz="20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Arial Regular"/>
              <a:cs typeface="Segoe UI Light"/>
            </a:endParaRPr>
          </a:p>
        </p:txBody>
      </p:sp>
      <p:sp>
        <p:nvSpPr>
          <p:cNvPr id="203" name="Rectangle 15">
            <a:extLst>
              <a:ext uri="{FF2B5EF4-FFF2-40B4-BE49-F238E27FC236}">
                <a16:creationId xmlns:a16="http://schemas.microsoft.com/office/drawing/2014/main" id="{9972ACFF-F309-4E2C-99F8-272DBBF2CC74}"/>
              </a:ext>
            </a:extLst>
          </p:cNvPr>
          <p:cNvSpPr/>
          <p:nvPr/>
        </p:nvSpPr>
        <p:spPr>
          <a:xfrm>
            <a:off x="1101934" y="5146579"/>
            <a:ext cx="1439501" cy="849931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none" strike="noStrike" kern="120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Regular"/>
              <a:ea typeface="ＭＳ Ｐゴシック"/>
              <a:cs typeface="+mn-cs"/>
            </a:endParaRPr>
          </a:p>
        </p:txBody>
      </p:sp>
      <p:sp>
        <p:nvSpPr>
          <p:cNvPr id="204" name="Rectangle 21">
            <a:extLst>
              <a:ext uri="{FF2B5EF4-FFF2-40B4-BE49-F238E27FC236}">
                <a16:creationId xmlns:a16="http://schemas.microsoft.com/office/drawing/2014/main" id="{7C59266E-5570-4922-9FEE-BE531C2ADAA2}"/>
              </a:ext>
            </a:extLst>
          </p:cNvPr>
          <p:cNvSpPr/>
          <p:nvPr/>
        </p:nvSpPr>
        <p:spPr>
          <a:xfrm>
            <a:off x="2541435" y="5146579"/>
            <a:ext cx="8606662" cy="84993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r>
              <a:rPr lang="en-US" sz="2000">
                <a:solidFill>
                  <a:prstClr val="white">
                    <a:lumMod val="75000"/>
                  </a:prstClr>
                </a:solidFill>
                <a:latin typeface="Arial Regular"/>
                <a:cs typeface="Segoe UI Light"/>
              </a:rPr>
              <a:t>User Experience</a:t>
            </a:r>
            <a:endParaRPr kumimoji="0" lang="en-GB" sz="20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Arial Regular"/>
              <a:cs typeface="Segoe UI Light"/>
            </a:endParaRPr>
          </a:p>
        </p:txBody>
      </p:sp>
      <p:sp>
        <p:nvSpPr>
          <p:cNvPr id="205" name="Text Placeholder 3">
            <a:extLst>
              <a:ext uri="{FF2B5EF4-FFF2-40B4-BE49-F238E27FC236}">
                <a16:creationId xmlns:a16="http://schemas.microsoft.com/office/drawing/2014/main" id="{4E9A8709-9DE6-4B5F-98E3-D3FB2943149F}"/>
              </a:ext>
            </a:extLst>
          </p:cNvPr>
          <p:cNvSpPr txBox="1">
            <a:spLocks/>
          </p:cNvSpPr>
          <p:nvPr/>
        </p:nvSpPr>
        <p:spPr>
          <a:xfrm>
            <a:off x="1556301" y="5403126"/>
            <a:ext cx="530766" cy="336837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0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Regular"/>
                <a:cs typeface="Segoe UI Light"/>
              </a:rPr>
              <a:t>05</a:t>
            </a:r>
            <a:endParaRPr kumimoji="0" lang="en-US" sz="20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Regular"/>
              <a:cs typeface="Segoe UI Light"/>
            </a:endParaRPr>
          </a:p>
        </p:txBody>
      </p:sp>
    </p:spTree>
    <p:extLst>
      <p:ext uri="{BB962C8B-B14F-4D97-AF65-F5344CB8AC3E}">
        <p14:creationId xmlns:p14="http://schemas.microsoft.com/office/powerpoint/2010/main" val="30757032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6E193DA-30F8-4F35-A043-9548C29C44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7818" y="204227"/>
            <a:ext cx="11434322" cy="557458"/>
          </a:xfrm>
        </p:spPr>
        <p:txBody>
          <a:bodyPr/>
          <a:lstStyle/>
          <a:p>
            <a:r>
              <a:rPr lang="en-US" b="1"/>
              <a:t>Requirement </a:t>
            </a:r>
            <a:r>
              <a:rPr lang="en-US" b="1" err="1"/>
              <a:t>Prioritisation</a:t>
            </a:r>
            <a:r>
              <a:rPr lang="en-US" b="1"/>
              <a:t> Methodology</a:t>
            </a:r>
            <a:br>
              <a:rPr lang="it-IT"/>
            </a:br>
            <a:r>
              <a:rPr lang="it-IT" sz="1600">
                <a:solidFill>
                  <a:schemeClr val="accent5">
                    <a:lumMod val="50000"/>
                  </a:schemeClr>
                </a:solidFill>
              </a:rPr>
              <a:t>The </a:t>
            </a:r>
            <a:r>
              <a:rPr lang="it-IT" sz="1600" err="1">
                <a:solidFill>
                  <a:schemeClr val="accent5">
                    <a:lumMod val="50000"/>
                  </a:schemeClr>
                </a:solidFill>
              </a:rPr>
              <a:t>prioritisation</a:t>
            </a:r>
            <a:r>
              <a:rPr lang="it-IT" sz="1600">
                <a:solidFill>
                  <a:schemeClr val="accent5">
                    <a:lumMod val="50000"/>
                  </a:schemeClr>
                </a:solidFill>
              </a:rPr>
              <a:t> </a:t>
            </a:r>
            <a:r>
              <a:rPr lang="it-IT" sz="1600" err="1">
                <a:solidFill>
                  <a:schemeClr val="accent5">
                    <a:lumMod val="50000"/>
                  </a:schemeClr>
                </a:solidFill>
              </a:rPr>
              <a:t>method</a:t>
            </a:r>
            <a:r>
              <a:rPr lang="it-IT" sz="1600">
                <a:solidFill>
                  <a:schemeClr val="accent5">
                    <a:lumMod val="50000"/>
                  </a:schemeClr>
                </a:solidFill>
              </a:rPr>
              <a:t> </a:t>
            </a:r>
            <a:r>
              <a:rPr lang="it-IT" sz="1600" err="1">
                <a:solidFill>
                  <a:schemeClr val="accent5">
                    <a:lumMod val="50000"/>
                  </a:schemeClr>
                </a:solidFill>
              </a:rPr>
              <a:t>splits</a:t>
            </a:r>
            <a:r>
              <a:rPr lang="it-IT" sz="1600">
                <a:solidFill>
                  <a:schemeClr val="accent5">
                    <a:lumMod val="50000"/>
                  </a:schemeClr>
                </a:solidFill>
              </a:rPr>
              <a:t> requirements </a:t>
            </a:r>
            <a:r>
              <a:rPr lang="it-IT" sz="1600" err="1">
                <a:solidFill>
                  <a:schemeClr val="accent5">
                    <a:lumMod val="50000"/>
                  </a:schemeClr>
                </a:solidFill>
              </a:rPr>
              <a:t>into</a:t>
            </a:r>
            <a:r>
              <a:rPr lang="it-IT" sz="1600">
                <a:solidFill>
                  <a:schemeClr val="accent5">
                    <a:lumMod val="50000"/>
                  </a:schemeClr>
                </a:solidFill>
              </a:rPr>
              <a:t> Must </a:t>
            </a:r>
            <a:r>
              <a:rPr lang="it-IT" sz="1600" err="1">
                <a:solidFill>
                  <a:schemeClr val="accent5">
                    <a:lumMod val="50000"/>
                  </a:schemeClr>
                </a:solidFill>
              </a:rPr>
              <a:t>Have</a:t>
            </a:r>
            <a:r>
              <a:rPr lang="it-IT" sz="1600">
                <a:solidFill>
                  <a:schemeClr val="accent5">
                    <a:lumMod val="50000"/>
                  </a:schemeClr>
                </a:solidFill>
              </a:rPr>
              <a:t>, </a:t>
            </a:r>
            <a:r>
              <a:rPr lang="it-IT" sz="1600" err="1">
                <a:solidFill>
                  <a:schemeClr val="accent5">
                    <a:lumMod val="50000"/>
                  </a:schemeClr>
                </a:solidFill>
              </a:rPr>
              <a:t>Should</a:t>
            </a:r>
            <a:r>
              <a:rPr lang="it-IT" sz="1600">
                <a:solidFill>
                  <a:schemeClr val="accent5">
                    <a:lumMod val="50000"/>
                  </a:schemeClr>
                </a:solidFill>
              </a:rPr>
              <a:t> </a:t>
            </a:r>
            <a:r>
              <a:rPr lang="it-IT" sz="1600" err="1">
                <a:solidFill>
                  <a:schemeClr val="accent5">
                    <a:lumMod val="50000"/>
                  </a:schemeClr>
                </a:solidFill>
              </a:rPr>
              <a:t>Have</a:t>
            </a:r>
            <a:r>
              <a:rPr lang="it-IT" sz="1600">
                <a:solidFill>
                  <a:schemeClr val="accent5">
                    <a:lumMod val="50000"/>
                  </a:schemeClr>
                </a:solidFill>
              </a:rPr>
              <a:t>, </a:t>
            </a:r>
            <a:r>
              <a:rPr lang="it-IT" sz="1600" err="1">
                <a:solidFill>
                  <a:schemeClr val="accent5">
                    <a:lumMod val="50000"/>
                  </a:schemeClr>
                </a:solidFill>
              </a:rPr>
              <a:t>Could</a:t>
            </a:r>
            <a:r>
              <a:rPr lang="it-IT" sz="1600">
                <a:solidFill>
                  <a:schemeClr val="accent5">
                    <a:lumMod val="50000"/>
                  </a:schemeClr>
                </a:solidFill>
              </a:rPr>
              <a:t> </a:t>
            </a:r>
            <a:r>
              <a:rPr lang="it-IT" sz="1600" err="1">
                <a:solidFill>
                  <a:schemeClr val="accent5">
                    <a:lumMod val="50000"/>
                  </a:schemeClr>
                </a:solidFill>
              </a:rPr>
              <a:t>Have</a:t>
            </a:r>
            <a:r>
              <a:rPr lang="it-IT" sz="1600">
                <a:solidFill>
                  <a:schemeClr val="accent5">
                    <a:lumMod val="50000"/>
                  </a:schemeClr>
                </a:solidFill>
              </a:rPr>
              <a:t> and </a:t>
            </a:r>
            <a:r>
              <a:rPr lang="it-IT" sz="1600" err="1">
                <a:solidFill>
                  <a:schemeClr val="accent5">
                    <a:lumMod val="50000"/>
                  </a:schemeClr>
                </a:solidFill>
              </a:rPr>
              <a:t>Won’t</a:t>
            </a:r>
            <a:r>
              <a:rPr lang="it-IT" sz="1600">
                <a:solidFill>
                  <a:schemeClr val="accent5">
                    <a:lumMod val="50000"/>
                  </a:schemeClr>
                </a:solidFill>
              </a:rPr>
              <a:t> </a:t>
            </a:r>
            <a:r>
              <a:rPr lang="it-IT" sz="1600" err="1">
                <a:solidFill>
                  <a:schemeClr val="accent5">
                    <a:lumMod val="50000"/>
                  </a:schemeClr>
                </a:solidFill>
              </a:rPr>
              <a:t>Have</a:t>
            </a:r>
            <a:r>
              <a:rPr lang="it-IT" sz="1600">
                <a:solidFill>
                  <a:schemeClr val="accent5">
                    <a:lumMod val="50000"/>
                  </a:schemeClr>
                </a:solidFill>
              </a:rPr>
              <a:t> </a:t>
            </a:r>
            <a:r>
              <a:rPr lang="it-IT" sz="1600" err="1">
                <a:solidFill>
                  <a:schemeClr val="accent5">
                    <a:lumMod val="50000"/>
                  </a:schemeClr>
                </a:solidFill>
              </a:rPr>
              <a:t>Categoroes</a:t>
            </a:r>
            <a:r>
              <a:rPr lang="it-IT" sz="1600">
                <a:solidFill>
                  <a:schemeClr val="accent5">
                    <a:lumMod val="50000"/>
                  </a:schemeClr>
                </a:solidFill>
              </a:rPr>
              <a:t> </a:t>
            </a:r>
            <a:endParaRPr lang="it-IT"/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57CCA324-63C0-4901-A967-3BB3EABA5E2C}"/>
              </a:ext>
            </a:extLst>
          </p:cNvPr>
          <p:cNvSpPr/>
          <p:nvPr/>
        </p:nvSpPr>
        <p:spPr bwMode="auto">
          <a:xfrm>
            <a:off x="1191279" y="3772007"/>
            <a:ext cx="10032807" cy="695676"/>
          </a:xfrm>
          <a:prstGeom prst="roundRect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35999" algn="ctr" defTabSz="800080">
              <a:spcBef>
                <a:spcPts val="600"/>
              </a:spcBef>
              <a:spcAft>
                <a:spcPts val="600"/>
              </a:spcAft>
            </a:pPr>
            <a:endParaRPr lang="it-IT" sz="1100">
              <a:solidFill>
                <a:schemeClr val="bg1"/>
              </a:solidFill>
              <a:latin typeface="+mj-lt"/>
              <a:ea typeface="Arial Regular"/>
              <a:sym typeface="Wingdings" panose="05000000000000000000" pitchFamily="2" charset="2"/>
            </a:endParaRP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A8E6249A-5755-4FA0-B2E8-937F1FD870A2}"/>
              </a:ext>
            </a:extLst>
          </p:cNvPr>
          <p:cNvSpPr/>
          <p:nvPr/>
        </p:nvSpPr>
        <p:spPr bwMode="auto">
          <a:xfrm>
            <a:off x="1191279" y="1365921"/>
            <a:ext cx="10032807" cy="695676"/>
          </a:xfrm>
          <a:prstGeom prst="roundRect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35999" algn="ctr" defTabSz="800080">
              <a:spcBef>
                <a:spcPts val="600"/>
              </a:spcBef>
              <a:spcAft>
                <a:spcPts val="600"/>
              </a:spcAft>
            </a:pPr>
            <a:endParaRPr lang="it-IT" sz="1100">
              <a:solidFill>
                <a:schemeClr val="bg1"/>
              </a:solidFill>
              <a:latin typeface="+mj-lt"/>
              <a:ea typeface="Arial Regular"/>
              <a:sym typeface="Wingdings" panose="05000000000000000000" pitchFamily="2" charset="2"/>
            </a:endParaRP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437575B6-7514-447A-B9DE-D99D9A97FFAB}"/>
              </a:ext>
            </a:extLst>
          </p:cNvPr>
          <p:cNvSpPr/>
          <p:nvPr/>
        </p:nvSpPr>
        <p:spPr bwMode="auto">
          <a:xfrm>
            <a:off x="1191279" y="4841448"/>
            <a:ext cx="10032807" cy="695676"/>
          </a:xfrm>
          <a:prstGeom prst="roundRect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35999" algn="ctr" defTabSz="800080">
              <a:spcBef>
                <a:spcPts val="600"/>
              </a:spcBef>
              <a:spcAft>
                <a:spcPts val="600"/>
              </a:spcAft>
            </a:pPr>
            <a:endParaRPr lang="it-IT" sz="1100">
              <a:solidFill>
                <a:schemeClr val="bg1"/>
              </a:solidFill>
              <a:latin typeface="+mj-lt"/>
              <a:ea typeface="Arial Regular"/>
              <a:sym typeface="Wingdings" panose="05000000000000000000" pitchFamily="2" charset="2"/>
            </a:endParaRP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D081C437-CF9B-445D-8EC9-3C4C8065F01B}"/>
              </a:ext>
            </a:extLst>
          </p:cNvPr>
          <p:cNvSpPr/>
          <p:nvPr/>
        </p:nvSpPr>
        <p:spPr bwMode="auto">
          <a:xfrm>
            <a:off x="1191279" y="2556895"/>
            <a:ext cx="10032807" cy="695676"/>
          </a:xfrm>
          <a:prstGeom prst="roundRect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35999" algn="ctr" defTabSz="800080">
              <a:spcBef>
                <a:spcPts val="600"/>
              </a:spcBef>
              <a:spcAft>
                <a:spcPts val="600"/>
              </a:spcAft>
            </a:pPr>
            <a:endParaRPr lang="it-IT" sz="1100">
              <a:solidFill>
                <a:schemeClr val="bg1"/>
              </a:solidFill>
              <a:latin typeface="+mj-lt"/>
              <a:ea typeface="Arial Regular"/>
              <a:sym typeface="Wingdings" panose="05000000000000000000" pitchFamily="2" charset="2"/>
            </a:endParaRP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9C7B8CFC-7A86-4B52-9DC2-DA7244A3BFF3}"/>
              </a:ext>
            </a:extLst>
          </p:cNvPr>
          <p:cNvSpPr/>
          <p:nvPr/>
        </p:nvSpPr>
        <p:spPr bwMode="auto">
          <a:xfrm>
            <a:off x="522038" y="1365922"/>
            <a:ext cx="921673" cy="695675"/>
          </a:xfrm>
          <a:prstGeom prst="roundRect">
            <a:avLst/>
          </a:prstGeom>
          <a:solidFill>
            <a:schemeClr val="tx2"/>
          </a:solidFill>
          <a:ln w="28575" cap="rnd">
            <a:solidFill>
              <a:srgbClr val="C00000"/>
            </a:solidFill>
            <a:prstDash val="solid"/>
            <a:round/>
            <a:headEnd/>
            <a:tailEnd/>
          </a:ln>
        </p:spPr>
        <p:txBody>
          <a:bodyPr vert="horz" wrap="square" lIns="121920" tIns="60960" rIns="121920" bIns="60960" numCol="1" rtlCol="0" anchor="ctr" anchorCtr="0" compatLnSpc="1">
            <a:prstTxWarp prst="textNoShape">
              <a:avLst/>
            </a:prstTxWarp>
          </a:bodyPr>
          <a:lstStyle/>
          <a:p>
            <a:pPr marL="47999" algn="ctr" defTabSz="1066773">
              <a:spcBef>
                <a:spcPts val="800"/>
              </a:spcBef>
              <a:spcAft>
                <a:spcPts val="800"/>
              </a:spcAft>
            </a:pPr>
            <a:r>
              <a:rPr lang="en-GB" sz="3733" b="1">
                <a:solidFill>
                  <a:schemeClr val="bg1"/>
                </a:solidFill>
                <a:latin typeface="+mj-lt"/>
                <a:sym typeface="Wingdings" panose="05000000000000000000" pitchFamily="2" charset="2"/>
              </a:rPr>
              <a:t>M</a:t>
            </a: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9858A050-864D-40C8-A547-DF33AB02A612}"/>
              </a:ext>
            </a:extLst>
          </p:cNvPr>
          <p:cNvSpPr/>
          <p:nvPr/>
        </p:nvSpPr>
        <p:spPr bwMode="auto">
          <a:xfrm>
            <a:off x="522038" y="2549008"/>
            <a:ext cx="921673" cy="695675"/>
          </a:xfrm>
          <a:prstGeom prst="roundRect">
            <a:avLst/>
          </a:prstGeom>
          <a:solidFill>
            <a:schemeClr val="tx2"/>
          </a:solidFill>
          <a:ln w="28575" cap="rnd">
            <a:solidFill>
              <a:srgbClr val="C00000"/>
            </a:solidFill>
            <a:prstDash val="solid"/>
            <a:round/>
            <a:headEnd/>
            <a:tailEnd/>
          </a:ln>
        </p:spPr>
        <p:txBody>
          <a:bodyPr vert="horz" wrap="square" lIns="121920" tIns="60960" rIns="121920" bIns="60960" numCol="1" rtlCol="0" anchor="ctr" anchorCtr="0" compatLnSpc="1">
            <a:prstTxWarp prst="textNoShape">
              <a:avLst/>
            </a:prstTxWarp>
          </a:bodyPr>
          <a:lstStyle/>
          <a:p>
            <a:pPr marL="47999" algn="ctr" defTabSz="1066773">
              <a:spcBef>
                <a:spcPts val="800"/>
              </a:spcBef>
              <a:spcAft>
                <a:spcPts val="800"/>
              </a:spcAft>
            </a:pPr>
            <a:r>
              <a:rPr lang="en-GB" sz="3733" b="1">
                <a:solidFill>
                  <a:schemeClr val="bg1"/>
                </a:solidFill>
                <a:latin typeface="+mj-lt"/>
                <a:sym typeface="Wingdings" panose="05000000000000000000" pitchFamily="2" charset="2"/>
              </a:rPr>
              <a:t>S</a:t>
            </a: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F8581606-5411-4061-91C8-657EE824594C}"/>
              </a:ext>
            </a:extLst>
          </p:cNvPr>
          <p:cNvSpPr/>
          <p:nvPr/>
        </p:nvSpPr>
        <p:spPr bwMode="auto">
          <a:xfrm>
            <a:off x="522038" y="3772006"/>
            <a:ext cx="921673" cy="695675"/>
          </a:xfrm>
          <a:prstGeom prst="roundRect">
            <a:avLst/>
          </a:prstGeom>
          <a:solidFill>
            <a:schemeClr val="tx2"/>
          </a:solidFill>
          <a:ln w="28575" cap="rnd">
            <a:solidFill>
              <a:srgbClr val="C00000"/>
            </a:solidFill>
            <a:prstDash val="solid"/>
            <a:round/>
            <a:headEnd/>
            <a:tailEnd/>
          </a:ln>
        </p:spPr>
        <p:txBody>
          <a:bodyPr vert="horz" wrap="square" lIns="121920" tIns="60960" rIns="121920" bIns="60960" numCol="1" rtlCol="0" anchor="ctr" anchorCtr="0" compatLnSpc="1">
            <a:prstTxWarp prst="textNoShape">
              <a:avLst/>
            </a:prstTxWarp>
          </a:bodyPr>
          <a:lstStyle/>
          <a:p>
            <a:pPr marL="47999" algn="ctr" defTabSz="1066773">
              <a:spcBef>
                <a:spcPts val="800"/>
              </a:spcBef>
              <a:spcAft>
                <a:spcPts val="800"/>
              </a:spcAft>
            </a:pPr>
            <a:r>
              <a:rPr lang="en-GB" sz="3733" b="1">
                <a:solidFill>
                  <a:schemeClr val="bg1"/>
                </a:solidFill>
                <a:latin typeface="+mj-lt"/>
                <a:sym typeface="Wingdings" panose="05000000000000000000" pitchFamily="2" charset="2"/>
              </a:rPr>
              <a:t>C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E02A36F8-4986-4FB6-9A59-B7E21B3A0EBF}"/>
              </a:ext>
            </a:extLst>
          </p:cNvPr>
          <p:cNvSpPr/>
          <p:nvPr/>
        </p:nvSpPr>
        <p:spPr bwMode="auto">
          <a:xfrm>
            <a:off x="522038" y="4841449"/>
            <a:ext cx="921673" cy="695675"/>
          </a:xfrm>
          <a:prstGeom prst="roundRect">
            <a:avLst/>
          </a:prstGeom>
          <a:solidFill>
            <a:schemeClr val="tx2"/>
          </a:solidFill>
          <a:ln w="28575" cap="rnd">
            <a:solidFill>
              <a:srgbClr val="C00000"/>
            </a:solidFill>
            <a:prstDash val="solid"/>
            <a:round/>
            <a:headEnd/>
            <a:tailEnd/>
          </a:ln>
        </p:spPr>
        <p:txBody>
          <a:bodyPr vert="horz" wrap="square" lIns="121920" tIns="60960" rIns="121920" bIns="60960" numCol="1" rtlCol="0" anchor="ctr" anchorCtr="0" compatLnSpc="1">
            <a:prstTxWarp prst="textNoShape">
              <a:avLst/>
            </a:prstTxWarp>
          </a:bodyPr>
          <a:lstStyle/>
          <a:p>
            <a:pPr marL="47999" algn="ctr" defTabSz="1066773">
              <a:spcBef>
                <a:spcPts val="800"/>
              </a:spcBef>
              <a:spcAft>
                <a:spcPts val="800"/>
              </a:spcAft>
            </a:pPr>
            <a:r>
              <a:rPr lang="en-GB" sz="3733" b="1">
                <a:solidFill>
                  <a:schemeClr val="bg1"/>
                </a:solidFill>
                <a:latin typeface="+mj-lt"/>
                <a:sym typeface="Wingdings" panose="05000000000000000000" pitchFamily="2" charset="2"/>
              </a:rPr>
              <a:t>W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F670234-30DA-4256-9A4A-EA937F46B08D}"/>
              </a:ext>
            </a:extLst>
          </p:cNvPr>
          <p:cNvSpPr txBox="1"/>
          <p:nvPr/>
        </p:nvSpPr>
        <p:spPr>
          <a:xfrm>
            <a:off x="1507713" y="4034752"/>
            <a:ext cx="75694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>
                <a:solidFill>
                  <a:srgbClr val="000000"/>
                </a:solidFill>
                <a:latin typeface="Arial Regular"/>
              </a:rPr>
              <a:t>Describes a requirement that is considered in the process to be desirable but not necessary  </a:t>
            </a:r>
            <a:endParaRPr lang="en-GB" sz="1400"/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0B9121A8-D9C6-4595-ABA6-B65833FA7837}"/>
              </a:ext>
            </a:extLst>
          </p:cNvPr>
          <p:cNvSpPr/>
          <p:nvPr/>
        </p:nvSpPr>
        <p:spPr bwMode="auto">
          <a:xfrm>
            <a:off x="1507712" y="3603472"/>
            <a:ext cx="2467608" cy="432023"/>
          </a:xfrm>
          <a:prstGeom prst="roundRect">
            <a:avLst/>
          </a:prstGeom>
          <a:solidFill>
            <a:schemeClr val="bg1">
              <a:lumMod val="50000"/>
            </a:schemeClr>
          </a:solidFill>
          <a:ln w="28575" cap="rnd">
            <a:solidFill>
              <a:schemeClr val="bg1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35999" algn="ctr" defTabSz="800080">
              <a:spcBef>
                <a:spcPts val="600"/>
              </a:spcBef>
              <a:spcAft>
                <a:spcPts val="600"/>
              </a:spcAft>
            </a:pPr>
            <a:r>
              <a:rPr lang="it-IT" sz="1400" b="1">
                <a:solidFill>
                  <a:schemeClr val="bg2"/>
                </a:solidFill>
                <a:latin typeface="+mj-lt"/>
                <a:ea typeface="Arial Regular"/>
                <a:sym typeface="Wingdings" panose="05000000000000000000" pitchFamily="2" charset="2"/>
              </a:rPr>
              <a:t>Could Have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68D7842-327B-4108-8E1F-A82F8276BED9}"/>
              </a:ext>
            </a:extLst>
          </p:cNvPr>
          <p:cNvSpPr txBox="1"/>
          <p:nvPr/>
        </p:nvSpPr>
        <p:spPr>
          <a:xfrm>
            <a:off x="1507713" y="1628666"/>
            <a:ext cx="91951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>
                <a:solidFill>
                  <a:srgbClr val="000000"/>
                </a:solidFill>
                <a:latin typeface="Arial Regular"/>
              </a:rPr>
              <a:t>Describes a requirement that must be satisfied in the final solution, for the solution to be considered as a success </a:t>
            </a:r>
            <a:endParaRPr lang="en-GB" sz="1400" b="1" u="sng"/>
          </a:p>
        </p:txBody>
      </p: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FFF74C2D-DA69-469E-88DD-5D890A41384D}"/>
              </a:ext>
            </a:extLst>
          </p:cNvPr>
          <p:cNvSpPr/>
          <p:nvPr/>
        </p:nvSpPr>
        <p:spPr bwMode="auto">
          <a:xfrm>
            <a:off x="1507712" y="1197386"/>
            <a:ext cx="2467608" cy="432023"/>
          </a:xfrm>
          <a:prstGeom prst="roundRect">
            <a:avLst/>
          </a:prstGeom>
          <a:solidFill>
            <a:schemeClr val="bg1">
              <a:lumMod val="50000"/>
            </a:schemeClr>
          </a:solidFill>
          <a:ln w="28575" cap="rnd">
            <a:solidFill>
              <a:schemeClr val="bg1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35999" algn="ctr" defTabSz="800080">
              <a:spcBef>
                <a:spcPts val="600"/>
              </a:spcBef>
              <a:spcAft>
                <a:spcPts val="600"/>
              </a:spcAft>
            </a:pPr>
            <a:r>
              <a:rPr lang="it-IT" sz="1400" b="1">
                <a:solidFill>
                  <a:schemeClr val="bg2"/>
                </a:solidFill>
                <a:latin typeface="+mj-lt"/>
                <a:ea typeface="Arial Regular"/>
                <a:sym typeface="Wingdings" panose="05000000000000000000" pitchFamily="2" charset="2"/>
              </a:rPr>
              <a:t>Must Have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68077D5-BD42-44F6-A75B-2BB4458E7575}"/>
              </a:ext>
            </a:extLst>
          </p:cNvPr>
          <p:cNvSpPr txBox="1"/>
          <p:nvPr/>
        </p:nvSpPr>
        <p:spPr>
          <a:xfrm>
            <a:off x="1507712" y="5104194"/>
            <a:ext cx="97163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>
                <a:solidFill>
                  <a:srgbClr val="000000"/>
                </a:solidFill>
                <a:latin typeface="Arial Regular"/>
              </a:rPr>
              <a:t>Represents a requirement that stakeholders have agreed will not be implemented.</a:t>
            </a:r>
            <a:endParaRPr lang="en-GB" sz="1400"/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72BFB45B-247E-419F-910C-24F36F148DE1}"/>
              </a:ext>
            </a:extLst>
          </p:cNvPr>
          <p:cNvSpPr/>
          <p:nvPr/>
        </p:nvSpPr>
        <p:spPr bwMode="auto">
          <a:xfrm>
            <a:off x="1507712" y="4672914"/>
            <a:ext cx="2467608" cy="432023"/>
          </a:xfrm>
          <a:prstGeom prst="roundRect">
            <a:avLst/>
          </a:prstGeom>
          <a:solidFill>
            <a:schemeClr val="bg1">
              <a:lumMod val="50000"/>
            </a:schemeClr>
          </a:solidFill>
          <a:ln w="28575" cap="rnd">
            <a:solidFill>
              <a:schemeClr val="bg1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35999" algn="ctr" defTabSz="800080">
              <a:spcBef>
                <a:spcPts val="600"/>
              </a:spcBef>
              <a:spcAft>
                <a:spcPts val="600"/>
              </a:spcAft>
            </a:pPr>
            <a:r>
              <a:rPr lang="it-IT" sz="1400" b="1">
                <a:solidFill>
                  <a:schemeClr val="bg2"/>
                </a:solidFill>
                <a:latin typeface="+mj-lt"/>
                <a:ea typeface="Arial Regular"/>
                <a:sym typeface="Wingdings" panose="05000000000000000000" pitchFamily="2" charset="2"/>
              </a:rPr>
              <a:t>Won’t Have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6C8E323-C49B-4131-A21A-07FB4801BA10}"/>
              </a:ext>
            </a:extLst>
          </p:cNvPr>
          <p:cNvSpPr txBox="1"/>
          <p:nvPr/>
        </p:nvSpPr>
        <p:spPr>
          <a:xfrm>
            <a:off x="1507713" y="2819640"/>
            <a:ext cx="75694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>
                <a:solidFill>
                  <a:srgbClr val="000000"/>
                </a:solidFill>
                <a:latin typeface="Arial Regular"/>
              </a:rPr>
              <a:t>Represents a high priority item that should be included in the solution if it is possible </a:t>
            </a:r>
            <a:endParaRPr lang="en-US" sz="1400" b="1" u="sng">
              <a:solidFill>
                <a:srgbClr val="000000"/>
              </a:solidFill>
              <a:latin typeface="Arial Regular"/>
            </a:endParaRPr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5A12F19A-4057-4C01-894F-49421145895A}"/>
              </a:ext>
            </a:extLst>
          </p:cNvPr>
          <p:cNvSpPr/>
          <p:nvPr/>
        </p:nvSpPr>
        <p:spPr bwMode="auto">
          <a:xfrm>
            <a:off x="1507712" y="2388361"/>
            <a:ext cx="2467608" cy="432023"/>
          </a:xfrm>
          <a:prstGeom prst="roundRect">
            <a:avLst/>
          </a:prstGeom>
          <a:solidFill>
            <a:schemeClr val="bg1">
              <a:lumMod val="50000"/>
            </a:schemeClr>
          </a:solidFill>
          <a:ln w="28575" cap="rnd">
            <a:solidFill>
              <a:schemeClr val="bg1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35999" algn="ctr" defTabSz="800080">
              <a:spcBef>
                <a:spcPts val="600"/>
              </a:spcBef>
              <a:spcAft>
                <a:spcPts val="600"/>
              </a:spcAft>
            </a:pPr>
            <a:r>
              <a:rPr lang="it-IT" sz="1400" b="1">
                <a:solidFill>
                  <a:schemeClr val="bg2"/>
                </a:solidFill>
                <a:latin typeface="+mj-lt"/>
                <a:ea typeface="Arial Regular"/>
                <a:sym typeface="Wingdings" panose="05000000000000000000" pitchFamily="2" charset="2"/>
              </a:rPr>
              <a:t>Should Have</a:t>
            </a:r>
          </a:p>
        </p:txBody>
      </p:sp>
    </p:spTree>
    <p:extLst>
      <p:ext uri="{BB962C8B-B14F-4D97-AF65-F5344CB8AC3E}">
        <p14:creationId xmlns:p14="http://schemas.microsoft.com/office/powerpoint/2010/main" val="40502756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6E193DA-30F8-4F35-A043-9548C29C44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7818" y="193594"/>
            <a:ext cx="9424768" cy="557458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ea typeface="ＭＳ Ｐゴシック"/>
                <a:cs typeface="Arial Unicode MS" pitchFamily="34" charset="-128"/>
              </a:rPr>
              <a:t>Examples of business principles collected in the initial preparation phase</a:t>
            </a:r>
          </a:p>
        </p:txBody>
      </p:sp>
      <p:grpSp>
        <p:nvGrpSpPr>
          <p:cNvPr id="24" name="Group 4">
            <a:extLst>
              <a:ext uri="{FF2B5EF4-FFF2-40B4-BE49-F238E27FC236}">
                <a16:creationId xmlns:a16="http://schemas.microsoft.com/office/drawing/2014/main" id="{75EACC82-34AC-4B5F-8411-CFF9AA4F8EDC}"/>
              </a:ext>
            </a:extLst>
          </p:cNvPr>
          <p:cNvGrpSpPr/>
          <p:nvPr/>
        </p:nvGrpSpPr>
        <p:grpSpPr>
          <a:xfrm>
            <a:off x="333389" y="641175"/>
            <a:ext cx="11858612" cy="6110499"/>
            <a:chOff x="333389" y="791075"/>
            <a:chExt cx="11858612" cy="6270947"/>
          </a:xfrm>
          <a:noFill/>
        </p:grpSpPr>
        <p:sp>
          <p:nvSpPr>
            <p:cNvPr id="27" name="TextBox 53">
              <a:extLst>
                <a:ext uri="{FF2B5EF4-FFF2-40B4-BE49-F238E27FC236}">
                  <a16:creationId xmlns:a16="http://schemas.microsoft.com/office/drawing/2014/main" id="{822BAF99-7CD8-4D60-BCC2-7ACDBC66386A}"/>
                </a:ext>
              </a:extLst>
            </p:cNvPr>
            <p:cNvSpPr txBox="1"/>
            <p:nvPr/>
          </p:nvSpPr>
          <p:spPr>
            <a:xfrm>
              <a:off x="407633" y="791075"/>
              <a:ext cx="11784368" cy="6270947"/>
            </a:xfrm>
            <a:prstGeom prst="rect">
              <a:avLst/>
            </a:prstGeom>
            <a:grpFill/>
          </p:spPr>
          <p:txBody>
            <a:bodyPr wrap="square">
              <a:spAutoFit/>
            </a:bodyPr>
            <a:lstStyle/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800"/>
                </a:spcAft>
                <a:buClrTx/>
                <a:buSzTx/>
                <a:buFont typeface="Arial" panose="020B0604020202020204" pitchFamily="34" charset="0"/>
                <a:buChar char="•"/>
                <a:tabLst>
                  <a:tab pos="457200" algn="l"/>
                </a:tabLst>
                <a:defRPr/>
              </a:pPr>
              <a:r>
                <a:rPr kumimoji="0" lang="en-US" sz="1600" b="1" i="0" u="none" strike="noStrike" kern="1200" cap="none" spc="0" normalizeH="0" baseline="0" noProof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/>
                  <a:ea typeface="Times New Roman" panose="02020603050405020304" pitchFamily="18" charset="0"/>
                  <a:cs typeface="Times New Roman" panose="02020603050405020304" pitchFamily="18" charset="0"/>
                </a:rPr>
                <a:t>Seamless E2E pre bind macro process </a:t>
              </a: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Times New Roman" panose="02020603050405020304" pitchFamily="18" charset="0"/>
                  <a:cs typeface="Times New Roman" panose="02020603050405020304" pitchFamily="18" charset="0"/>
                </a:rPr>
                <a:t>supported also by E2E workflow management and document management capabilities; central tools to support also the post-bind activities</a:t>
              </a:r>
              <a:endParaRPr kumimoji="0" lang="it-IT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800"/>
                </a:spcAft>
                <a:buClrTx/>
                <a:buSzTx/>
                <a:buFont typeface="Arial" panose="020B0604020202020204" pitchFamily="34" charset="0"/>
                <a:buChar char="•"/>
                <a:tabLst>
                  <a:tab pos="457200" algn="l"/>
                </a:tabLst>
                <a:defRPr/>
              </a:pPr>
              <a:r>
                <a:rPr kumimoji="0" lang="en-US" sz="1600" b="1" i="0" u="none" strike="noStrike" kern="1200" cap="none" spc="0" normalizeH="0" baseline="0" noProof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/>
                  <a:ea typeface="Times New Roman" panose="02020603050405020304" pitchFamily="18" charset="0"/>
                  <a:cs typeface="Times New Roman" panose="02020603050405020304" pitchFamily="18" charset="0"/>
                </a:rPr>
                <a:t>Intuitive and simple user experience</a:t>
              </a: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Times New Roman" panose="02020603050405020304" pitchFamily="18" charset="0"/>
                  <a:cs typeface="Times New Roman" panose="02020603050405020304" pitchFamily="18" charset="0"/>
                </a:rPr>
                <a:t>, with a holistic approach </a:t>
              </a:r>
            </a:p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800"/>
                </a:spcAft>
                <a:buClrTx/>
                <a:buSzTx/>
                <a:buFont typeface="Arial" panose="020B0604020202020204" pitchFamily="34" charset="0"/>
                <a:buChar char="•"/>
                <a:tabLst>
                  <a:tab pos="457200" algn="l"/>
                </a:tabLst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Times New Roman" panose="02020603050405020304" pitchFamily="18" charset="0"/>
                  <a:cs typeface="Times New Roman" panose="02020603050405020304" pitchFamily="18" charset="0"/>
                </a:rPr>
                <a:t>Overall </a:t>
              </a:r>
              <a:r>
                <a:rPr kumimoji="0" lang="en-US" sz="1600" b="1" i="0" u="none" strike="noStrike" kern="1200" cap="none" spc="0" normalizeH="0" baseline="0" noProof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/>
                  <a:ea typeface="Times New Roman" panose="02020603050405020304" pitchFamily="18" charset="0"/>
                  <a:cs typeface="Times New Roman" panose="02020603050405020304" pitchFamily="18" charset="0"/>
                </a:rPr>
                <a:t>pre-bind process and tasks</a:t>
              </a: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/>
                  <a:ea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Times New Roman" panose="02020603050405020304" pitchFamily="18" charset="0"/>
                  <a:cs typeface="Times New Roman" panose="02020603050405020304" pitchFamily="18" charset="0"/>
                </a:rPr>
                <a:t>are </a:t>
              </a:r>
              <a:r>
                <a:rPr kumimoji="0" lang="en-US" sz="1600" b="1" i="0" u="none" strike="noStrike" kern="1200" cap="none" spc="0" normalizeH="0" baseline="0" noProof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/>
                  <a:ea typeface="Times New Roman" panose="02020603050405020304" pitchFamily="18" charset="0"/>
                  <a:cs typeface="Times New Roman" panose="02020603050405020304" pitchFamily="18" charset="0"/>
                </a:rPr>
                <a:t>executed and managed in the Global Tools</a:t>
              </a:r>
              <a:r>
                <a:rPr kumimoji="0" lang="en-US" sz="16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Times New Roman" panose="02020603050405020304" pitchFamily="18" charset="0"/>
                  <a:cs typeface="Times New Roman" panose="02020603050405020304" pitchFamily="18" charset="0"/>
                </a:rPr>
                <a:t>(incl. sanction screening, risk pre-qualification, sales &amp; pipeline management, risk engineering, risk assessment and pricing, reinsurance placement, risk underwriting and quotation, negotiation, binding) </a:t>
              </a:r>
            </a:p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800"/>
                </a:spcAft>
                <a:buClrTx/>
                <a:buSzTx/>
                <a:buFont typeface="Arial" panose="020B0604020202020204" pitchFamily="34" charset="0"/>
                <a:buChar char="•"/>
                <a:tabLst>
                  <a:tab pos="457200" algn="l"/>
                </a:tabLst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Times New Roman" panose="02020603050405020304" pitchFamily="18" charset="0"/>
                  <a:cs typeface="Times New Roman" panose="02020603050405020304" pitchFamily="18" charset="0"/>
                </a:rPr>
                <a:t>Comprehensive </a:t>
              </a:r>
              <a:r>
                <a:rPr kumimoji="0" lang="en-US" sz="1600" b="1" i="0" u="none" strike="noStrike" kern="1200" cap="none" spc="0" normalizeH="0" baseline="0" noProof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/>
                  <a:ea typeface="Times New Roman" panose="02020603050405020304" pitchFamily="18" charset="0"/>
                  <a:cs typeface="Times New Roman" panose="02020603050405020304" pitchFamily="18" charset="0"/>
                </a:rPr>
                <a:t>inclusion of pre-binding activities </a:t>
              </a: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Times New Roman" panose="02020603050405020304" pitchFamily="18" charset="0"/>
                  <a:cs typeface="Times New Roman" panose="02020603050405020304" pitchFamily="18" charset="0"/>
                </a:rPr>
                <a:t>and </a:t>
              </a:r>
              <a:r>
                <a:rPr kumimoji="0" lang="en-US" sz="1600" b="1" i="0" u="none" strike="noStrike" kern="1200" cap="none" spc="0" normalizeH="0" baseline="0" noProof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/>
                  <a:ea typeface="Times New Roman" panose="02020603050405020304" pitchFamily="18" charset="0"/>
                  <a:cs typeface="Times New Roman" panose="02020603050405020304" pitchFamily="18" charset="0"/>
                </a:rPr>
                <a:t>exploit automation </a:t>
              </a: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Times New Roman" panose="02020603050405020304" pitchFamily="18" charset="0"/>
                  <a:cs typeface="Times New Roman" panose="02020603050405020304" pitchFamily="18" charset="0"/>
                </a:rPr>
                <a:t>where possible</a:t>
              </a:r>
            </a:p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800"/>
                </a:spcAft>
                <a:buClrTx/>
                <a:buSzTx/>
                <a:buFont typeface="Arial" panose="020B0604020202020204" pitchFamily="34" charset="0"/>
                <a:buChar char="•"/>
                <a:tabLst>
                  <a:tab pos="457200" algn="l"/>
                </a:tabLst>
                <a:defRPr/>
              </a:pPr>
              <a:r>
                <a:rPr kumimoji="0" lang="en-US" sz="1600" b="1" i="0" u="none" strike="noStrike" kern="1200" cap="none" spc="0" normalizeH="0" baseline="0" noProof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/>
                  <a:ea typeface="Times New Roman" panose="02020603050405020304" pitchFamily="18" charset="0"/>
                  <a:cs typeface="Times New Roman" panose="02020603050405020304" pitchFamily="18" charset="0"/>
                </a:rPr>
                <a:t>Standard business process</a:t>
              </a: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kumimoji="0" lang="en-US" sz="16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Times New Roman" panose="02020603050405020304" pitchFamily="18" charset="0"/>
                  <a:cs typeface="Times New Roman" panose="02020603050405020304" pitchFamily="18" charset="0"/>
                </a:rPr>
                <a:t>also with reporting automatically produced</a:t>
              </a:r>
            </a:p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800"/>
                </a:spcAft>
                <a:buClrTx/>
                <a:buSzTx/>
                <a:buFont typeface="Arial" panose="020B0604020202020204" pitchFamily="34" charset="0"/>
                <a:buChar char="•"/>
                <a:tabLst>
                  <a:tab pos="457200" algn="l"/>
                </a:tabLst>
                <a:defRPr/>
              </a:pPr>
              <a:r>
                <a:rPr kumimoji="0" lang="en-US" sz="1600" b="1" i="0" u="none" strike="noStrike" kern="1200" cap="none" spc="0" normalizeH="0" baseline="0" noProof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/>
                  <a:ea typeface="Times New Roman" panose="02020603050405020304" pitchFamily="18" charset="0"/>
                  <a:cs typeface="Times New Roman" panose="02020603050405020304" pitchFamily="18" charset="0"/>
                </a:rPr>
                <a:t>Deal and client structure and key terms &amp; conditions to be included in the E2E pre bind macro process, to support post-binding execution</a:t>
              </a:r>
            </a:p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800"/>
                </a:spcAft>
                <a:buClrTx/>
                <a:buSzTx/>
                <a:buFont typeface="Arial" panose="020B0604020202020204" pitchFamily="34" charset="0"/>
                <a:buChar char="•"/>
                <a:tabLst>
                  <a:tab pos="457200" algn="l"/>
                </a:tabLst>
                <a:defRPr/>
              </a:pPr>
              <a:r>
                <a:rPr kumimoji="0" lang="en-US" sz="1600" b="1" i="0" u="none" strike="noStrike" kern="1200" cap="none" spc="0" normalizeH="0" baseline="0" noProof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/>
                  <a:ea typeface="Times New Roman" panose="02020603050405020304" pitchFamily="18" charset="0"/>
                  <a:cs typeface="Times New Roman" panose="02020603050405020304" pitchFamily="18" charset="0"/>
                </a:rPr>
                <a:t>Comprehensive management of MP business</a:t>
              </a:r>
            </a:p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800"/>
                </a:spcAft>
                <a:buClrTx/>
                <a:buSzTx/>
                <a:buFont typeface="Arial" panose="020B0604020202020204" pitchFamily="34" charset="0"/>
                <a:buChar char="•"/>
                <a:tabLst>
                  <a:tab pos="457200" algn="l"/>
                </a:tabLst>
                <a:defRPr/>
              </a:pPr>
              <a:r>
                <a:rPr kumimoji="0" lang="en-US" sz="1600" b="1" i="0" u="none" strike="noStrike" kern="1200" cap="none" spc="0" normalizeH="0" baseline="0" noProof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/>
                  <a:ea typeface="Times New Roman" panose="02020603050405020304" pitchFamily="18" charset="0"/>
                  <a:cs typeface="Times New Roman" panose="02020603050405020304" pitchFamily="18" charset="0"/>
                </a:rPr>
                <a:t>Certified pre-bind data</a:t>
              </a: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/>
                  <a:ea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Times New Roman" panose="02020603050405020304" pitchFamily="18" charset="0"/>
                  <a:cs typeface="Times New Roman" panose="02020603050405020304" pitchFamily="18" charset="0"/>
                </a:rPr>
                <a:t>to be exploited for data reporting and exposure analysis (locations, exposures, GPERS, etc.)</a:t>
              </a:r>
              <a:endParaRPr kumimoji="0" lang="it-IT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800"/>
                </a:spcAft>
                <a:buClrTx/>
                <a:buSzTx/>
                <a:buFont typeface="Arial" panose="020B0604020202020204" pitchFamily="34" charset="0"/>
                <a:buChar char="•"/>
                <a:tabLst>
                  <a:tab pos="457200" algn="l"/>
                </a:tabLst>
                <a:defRPr/>
              </a:pPr>
              <a:r>
                <a:rPr kumimoji="0" lang="en-US" sz="1600" b="1" i="0" u="none" strike="noStrike" kern="1200" cap="none" spc="0" normalizeH="0" baseline="0" noProof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/>
                  <a:ea typeface="Times New Roman" panose="02020603050405020304" pitchFamily="18" charset="0"/>
                  <a:cs typeface="Times New Roman" panose="02020603050405020304" pitchFamily="18" charset="0"/>
                </a:rPr>
                <a:t>Global to Local data transfer </a:t>
              </a:r>
            </a:p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800"/>
                </a:spcAft>
                <a:buClrTx/>
                <a:buSzTx/>
                <a:buFont typeface="Arial" panose="020B0604020202020204" pitchFamily="34" charset="0"/>
                <a:buChar char="•"/>
                <a:tabLst>
                  <a:tab pos="457200" algn="l"/>
                </a:tabLst>
                <a:defRPr/>
              </a:pPr>
              <a:r>
                <a:rPr kumimoji="0" lang="en-US" sz="1600" b="1" i="0" u="none" strike="noStrike" kern="1200" cap="none" spc="0" normalizeH="0" baseline="0" noProof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/>
                  <a:ea typeface="Times New Roman" panose="02020603050405020304" pitchFamily="18" charset="0"/>
                  <a:cs typeface="Times New Roman" panose="02020603050405020304" pitchFamily="18" charset="0"/>
                </a:rPr>
                <a:t>Global platform constantly aligned with key policy information </a:t>
              </a: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Times New Roman" panose="02020603050405020304" pitchFamily="18" charset="0"/>
                  <a:cs typeface="Times New Roman" panose="02020603050405020304" pitchFamily="18" charset="0"/>
                </a:rPr>
                <a:t>through the policy lifecycle </a:t>
              </a:r>
            </a:p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800"/>
                </a:spcAft>
                <a:buClrTx/>
                <a:buSzTx/>
                <a:buFont typeface="Arial" panose="020B0604020202020204" pitchFamily="34" charset="0"/>
                <a:buChar char="•"/>
                <a:tabLst>
                  <a:tab pos="457200" algn="l"/>
                </a:tabLst>
                <a:defRPr/>
              </a:pPr>
              <a:r>
                <a:rPr kumimoji="0" lang="en-US" sz="1600" b="1" i="0" u="none" strike="noStrike" kern="1200" cap="none" spc="0" normalizeH="0" baseline="0" noProof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/>
                  <a:ea typeface="Times New Roman" panose="02020603050405020304" pitchFamily="18" charset="0"/>
                  <a:cs typeface="Times New Roman" panose="02020603050405020304" pitchFamily="18" charset="0"/>
                </a:rPr>
                <a:t>Minimize as much as possible Local to Global integration</a:t>
              </a:r>
            </a:p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800"/>
                </a:spcAft>
                <a:buClrTx/>
                <a:buSzTx/>
                <a:buFont typeface="Arial" panose="020B0604020202020204" pitchFamily="34" charset="0"/>
                <a:buChar char="•"/>
                <a:tabLst>
                  <a:tab pos="457200" algn="l"/>
                </a:tabLst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Times New Roman" panose="02020603050405020304" pitchFamily="18" charset="0"/>
                  <a:cs typeface="Times New Roman" panose="02020603050405020304" pitchFamily="18" charset="0"/>
                </a:rPr>
                <a:t>Support </a:t>
              </a:r>
              <a:r>
                <a:rPr kumimoji="0" lang="en-US" sz="1600" b="1" i="0" u="none" strike="noStrike" kern="1200" cap="none" spc="0" normalizeH="0" baseline="0" noProof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/>
                  <a:ea typeface="Times New Roman" panose="02020603050405020304" pitchFamily="18" charset="0"/>
                  <a:cs typeface="Times New Roman" panose="02020603050405020304" pitchFamily="18" charset="0"/>
                </a:rPr>
                <a:t>data digitalization, availability and certification </a:t>
              </a: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Times New Roman" panose="02020603050405020304" pitchFamily="18" charset="0"/>
                  <a:cs typeface="Times New Roman" panose="02020603050405020304" pitchFamily="18" charset="0"/>
                </a:rPr>
                <a:t>to increase data-informed decision processes, steering, monitoring, etc. </a:t>
              </a:r>
              <a:endParaRPr kumimoji="0" lang="it-IT" sz="16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800"/>
                </a:spcAft>
                <a:buClrTx/>
                <a:buSzTx/>
                <a:buFont typeface="Arial" panose="020B0604020202020204" pitchFamily="34" charset="0"/>
                <a:buChar char="•"/>
                <a:tabLst>
                  <a:tab pos="457200" algn="l"/>
                </a:tabLst>
                <a:defRPr/>
              </a:pPr>
              <a:r>
                <a:rPr kumimoji="0" lang="en-US" sz="1600" b="1" i="0" u="none" strike="noStrike" kern="1200" cap="none" spc="0" normalizeH="0" baseline="0" noProof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/>
                  <a:ea typeface="Times New Roman" panose="02020603050405020304" pitchFamily="18" charset="0"/>
                  <a:cs typeface="Times New Roman" panose="02020603050405020304" pitchFamily="18" charset="0"/>
                </a:rPr>
                <a:t>Support the Integration </a:t>
              </a: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Times New Roman" panose="02020603050405020304" pitchFamily="18" charset="0"/>
                  <a:cs typeface="Times New Roman" panose="02020603050405020304" pitchFamily="18" charset="0"/>
                </a:rPr>
                <a:t>also </a:t>
              </a:r>
              <a:r>
                <a:rPr kumimoji="0" lang="en-US" sz="1600" b="1" i="0" u="none" strike="noStrike" kern="1200" cap="none" spc="0" normalizeH="0" baseline="0" noProof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/>
                  <a:ea typeface="Times New Roman" panose="02020603050405020304" pitchFamily="18" charset="0"/>
                  <a:cs typeface="Times New Roman" panose="02020603050405020304" pitchFamily="18" charset="0"/>
                </a:rPr>
                <a:t>with </a:t>
              </a: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Times New Roman" panose="02020603050405020304" pitchFamily="18" charset="0"/>
                  <a:cs typeface="Times New Roman" panose="02020603050405020304" pitchFamily="18" charset="0"/>
                </a:rPr>
                <a:t>internal (and external) </a:t>
              </a:r>
              <a:r>
                <a:rPr kumimoji="0" lang="en-US" sz="1600" b="1" i="0" u="none" strike="noStrike" kern="1200" cap="none" spc="0" normalizeH="0" baseline="0" noProof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/>
                  <a:ea typeface="Times New Roman" panose="02020603050405020304" pitchFamily="18" charset="0"/>
                  <a:cs typeface="Times New Roman" panose="02020603050405020304" pitchFamily="18" charset="0"/>
                </a:rPr>
                <a:t>portals</a:t>
              </a:r>
            </a:p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800"/>
                </a:spcAft>
                <a:buClrTx/>
                <a:buSzTx/>
                <a:buFont typeface="Arial" panose="020B0604020202020204" pitchFamily="34" charset="0"/>
                <a:buChar char="•"/>
                <a:tabLst>
                  <a:tab pos="457200" algn="l"/>
                </a:tabLst>
                <a:defRPr/>
              </a:pPr>
              <a:r>
                <a:rPr kumimoji="0" lang="en-US" sz="1600" b="1" i="0" u="none" strike="noStrike" kern="1200" cap="none" spc="0" normalizeH="0" baseline="0" noProof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/>
                  <a:ea typeface="Times New Roman" panose="02020603050405020304" pitchFamily="18" charset="0"/>
                  <a:cs typeface="Times New Roman" panose="02020603050405020304" pitchFamily="18" charset="0"/>
                </a:rPr>
                <a:t>Data reconciliation </a:t>
              </a: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Times New Roman" panose="02020603050405020304" pitchFamily="18" charset="0"/>
                  <a:cs typeface="Times New Roman" panose="02020603050405020304" pitchFamily="18" charset="0"/>
                </a:rPr>
                <a:t>and alignment </a:t>
              </a:r>
              <a:r>
                <a:rPr kumimoji="0" lang="en-US" sz="1600" b="1" i="0" u="none" strike="noStrike" kern="1200" cap="none" spc="0" normalizeH="0" baseline="0" noProof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/>
                  <a:ea typeface="Times New Roman" panose="02020603050405020304" pitchFamily="18" charset="0"/>
                  <a:cs typeface="Times New Roman" panose="02020603050405020304" pitchFamily="18" charset="0"/>
                </a:rPr>
                <a:t>among pre-bind and post-bind </a:t>
              </a:r>
            </a:p>
          </p:txBody>
        </p:sp>
        <p:sp>
          <p:nvSpPr>
            <p:cNvPr id="28" name="Ovale 32">
              <a:extLst>
                <a:ext uri="{FF2B5EF4-FFF2-40B4-BE49-F238E27FC236}">
                  <a16:creationId xmlns:a16="http://schemas.microsoft.com/office/drawing/2014/main" id="{F4E12AFC-69B3-4C5A-9088-D629D569B896}"/>
                </a:ext>
              </a:extLst>
            </p:cNvPr>
            <p:cNvSpPr/>
            <p:nvPr/>
          </p:nvSpPr>
          <p:spPr>
            <a:xfrm>
              <a:off x="333390" y="4885367"/>
              <a:ext cx="471026" cy="281036"/>
            </a:xfrm>
            <a:prstGeom prst="ellipse">
              <a:avLst/>
            </a:prstGeom>
            <a:grpFill/>
            <a:ln w="12700" cap="flat" cmpd="sng" algn="ctr">
              <a:solidFill>
                <a:srgbClr val="C00000"/>
              </a:solidFill>
              <a:prstDash val="solid"/>
            </a:ln>
            <a:effectLst/>
          </p:spPr>
          <p:txBody>
            <a:bodyPr lIns="0" r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it-IT" sz="1800" b="1" i="0" u="none" strike="noStrike" kern="0" cap="none" spc="0" normalizeH="0" baseline="0" noProof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/>
                  <a:ea typeface="ＭＳ Ｐゴシック"/>
                  <a:cs typeface="+mn-cs"/>
                </a:rPr>
                <a:t>10</a:t>
              </a:r>
            </a:p>
          </p:txBody>
        </p:sp>
        <p:sp>
          <p:nvSpPr>
            <p:cNvPr id="29" name="Ovale 37">
              <a:extLst>
                <a:ext uri="{FF2B5EF4-FFF2-40B4-BE49-F238E27FC236}">
                  <a16:creationId xmlns:a16="http://schemas.microsoft.com/office/drawing/2014/main" id="{B4E83CDD-F6F7-48DA-ABAC-140CCD08E26B}"/>
                </a:ext>
              </a:extLst>
            </p:cNvPr>
            <p:cNvSpPr/>
            <p:nvPr/>
          </p:nvSpPr>
          <p:spPr>
            <a:xfrm>
              <a:off x="333394" y="824624"/>
              <a:ext cx="471026" cy="281036"/>
            </a:xfrm>
            <a:prstGeom prst="ellipse">
              <a:avLst/>
            </a:prstGeom>
            <a:grpFill/>
            <a:ln w="12700" cap="flat" cmpd="sng" algn="ctr">
              <a:solidFill>
                <a:srgbClr val="C00000"/>
              </a:solidFill>
              <a:prstDash val="solid"/>
            </a:ln>
            <a:effectLst/>
          </p:spPr>
          <p:txBody>
            <a:bodyPr lIns="0" r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it-IT" sz="1800" b="1" i="0" u="none" strike="noStrike" kern="0" cap="none" spc="0" normalizeH="0" baseline="0" noProof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/>
                  <a:ea typeface="ＭＳ Ｐゴシック"/>
                  <a:cs typeface="+mn-cs"/>
                </a:rPr>
                <a:t>1</a:t>
              </a:r>
            </a:p>
          </p:txBody>
        </p:sp>
        <p:sp>
          <p:nvSpPr>
            <p:cNvPr id="30" name="Ovale 38">
              <a:extLst>
                <a:ext uri="{FF2B5EF4-FFF2-40B4-BE49-F238E27FC236}">
                  <a16:creationId xmlns:a16="http://schemas.microsoft.com/office/drawing/2014/main" id="{157E2E69-11F1-4207-816E-23E4900AE786}"/>
                </a:ext>
              </a:extLst>
            </p:cNvPr>
            <p:cNvSpPr/>
            <p:nvPr/>
          </p:nvSpPr>
          <p:spPr>
            <a:xfrm>
              <a:off x="333394" y="1381565"/>
              <a:ext cx="471026" cy="281036"/>
            </a:xfrm>
            <a:prstGeom prst="ellipse">
              <a:avLst/>
            </a:prstGeom>
            <a:grpFill/>
            <a:ln w="12700" cap="flat" cmpd="sng" algn="ctr">
              <a:solidFill>
                <a:srgbClr val="C00000"/>
              </a:solidFill>
              <a:prstDash val="solid"/>
            </a:ln>
            <a:effectLst/>
          </p:spPr>
          <p:txBody>
            <a:bodyPr lIns="0" r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it-IT" sz="1800" b="1" i="0" u="none" strike="noStrike" kern="0" cap="none" spc="0" normalizeH="0" baseline="0" noProof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/>
                  <a:ea typeface="ＭＳ Ｐゴシック"/>
                  <a:cs typeface="+mn-cs"/>
                </a:rPr>
                <a:t>2</a:t>
              </a:r>
            </a:p>
          </p:txBody>
        </p:sp>
        <p:sp>
          <p:nvSpPr>
            <p:cNvPr id="31" name="Ovale 39">
              <a:extLst>
                <a:ext uri="{FF2B5EF4-FFF2-40B4-BE49-F238E27FC236}">
                  <a16:creationId xmlns:a16="http://schemas.microsoft.com/office/drawing/2014/main" id="{4B56F8B4-4B5F-4452-A0CC-88555EFC18FE}"/>
                </a:ext>
              </a:extLst>
            </p:cNvPr>
            <p:cNvSpPr/>
            <p:nvPr/>
          </p:nvSpPr>
          <p:spPr>
            <a:xfrm>
              <a:off x="337247" y="1735986"/>
              <a:ext cx="471026" cy="281036"/>
            </a:xfrm>
            <a:prstGeom prst="ellipse">
              <a:avLst/>
            </a:prstGeom>
            <a:grpFill/>
            <a:ln w="12700" cap="flat" cmpd="sng" algn="ctr">
              <a:solidFill>
                <a:srgbClr val="C00000"/>
              </a:solidFill>
              <a:prstDash val="solid"/>
            </a:ln>
            <a:effectLst/>
          </p:spPr>
          <p:txBody>
            <a:bodyPr lIns="0" r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it-IT" sz="1800" b="1" i="0" u="none" strike="noStrike" kern="0" cap="none" spc="0" normalizeH="0" baseline="0" noProof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/>
                  <a:ea typeface="ＭＳ Ｐゴシック"/>
                  <a:cs typeface="+mn-cs"/>
                </a:rPr>
                <a:t>3</a:t>
              </a:r>
            </a:p>
          </p:txBody>
        </p:sp>
        <p:sp>
          <p:nvSpPr>
            <p:cNvPr id="32" name="Ovale 40">
              <a:extLst>
                <a:ext uri="{FF2B5EF4-FFF2-40B4-BE49-F238E27FC236}">
                  <a16:creationId xmlns:a16="http://schemas.microsoft.com/office/drawing/2014/main" id="{FAB8D32D-E414-40A5-B298-02F09C8EF892}"/>
                </a:ext>
              </a:extLst>
            </p:cNvPr>
            <p:cNvSpPr/>
            <p:nvPr/>
          </p:nvSpPr>
          <p:spPr>
            <a:xfrm>
              <a:off x="333394" y="2606195"/>
              <a:ext cx="471026" cy="281036"/>
            </a:xfrm>
            <a:prstGeom prst="ellipse">
              <a:avLst/>
            </a:prstGeom>
            <a:grpFill/>
            <a:ln w="12700" cap="flat" cmpd="sng" algn="ctr">
              <a:solidFill>
                <a:srgbClr val="C00000"/>
              </a:solidFill>
              <a:prstDash val="solid"/>
            </a:ln>
            <a:effectLst/>
          </p:spPr>
          <p:txBody>
            <a:bodyPr lIns="0" r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it-IT" sz="1800" b="1" i="0" u="none" strike="noStrike" kern="0" cap="none" spc="0" normalizeH="0" baseline="0" noProof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/>
                  <a:ea typeface="ＭＳ Ｐゴシック"/>
                  <a:cs typeface="+mn-cs"/>
                </a:rPr>
                <a:t>4</a:t>
              </a:r>
            </a:p>
          </p:txBody>
        </p:sp>
        <p:sp>
          <p:nvSpPr>
            <p:cNvPr id="33" name="Ovale 41">
              <a:extLst>
                <a:ext uri="{FF2B5EF4-FFF2-40B4-BE49-F238E27FC236}">
                  <a16:creationId xmlns:a16="http://schemas.microsoft.com/office/drawing/2014/main" id="{6AE6BA26-5427-4D0E-85BA-577E5F9473B4}"/>
                </a:ext>
              </a:extLst>
            </p:cNvPr>
            <p:cNvSpPr/>
            <p:nvPr/>
          </p:nvSpPr>
          <p:spPr>
            <a:xfrm>
              <a:off x="333393" y="2924629"/>
              <a:ext cx="471026" cy="281036"/>
            </a:xfrm>
            <a:prstGeom prst="ellipse">
              <a:avLst/>
            </a:prstGeom>
            <a:grpFill/>
            <a:ln w="12700" cap="flat" cmpd="sng" algn="ctr">
              <a:solidFill>
                <a:srgbClr val="C00000"/>
              </a:solidFill>
              <a:prstDash val="solid"/>
            </a:ln>
            <a:effectLst/>
          </p:spPr>
          <p:txBody>
            <a:bodyPr lIns="0" r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it-IT" sz="1800" b="1" i="0" u="none" strike="noStrike" kern="0" cap="none" spc="0" normalizeH="0" baseline="0" noProof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/>
                  <a:ea typeface="ＭＳ Ｐゴシック"/>
                  <a:cs typeface="+mn-cs"/>
                </a:rPr>
                <a:t>5</a:t>
              </a:r>
            </a:p>
          </p:txBody>
        </p:sp>
        <p:sp>
          <p:nvSpPr>
            <p:cNvPr id="34" name="Ovale 42">
              <a:extLst>
                <a:ext uri="{FF2B5EF4-FFF2-40B4-BE49-F238E27FC236}">
                  <a16:creationId xmlns:a16="http://schemas.microsoft.com/office/drawing/2014/main" id="{F3042AF4-BE90-4D7B-9FAC-C7444617236E}"/>
                </a:ext>
              </a:extLst>
            </p:cNvPr>
            <p:cNvSpPr/>
            <p:nvPr/>
          </p:nvSpPr>
          <p:spPr>
            <a:xfrm>
              <a:off x="333391" y="3267533"/>
              <a:ext cx="471026" cy="281036"/>
            </a:xfrm>
            <a:prstGeom prst="ellipse">
              <a:avLst/>
            </a:prstGeom>
            <a:grpFill/>
            <a:ln w="12700" cap="flat" cmpd="sng" algn="ctr">
              <a:solidFill>
                <a:srgbClr val="C00000"/>
              </a:solidFill>
              <a:prstDash val="solid"/>
            </a:ln>
            <a:effectLst/>
          </p:spPr>
          <p:txBody>
            <a:bodyPr lIns="0" r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it-IT" sz="1800" b="1" i="0" u="none" strike="noStrike" kern="0" cap="none" spc="0" normalizeH="0" baseline="0" noProof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/>
                  <a:ea typeface="ＭＳ Ｐゴシック"/>
                  <a:cs typeface="+mn-cs"/>
                </a:rPr>
                <a:t>6</a:t>
              </a:r>
            </a:p>
          </p:txBody>
        </p:sp>
        <p:sp>
          <p:nvSpPr>
            <p:cNvPr id="35" name="Ovale 43">
              <a:extLst>
                <a:ext uri="{FF2B5EF4-FFF2-40B4-BE49-F238E27FC236}">
                  <a16:creationId xmlns:a16="http://schemas.microsoft.com/office/drawing/2014/main" id="{79E6EB14-3A91-4E6D-8A58-519E33527AC8}"/>
                </a:ext>
              </a:extLst>
            </p:cNvPr>
            <p:cNvSpPr/>
            <p:nvPr/>
          </p:nvSpPr>
          <p:spPr>
            <a:xfrm>
              <a:off x="333391" y="3900672"/>
              <a:ext cx="471026" cy="281036"/>
            </a:xfrm>
            <a:prstGeom prst="ellipse">
              <a:avLst/>
            </a:prstGeom>
            <a:grpFill/>
            <a:ln w="12700" cap="flat" cmpd="sng" algn="ctr">
              <a:solidFill>
                <a:srgbClr val="C00000"/>
              </a:solidFill>
              <a:prstDash val="solid"/>
            </a:ln>
            <a:effectLst/>
          </p:spPr>
          <p:txBody>
            <a:bodyPr lIns="0" r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it-IT" sz="1800" b="1" i="0" u="none" strike="noStrike" kern="0" cap="none" spc="0" normalizeH="0" baseline="0" noProof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/>
                  <a:ea typeface="ＭＳ Ｐゴシック"/>
                  <a:cs typeface="+mn-cs"/>
                </a:rPr>
                <a:t>7</a:t>
              </a:r>
            </a:p>
          </p:txBody>
        </p:sp>
        <p:sp>
          <p:nvSpPr>
            <p:cNvPr id="36" name="Ovale 44">
              <a:extLst>
                <a:ext uri="{FF2B5EF4-FFF2-40B4-BE49-F238E27FC236}">
                  <a16:creationId xmlns:a16="http://schemas.microsoft.com/office/drawing/2014/main" id="{BC5072FC-2F0F-4EFA-9542-8BBBE4906FDA}"/>
                </a:ext>
              </a:extLst>
            </p:cNvPr>
            <p:cNvSpPr/>
            <p:nvPr/>
          </p:nvSpPr>
          <p:spPr>
            <a:xfrm>
              <a:off x="333390" y="4243907"/>
              <a:ext cx="471026" cy="281036"/>
            </a:xfrm>
            <a:prstGeom prst="ellipse">
              <a:avLst/>
            </a:prstGeom>
            <a:grpFill/>
            <a:ln w="12700" cap="flat" cmpd="sng" algn="ctr">
              <a:solidFill>
                <a:srgbClr val="C00000"/>
              </a:solidFill>
              <a:prstDash val="solid"/>
            </a:ln>
            <a:effectLst/>
          </p:spPr>
          <p:txBody>
            <a:bodyPr lIns="0" r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it-IT" sz="1800" b="1" i="0" u="none" strike="noStrike" kern="0" cap="none" spc="0" normalizeH="0" baseline="0" noProof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/>
                  <a:ea typeface="ＭＳ Ｐゴシック"/>
                  <a:cs typeface="+mn-cs"/>
                </a:rPr>
                <a:t>8</a:t>
              </a:r>
            </a:p>
          </p:txBody>
        </p:sp>
        <p:sp>
          <p:nvSpPr>
            <p:cNvPr id="37" name="Ovale 45">
              <a:extLst>
                <a:ext uri="{FF2B5EF4-FFF2-40B4-BE49-F238E27FC236}">
                  <a16:creationId xmlns:a16="http://schemas.microsoft.com/office/drawing/2014/main" id="{608E13B6-A6B6-453F-BF6A-A1FDF30F73E9}"/>
                </a:ext>
              </a:extLst>
            </p:cNvPr>
            <p:cNvSpPr/>
            <p:nvPr/>
          </p:nvSpPr>
          <p:spPr>
            <a:xfrm>
              <a:off x="333390" y="4571107"/>
              <a:ext cx="471026" cy="281036"/>
            </a:xfrm>
            <a:prstGeom prst="ellipse">
              <a:avLst/>
            </a:prstGeom>
            <a:grpFill/>
            <a:ln w="12700" cap="flat" cmpd="sng" algn="ctr">
              <a:solidFill>
                <a:srgbClr val="C00000"/>
              </a:solidFill>
              <a:prstDash val="solid"/>
            </a:ln>
            <a:effectLst/>
          </p:spPr>
          <p:txBody>
            <a:bodyPr lIns="0" r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it-IT" sz="1800" b="1" i="0" u="none" strike="noStrike" kern="0" cap="none" spc="0" normalizeH="0" baseline="0" noProof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/>
                  <a:ea typeface="ＭＳ Ｐゴシック"/>
                  <a:cs typeface="+mn-cs"/>
                </a:rPr>
                <a:t>9</a:t>
              </a:r>
            </a:p>
          </p:txBody>
        </p:sp>
        <p:sp>
          <p:nvSpPr>
            <p:cNvPr id="38" name="Ovale 46">
              <a:extLst>
                <a:ext uri="{FF2B5EF4-FFF2-40B4-BE49-F238E27FC236}">
                  <a16:creationId xmlns:a16="http://schemas.microsoft.com/office/drawing/2014/main" id="{AD8E81BE-7F3A-4445-9716-6A6D40DD7D5F}"/>
                </a:ext>
              </a:extLst>
            </p:cNvPr>
            <p:cNvSpPr/>
            <p:nvPr/>
          </p:nvSpPr>
          <p:spPr>
            <a:xfrm>
              <a:off x="333390" y="5229350"/>
              <a:ext cx="471026" cy="281036"/>
            </a:xfrm>
            <a:prstGeom prst="ellipse">
              <a:avLst/>
            </a:prstGeom>
            <a:grpFill/>
            <a:ln w="12700" cap="flat" cmpd="sng" algn="ctr">
              <a:solidFill>
                <a:srgbClr val="C00000"/>
              </a:solidFill>
              <a:prstDash val="solid"/>
            </a:ln>
            <a:effectLst/>
          </p:spPr>
          <p:txBody>
            <a:bodyPr lIns="0" r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it-IT" sz="1800" b="1" i="0" u="none" strike="noStrike" kern="0" cap="none" spc="0" normalizeH="0" baseline="0" noProof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/>
                  <a:ea typeface="ＭＳ Ｐゴシック"/>
                  <a:cs typeface="+mn-cs"/>
                </a:rPr>
                <a:t>11</a:t>
              </a:r>
            </a:p>
          </p:txBody>
        </p:sp>
        <p:sp>
          <p:nvSpPr>
            <p:cNvPr id="39" name="Ovale 47">
              <a:extLst>
                <a:ext uri="{FF2B5EF4-FFF2-40B4-BE49-F238E27FC236}">
                  <a16:creationId xmlns:a16="http://schemas.microsoft.com/office/drawing/2014/main" id="{0AD34C0A-8026-4294-A6B4-E5ECF1F3BF23}"/>
                </a:ext>
              </a:extLst>
            </p:cNvPr>
            <p:cNvSpPr/>
            <p:nvPr/>
          </p:nvSpPr>
          <p:spPr>
            <a:xfrm>
              <a:off x="333390" y="5616726"/>
              <a:ext cx="471026" cy="281036"/>
            </a:xfrm>
            <a:prstGeom prst="ellipse">
              <a:avLst/>
            </a:prstGeom>
            <a:grpFill/>
            <a:ln w="12700" cap="flat" cmpd="sng" algn="ctr">
              <a:solidFill>
                <a:srgbClr val="C00000"/>
              </a:solidFill>
              <a:prstDash val="solid"/>
            </a:ln>
            <a:effectLst/>
          </p:spPr>
          <p:txBody>
            <a:bodyPr lIns="0" r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it-IT" sz="1800" b="1" i="0" u="none" strike="noStrike" kern="0" cap="none" spc="0" normalizeH="0" baseline="0" noProof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/>
                  <a:ea typeface="ＭＳ Ｐゴシック"/>
                  <a:cs typeface="+mn-cs"/>
                </a:rPr>
                <a:t>12</a:t>
              </a:r>
            </a:p>
          </p:txBody>
        </p:sp>
        <p:sp>
          <p:nvSpPr>
            <p:cNvPr id="40" name="Ovale 48">
              <a:extLst>
                <a:ext uri="{FF2B5EF4-FFF2-40B4-BE49-F238E27FC236}">
                  <a16:creationId xmlns:a16="http://schemas.microsoft.com/office/drawing/2014/main" id="{A626A1D6-6EEB-4DDA-9AF4-823A2FA29003}"/>
                </a:ext>
              </a:extLst>
            </p:cNvPr>
            <p:cNvSpPr/>
            <p:nvPr/>
          </p:nvSpPr>
          <p:spPr>
            <a:xfrm>
              <a:off x="333389" y="6162978"/>
              <a:ext cx="471026" cy="281036"/>
            </a:xfrm>
            <a:prstGeom prst="ellipse">
              <a:avLst/>
            </a:prstGeom>
            <a:grpFill/>
            <a:ln w="12700" cap="flat" cmpd="sng" algn="ctr">
              <a:solidFill>
                <a:srgbClr val="C00000"/>
              </a:solidFill>
              <a:prstDash val="solid"/>
            </a:ln>
            <a:effectLst/>
          </p:spPr>
          <p:txBody>
            <a:bodyPr lIns="0" r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it-IT" sz="1800" b="1" i="0" u="none" strike="noStrike" kern="0" cap="none" spc="0" normalizeH="0" baseline="0" noProof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/>
                  <a:ea typeface="ＭＳ Ｐゴシック"/>
                  <a:cs typeface="+mn-cs"/>
                </a:rPr>
                <a:t>13</a:t>
              </a:r>
            </a:p>
          </p:txBody>
        </p:sp>
        <p:sp>
          <p:nvSpPr>
            <p:cNvPr id="41" name="Ovale 49">
              <a:extLst>
                <a:ext uri="{FF2B5EF4-FFF2-40B4-BE49-F238E27FC236}">
                  <a16:creationId xmlns:a16="http://schemas.microsoft.com/office/drawing/2014/main" id="{0C7757EF-43A6-415D-8143-88E45D227ADF}"/>
                </a:ext>
              </a:extLst>
            </p:cNvPr>
            <p:cNvSpPr/>
            <p:nvPr/>
          </p:nvSpPr>
          <p:spPr>
            <a:xfrm>
              <a:off x="333389" y="6503080"/>
              <a:ext cx="471026" cy="281036"/>
            </a:xfrm>
            <a:prstGeom prst="ellipse">
              <a:avLst/>
            </a:prstGeom>
            <a:grpFill/>
            <a:ln w="12700" cap="flat" cmpd="sng" algn="ctr">
              <a:solidFill>
                <a:srgbClr val="C00000"/>
              </a:solidFill>
              <a:prstDash val="solid"/>
            </a:ln>
            <a:effectLst/>
          </p:spPr>
          <p:txBody>
            <a:bodyPr lIns="0" r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it-IT" sz="1800" b="1" i="0" u="none" strike="noStrike" kern="0" cap="none" spc="0" normalizeH="0" baseline="0" noProof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/>
                  <a:ea typeface="ＭＳ Ｐゴシック"/>
                  <a:cs typeface="+mn-cs"/>
                </a:rPr>
                <a:t>14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131340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3">
            <a:extLst>
              <a:ext uri="{FF2B5EF4-FFF2-40B4-BE49-F238E27FC236}">
                <a16:creationId xmlns:a16="http://schemas.microsoft.com/office/drawing/2014/main" id="{F89AFA8E-153D-3CA5-7605-73D8F3908A22}"/>
              </a:ext>
            </a:extLst>
          </p:cNvPr>
          <p:cNvSpPr txBox="1"/>
          <p:nvPr/>
        </p:nvSpPr>
        <p:spPr>
          <a:xfrm>
            <a:off x="8099703" y="-11056"/>
            <a:ext cx="848784" cy="302091"/>
          </a:xfrm>
          <a:prstGeom prst="roundRect">
            <a:avLst>
              <a:gd name="adj" fmla="val 23448"/>
            </a:avLst>
          </a:prstGeom>
          <a:noFill/>
          <a:ln w="9525"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100" u="sng"/>
              <a:t>Legend</a:t>
            </a:r>
          </a:p>
        </p:txBody>
      </p:sp>
      <p:sp>
        <p:nvSpPr>
          <p:cNvPr id="14" name="Title 13">
            <a:extLst>
              <a:ext uri="{FF2B5EF4-FFF2-40B4-BE49-F238E27FC236}">
                <a16:creationId xmlns:a16="http://schemas.microsoft.com/office/drawing/2014/main" id="{ABCF9246-8BA5-4120-B3F6-1B3FFA10D7A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 b="1"/>
              <a:t>AGENDA</a:t>
            </a:r>
          </a:p>
        </p:txBody>
      </p:sp>
      <p:sp>
        <p:nvSpPr>
          <p:cNvPr id="158" name="Rectangle 15">
            <a:extLst>
              <a:ext uri="{FF2B5EF4-FFF2-40B4-BE49-F238E27FC236}">
                <a16:creationId xmlns:a16="http://schemas.microsoft.com/office/drawing/2014/main" id="{427F97FF-BF96-4417-AC7E-D05F0722E12E}"/>
              </a:ext>
            </a:extLst>
          </p:cNvPr>
          <p:cNvSpPr/>
          <p:nvPr/>
        </p:nvSpPr>
        <p:spPr>
          <a:xfrm>
            <a:off x="1101934" y="1035563"/>
            <a:ext cx="1439501" cy="849931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none" strike="noStrike" kern="120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Regular"/>
              <a:ea typeface="ＭＳ Ｐゴシック"/>
              <a:cs typeface="+mn-cs"/>
            </a:endParaRPr>
          </a:p>
        </p:txBody>
      </p:sp>
      <p:sp>
        <p:nvSpPr>
          <p:cNvPr id="181" name="Rectangle 21">
            <a:extLst>
              <a:ext uri="{FF2B5EF4-FFF2-40B4-BE49-F238E27FC236}">
                <a16:creationId xmlns:a16="http://schemas.microsoft.com/office/drawing/2014/main" id="{58FD84CC-5991-4C10-A53B-A58DE140F4EC}"/>
              </a:ext>
            </a:extLst>
          </p:cNvPr>
          <p:cNvSpPr/>
          <p:nvPr/>
        </p:nvSpPr>
        <p:spPr>
          <a:xfrm>
            <a:off x="2541435" y="1035563"/>
            <a:ext cx="8606662" cy="84993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Regular"/>
              <a:ea typeface="ＭＳ Ｐゴシック"/>
              <a:cs typeface="+mn-cs"/>
            </a:endParaRPr>
          </a:p>
        </p:txBody>
      </p:sp>
      <p:sp>
        <p:nvSpPr>
          <p:cNvPr id="183" name="Text Placeholder 3">
            <a:extLst>
              <a:ext uri="{FF2B5EF4-FFF2-40B4-BE49-F238E27FC236}">
                <a16:creationId xmlns:a16="http://schemas.microsoft.com/office/drawing/2014/main" id="{3B5C256A-6D92-49DC-A51D-B981100F223F}"/>
              </a:ext>
            </a:extLst>
          </p:cNvPr>
          <p:cNvSpPr txBox="1">
            <a:spLocks/>
          </p:cNvSpPr>
          <p:nvPr/>
        </p:nvSpPr>
        <p:spPr>
          <a:xfrm>
            <a:off x="1556301" y="1292110"/>
            <a:ext cx="530766" cy="336837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0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Regular"/>
                <a:cs typeface="Segoe UI Light"/>
              </a:rPr>
              <a:t>01</a:t>
            </a:r>
            <a:endParaRPr kumimoji="0" lang="en-US" sz="20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Regular"/>
              <a:cs typeface="Segoe UI Light"/>
            </a:endParaRPr>
          </a:p>
        </p:txBody>
      </p:sp>
      <p:sp>
        <p:nvSpPr>
          <p:cNvPr id="184" name="Text Placeholder 3">
            <a:extLst>
              <a:ext uri="{FF2B5EF4-FFF2-40B4-BE49-F238E27FC236}">
                <a16:creationId xmlns:a16="http://schemas.microsoft.com/office/drawing/2014/main" id="{B2B9C538-506F-411C-AB0F-3D15E6F16667}"/>
              </a:ext>
            </a:extLst>
          </p:cNvPr>
          <p:cNvSpPr txBox="1">
            <a:spLocks/>
          </p:cNvSpPr>
          <p:nvPr/>
        </p:nvSpPr>
        <p:spPr>
          <a:xfrm>
            <a:off x="2541435" y="1292110"/>
            <a:ext cx="7460802" cy="336837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0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fontAlgn="auto">
              <a:spcAft>
                <a:spcPts val="0"/>
              </a:spcAft>
              <a:buClrTx/>
              <a:buSzTx/>
              <a:tabLst/>
              <a:defRPr/>
            </a:pPr>
            <a:r>
              <a:rPr lang="en-GB">
                <a:solidFill>
                  <a:prstClr val="white">
                    <a:lumMod val="75000"/>
                  </a:prstClr>
                </a:solidFill>
                <a:latin typeface="Arial Regular"/>
                <a:cs typeface="Segoe UI Light"/>
              </a:rPr>
              <a:t>Overall Pre-Binding Process </a:t>
            </a:r>
          </a:p>
        </p:txBody>
      </p:sp>
      <p:sp>
        <p:nvSpPr>
          <p:cNvPr id="185" name="Rectangle 15">
            <a:extLst>
              <a:ext uri="{FF2B5EF4-FFF2-40B4-BE49-F238E27FC236}">
                <a16:creationId xmlns:a16="http://schemas.microsoft.com/office/drawing/2014/main" id="{F7666A3F-0967-4FD7-881B-F4295740B79D}"/>
              </a:ext>
            </a:extLst>
          </p:cNvPr>
          <p:cNvSpPr/>
          <p:nvPr/>
        </p:nvSpPr>
        <p:spPr>
          <a:xfrm>
            <a:off x="1101934" y="2063317"/>
            <a:ext cx="1439501" cy="849931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none" strike="noStrike" kern="120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Regular"/>
              <a:ea typeface="ＭＳ Ｐゴシック"/>
              <a:cs typeface="+mn-cs"/>
            </a:endParaRPr>
          </a:p>
        </p:txBody>
      </p:sp>
      <p:sp>
        <p:nvSpPr>
          <p:cNvPr id="187" name="Rectangle 21">
            <a:extLst>
              <a:ext uri="{FF2B5EF4-FFF2-40B4-BE49-F238E27FC236}">
                <a16:creationId xmlns:a16="http://schemas.microsoft.com/office/drawing/2014/main" id="{646D6006-2DDC-4058-B768-BEFD6334F7FB}"/>
              </a:ext>
            </a:extLst>
          </p:cNvPr>
          <p:cNvSpPr/>
          <p:nvPr/>
        </p:nvSpPr>
        <p:spPr>
          <a:xfrm>
            <a:off x="2541435" y="2063317"/>
            <a:ext cx="8606662" cy="84993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Regular"/>
              <a:ea typeface="ＭＳ Ｐゴシック"/>
              <a:cs typeface="+mn-cs"/>
            </a:endParaRPr>
          </a:p>
        </p:txBody>
      </p:sp>
      <p:sp>
        <p:nvSpPr>
          <p:cNvPr id="188" name="Text Placeholder 3">
            <a:extLst>
              <a:ext uri="{FF2B5EF4-FFF2-40B4-BE49-F238E27FC236}">
                <a16:creationId xmlns:a16="http://schemas.microsoft.com/office/drawing/2014/main" id="{3BC9EEF1-96E0-408F-94EA-5F6CE1D79E91}"/>
              </a:ext>
            </a:extLst>
          </p:cNvPr>
          <p:cNvSpPr txBox="1">
            <a:spLocks/>
          </p:cNvSpPr>
          <p:nvPr/>
        </p:nvSpPr>
        <p:spPr>
          <a:xfrm>
            <a:off x="1556301" y="2319864"/>
            <a:ext cx="530766" cy="336837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0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Regular"/>
                <a:cs typeface="Segoe UI Light"/>
              </a:rPr>
              <a:t>02</a:t>
            </a:r>
            <a:endParaRPr kumimoji="0" lang="en-US" sz="20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Regular"/>
              <a:cs typeface="Segoe UI Light"/>
            </a:endParaRPr>
          </a:p>
        </p:txBody>
      </p:sp>
      <p:sp>
        <p:nvSpPr>
          <p:cNvPr id="189" name="Text Placeholder 3">
            <a:extLst>
              <a:ext uri="{FF2B5EF4-FFF2-40B4-BE49-F238E27FC236}">
                <a16:creationId xmlns:a16="http://schemas.microsoft.com/office/drawing/2014/main" id="{620622C1-07CE-4DE1-A8C8-959928366B94}"/>
              </a:ext>
            </a:extLst>
          </p:cNvPr>
          <p:cNvSpPr txBox="1">
            <a:spLocks/>
          </p:cNvSpPr>
          <p:nvPr/>
        </p:nvSpPr>
        <p:spPr>
          <a:xfrm>
            <a:off x="2541435" y="2281133"/>
            <a:ext cx="8094264" cy="414298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0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>
                <a:solidFill>
                  <a:prstClr val="white">
                    <a:lumMod val="75000"/>
                  </a:prstClr>
                </a:solidFill>
                <a:latin typeface="Arial Regular"/>
                <a:cs typeface="Segoe UI Light"/>
              </a:rPr>
              <a:t>Requirements Collected</a:t>
            </a:r>
            <a:endParaRPr lang="en-GB">
              <a:solidFill>
                <a:prstClr val="white">
                  <a:lumMod val="75000"/>
                </a:prstClr>
              </a:solidFill>
              <a:latin typeface="Arial Regular"/>
              <a:cs typeface="Segoe UI Light"/>
            </a:endParaRPr>
          </a:p>
        </p:txBody>
      </p:sp>
      <p:sp>
        <p:nvSpPr>
          <p:cNvPr id="190" name="Rectangle 15">
            <a:extLst>
              <a:ext uri="{FF2B5EF4-FFF2-40B4-BE49-F238E27FC236}">
                <a16:creationId xmlns:a16="http://schemas.microsoft.com/office/drawing/2014/main" id="{A9BE1DB4-536F-460A-A461-BF41418358D2}"/>
              </a:ext>
            </a:extLst>
          </p:cNvPr>
          <p:cNvSpPr/>
          <p:nvPr/>
        </p:nvSpPr>
        <p:spPr>
          <a:xfrm>
            <a:off x="1101934" y="3091071"/>
            <a:ext cx="1439501" cy="849931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none" strike="noStrike" kern="120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Regular"/>
              <a:ea typeface="ＭＳ Ｐゴシック"/>
              <a:cs typeface="+mn-cs"/>
            </a:endParaRPr>
          </a:p>
        </p:txBody>
      </p:sp>
      <p:sp>
        <p:nvSpPr>
          <p:cNvPr id="191" name="Rectangle 21">
            <a:extLst>
              <a:ext uri="{FF2B5EF4-FFF2-40B4-BE49-F238E27FC236}">
                <a16:creationId xmlns:a16="http://schemas.microsoft.com/office/drawing/2014/main" id="{FA4A2375-4224-4324-9C9F-353D7B14A44B}"/>
              </a:ext>
            </a:extLst>
          </p:cNvPr>
          <p:cNvSpPr/>
          <p:nvPr/>
        </p:nvSpPr>
        <p:spPr>
          <a:xfrm>
            <a:off x="2541435" y="3091071"/>
            <a:ext cx="8606662" cy="84993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Regular"/>
              <a:ea typeface="ＭＳ Ｐゴシック"/>
              <a:cs typeface="+mn-cs"/>
            </a:endParaRPr>
          </a:p>
        </p:txBody>
      </p:sp>
      <p:sp>
        <p:nvSpPr>
          <p:cNvPr id="192" name="Text Placeholder 3">
            <a:extLst>
              <a:ext uri="{FF2B5EF4-FFF2-40B4-BE49-F238E27FC236}">
                <a16:creationId xmlns:a16="http://schemas.microsoft.com/office/drawing/2014/main" id="{372C3DF6-240B-4157-935E-F91C74FA0BB4}"/>
              </a:ext>
            </a:extLst>
          </p:cNvPr>
          <p:cNvSpPr txBox="1">
            <a:spLocks/>
          </p:cNvSpPr>
          <p:nvPr/>
        </p:nvSpPr>
        <p:spPr>
          <a:xfrm>
            <a:off x="1556301" y="3347618"/>
            <a:ext cx="530766" cy="336837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0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Regular"/>
                <a:cs typeface="Segoe UI Light"/>
              </a:rPr>
              <a:t>03</a:t>
            </a:r>
            <a:endParaRPr kumimoji="0" lang="en-US" sz="20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Regular"/>
              <a:cs typeface="Segoe UI Light"/>
            </a:endParaRPr>
          </a:p>
        </p:txBody>
      </p:sp>
      <p:sp>
        <p:nvSpPr>
          <p:cNvPr id="193" name="Text Placeholder 3">
            <a:extLst>
              <a:ext uri="{FF2B5EF4-FFF2-40B4-BE49-F238E27FC236}">
                <a16:creationId xmlns:a16="http://schemas.microsoft.com/office/drawing/2014/main" id="{8F92B530-7789-4C0E-A335-961623276865}"/>
              </a:ext>
            </a:extLst>
          </p:cNvPr>
          <p:cNvSpPr txBox="1">
            <a:spLocks/>
          </p:cNvSpPr>
          <p:nvPr/>
        </p:nvSpPr>
        <p:spPr>
          <a:xfrm>
            <a:off x="2541435" y="3347618"/>
            <a:ext cx="7460802" cy="336837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0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err="1">
                <a:solidFill>
                  <a:prstClr val="white">
                    <a:lumMod val="75000"/>
                  </a:prstClr>
                </a:solidFill>
                <a:latin typeface="Arial Regular"/>
                <a:cs typeface="Segoe UI Light"/>
              </a:rPr>
              <a:t>Prioritisation</a:t>
            </a:r>
            <a:r>
              <a:rPr lang="en-US">
                <a:solidFill>
                  <a:prstClr val="white">
                    <a:lumMod val="75000"/>
                  </a:prstClr>
                </a:solidFill>
                <a:latin typeface="Arial Regular"/>
                <a:cs typeface="Segoe UI Light"/>
              </a:rPr>
              <a:t> Method</a:t>
            </a:r>
            <a:endParaRPr lang="en-GB">
              <a:solidFill>
                <a:prstClr val="white">
                  <a:lumMod val="75000"/>
                </a:prstClr>
              </a:solidFill>
              <a:latin typeface="Arial Regular"/>
              <a:cs typeface="Segoe UI Light"/>
            </a:endParaRPr>
          </a:p>
        </p:txBody>
      </p:sp>
      <p:sp>
        <p:nvSpPr>
          <p:cNvPr id="194" name="Rectangle 15">
            <a:extLst>
              <a:ext uri="{FF2B5EF4-FFF2-40B4-BE49-F238E27FC236}">
                <a16:creationId xmlns:a16="http://schemas.microsoft.com/office/drawing/2014/main" id="{1FE87ABE-CFD5-4BDA-A33F-8401293444B5}"/>
              </a:ext>
            </a:extLst>
          </p:cNvPr>
          <p:cNvSpPr/>
          <p:nvPr/>
        </p:nvSpPr>
        <p:spPr>
          <a:xfrm>
            <a:off x="1101934" y="4118825"/>
            <a:ext cx="1439501" cy="849931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none" strike="noStrike" kern="120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Regular"/>
              <a:ea typeface="ＭＳ Ｐゴシック"/>
              <a:cs typeface="+mn-cs"/>
            </a:endParaRPr>
          </a:p>
        </p:txBody>
      </p:sp>
      <p:sp>
        <p:nvSpPr>
          <p:cNvPr id="195" name="Rectangle 21">
            <a:extLst>
              <a:ext uri="{FF2B5EF4-FFF2-40B4-BE49-F238E27FC236}">
                <a16:creationId xmlns:a16="http://schemas.microsoft.com/office/drawing/2014/main" id="{818FBCF1-2E27-4A37-A066-FC88503301DB}"/>
              </a:ext>
            </a:extLst>
          </p:cNvPr>
          <p:cNvSpPr/>
          <p:nvPr/>
        </p:nvSpPr>
        <p:spPr>
          <a:xfrm>
            <a:off x="2541435" y="4118825"/>
            <a:ext cx="8606662" cy="84993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Regular"/>
              <a:ea typeface="ＭＳ Ｐゴシック"/>
              <a:cs typeface="+mn-cs"/>
            </a:endParaRPr>
          </a:p>
        </p:txBody>
      </p:sp>
      <p:sp>
        <p:nvSpPr>
          <p:cNvPr id="196" name="Text Placeholder 3">
            <a:extLst>
              <a:ext uri="{FF2B5EF4-FFF2-40B4-BE49-F238E27FC236}">
                <a16:creationId xmlns:a16="http://schemas.microsoft.com/office/drawing/2014/main" id="{ECB6DAE0-3C4F-4377-A3E2-E6DC51807689}"/>
              </a:ext>
            </a:extLst>
          </p:cNvPr>
          <p:cNvSpPr txBox="1">
            <a:spLocks/>
          </p:cNvSpPr>
          <p:nvPr/>
        </p:nvSpPr>
        <p:spPr>
          <a:xfrm>
            <a:off x="1556301" y="4375372"/>
            <a:ext cx="530766" cy="336837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0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Regular"/>
                <a:cs typeface="Segoe UI Light"/>
              </a:rPr>
              <a:t>04</a:t>
            </a:r>
            <a:endParaRPr kumimoji="0" lang="en-US" sz="20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Regular"/>
              <a:cs typeface="Segoe UI Light"/>
            </a:endParaRPr>
          </a:p>
        </p:txBody>
      </p:sp>
      <p:sp>
        <p:nvSpPr>
          <p:cNvPr id="197" name="Text Placeholder 3">
            <a:extLst>
              <a:ext uri="{FF2B5EF4-FFF2-40B4-BE49-F238E27FC236}">
                <a16:creationId xmlns:a16="http://schemas.microsoft.com/office/drawing/2014/main" id="{78A7717D-51B9-4EA6-8A95-E797922A08FD}"/>
              </a:ext>
            </a:extLst>
          </p:cNvPr>
          <p:cNvSpPr txBox="1">
            <a:spLocks/>
          </p:cNvSpPr>
          <p:nvPr/>
        </p:nvSpPr>
        <p:spPr>
          <a:xfrm>
            <a:off x="2523707" y="4350628"/>
            <a:ext cx="7460802" cy="336837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0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Arial Regular"/>
                <a:cs typeface="Segoe UI Light"/>
              </a:rPr>
              <a:t>“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Regular"/>
                <a:cs typeface="Segoe UI Light"/>
              </a:rPr>
              <a:t>Must have” Requirements</a:t>
            </a:r>
            <a:endParaRPr kumimoji="0" lang="en-GB" sz="2000" b="0" i="0" u="none" strike="noStrike" kern="120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Regular"/>
              <a:cs typeface="Segoe UI Light"/>
            </a:endParaRPr>
          </a:p>
        </p:txBody>
      </p:sp>
      <p:sp>
        <p:nvSpPr>
          <p:cNvPr id="203" name="Rectangle 15">
            <a:extLst>
              <a:ext uri="{FF2B5EF4-FFF2-40B4-BE49-F238E27FC236}">
                <a16:creationId xmlns:a16="http://schemas.microsoft.com/office/drawing/2014/main" id="{9972ACFF-F309-4E2C-99F8-272DBBF2CC74}"/>
              </a:ext>
            </a:extLst>
          </p:cNvPr>
          <p:cNvSpPr/>
          <p:nvPr/>
        </p:nvSpPr>
        <p:spPr>
          <a:xfrm>
            <a:off x="1101934" y="5146579"/>
            <a:ext cx="1439501" cy="849931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none" strike="noStrike" kern="120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Regular"/>
              <a:ea typeface="ＭＳ Ｐゴシック"/>
              <a:cs typeface="+mn-cs"/>
            </a:endParaRPr>
          </a:p>
        </p:txBody>
      </p:sp>
      <p:sp>
        <p:nvSpPr>
          <p:cNvPr id="204" name="Rectangle 21">
            <a:extLst>
              <a:ext uri="{FF2B5EF4-FFF2-40B4-BE49-F238E27FC236}">
                <a16:creationId xmlns:a16="http://schemas.microsoft.com/office/drawing/2014/main" id="{7C59266E-5570-4922-9FEE-BE531C2ADAA2}"/>
              </a:ext>
            </a:extLst>
          </p:cNvPr>
          <p:cNvSpPr/>
          <p:nvPr/>
        </p:nvSpPr>
        <p:spPr>
          <a:xfrm>
            <a:off x="2541435" y="5146579"/>
            <a:ext cx="8606662" cy="84993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r>
              <a:rPr lang="en-US" sz="2000">
                <a:solidFill>
                  <a:prstClr val="white">
                    <a:lumMod val="75000"/>
                  </a:prstClr>
                </a:solidFill>
                <a:latin typeface="Arial Regular"/>
                <a:cs typeface="Segoe UI Light"/>
              </a:rPr>
              <a:t>User Experience</a:t>
            </a:r>
            <a:endParaRPr kumimoji="0" lang="en-GB" sz="20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Arial Regular"/>
              <a:cs typeface="Segoe UI Light"/>
            </a:endParaRPr>
          </a:p>
        </p:txBody>
      </p:sp>
      <p:sp>
        <p:nvSpPr>
          <p:cNvPr id="205" name="Text Placeholder 3">
            <a:extLst>
              <a:ext uri="{FF2B5EF4-FFF2-40B4-BE49-F238E27FC236}">
                <a16:creationId xmlns:a16="http://schemas.microsoft.com/office/drawing/2014/main" id="{4E9A8709-9DE6-4B5F-98E3-D3FB2943149F}"/>
              </a:ext>
            </a:extLst>
          </p:cNvPr>
          <p:cNvSpPr txBox="1">
            <a:spLocks/>
          </p:cNvSpPr>
          <p:nvPr/>
        </p:nvSpPr>
        <p:spPr>
          <a:xfrm>
            <a:off x="1556301" y="5403126"/>
            <a:ext cx="530766" cy="336837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0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Regular"/>
                <a:cs typeface="Segoe UI Light"/>
              </a:rPr>
              <a:t>05</a:t>
            </a:r>
            <a:endParaRPr kumimoji="0" lang="en-US" sz="20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Regular"/>
              <a:cs typeface="Segoe UI Light"/>
            </a:endParaRPr>
          </a:p>
        </p:txBody>
      </p:sp>
    </p:spTree>
    <p:extLst>
      <p:ext uri="{BB962C8B-B14F-4D97-AF65-F5344CB8AC3E}">
        <p14:creationId xmlns:p14="http://schemas.microsoft.com/office/powerpoint/2010/main" val="37435644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6E193DA-30F8-4F35-A043-9548C29C44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6962" y="204227"/>
            <a:ext cx="6032982" cy="557458"/>
          </a:xfrm>
        </p:spPr>
        <p:txBody>
          <a:bodyPr/>
          <a:lstStyle/>
          <a:p>
            <a:r>
              <a:rPr lang="en-US" b="1"/>
              <a:t>Pre-Binding Process – MUST HAVE Requirements</a:t>
            </a:r>
            <a:br>
              <a:rPr lang="it-IT"/>
            </a:br>
            <a:r>
              <a:rPr lang="it-IT" sz="1600">
                <a:solidFill>
                  <a:schemeClr val="accent5">
                    <a:lumMod val="50000"/>
                  </a:schemeClr>
                </a:solidFill>
              </a:rPr>
              <a:t>Proposal</a:t>
            </a:r>
            <a:endParaRPr lang="it-IT"/>
          </a:p>
        </p:txBody>
      </p:sp>
      <p:sp>
        <p:nvSpPr>
          <p:cNvPr id="2" name="Arrow: Pentagon 1">
            <a:extLst>
              <a:ext uri="{FF2B5EF4-FFF2-40B4-BE49-F238E27FC236}">
                <a16:creationId xmlns:a16="http://schemas.microsoft.com/office/drawing/2014/main" id="{8EC3AC26-97D7-4BC5-833D-38A27D1AF205}"/>
              </a:ext>
            </a:extLst>
          </p:cNvPr>
          <p:cNvSpPr/>
          <p:nvPr/>
        </p:nvSpPr>
        <p:spPr bwMode="auto">
          <a:xfrm>
            <a:off x="311139" y="1634302"/>
            <a:ext cx="3240000" cy="435600"/>
          </a:xfrm>
          <a:prstGeom prst="homePlate">
            <a:avLst/>
          </a:prstGeom>
          <a:solidFill>
            <a:schemeClr val="accent1"/>
          </a:solidFill>
          <a:ln w="28575" cap="rnd">
            <a:solidFill>
              <a:schemeClr val="bg1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it-IT" sz="9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Ubuntu" panose="020B0504030602030204" pitchFamily="34" charset="0"/>
                <a:ea typeface="+mn-ea"/>
                <a:cs typeface="+mn-cs"/>
              </a:rPr>
              <a:t>PRE-SALES MANAGEMENT </a:t>
            </a:r>
          </a:p>
        </p:txBody>
      </p:sp>
      <p:sp>
        <p:nvSpPr>
          <p:cNvPr id="5" name="Arrow: Chevron 4">
            <a:extLst>
              <a:ext uri="{FF2B5EF4-FFF2-40B4-BE49-F238E27FC236}">
                <a16:creationId xmlns:a16="http://schemas.microsoft.com/office/drawing/2014/main" id="{35C9FC0C-4D4D-45BE-95E1-E506BF5CAC2E}"/>
              </a:ext>
            </a:extLst>
          </p:cNvPr>
          <p:cNvSpPr/>
          <p:nvPr/>
        </p:nvSpPr>
        <p:spPr bwMode="auto">
          <a:xfrm>
            <a:off x="3142779" y="1634302"/>
            <a:ext cx="3240000" cy="435600"/>
          </a:xfrm>
          <a:prstGeom prst="chevron">
            <a:avLst/>
          </a:prstGeom>
          <a:solidFill>
            <a:schemeClr val="accent1"/>
          </a:solidFill>
          <a:ln w="28575" cap="rnd">
            <a:solidFill>
              <a:schemeClr val="bg1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it-IT" sz="9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Ubuntu" panose="020B0504030602030204" pitchFamily="34" charset="0"/>
                <a:ea typeface="+mn-ea"/>
                <a:cs typeface="+mn-cs"/>
              </a:rPr>
              <a:t>SUBMISSION MANAGMENT</a:t>
            </a:r>
          </a:p>
        </p:txBody>
      </p:sp>
      <p:sp>
        <p:nvSpPr>
          <p:cNvPr id="7" name="Arrow: Chevron 6">
            <a:extLst>
              <a:ext uri="{FF2B5EF4-FFF2-40B4-BE49-F238E27FC236}">
                <a16:creationId xmlns:a16="http://schemas.microsoft.com/office/drawing/2014/main" id="{5C47378C-3DE5-4F14-B481-DBE5B2B4BC7B}"/>
              </a:ext>
            </a:extLst>
          </p:cNvPr>
          <p:cNvSpPr/>
          <p:nvPr/>
        </p:nvSpPr>
        <p:spPr bwMode="auto">
          <a:xfrm>
            <a:off x="5974419" y="1634302"/>
            <a:ext cx="3240000" cy="435600"/>
          </a:xfrm>
          <a:prstGeom prst="chevron">
            <a:avLst/>
          </a:prstGeom>
          <a:solidFill>
            <a:schemeClr val="accent1"/>
          </a:solidFill>
          <a:ln w="28575" cap="rnd">
            <a:solidFill>
              <a:schemeClr val="bg1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it-IT" sz="9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Ubuntu" panose="020B0504030602030204" pitchFamily="34" charset="0"/>
                <a:ea typeface="+mn-ea"/>
                <a:cs typeface="+mn-cs"/>
              </a:rPr>
              <a:t>PRE-SCREENING</a:t>
            </a:r>
          </a:p>
        </p:txBody>
      </p:sp>
      <p:sp>
        <p:nvSpPr>
          <p:cNvPr id="8" name="Arrow: Chevron 7">
            <a:extLst>
              <a:ext uri="{FF2B5EF4-FFF2-40B4-BE49-F238E27FC236}">
                <a16:creationId xmlns:a16="http://schemas.microsoft.com/office/drawing/2014/main" id="{A5AC355A-E6CD-4D9E-ACF3-B5602EEAABC8}"/>
              </a:ext>
            </a:extLst>
          </p:cNvPr>
          <p:cNvSpPr/>
          <p:nvPr/>
        </p:nvSpPr>
        <p:spPr bwMode="auto">
          <a:xfrm>
            <a:off x="8806060" y="1634302"/>
            <a:ext cx="3240000" cy="435600"/>
          </a:xfrm>
          <a:prstGeom prst="chevron">
            <a:avLst/>
          </a:prstGeom>
          <a:solidFill>
            <a:schemeClr val="accent1"/>
          </a:solidFill>
          <a:ln w="28575" cap="rnd">
            <a:solidFill>
              <a:schemeClr val="bg1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it-IT" sz="9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Ubuntu" panose="020B0504030602030204" pitchFamily="34" charset="0"/>
                <a:ea typeface="+mn-ea"/>
                <a:cs typeface="+mn-cs"/>
              </a:rPr>
              <a:t>UNDERWRITING PACKAGE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A2AC0B90-082C-47BE-A524-B0BBF609DC41}"/>
              </a:ext>
            </a:extLst>
          </p:cNvPr>
          <p:cNvGrpSpPr/>
          <p:nvPr/>
        </p:nvGrpSpPr>
        <p:grpSpPr>
          <a:xfrm>
            <a:off x="8438723" y="225502"/>
            <a:ext cx="3385459" cy="191358"/>
            <a:chOff x="89261" y="1061370"/>
            <a:chExt cx="12070446" cy="697618"/>
          </a:xfrm>
        </p:grpSpPr>
        <p:sp>
          <p:nvSpPr>
            <p:cNvPr id="102" name="Arrow: Pentagon 101">
              <a:extLst>
                <a:ext uri="{FF2B5EF4-FFF2-40B4-BE49-F238E27FC236}">
                  <a16:creationId xmlns:a16="http://schemas.microsoft.com/office/drawing/2014/main" id="{0F903E01-7258-4B4C-B62A-721B0C6CF206}"/>
                </a:ext>
              </a:extLst>
            </p:cNvPr>
            <p:cNvSpPr/>
            <p:nvPr/>
          </p:nvSpPr>
          <p:spPr bwMode="auto">
            <a:xfrm>
              <a:off x="89261" y="1061370"/>
              <a:ext cx="1885011" cy="697618"/>
            </a:xfrm>
            <a:prstGeom prst="homePlate">
              <a:avLst/>
            </a:prstGeom>
            <a:solidFill>
              <a:schemeClr val="accent1"/>
            </a:solidFill>
            <a:ln w="28575" cap="rnd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it-IT" sz="2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Ubuntu" panose="020B0504030602030204" pitchFamily="34" charset="0"/>
                  <a:ea typeface="+mn-ea"/>
                  <a:cs typeface="+mn-cs"/>
                </a:rPr>
                <a:t>PRE-SALES MANAGEMENT </a:t>
              </a:r>
            </a:p>
          </p:txBody>
        </p:sp>
        <p:sp>
          <p:nvSpPr>
            <p:cNvPr id="103" name="Arrow: Chevron 102">
              <a:extLst>
                <a:ext uri="{FF2B5EF4-FFF2-40B4-BE49-F238E27FC236}">
                  <a16:creationId xmlns:a16="http://schemas.microsoft.com/office/drawing/2014/main" id="{150CE46B-1099-4539-8316-FDD70CC3034D}"/>
                </a:ext>
              </a:extLst>
            </p:cNvPr>
            <p:cNvSpPr/>
            <p:nvPr/>
          </p:nvSpPr>
          <p:spPr bwMode="auto">
            <a:xfrm>
              <a:off x="1554853" y="1061370"/>
              <a:ext cx="1885010" cy="697618"/>
            </a:xfrm>
            <a:prstGeom prst="chevron">
              <a:avLst/>
            </a:prstGeom>
            <a:solidFill>
              <a:schemeClr val="accent1"/>
            </a:solidFill>
            <a:ln w="28575" cap="rnd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it-IT" sz="2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Ubuntu" panose="020B0504030602030204" pitchFamily="34" charset="0"/>
                  <a:ea typeface="+mn-ea"/>
                  <a:cs typeface="+mn-cs"/>
                </a:rPr>
                <a:t>SUBMISSION MANAGMENT</a:t>
              </a:r>
            </a:p>
          </p:txBody>
        </p:sp>
        <p:sp>
          <p:nvSpPr>
            <p:cNvPr id="104" name="Arrow: Chevron 103">
              <a:extLst>
                <a:ext uri="{FF2B5EF4-FFF2-40B4-BE49-F238E27FC236}">
                  <a16:creationId xmlns:a16="http://schemas.microsoft.com/office/drawing/2014/main" id="{52844089-626E-4E93-ABBE-0981988EEE60}"/>
                </a:ext>
              </a:extLst>
            </p:cNvPr>
            <p:cNvSpPr/>
            <p:nvPr/>
          </p:nvSpPr>
          <p:spPr bwMode="auto">
            <a:xfrm>
              <a:off x="3020444" y="1061370"/>
              <a:ext cx="1885010" cy="697618"/>
            </a:xfrm>
            <a:prstGeom prst="chevron">
              <a:avLst/>
            </a:prstGeom>
            <a:solidFill>
              <a:schemeClr val="accent1"/>
            </a:solidFill>
            <a:ln w="28575" cap="rnd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it-IT" sz="2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Ubuntu" panose="020B0504030602030204" pitchFamily="34" charset="0"/>
                  <a:ea typeface="+mn-ea"/>
                  <a:cs typeface="+mn-cs"/>
                </a:rPr>
                <a:t>PRES-CREENING</a:t>
              </a:r>
            </a:p>
          </p:txBody>
        </p:sp>
        <p:sp>
          <p:nvSpPr>
            <p:cNvPr id="105" name="Arrow: Chevron 104">
              <a:extLst>
                <a:ext uri="{FF2B5EF4-FFF2-40B4-BE49-F238E27FC236}">
                  <a16:creationId xmlns:a16="http://schemas.microsoft.com/office/drawing/2014/main" id="{5AEF3754-EBB8-4547-B3C5-D36F12DB69A0}"/>
                </a:ext>
              </a:extLst>
            </p:cNvPr>
            <p:cNvSpPr/>
            <p:nvPr/>
          </p:nvSpPr>
          <p:spPr bwMode="auto">
            <a:xfrm>
              <a:off x="4486035" y="1061370"/>
              <a:ext cx="1886400" cy="697618"/>
            </a:xfrm>
            <a:prstGeom prst="chevron">
              <a:avLst/>
            </a:prstGeom>
            <a:solidFill>
              <a:schemeClr val="accent1"/>
            </a:solidFill>
            <a:ln w="28575" cap="rnd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it-IT" sz="2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Ubuntu" panose="020B0504030602030204" pitchFamily="34" charset="0"/>
                  <a:ea typeface="+mn-ea"/>
                  <a:cs typeface="+mn-cs"/>
                </a:rPr>
                <a:t>UNDERWRITING PACKAGE</a:t>
              </a:r>
            </a:p>
          </p:txBody>
        </p:sp>
        <p:sp>
          <p:nvSpPr>
            <p:cNvPr id="108" name="Arrow: Chevron 107">
              <a:extLst>
                <a:ext uri="{FF2B5EF4-FFF2-40B4-BE49-F238E27FC236}">
                  <a16:creationId xmlns:a16="http://schemas.microsoft.com/office/drawing/2014/main" id="{0F28AAD4-F1DB-4CD2-82FC-157990ACA5F9}"/>
                </a:ext>
              </a:extLst>
            </p:cNvPr>
            <p:cNvSpPr/>
            <p:nvPr/>
          </p:nvSpPr>
          <p:spPr bwMode="auto">
            <a:xfrm>
              <a:off x="5951626" y="1061370"/>
              <a:ext cx="1886400" cy="697618"/>
            </a:xfrm>
            <a:prstGeom prst="chevron">
              <a:avLst/>
            </a:prstGeom>
            <a:solidFill>
              <a:schemeClr val="accent1">
                <a:alpha val="48000"/>
              </a:schemeClr>
            </a:solidFill>
            <a:ln w="28575" cap="rnd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it-IT" sz="2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Ubuntu" panose="020B0504030602030204" pitchFamily="34" charset="0"/>
                  <a:ea typeface="+mn-ea"/>
                  <a:cs typeface="+mn-cs"/>
                </a:rPr>
                <a:t>RISK ASSESSMENT TOOL</a:t>
              </a:r>
            </a:p>
          </p:txBody>
        </p:sp>
        <p:sp>
          <p:nvSpPr>
            <p:cNvPr id="109" name="Arrow: Chevron 108">
              <a:extLst>
                <a:ext uri="{FF2B5EF4-FFF2-40B4-BE49-F238E27FC236}">
                  <a16:creationId xmlns:a16="http://schemas.microsoft.com/office/drawing/2014/main" id="{CBE8ABD5-0443-4D02-94A4-0E8E9C1B27A4}"/>
                </a:ext>
              </a:extLst>
            </p:cNvPr>
            <p:cNvSpPr/>
            <p:nvPr/>
          </p:nvSpPr>
          <p:spPr bwMode="auto">
            <a:xfrm>
              <a:off x="7417217" y="1061370"/>
              <a:ext cx="1886400" cy="697618"/>
            </a:xfrm>
            <a:prstGeom prst="chevron">
              <a:avLst/>
            </a:prstGeom>
            <a:solidFill>
              <a:schemeClr val="accent1">
                <a:alpha val="48000"/>
              </a:schemeClr>
            </a:solidFill>
            <a:ln w="28575" cap="rnd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it-IT" sz="2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Ubuntu" panose="020B0504030602030204" pitchFamily="34" charset="0"/>
                  <a:ea typeface="+mn-ea"/>
                  <a:cs typeface="+mn-cs"/>
                </a:rPr>
                <a:t>FACULTATIVE REINSURANCE</a:t>
              </a:r>
            </a:p>
          </p:txBody>
        </p:sp>
        <p:sp>
          <p:nvSpPr>
            <p:cNvPr id="112" name="Arrow: Chevron 111">
              <a:extLst>
                <a:ext uri="{FF2B5EF4-FFF2-40B4-BE49-F238E27FC236}">
                  <a16:creationId xmlns:a16="http://schemas.microsoft.com/office/drawing/2014/main" id="{14508657-1919-499E-B726-255A9A81AA3F}"/>
                </a:ext>
              </a:extLst>
            </p:cNvPr>
            <p:cNvSpPr/>
            <p:nvPr/>
          </p:nvSpPr>
          <p:spPr bwMode="auto">
            <a:xfrm>
              <a:off x="8882808" y="1061370"/>
              <a:ext cx="1886400" cy="697618"/>
            </a:xfrm>
            <a:prstGeom prst="chevron">
              <a:avLst/>
            </a:prstGeom>
            <a:solidFill>
              <a:schemeClr val="accent1">
                <a:alpha val="48000"/>
              </a:schemeClr>
            </a:solidFill>
            <a:ln w="28575" cap="rnd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it-IT" sz="200">
                  <a:solidFill>
                    <a:schemeClr val="bg1"/>
                  </a:solidFill>
                  <a:latin typeface="Ubuntu" panose="020B0504030602030204" pitchFamily="34" charset="0"/>
                </a:rPr>
                <a:t>PRICING</a:t>
              </a:r>
              <a:endParaRPr kumimoji="0" lang="it-IT" sz="2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Ubuntu" panose="020B050403060203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Arrow: Chevron 112">
              <a:extLst>
                <a:ext uri="{FF2B5EF4-FFF2-40B4-BE49-F238E27FC236}">
                  <a16:creationId xmlns:a16="http://schemas.microsoft.com/office/drawing/2014/main" id="{07ACFD71-05D3-411F-BE84-3E5D1643E9A4}"/>
                </a:ext>
              </a:extLst>
            </p:cNvPr>
            <p:cNvSpPr/>
            <p:nvPr/>
          </p:nvSpPr>
          <p:spPr bwMode="auto">
            <a:xfrm>
              <a:off x="10348400" y="1061370"/>
              <a:ext cx="1811307" cy="697618"/>
            </a:xfrm>
            <a:prstGeom prst="chevron">
              <a:avLst/>
            </a:prstGeom>
            <a:solidFill>
              <a:schemeClr val="accent1">
                <a:alpha val="48000"/>
              </a:schemeClr>
            </a:solidFill>
            <a:ln w="28575" cap="rnd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it-IT" sz="200">
                  <a:solidFill>
                    <a:schemeClr val="bg1"/>
                  </a:solidFill>
                  <a:latin typeface="Ubuntu" panose="020B0504030602030204" pitchFamily="34" charset="0"/>
                </a:rPr>
                <a:t>QUOTING &amp; RISK BINDING</a:t>
              </a:r>
              <a:endParaRPr kumimoji="0" lang="it-IT" sz="2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Ubuntu" panose="020B050403060203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28079967-A90F-4926-89DD-56448070D4BF}"/>
              </a:ext>
            </a:extLst>
          </p:cNvPr>
          <p:cNvSpPr txBox="1"/>
          <p:nvPr/>
        </p:nvSpPr>
        <p:spPr>
          <a:xfrm>
            <a:off x="311138" y="2070779"/>
            <a:ext cx="3006489" cy="3231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1050" b="1"/>
              <a:t>CSP Decomissioning:</a:t>
            </a:r>
          </a:p>
          <a:p>
            <a:pPr algn="ctr"/>
            <a:r>
              <a:rPr lang="it-IT" sz="1050" b="1"/>
              <a:t>data client managed by CRM</a:t>
            </a:r>
          </a:p>
          <a:p>
            <a:endParaRPr lang="it-IT" sz="1000" b="1" u="sng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it-IT" sz="1000" b="1" u="sng"/>
              <a:t>Client Search</a:t>
            </a:r>
          </a:p>
          <a:p>
            <a:pPr marL="360000" lvl="1" indent="-171450">
              <a:buFont typeface="Arial" panose="020B0604020202020204" pitchFamily="34" charset="0"/>
              <a:buChar char="•"/>
            </a:pPr>
            <a:r>
              <a:rPr lang="it-IT" sz="900" b="1"/>
              <a:t>Enhance client / broker data search criteria</a:t>
            </a:r>
            <a:r>
              <a:rPr lang="it-IT" sz="900"/>
              <a:t> </a:t>
            </a:r>
            <a:r>
              <a:rPr lang="it-IT" sz="900" b="1"/>
              <a:t>(fuzzy search) </a:t>
            </a:r>
          </a:p>
          <a:p>
            <a:pPr marL="360000" lvl="1" indent="-171450">
              <a:buFont typeface="Arial" panose="020B0604020202020204" pitchFamily="34" charset="0"/>
              <a:buChar char="•"/>
            </a:pPr>
            <a:r>
              <a:rPr lang="it-IT" sz="900" b="1">
                <a:solidFill>
                  <a:schemeClr val="accent6"/>
                </a:solidFill>
              </a:rPr>
              <a:t>Add details on results </a:t>
            </a:r>
            <a:r>
              <a:rPr lang="it-IT" sz="900">
                <a:solidFill>
                  <a:schemeClr val="accent6"/>
                </a:solidFill>
              </a:rPr>
              <a:t>shown by the system including merge clients </a:t>
            </a:r>
          </a:p>
          <a:p>
            <a:pPr marL="360000" lvl="1" indent="-171450">
              <a:buFont typeface="Arial" panose="020B0604020202020204" pitchFamily="34" charset="0"/>
              <a:buChar char="•"/>
            </a:pPr>
            <a:r>
              <a:rPr lang="it-IT" sz="900" b="1">
                <a:solidFill>
                  <a:schemeClr val="accent6"/>
                </a:solidFill>
              </a:rPr>
              <a:t>Filter results</a:t>
            </a:r>
            <a:r>
              <a:rPr lang="it-IT" sz="900">
                <a:solidFill>
                  <a:schemeClr val="accent6"/>
                </a:solidFill>
              </a:rPr>
              <a:t> and </a:t>
            </a:r>
            <a:r>
              <a:rPr lang="it-IT" sz="900" b="1">
                <a:solidFill>
                  <a:schemeClr val="accent6"/>
                </a:solidFill>
              </a:rPr>
              <a:t>sort</a:t>
            </a:r>
            <a:r>
              <a:rPr lang="it-IT" sz="900">
                <a:solidFill>
                  <a:schemeClr val="accent6"/>
                </a:solidFill>
              </a:rPr>
              <a:t> them according to some </a:t>
            </a:r>
            <a:r>
              <a:rPr lang="it-IT" sz="900" b="1">
                <a:solidFill>
                  <a:schemeClr val="accent6"/>
                </a:solidFill>
              </a:rPr>
              <a:t>ranking criteria </a:t>
            </a:r>
            <a:endParaRPr lang="it-IT" sz="900">
              <a:solidFill>
                <a:schemeClr val="accent6"/>
              </a:solidFill>
            </a:endParaRPr>
          </a:p>
          <a:p>
            <a:pPr marL="360000" lvl="1" indent="-171450">
              <a:buFont typeface="Arial" panose="020B0604020202020204" pitchFamily="34" charset="0"/>
              <a:buChar char="•"/>
            </a:pPr>
            <a:r>
              <a:rPr lang="it-IT" sz="900" b="1"/>
              <a:t>Develop an automatic workflow on D&amp;B search/request/import</a:t>
            </a:r>
          </a:p>
          <a:p>
            <a:pPr marL="188550" lvl="1"/>
            <a:endParaRPr lang="it-IT" sz="900"/>
          </a:p>
          <a:p>
            <a:pPr indent="-268650">
              <a:buFont typeface="Arial" panose="020B0604020202020204" pitchFamily="34" charset="0"/>
              <a:buChar char="•"/>
            </a:pPr>
            <a:r>
              <a:rPr lang="it-IT" sz="1000" b="1" u="sng"/>
              <a:t>Pipeline Management</a:t>
            </a:r>
          </a:p>
          <a:p>
            <a:pPr marL="360000" lvl="1" indent="-171450">
              <a:buFont typeface="Arial" panose="020B0604020202020204" pitchFamily="34" charset="0"/>
              <a:buChar char="•"/>
            </a:pPr>
            <a:r>
              <a:rPr lang="it-IT" sz="900">
                <a:solidFill>
                  <a:schemeClr val="accent6"/>
                </a:solidFill>
              </a:rPr>
              <a:t>For Cross Sell and New Business </a:t>
            </a:r>
          </a:p>
          <a:p>
            <a:pPr marL="360000" lvl="1" indent="-171450">
              <a:buFont typeface="Arial" panose="020B0604020202020204" pitchFamily="34" charset="0"/>
              <a:buChar char="•"/>
            </a:pPr>
            <a:r>
              <a:rPr lang="it-IT" sz="900" b="1">
                <a:solidFill>
                  <a:schemeClr val="accent6"/>
                </a:solidFill>
              </a:rPr>
              <a:t>Set up marketing list </a:t>
            </a:r>
            <a:r>
              <a:rPr lang="it-IT" sz="900">
                <a:solidFill>
                  <a:schemeClr val="accent6"/>
                </a:solidFill>
              </a:rPr>
              <a:t>query and search CRM database </a:t>
            </a:r>
          </a:p>
          <a:p>
            <a:pPr marL="360000" lvl="1" indent="-171450">
              <a:buFont typeface="Arial" panose="020B0604020202020204" pitchFamily="34" charset="0"/>
              <a:buChar char="•"/>
            </a:pPr>
            <a:r>
              <a:rPr lang="it-IT" sz="900" b="1">
                <a:solidFill>
                  <a:schemeClr val="accent6"/>
                </a:solidFill>
              </a:rPr>
              <a:t>Display client query </a:t>
            </a:r>
            <a:r>
              <a:rPr lang="it-IT" sz="900">
                <a:solidFill>
                  <a:schemeClr val="accent6"/>
                </a:solidFill>
              </a:rPr>
              <a:t>list on screen</a:t>
            </a:r>
          </a:p>
          <a:p>
            <a:pPr marL="360000" lvl="1" indent="-171450">
              <a:buFont typeface="Arial" panose="020B0604020202020204" pitchFamily="34" charset="0"/>
              <a:buChar char="•"/>
            </a:pPr>
            <a:r>
              <a:rPr lang="it-IT" sz="900" b="1">
                <a:solidFill>
                  <a:schemeClr val="accent6"/>
                </a:solidFill>
              </a:rPr>
              <a:t>Cleanse</a:t>
            </a:r>
            <a:r>
              <a:rPr lang="it-IT" sz="900">
                <a:solidFill>
                  <a:schemeClr val="accent6"/>
                </a:solidFill>
              </a:rPr>
              <a:t>, name and save the marketing list </a:t>
            </a:r>
          </a:p>
          <a:p>
            <a:pPr marL="360000" lvl="1" indent="-171450">
              <a:buFont typeface="Arial" panose="020B0604020202020204" pitchFamily="34" charset="0"/>
              <a:buChar char="•"/>
            </a:pPr>
            <a:r>
              <a:rPr lang="it-IT" sz="900" b="1">
                <a:solidFill>
                  <a:schemeClr val="accent6"/>
                </a:solidFill>
              </a:rPr>
              <a:t>Select products </a:t>
            </a:r>
            <a:r>
              <a:rPr lang="it-IT" sz="900">
                <a:solidFill>
                  <a:schemeClr val="accent6"/>
                </a:solidFill>
              </a:rPr>
              <a:t>for new business sales </a:t>
            </a:r>
          </a:p>
          <a:p>
            <a:pPr marL="360000" lvl="1" indent="-171450">
              <a:buFont typeface="Arial" panose="020B0604020202020204" pitchFamily="34" charset="0"/>
              <a:buChar char="•"/>
            </a:pPr>
            <a:r>
              <a:rPr lang="it-IT" sz="900" b="1">
                <a:solidFill>
                  <a:schemeClr val="accent6"/>
                </a:solidFill>
              </a:rPr>
              <a:t>Create opportunities automatically</a:t>
            </a:r>
            <a:endParaRPr lang="it-IT" sz="900">
              <a:solidFill>
                <a:schemeClr val="accent6"/>
              </a:solidFill>
            </a:endParaRPr>
          </a:p>
          <a:p>
            <a:pPr marL="360000" lvl="1" indent="-171450">
              <a:buFont typeface="Arial" panose="020B0604020202020204" pitchFamily="34" charset="0"/>
              <a:buChar char="•"/>
            </a:pPr>
            <a:r>
              <a:rPr lang="it-IT" sz="900" b="1">
                <a:solidFill>
                  <a:schemeClr val="accent6"/>
                </a:solidFill>
              </a:rPr>
              <a:t>Upload</a:t>
            </a:r>
            <a:r>
              <a:rPr lang="it-IT" sz="900">
                <a:solidFill>
                  <a:schemeClr val="accent6"/>
                </a:solidFill>
              </a:rPr>
              <a:t> additional </a:t>
            </a:r>
            <a:r>
              <a:rPr lang="it-IT" sz="900" b="1">
                <a:solidFill>
                  <a:schemeClr val="accent6"/>
                </a:solidFill>
              </a:rPr>
              <a:t>data</a:t>
            </a:r>
            <a:r>
              <a:rPr lang="it-IT" sz="900">
                <a:solidFill>
                  <a:schemeClr val="accent6"/>
                </a:solidFill>
              </a:rPr>
              <a:t> to opportunity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04317CA-E508-4554-B55D-61CFB41FB33A}"/>
              </a:ext>
            </a:extLst>
          </p:cNvPr>
          <p:cNvSpPr txBox="1"/>
          <p:nvPr/>
        </p:nvSpPr>
        <p:spPr>
          <a:xfrm>
            <a:off x="3320449" y="2070779"/>
            <a:ext cx="2828819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it-IT" sz="1000" b="1" u="sng"/>
              <a:t>New Submission</a:t>
            </a:r>
          </a:p>
          <a:p>
            <a:pPr marL="360000" lvl="1" indent="-171450">
              <a:buFont typeface="Arial" panose="020B0604020202020204" pitchFamily="34" charset="0"/>
              <a:buChar char="•"/>
            </a:pPr>
            <a:r>
              <a:rPr lang="it-IT" sz="900" b="1">
                <a:solidFill>
                  <a:schemeClr val="accent6"/>
                </a:solidFill>
              </a:rPr>
              <a:t>Enrich data</a:t>
            </a:r>
            <a:r>
              <a:rPr lang="it-IT" sz="900">
                <a:solidFill>
                  <a:schemeClr val="accent6"/>
                </a:solidFill>
              </a:rPr>
              <a:t> on opportunity (won, lost, history etc…)</a:t>
            </a:r>
          </a:p>
          <a:p>
            <a:pPr marL="360000" lvl="1" indent="-171450">
              <a:buFont typeface="Arial" panose="020B0604020202020204" pitchFamily="34" charset="0"/>
              <a:buChar char="•"/>
            </a:pPr>
            <a:r>
              <a:rPr lang="it-IT" sz="900"/>
              <a:t>Create </a:t>
            </a:r>
            <a:r>
              <a:rPr lang="it-IT" sz="900" b="1"/>
              <a:t>flexible link</a:t>
            </a:r>
            <a:r>
              <a:rPr lang="it-IT" sz="900"/>
              <a:t> between </a:t>
            </a:r>
            <a:r>
              <a:rPr lang="it-IT" sz="900" b="1"/>
              <a:t>opportunity</a:t>
            </a:r>
            <a:r>
              <a:rPr lang="it-IT" sz="900"/>
              <a:t> and </a:t>
            </a:r>
            <a:r>
              <a:rPr lang="it-IT" sz="900" b="1"/>
              <a:t>submission</a:t>
            </a:r>
            <a:r>
              <a:rPr lang="it-IT" sz="900"/>
              <a:t> </a:t>
            </a:r>
          </a:p>
          <a:p>
            <a:pPr marL="360000" lvl="1" indent="-171450">
              <a:buFont typeface="Arial" panose="020B0604020202020204" pitchFamily="34" charset="0"/>
              <a:buChar char="•"/>
            </a:pPr>
            <a:r>
              <a:rPr lang="it-IT" sz="900"/>
              <a:t>Downstream an </a:t>
            </a:r>
            <a:r>
              <a:rPr lang="it-IT" sz="900" b="1"/>
              <a:t>unique ID </a:t>
            </a:r>
            <a:r>
              <a:rPr lang="it-IT" sz="900"/>
              <a:t>of submission </a:t>
            </a:r>
          </a:p>
          <a:p>
            <a:pPr marL="360000" lvl="1" indent="-171450">
              <a:buFont typeface="Arial" panose="020B0604020202020204" pitchFamily="34" charset="0"/>
              <a:buChar char="•"/>
            </a:pPr>
            <a:r>
              <a:rPr lang="it-IT" sz="900"/>
              <a:t>Save</a:t>
            </a:r>
            <a:r>
              <a:rPr lang="it-IT" sz="900" b="1"/>
              <a:t> submissions </a:t>
            </a:r>
            <a:r>
              <a:rPr lang="it-IT" sz="900"/>
              <a:t>with </a:t>
            </a:r>
            <a:r>
              <a:rPr lang="it-IT" sz="900" b="1"/>
              <a:t>few mandatory fields.</a:t>
            </a:r>
            <a:r>
              <a:rPr lang="it-IT" sz="900"/>
              <a:t> Prefill some data according to the user/LoBs. Manage the </a:t>
            </a:r>
            <a:r>
              <a:rPr lang="it-IT" sz="900" b="1"/>
              <a:t>completeness at a second stage</a:t>
            </a:r>
            <a:endParaRPr lang="it-IT" sz="900"/>
          </a:p>
          <a:p>
            <a:pPr marL="360000" lvl="1" indent="-171450">
              <a:buFont typeface="Arial" panose="020B0604020202020204" pitchFamily="34" charset="0"/>
              <a:buChar char="•"/>
            </a:pPr>
            <a:r>
              <a:rPr lang="it-IT" sz="900">
                <a:solidFill>
                  <a:schemeClr val="accent6"/>
                </a:solidFill>
              </a:rPr>
              <a:t>Develop </a:t>
            </a:r>
            <a:r>
              <a:rPr lang="it-IT" sz="900" b="1">
                <a:solidFill>
                  <a:schemeClr val="accent6"/>
                </a:solidFill>
              </a:rPr>
              <a:t>Power BI statistics</a:t>
            </a:r>
            <a:r>
              <a:rPr lang="it-IT" sz="900">
                <a:solidFill>
                  <a:schemeClr val="accent6"/>
                </a:solidFill>
              </a:rPr>
              <a:t> reporting </a:t>
            </a:r>
          </a:p>
          <a:p>
            <a:pPr marL="360000" lvl="1" indent="-171450">
              <a:buFont typeface="Arial" panose="020B0604020202020204" pitchFamily="34" charset="0"/>
              <a:buChar char="•"/>
            </a:pPr>
            <a:r>
              <a:rPr lang="it-IT" sz="900">
                <a:solidFill>
                  <a:schemeClr val="accent6"/>
                </a:solidFill>
              </a:rPr>
              <a:t>Check duplicate submissions </a:t>
            </a:r>
          </a:p>
          <a:p>
            <a:pPr indent="-268650">
              <a:buFont typeface="Arial" panose="020B0604020202020204" pitchFamily="34" charset="0"/>
              <a:buChar char="•"/>
            </a:pPr>
            <a:r>
              <a:rPr lang="it-IT" sz="1000" b="1" u="sng"/>
              <a:t>Renewals</a:t>
            </a:r>
          </a:p>
          <a:p>
            <a:pPr marL="360000" lvl="1" indent="-171450">
              <a:buFont typeface="Arial" panose="020B0604020202020204" pitchFamily="34" charset="0"/>
              <a:buChar char="•"/>
            </a:pPr>
            <a:r>
              <a:rPr lang="it-IT" sz="900"/>
              <a:t>Create </a:t>
            </a:r>
            <a:r>
              <a:rPr lang="it-IT" sz="900" b="1"/>
              <a:t>dashboard</a:t>
            </a:r>
            <a:r>
              <a:rPr lang="it-IT" sz="900"/>
              <a:t> including potential renewals ranking by expiration date, GWP etc… </a:t>
            </a:r>
          </a:p>
          <a:p>
            <a:pPr marL="360000" lvl="1" indent="-171450">
              <a:buFont typeface="Arial" panose="020B0604020202020204" pitchFamily="34" charset="0"/>
              <a:buChar char="•"/>
            </a:pPr>
            <a:r>
              <a:rPr lang="it-IT" sz="900"/>
              <a:t>Enrich </a:t>
            </a:r>
            <a:r>
              <a:rPr lang="it-IT" sz="900" b="1"/>
              <a:t>renewal details </a:t>
            </a:r>
            <a:r>
              <a:rPr lang="it-IT" sz="900"/>
              <a:t>(won, lost, client history, </a:t>
            </a:r>
            <a:r>
              <a:rPr lang="it-IT" sz="900" b="1"/>
              <a:t>PIL</a:t>
            </a:r>
            <a:r>
              <a:rPr lang="it-IT" sz="900"/>
              <a:t> etc..) </a:t>
            </a:r>
            <a:r>
              <a:rPr lang="it-IT" sz="900" b="1"/>
              <a:t>including</a:t>
            </a:r>
            <a:r>
              <a:rPr lang="it-IT" sz="900"/>
              <a:t> also the ones coming </a:t>
            </a:r>
            <a:r>
              <a:rPr lang="it-IT" sz="900" b="1"/>
              <a:t>from legacy </a:t>
            </a:r>
            <a:r>
              <a:rPr lang="it-IT" sz="900"/>
              <a:t>systems (Endorsments, reinsurance, claims, premium etc…)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2A76A99-B6AD-4802-95F5-C152B134165B}"/>
              </a:ext>
            </a:extLst>
          </p:cNvPr>
          <p:cNvSpPr txBox="1"/>
          <p:nvPr/>
        </p:nvSpPr>
        <p:spPr>
          <a:xfrm>
            <a:off x="340467" y="5497872"/>
            <a:ext cx="11734922" cy="52322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indent="-268650" algn="ctr">
              <a:buFont typeface="Arial" panose="020B0604020202020204" pitchFamily="34" charset="0"/>
              <a:buChar char="•"/>
            </a:pPr>
            <a:r>
              <a:rPr lang="it-IT" sz="1000" b="1" u="sng"/>
              <a:t>Opportunity/Submission/Renewal Creation/Completation</a:t>
            </a:r>
          </a:p>
          <a:p>
            <a:pPr marL="360000" lvl="1" indent="-171450" algn="ctr">
              <a:buFont typeface="Arial" panose="020B0604020202020204" pitchFamily="34" charset="0"/>
              <a:buChar char="•"/>
            </a:pPr>
            <a:r>
              <a:rPr lang="it-IT" sz="900" b="1"/>
              <a:t>Integrate Outlook and CRM</a:t>
            </a:r>
            <a:r>
              <a:rPr lang="it-IT" sz="900"/>
              <a:t> for opportunity/submission/renewal creation </a:t>
            </a:r>
          </a:p>
          <a:p>
            <a:pPr marL="360000" lvl="1" indent="-171450" algn="ctr">
              <a:buFont typeface="Arial" panose="020B0604020202020204" pitchFamily="34" charset="0"/>
              <a:buChar char="•"/>
            </a:pPr>
            <a:r>
              <a:rPr lang="it-IT" sz="900" b="1"/>
              <a:t>Develop a workflow </a:t>
            </a:r>
            <a:r>
              <a:rPr lang="it-IT" sz="900"/>
              <a:t>for opportunity/submission/renewal management: assignment, follow up etc…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9B1C5B7-C428-4436-B1B6-1CC0B94AED72}"/>
              </a:ext>
            </a:extLst>
          </p:cNvPr>
          <p:cNvSpPr txBox="1"/>
          <p:nvPr/>
        </p:nvSpPr>
        <p:spPr>
          <a:xfrm>
            <a:off x="6138802" y="2070778"/>
            <a:ext cx="2831640" cy="93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it-IT" sz="1000" b="1" u="sng"/>
              <a:t>Sanction Check &amp; RUGG/Watchlist</a:t>
            </a:r>
          </a:p>
          <a:p>
            <a:pPr marL="360000" lvl="1" indent="-171450">
              <a:buFont typeface="Arial" panose="020B0604020202020204" pitchFamily="34" charset="0"/>
              <a:buChar char="•"/>
            </a:pPr>
            <a:r>
              <a:rPr lang="it-IT" sz="900" b="1"/>
              <a:t>Create a full automatized process</a:t>
            </a:r>
          </a:p>
          <a:p>
            <a:pPr marL="360000" lvl="1" indent="-171450">
              <a:buFont typeface="Arial" panose="020B0604020202020204" pitchFamily="34" charset="0"/>
              <a:buChar char="•"/>
            </a:pPr>
            <a:r>
              <a:rPr lang="it-IT" sz="900">
                <a:solidFill>
                  <a:schemeClr val="accent6"/>
                </a:solidFill>
              </a:rPr>
              <a:t>Provide </a:t>
            </a:r>
            <a:r>
              <a:rPr lang="it-IT" sz="900" b="1">
                <a:solidFill>
                  <a:schemeClr val="accent6"/>
                </a:solidFill>
              </a:rPr>
              <a:t>alerts for sanction detection </a:t>
            </a:r>
            <a:r>
              <a:rPr lang="it-IT" sz="900">
                <a:solidFill>
                  <a:schemeClr val="accent6"/>
                </a:solidFill>
              </a:rPr>
              <a:t>and next steps</a:t>
            </a:r>
          </a:p>
          <a:p>
            <a:pPr marL="360000" lvl="1" indent="-171450">
              <a:buFont typeface="Arial" panose="020B0604020202020204" pitchFamily="34" charset="0"/>
              <a:buChar char="•"/>
            </a:pPr>
            <a:r>
              <a:rPr lang="it-IT" sz="900">
                <a:solidFill>
                  <a:schemeClr val="accent6"/>
                </a:solidFill>
              </a:rPr>
              <a:t>Enhance Unique ID adding Bloomberg &amp; S&amp;P 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BE18122-0BD3-47F3-8625-E32B979ECB89}"/>
              </a:ext>
            </a:extLst>
          </p:cNvPr>
          <p:cNvSpPr txBox="1"/>
          <p:nvPr/>
        </p:nvSpPr>
        <p:spPr>
          <a:xfrm>
            <a:off x="9020690" y="2070778"/>
            <a:ext cx="2966708" cy="29854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1000" b="1">
                <a:latin typeface="+mj-lt"/>
              </a:rPr>
              <a:t>PEV will be one single platform to manage pre-binding processes. T</a:t>
            </a:r>
            <a:r>
              <a:rPr lang="en-US" sz="1000" b="1"/>
              <a:t>he activities related to the data transfer from CRM to </a:t>
            </a:r>
            <a:r>
              <a:rPr lang="en-US" sz="1000" b="1" err="1"/>
              <a:t>GeR</a:t>
            </a:r>
            <a:r>
              <a:rPr lang="en-US" sz="1000" b="1"/>
              <a:t> will be removed </a:t>
            </a:r>
            <a:endParaRPr lang="it-IT" sz="1000" b="1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it-IT" sz="1000" b="1" u="sng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it-IT" sz="1000" b="1" u="sng"/>
              <a:t>New/Renewal business preparation trigger</a:t>
            </a:r>
          </a:p>
          <a:p>
            <a:pPr marL="360000" lvl="1" indent="-171450">
              <a:buFont typeface="Arial" panose="020B0604020202020204" pitchFamily="34" charset="0"/>
              <a:buChar char="•"/>
            </a:pPr>
            <a:r>
              <a:rPr lang="it-IT" sz="900">
                <a:solidFill>
                  <a:schemeClr val="accent6"/>
                </a:solidFill>
              </a:rPr>
              <a:t>Develop an </a:t>
            </a:r>
            <a:r>
              <a:rPr lang="it-IT" sz="900" b="1">
                <a:solidFill>
                  <a:schemeClr val="accent6"/>
                </a:solidFill>
              </a:rPr>
              <a:t>automatic/manual step to trigger </a:t>
            </a:r>
            <a:r>
              <a:rPr lang="it-IT" sz="900">
                <a:solidFill>
                  <a:schemeClr val="accent6"/>
                </a:solidFill>
              </a:rPr>
              <a:t>underwriting package phase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it-IT" sz="1000" b="1" u="sng"/>
              <a:t>Prepare New/Renewal Business UW Package</a:t>
            </a:r>
          </a:p>
          <a:p>
            <a:pPr marL="360000" lvl="1" indent="-171450">
              <a:buFont typeface="Arial" panose="020B0604020202020204" pitchFamily="34" charset="0"/>
              <a:buChar char="•"/>
            </a:pPr>
            <a:r>
              <a:rPr lang="it-IT" sz="900"/>
              <a:t>Create flexible </a:t>
            </a:r>
            <a:r>
              <a:rPr lang="it-IT" sz="900" b="1"/>
              <a:t>assignment of the ownership </a:t>
            </a:r>
            <a:r>
              <a:rPr lang="it-IT" sz="900"/>
              <a:t>of the fields according to the different kind of data </a:t>
            </a:r>
          </a:p>
          <a:p>
            <a:pPr marL="360000" lvl="1" indent="-171450">
              <a:buFont typeface="Arial" panose="020B0604020202020204" pitchFamily="34" charset="0"/>
              <a:buChar char="•"/>
            </a:pPr>
            <a:r>
              <a:rPr lang="it-IT" sz="900"/>
              <a:t>Create </a:t>
            </a:r>
            <a:r>
              <a:rPr lang="it-IT" sz="900" b="1"/>
              <a:t>flexible update of the submission data u</a:t>
            </a:r>
            <a:r>
              <a:rPr lang="it-IT" sz="900"/>
              <a:t>till it is </a:t>
            </a:r>
            <a:r>
              <a:rPr lang="it-IT" sz="900" b="1"/>
              <a:t>bound</a:t>
            </a:r>
            <a:r>
              <a:rPr lang="it-IT" sz="900"/>
              <a:t> </a:t>
            </a:r>
          </a:p>
          <a:p>
            <a:pPr marL="360000" lvl="1" indent="-171450">
              <a:buFont typeface="Arial" panose="020B0604020202020204" pitchFamily="34" charset="0"/>
              <a:buChar char="•"/>
            </a:pPr>
            <a:r>
              <a:rPr lang="it-IT" sz="900"/>
              <a:t>Enrich the Underwriting package with </a:t>
            </a:r>
            <a:r>
              <a:rPr lang="it-IT" sz="900" b="1"/>
              <a:t>all the relevant data requested for the risk binding </a:t>
            </a:r>
            <a:r>
              <a:rPr lang="it-IT" sz="900"/>
              <a:t>phase (multiple currencies, additional insured and policy holder etc…) . Some data fields are currently outsude the system e.g., Multinational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7605F93-E844-4F10-AC99-0F3EE76AD5FC}"/>
              </a:ext>
            </a:extLst>
          </p:cNvPr>
          <p:cNvSpPr/>
          <p:nvPr/>
        </p:nvSpPr>
        <p:spPr bwMode="auto">
          <a:xfrm rot="5400000">
            <a:off x="530332" y="617041"/>
            <a:ext cx="791999" cy="1171728"/>
          </a:xfrm>
          <a:prstGeom prst="rect">
            <a:avLst/>
          </a:prstGeom>
          <a:solidFill>
            <a:schemeClr val="accent1"/>
          </a:solidFill>
          <a:ln w="25400" cap="rnd">
            <a:solidFill>
              <a:schemeClr val="tx2"/>
            </a:solidFill>
            <a:prstDash val="solid"/>
            <a:round/>
            <a:headEnd/>
            <a:tailEnd/>
          </a:ln>
        </p:spPr>
        <p:txBody>
          <a:bodyPr vert="vert270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r>
              <a:rPr lang="it-IT" sz="900" b="1">
                <a:solidFill>
                  <a:schemeClr val="bg1"/>
                </a:solidFill>
                <a:latin typeface="Ubuntu" panose="020B0504030602030204" pitchFamily="34" charset="0"/>
              </a:rPr>
              <a:t>OVERALL REQUIREMENTS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28B30DB-40F5-4682-9D9E-9ED7540B3253}"/>
              </a:ext>
            </a:extLst>
          </p:cNvPr>
          <p:cNvSpPr txBox="1"/>
          <p:nvPr/>
        </p:nvSpPr>
        <p:spPr>
          <a:xfrm>
            <a:off x="1512198" y="806903"/>
            <a:ext cx="10274158" cy="7920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228600" marR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</a:pPr>
            <a:endParaRPr lang="it-IT" sz="90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A2CC9B3-DF44-41C5-A7CB-18FAB72DC58B}"/>
              </a:ext>
            </a:extLst>
          </p:cNvPr>
          <p:cNvSpPr txBox="1"/>
          <p:nvPr/>
        </p:nvSpPr>
        <p:spPr>
          <a:xfrm>
            <a:off x="9725176" y="806903"/>
            <a:ext cx="2061180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it-IT" sz="900"/>
              <a:t>Onboarding </a:t>
            </a:r>
            <a:r>
              <a:rPr lang="it-IT" sz="900" b="1"/>
              <a:t>tutorials</a:t>
            </a:r>
            <a:r>
              <a:rPr lang="it-IT" sz="900"/>
              <a:t> </a:t>
            </a:r>
          </a:p>
          <a:p>
            <a:pPr marL="171450" marR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it-IT" sz="900" b="1">
                <a:solidFill>
                  <a:schemeClr val="accent6"/>
                </a:solidFill>
              </a:rPr>
              <a:t>Chat bo</a:t>
            </a:r>
            <a:r>
              <a:rPr lang="it-IT" sz="900">
                <a:solidFill>
                  <a:schemeClr val="accent6"/>
                </a:solidFill>
              </a:rPr>
              <a:t>t/</a:t>
            </a:r>
            <a:r>
              <a:rPr lang="it-IT" sz="900" b="1">
                <a:solidFill>
                  <a:schemeClr val="accent6"/>
                </a:solidFill>
              </a:rPr>
              <a:t>self</a:t>
            </a:r>
            <a:r>
              <a:rPr lang="it-IT" sz="900">
                <a:solidFill>
                  <a:schemeClr val="accent6"/>
                </a:solidFill>
              </a:rPr>
              <a:t> </a:t>
            </a:r>
            <a:r>
              <a:rPr lang="it-IT" sz="900" b="1">
                <a:solidFill>
                  <a:schemeClr val="accent6"/>
                </a:solidFill>
              </a:rPr>
              <a:t>help</a:t>
            </a:r>
            <a:r>
              <a:rPr lang="it-IT" sz="900">
                <a:solidFill>
                  <a:schemeClr val="accent6"/>
                </a:solidFill>
              </a:rPr>
              <a:t>/splashscreens</a:t>
            </a:r>
          </a:p>
          <a:p>
            <a:pPr marL="171450" marR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it-IT" sz="900">
                <a:solidFill>
                  <a:schemeClr val="accent6"/>
                </a:solidFill>
              </a:rPr>
              <a:t>Integrate </a:t>
            </a:r>
            <a:r>
              <a:rPr lang="it-IT" sz="900" b="1">
                <a:solidFill>
                  <a:schemeClr val="accent6"/>
                </a:solidFill>
              </a:rPr>
              <a:t>PIL</a:t>
            </a:r>
            <a:r>
              <a:rPr lang="it-IT" sz="900">
                <a:solidFill>
                  <a:schemeClr val="accent6"/>
                </a:solidFill>
              </a:rPr>
              <a:t> process</a:t>
            </a:r>
          </a:p>
          <a:p>
            <a:pPr marL="171450" marR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it-IT" sz="900">
                <a:solidFill>
                  <a:prstClr val="black"/>
                </a:solidFill>
              </a:rPr>
              <a:t>Ability to </a:t>
            </a:r>
            <a:r>
              <a:rPr lang="it-IT" sz="900" b="1">
                <a:solidFill>
                  <a:prstClr val="black"/>
                </a:solidFill>
              </a:rPr>
              <a:t>track operational KPIs</a:t>
            </a:r>
            <a:endParaRPr lang="it-IT" sz="900" b="1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F652567-6424-4EFD-8C76-433D6E6B9ADF}"/>
              </a:ext>
            </a:extLst>
          </p:cNvPr>
          <p:cNvSpPr txBox="1"/>
          <p:nvPr/>
        </p:nvSpPr>
        <p:spPr>
          <a:xfrm>
            <a:off x="1464143" y="810903"/>
            <a:ext cx="4071312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b="1"/>
              <a:t>All LOBs in the system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b="1"/>
              <a:t>Integration to local legacy systems </a:t>
            </a:r>
            <a:r>
              <a:rPr lang="en-US" sz="900"/>
              <a:t>from the new platform (not just off Gen-e-risk)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b="1"/>
              <a:t>Flexibility to turn on and off certain functionality </a:t>
            </a:r>
            <a:r>
              <a:rPr lang="en-US" sz="900"/>
              <a:t>depending </a:t>
            </a:r>
            <a:r>
              <a:rPr lang="en-US" sz="900" b="1"/>
              <a:t>on</a:t>
            </a:r>
            <a:r>
              <a:rPr lang="en-US" sz="900"/>
              <a:t> </a:t>
            </a:r>
            <a:r>
              <a:rPr lang="en-US" sz="900" b="1"/>
              <a:t>country</a:t>
            </a:r>
            <a:r>
              <a:rPr lang="en-US" sz="900"/>
              <a:t> (i.e., ACEE do not currently use Pricing but will do in the future. 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7E322FA-B056-46AA-A613-C51CEF6D4480}"/>
              </a:ext>
            </a:extLst>
          </p:cNvPr>
          <p:cNvSpPr txBox="1"/>
          <p:nvPr/>
        </p:nvSpPr>
        <p:spPr>
          <a:xfrm>
            <a:off x="5658710" y="792703"/>
            <a:ext cx="3851050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b="1"/>
              <a:t>Unique number </a:t>
            </a:r>
            <a:r>
              <a:rPr lang="en-US" sz="900"/>
              <a:t>across all GBL systems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b="1"/>
              <a:t>One location for storing all exposure </a:t>
            </a:r>
            <a:r>
              <a:rPr lang="en-US" sz="900"/>
              <a:t>information (locations etc.)</a:t>
            </a:r>
          </a:p>
          <a:p>
            <a:pPr marL="171450" marR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it-IT" sz="900">
                <a:solidFill>
                  <a:prstClr val="black"/>
                </a:solidFill>
              </a:rPr>
              <a:t>Seemless </a:t>
            </a:r>
            <a:r>
              <a:rPr lang="it-IT" sz="900" b="1">
                <a:solidFill>
                  <a:prstClr val="black"/>
                </a:solidFill>
              </a:rPr>
              <a:t>interaction with support services </a:t>
            </a:r>
            <a:r>
              <a:rPr lang="it-IT" sz="900">
                <a:solidFill>
                  <a:prstClr val="black"/>
                </a:solidFill>
              </a:rPr>
              <a:t>(data steward, IT, System champions and help documentation)</a:t>
            </a:r>
          </a:p>
          <a:p>
            <a:pPr marL="171450" marR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it-IT" sz="900">
                <a:solidFill>
                  <a:prstClr val="black"/>
                </a:solidFill>
              </a:rPr>
              <a:t>Linking with </a:t>
            </a:r>
            <a:r>
              <a:rPr lang="it-IT" sz="900" b="1">
                <a:solidFill>
                  <a:prstClr val="black"/>
                </a:solidFill>
              </a:rPr>
              <a:t>Power BI dashboards</a:t>
            </a:r>
          </a:p>
        </p:txBody>
      </p:sp>
    </p:spTree>
    <p:extLst>
      <p:ext uri="{BB962C8B-B14F-4D97-AF65-F5344CB8AC3E}">
        <p14:creationId xmlns:p14="http://schemas.microsoft.com/office/powerpoint/2010/main" val="11162263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6E193DA-30F8-4F35-A043-9548C29C44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7818" y="204227"/>
            <a:ext cx="6032982" cy="557458"/>
          </a:xfrm>
        </p:spPr>
        <p:txBody>
          <a:bodyPr/>
          <a:lstStyle/>
          <a:p>
            <a:r>
              <a:rPr lang="en-US" b="1"/>
              <a:t>Pre-Binding Process – MUST HAVE Requirements</a:t>
            </a:r>
            <a:br>
              <a:rPr lang="it-IT"/>
            </a:br>
            <a:r>
              <a:rPr lang="it-IT" sz="1600">
                <a:solidFill>
                  <a:schemeClr val="accent5">
                    <a:lumMod val="50000"/>
                  </a:schemeClr>
                </a:solidFill>
              </a:rPr>
              <a:t>Summary</a:t>
            </a:r>
            <a:endParaRPr lang="it-IT"/>
          </a:p>
        </p:txBody>
      </p:sp>
      <p:sp>
        <p:nvSpPr>
          <p:cNvPr id="2" name="Arrow: Pentagon 1">
            <a:extLst>
              <a:ext uri="{FF2B5EF4-FFF2-40B4-BE49-F238E27FC236}">
                <a16:creationId xmlns:a16="http://schemas.microsoft.com/office/drawing/2014/main" id="{8EC3AC26-97D7-4BC5-833D-38A27D1AF205}"/>
              </a:ext>
            </a:extLst>
          </p:cNvPr>
          <p:cNvSpPr/>
          <p:nvPr/>
        </p:nvSpPr>
        <p:spPr bwMode="auto">
          <a:xfrm>
            <a:off x="316235" y="757568"/>
            <a:ext cx="3240000" cy="436686"/>
          </a:xfrm>
          <a:prstGeom prst="homePlate">
            <a:avLst/>
          </a:prstGeom>
          <a:solidFill>
            <a:schemeClr val="accent1"/>
          </a:solidFill>
          <a:ln w="28575" cap="rnd">
            <a:solidFill>
              <a:schemeClr val="bg1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it-IT" sz="900" b="1">
                <a:solidFill>
                  <a:schemeClr val="bg1"/>
                </a:solidFill>
                <a:latin typeface="Ubuntu" panose="020B0504030602030204" pitchFamily="34" charset="0"/>
              </a:rPr>
              <a:t>RISK ASSESSMENT &amp; INFORMATION TOOL</a:t>
            </a:r>
          </a:p>
        </p:txBody>
      </p:sp>
      <p:sp>
        <p:nvSpPr>
          <p:cNvPr id="5" name="Arrow: Chevron 4">
            <a:extLst>
              <a:ext uri="{FF2B5EF4-FFF2-40B4-BE49-F238E27FC236}">
                <a16:creationId xmlns:a16="http://schemas.microsoft.com/office/drawing/2014/main" id="{35C9FC0C-4D4D-45BE-95E1-E506BF5CAC2E}"/>
              </a:ext>
            </a:extLst>
          </p:cNvPr>
          <p:cNvSpPr/>
          <p:nvPr/>
        </p:nvSpPr>
        <p:spPr bwMode="auto">
          <a:xfrm>
            <a:off x="3150379" y="749708"/>
            <a:ext cx="3240000" cy="436686"/>
          </a:xfrm>
          <a:prstGeom prst="chevron">
            <a:avLst/>
          </a:prstGeom>
          <a:solidFill>
            <a:schemeClr val="accent1"/>
          </a:solidFill>
          <a:ln w="28575" cap="rnd">
            <a:solidFill>
              <a:schemeClr val="bg1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it-IT" sz="900" b="1">
                <a:solidFill>
                  <a:schemeClr val="bg1"/>
                </a:solidFill>
                <a:latin typeface="Ubuntu" panose="020B0504030602030204" pitchFamily="34" charset="0"/>
              </a:rPr>
              <a:t>FACULTATIVE REINSURANCE</a:t>
            </a:r>
          </a:p>
        </p:txBody>
      </p:sp>
      <p:sp>
        <p:nvSpPr>
          <p:cNvPr id="7" name="Arrow: Chevron 6">
            <a:extLst>
              <a:ext uri="{FF2B5EF4-FFF2-40B4-BE49-F238E27FC236}">
                <a16:creationId xmlns:a16="http://schemas.microsoft.com/office/drawing/2014/main" id="{5C47378C-3DE5-4F14-B481-DBE5B2B4BC7B}"/>
              </a:ext>
            </a:extLst>
          </p:cNvPr>
          <p:cNvSpPr/>
          <p:nvPr/>
        </p:nvSpPr>
        <p:spPr bwMode="auto">
          <a:xfrm>
            <a:off x="5984523" y="749708"/>
            <a:ext cx="3240000" cy="436686"/>
          </a:xfrm>
          <a:prstGeom prst="chevron">
            <a:avLst/>
          </a:prstGeom>
          <a:solidFill>
            <a:schemeClr val="accent1"/>
          </a:solidFill>
          <a:ln w="28575" cap="rnd">
            <a:solidFill>
              <a:schemeClr val="bg1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it-IT" sz="900" b="1">
                <a:solidFill>
                  <a:schemeClr val="bg1"/>
                </a:solidFill>
                <a:latin typeface="Ubuntu" panose="020B0504030602030204" pitchFamily="34" charset="0"/>
              </a:rPr>
              <a:t>PRICING</a:t>
            </a:r>
          </a:p>
        </p:txBody>
      </p:sp>
      <p:sp>
        <p:nvSpPr>
          <p:cNvPr id="8" name="Arrow: Chevron 7">
            <a:extLst>
              <a:ext uri="{FF2B5EF4-FFF2-40B4-BE49-F238E27FC236}">
                <a16:creationId xmlns:a16="http://schemas.microsoft.com/office/drawing/2014/main" id="{A5AC355A-E6CD-4D9E-ACF3-B5602EEAABC8}"/>
              </a:ext>
            </a:extLst>
          </p:cNvPr>
          <p:cNvSpPr/>
          <p:nvPr/>
        </p:nvSpPr>
        <p:spPr bwMode="auto">
          <a:xfrm>
            <a:off x="8818666" y="749708"/>
            <a:ext cx="3240000" cy="436686"/>
          </a:xfrm>
          <a:prstGeom prst="chevron">
            <a:avLst/>
          </a:prstGeom>
          <a:solidFill>
            <a:schemeClr val="accent1"/>
          </a:solidFill>
          <a:ln w="28575" cap="rnd">
            <a:solidFill>
              <a:schemeClr val="bg1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it-IT" sz="900" b="1">
                <a:solidFill>
                  <a:schemeClr val="bg1"/>
                </a:solidFill>
                <a:latin typeface="Ubuntu" panose="020B0504030602030204" pitchFamily="34" charset="0"/>
              </a:rPr>
              <a:t>QUOTING &amp; RISK BINDING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A2AC0B90-082C-47BE-A524-B0BBF609DC41}"/>
              </a:ext>
            </a:extLst>
          </p:cNvPr>
          <p:cNvGrpSpPr/>
          <p:nvPr/>
        </p:nvGrpSpPr>
        <p:grpSpPr>
          <a:xfrm>
            <a:off x="8438723" y="482956"/>
            <a:ext cx="3385459" cy="191358"/>
            <a:chOff x="89261" y="1061370"/>
            <a:chExt cx="12070446" cy="697618"/>
          </a:xfrm>
        </p:grpSpPr>
        <p:sp>
          <p:nvSpPr>
            <p:cNvPr id="102" name="Arrow: Pentagon 101">
              <a:extLst>
                <a:ext uri="{FF2B5EF4-FFF2-40B4-BE49-F238E27FC236}">
                  <a16:creationId xmlns:a16="http://schemas.microsoft.com/office/drawing/2014/main" id="{0F903E01-7258-4B4C-B62A-721B0C6CF206}"/>
                </a:ext>
              </a:extLst>
            </p:cNvPr>
            <p:cNvSpPr/>
            <p:nvPr/>
          </p:nvSpPr>
          <p:spPr bwMode="auto">
            <a:xfrm>
              <a:off x="89261" y="1061370"/>
              <a:ext cx="1885011" cy="697618"/>
            </a:xfrm>
            <a:prstGeom prst="homePlate">
              <a:avLst/>
            </a:prstGeom>
            <a:solidFill>
              <a:schemeClr val="accent1">
                <a:alpha val="48000"/>
              </a:schemeClr>
            </a:solidFill>
            <a:ln w="28575" cap="rnd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it-IT" sz="200">
                  <a:solidFill>
                    <a:schemeClr val="bg1"/>
                  </a:solidFill>
                  <a:latin typeface="Ubuntu" panose="020B0504030602030204" pitchFamily="34" charset="0"/>
                </a:rPr>
                <a:t>PRE-SALES MANAGEMENT </a:t>
              </a:r>
            </a:p>
          </p:txBody>
        </p:sp>
        <p:sp>
          <p:nvSpPr>
            <p:cNvPr id="103" name="Arrow: Chevron 102">
              <a:extLst>
                <a:ext uri="{FF2B5EF4-FFF2-40B4-BE49-F238E27FC236}">
                  <a16:creationId xmlns:a16="http://schemas.microsoft.com/office/drawing/2014/main" id="{150CE46B-1099-4539-8316-FDD70CC3034D}"/>
                </a:ext>
              </a:extLst>
            </p:cNvPr>
            <p:cNvSpPr/>
            <p:nvPr/>
          </p:nvSpPr>
          <p:spPr bwMode="auto">
            <a:xfrm>
              <a:off x="1554853" y="1061370"/>
              <a:ext cx="1885010" cy="697618"/>
            </a:xfrm>
            <a:prstGeom prst="chevron">
              <a:avLst/>
            </a:prstGeom>
            <a:solidFill>
              <a:schemeClr val="accent1">
                <a:alpha val="48000"/>
              </a:schemeClr>
            </a:solidFill>
            <a:ln w="28575" cap="rnd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it-IT" sz="200">
                  <a:solidFill>
                    <a:schemeClr val="bg1"/>
                  </a:solidFill>
                  <a:latin typeface="Ubuntu" panose="020B0504030602030204" pitchFamily="34" charset="0"/>
                </a:rPr>
                <a:t>SUBMISSION MANAGMENT</a:t>
              </a:r>
            </a:p>
          </p:txBody>
        </p:sp>
        <p:sp>
          <p:nvSpPr>
            <p:cNvPr id="104" name="Arrow: Chevron 103">
              <a:extLst>
                <a:ext uri="{FF2B5EF4-FFF2-40B4-BE49-F238E27FC236}">
                  <a16:creationId xmlns:a16="http://schemas.microsoft.com/office/drawing/2014/main" id="{52844089-626E-4E93-ABBE-0981988EEE60}"/>
                </a:ext>
              </a:extLst>
            </p:cNvPr>
            <p:cNvSpPr/>
            <p:nvPr/>
          </p:nvSpPr>
          <p:spPr bwMode="auto">
            <a:xfrm>
              <a:off x="3020444" y="1061370"/>
              <a:ext cx="1885010" cy="697618"/>
            </a:xfrm>
            <a:prstGeom prst="chevron">
              <a:avLst/>
            </a:prstGeom>
            <a:solidFill>
              <a:schemeClr val="accent1">
                <a:alpha val="48000"/>
              </a:schemeClr>
            </a:solidFill>
            <a:ln w="28575" cap="rnd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it-IT" sz="2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Ubuntu" panose="020B0504030602030204" pitchFamily="34" charset="0"/>
                  <a:ea typeface="+mn-ea"/>
                  <a:cs typeface="+mn-cs"/>
                </a:rPr>
                <a:t>PRES-CREENING</a:t>
              </a:r>
            </a:p>
          </p:txBody>
        </p:sp>
        <p:sp>
          <p:nvSpPr>
            <p:cNvPr id="105" name="Arrow: Chevron 104">
              <a:extLst>
                <a:ext uri="{FF2B5EF4-FFF2-40B4-BE49-F238E27FC236}">
                  <a16:creationId xmlns:a16="http://schemas.microsoft.com/office/drawing/2014/main" id="{5AEF3754-EBB8-4547-B3C5-D36F12DB69A0}"/>
                </a:ext>
              </a:extLst>
            </p:cNvPr>
            <p:cNvSpPr/>
            <p:nvPr/>
          </p:nvSpPr>
          <p:spPr bwMode="auto">
            <a:xfrm>
              <a:off x="4486035" y="1061370"/>
              <a:ext cx="1886400" cy="697618"/>
            </a:xfrm>
            <a:prstGeom prst="chevron">
              <a:avLst/>
            </a:prstGeom>
            <a:solidFill>
              <a:schemeClr val="accent1">
                <a:alpha val="48000"/>
              </a:schemeClr>
            </a:solidFill>
            <a:ln w="28575" cap="rnd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it-IT" sz="200">
                  <a:solidFill>
                    <a:schemeClr val="bg1"/>
                  </a:solidFill>
                  <a:latin typeface="Ubuntu" panose="020B0504030602030204" pitchFamily="34" charset="0"/>
                </a:rPr>
                <a:t>UNDERWRITING PACKAGE</a:t>
              </a:r>
            </a:p>
          </p:txBody>
        </p:sp>
        <p:sp>
          <p:nvSpPr>
            <p:cNvPr id="108" name="Arrow: Chevron 107">
              <a:extLst>
                <a:ext uri="{FF2B5EF4-FFF2-40B4-BE49-F238E27FC236}">
                  <a16:creationId xmlns:a16="http://schemas.microsoft.com/office/drawing/2014/main" id="{0F28AAD4-F1DB-4CD2-82FC-157990ACA5F9}"/>
                </a:ext>
              </a:extLst>
            </p:cNvPr>
            <p:cNvSpPr/>
            <p:nvPr/>
          </p:nvSpPr>
          <p:spPr bwMode="auto">
            <a:xfrm>
              <a:off x="5951626" y="1061370"/>
              <a:ext cx="1886400" cy="697618"/>
            </a:xfrm>
            <a:prstGeom prst="chevron">
              <a:avLst/>
            </a:prstGeom>
            <a:solidFill>
              <a:schemeClr val="accent1"/>
            </a:solidFill>
            <a:ln w="28575" cap="rnd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it-IT" sz="200">
                  <a:solidFill>
                    <a:schemeClr val="bg1"/>
                  </a:solidFill>
                  <a:latin typeface="Ubuntu" panose="020B0504030602030204" pitchFamily="34" charset="0"/>
                </a:rPr>
                <a:t>RISK ASSESSMENT TOOL</a:t>
              </a:r>
            </a:p>
          </p:txBody>
        </p:sp>
        <p:sp>
          <p:nvSpPr>
            <p:cNvPr id="109" name="Arrow: Chevron 108">
              <a:extLst>
                <a:ext uri="{FF2B5EF4-FFF2-40B4-BE49-F238E27FC236}">
                  <a16:creationId xmlns:a16="http://schemas.microsoft.com/office/drawing/2014/main" id="{CBE8ABD5-0443-4D02-94A4-0E8E9C1B27A4}"/>
                </a:ext>
              </a:extLst>
            </p:cNvPr>
            <p:cNvSpPr/>
            <p:nvPr/>
          </p:nvSpPr>
          <p:spPr bwMode="auto">
            <a:xfrm>
              <a:off x="7417217" y="1061370"/>
              <a:ext cx="1886400" cy="697618"/>
            </a:xfrm>
            <a:prstGeom prst="chevron">
              <a:avLst/>
            </a:prstGeom>
            <a:solidFill>
              <a:schemeClr val="accent1"/>
            </a:solidFill>
            <a:ln w="28575" cap="rnd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it-IT" sz="200">
                  <a:solidFill>
                    <a:schemeClr val="bg1"/>
                  </a:solidFill>
                  <a:latin typeface="Ubuntu" panose="020B0504030602030204" pitchFamily="34" charset="0"/>
                </a:rPr>
                <a:t>FACULTATIVE REINSURANCE</a:t>
              </a:r>
            </a:p>
          </p:txBody>
        </p:sp>
        <p:sp>
          <p:nvSpPr>
            <p:cNvPr id="112" name="Arrow: Chevron 111">
              <a:extLst>
                <a:ext uri="{FF2B5EF4-FFF2-40B4-BE49-F238E27FC236}">
                  <a16:creationId xmlns:a16="http://schemas.microsoft.com/office/drawing/2014/main" id="{14508657-1919-499E-B726-255A9A81AA3F}"/>
                </a:ext>
              </a:extLst>
            </p:cNvPr>
            <p:cNvSpPr/>
            <p:nvPr/>
          </p:nvSpPr>
          <p:spPr bwMode="auto">
            <a:xfrm>
              <a:off x="8882808" y="1061370"/>
              <a:ext cx="1886400" cy="697618"/>
            </a:xfrm>
            <a:prstGeom prst="chevron">
              <a:avLst/>
            </a:prstGeom>
            <a:solidFill>
              <a:schemeClr val="accent1"/>
            </a:solidFill>
            <a:ln w="28575" cap="rnd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it-IT" sz="200">
                  <a:solidFill>
                    <a:schemeClr val="bg1"/>
                  </a:solidFill>
                  <a:latin typeface="Ubuntu" panose="020B0504030602030204" pitchFamily="34" charset="0"/>
                </a:rPr>
                <a:t>PRICING</a:t>
              </a:r>
            </a:p>
          </p:txBody>
        </p:sp>
        <p:sp>
          <p:nvSpPr>
            <p:cNvPr id="113" name="Arrow: Chevron 112">
              <a:extLst>
                <a:ext uri="{FF2B5EF4-FFF2-40B4-BE49-F238E27FC236}">
                  <a16:creationId xmlns:a16="http://schemas.microsoft.com/office/drawing/2014/main" id="{07ACFD71-05D3-411F-BE84-3E5D1643E9A4}"/>
                </a:ext>
              </a:extLst>
            </p:cNvPr>
            <p:cNvSpPr/>
            <p:nvPr/>
          </p:nvSpPr>
          <p:spPr bwMode="auto">
            <a:xfrm>
              <a:off x="10348400" y="1061370"/>
              <a:ext cx="1811307" cy="697618"/>
            </a:xfrm>
            <a:prstGeom prst="chevron">
              <a:avLst/>
            </a:prstGeom>
            <a:solidFill>
              <a:schemeClr val="accent1"/>
            </a:solidFill>
            <a:ln w="28575" cap="rnd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it-IT" sz="200">
                  <a:solidFill>
                    <a:schemeClr val="bg1"/>
                  </a:solidFill>
                  <a:latin typeface="Ubuntu" panose="020B0504030602030204" pitchFamily="34" charset="0"/>
                </a:rPr>
                <a:t>QUOTING &amp; RISK BINDING</a:t>
              </a:r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E47C1F20-A16C-47E9-95EA-AD43EBA40B2A}"/>
              </a:ext>
            </a:extLst>
          </p:cNvPr>
          <p:cNvSpPr txBox="1"/>
          <p:nvPr/>
        </p:nvSpPr>
        <p:spPr>
          <a:xfrm>
            <a:off x="316235" y="1194254"/>
            <a:ext cx="2941870" cy="417037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it-IT" sz="1000" b="1"/>
              <a:t>Maximo Decomissioning</a:t>
            </a:r>
          </a:p>
          <a:p>
            <a:pPr algn="ctr"/>
            <a:r>
              <a:rPr lang="it-IT" sz="1000" b="1"/>
              <a:t>Embedded into GeR</a:t>
            </a:r>
            <a:endParaRPr lang="it-IT" sz="1000" b="1" u="sng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it-IT" sz="1000" b="1" u="sng"/>
              <a:t>RE&amp;LP</a:t>
            </a:r>
          </a:p>
          <a:p>
            <a:pPr marL="360000" lvl="1" indent="-171450">
              <a:buFont typeface="Arial" panose="020B0604020202020204" pitchFamily="34" charset="0"/>
              <a:buChar char="•"/>
            </a:pPr>
            <a:r>
              <a:rPr lang="it-IT" sz="900" b="1"/>
              <a:t>Request survey</a:t>
            </a:r>
            <a:r>
              <a:rPr lang="it-IT" sz="900"/>
              <a:t> in </a:t>
            </a:r>
            <a:r>
              <a:rPr lang="it-IT" sz="900" b="1"/>
              <a:t>different steps </a:t>
            </a:r>
            <a:r>
              <a:rPr lang="it-IT" sz="900"/>
              <a:t>Develop a </a:t>
            </a:r>
            <a:r>
              <a:rPr lang="it-IT" sz="900" b="1"/>
              <a:t>workflow </a:t>
            </a:r>
            <a:r>
              <a:rPr lang="it-IT" sz="900"/>
              <a:t>for the </a:t>
            </a:r>
            <a:r>
              <a:rPr lang="it-IT" sz="900" b="1"/>
              <a:t>RE&amp;LP </a:t>
            </a:r>
            <a:r>
              <a:rPr lang="it-IT" sz="900"/>
              <a:t>process:</a:t>
            </a:r>
          </a:p>
          <a:p>
            <a:pPr marL="720000" lvl="2" indent="-228600">
              <a:buFont typeface="+mj-lt"/>
              <a:buAutoNum type="arabicPeriod"/>
            </a:pPr>
            <a:r>
              <a:rPr lang="it-IT" sz="900"/>
              <a:t>Survey Request by UW Assignment by Risk Engineer Team Leader Assessment Taken in charge</a:t>
            </a:r>
          </a:p>
          <a:p>
            <a:pPr marL="720000" lvl="2" indent="-228600">
              <a:buFont typeface="+mj-lt"/>
              <a:buAutoNum type="arabicPeriod"/>
            </a:pPr>
            <a:r>
              <a:rPr lang="it-IT" sz="900"/>
              <a:t>Visit Date</a:t>
            </a:r>
          </a:p>
          <a:p>
            <a:pPr marL="720000" lvl="2" indent="-228600">
              <a:buFont typeface="+mj-lt"/>
              <a:buAutoNum type="arabicPeriod"/>
            </a:pPr>
            <a:r>
              <a:rPr lang="it-IT" sz="900"/>
              <a:t>Survey Completed </a:t>
            </a:r>
          </a:p>
          <a:p>
            <a:pPr marL="720000" lvl="2" indent="-228600">
              <a:buFont typeface="+mj-lt"/>
              <a:buAutoNum type="arabicPeriod"/>
            </a:pPr>
            <a:r>
              <a:rPr lang="it-IT" sz="900"/>
              <a:t>Follow-up </a:t>
            </a:r>
          </a:p>
          <a:p>
            <a:pPr marL="417150" lvl="1" indent="-228600">
              <a:buFont typeface="Arial" panose="020B0604020202020204" pitchFamily="34" charset="0"/>
              <a:buChar char="•"/>
            </a:pPr>
            <a:r>
              <a:rPr lang="it-IT" sz="900"/>
              <a:t>Implement the </a:t>
            </a:r>
            <a:r>
              <a:rPr lang="it-IT" sz="900" b="1"/>
              <a:t>risk rating tool in the system </a:t>
            </a:r>
            <a:r>
              <a:rPr lang="it-IT" sz="900"/>
              <a:t>Develop </a:t>
            </a:r>
            <a:r>
              <a:rPr lang="it-IT" sz="900" b="1"/>
              <a:t>prefilled templates</a:t>
            </a:r>
            <a:r>
              <a:rPr lang="it-IT" sz="900"/>
              <a:t>, write and store the overall results and additional documents of the assessment </a:t>
            </a:r>
          </a:p>
          <a:p>
            <a:pPr marL="417150" lvl="1" indent="-228600">
              <a:buFont typeface="Arial" panose="020B0604020202020204" pitchFamily="34" charset="0"/>
              <a:buChar char="•"/>
            </a:pPr>
            <a:r>
              <a:rPr lang="it-IT" sz="900"/>
              <a:t>Manage </a:t>
            </a:r>
            <a:r>
              <a:rPr lang="it-IT" sz="900" b="1"/>
              <a:t>different user type </a:t>
            </a:r>
            <a:r>
              <a:rPr lang="it-IT" sz="900"/>
              <a:t>(outsourcer/internal engineer) and rights </a:t>
            </a:r>
          </a:p>
          <a:p>
            <a:pPr marL="417150" lvl="1" indent="-228600">
              <a:buFont typeface="Arial" panose="020B0604020202020204" pitchFamily="34" charset="0"/>
              <a:buChar char="•"/>
            </a:pPr>
            <a:r>
              <a:rPr lang="it-IT" sz="900" b="1"/>
              <a:t>Feed survey score automaticaly </a:t>
            </a:r>
            <a:r>
              <a:rPr lang="it-IT" sz="900"/>
              <a:t>into the pricing tool </a:t>
            </a:r>
          </a:p>
          <a:p>
            <a:pPr marL="417150" lvl="1" indent="-228600">
              <a:buFont typeface="Arial" panose="020B0604020202020204" pitchFamily="34" charset="0"/>
              <a:buChar char="•"/>
            </a:pPr>
            <a:endParaRPr lang="it-IT" sz="9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it-IT" sz="1000" b="1" u="sng"/>
              <a:t>Risk Assessment Tool</a:t>
            </a:r>
          </a:p>
          <a:p>
            <a:pPr marL="360000" lvl="1" indent="-171450">
              <a:buFont typeface="Arial" panose="020B0604020202020204" pitchFamily="34" charset="0"/>
              <a:buChar char="•"/>
            </a:pPr>
            <a:r>
              <a:rPr lang="it-IT" sz="900" b="1"/>
              <a:t>Integrate all the rating tools </a:t>
            </a:r>
            <a:r>
              <a:rPr lang="it-IT" sz="900"/>
              <a:t>in the system and lauch them at the same time when all the required data are filled</a:t>
            </a:r>
          </a:p>
          <a:p>
            <a:pPr marL="360000" lvl="1" indent="-171450">
              <a:buFont typeface="Arial" panose="020B0604020202020204" pitchFamily="34" charset="0"/>
              <a:buChar char="•"/>
            </a:pPr>
            <a:r>
              <a:rPr lang="it-IT" sz="900"/>
              <a:t>Develop a </a:t>
            </a:r>
            <a:r>
              <a:rPr lang="it-IT" sz="900" b="1"/>
              <a:t>workflow</a:t>
            </a:r>
            <a:r>
              <a:rPr lang="it-IT" sz="900"/>
              <a:t>:</a:t>
            </a:r>
          </a:p>
          <a:p>
            <a:pPr marL="720000" lvl="2" indent="-228600">
              <a:buFont typeface="+mj-lt"/>
              <a:buAutoNum type="arabicPeriod"/>
            </a:pPr>
            <a:r>
              <a:rPr lang="it-IT" sz="900"/>
              <a:t>Risk Rating Request</a:t>
            </a:r>
          </a:p>
          <a:p>
            <a:pPr marL="720000" lvl="2" indent="-228600">
              <a:buFont typeface="+mj-lt"/>
              <a:buAutoNum type="arabicPeriod"/>
            </a:pPr>
            <a:r>
              <a:rPr lang="it-IT" sz="900"/>
              <a:t>Risk Rating Result</a:t>
            </a:r>
          </a:p>
          <a:p>
            <a:pPr marL="360000" lvl="1" indent="-171450">
              <a:buFont typeface="Arial" panose="020B0604020202020204" pitchFamily="34" charset="0"/>
              <a:buChar char="•"/>
            </a:pPr>
            <a:r>
              <a:rPr lang="it-IT" sz="900" b="1">
                <a:solidFill>
                  <a:schemeClr val="accent6"/>
                </a:solidFill>
              </a:rPr>
              <a:t>Display</a:t>
            </a:r>
            <a:r>
              <a:rPr lang="it-IT" sz="900">
                <a:solidFill>
                  <a:schemeClr val="accent6"/>
                </a:solidFill>
              </a:rPr>
              <a:t> risk rating tool </a:t>
            </a:r>
            <a:r>
              <a:rPr lang="it-IT" sz="900" b="1">
                <a:solidFill>
                  <a:schemeClr val="accent6"/>
                </a:solidFill>
              </a:rPr>
              <a:t>results in charts </a:t>
            </a:r>
            <a:r>
              <a:rPr lang="it-IT" sz="900">
                <a:solidFill>
                  <a:schemeClr val="accent6"/>
                </a:solidFill>
              </a:rPr>
              <a:t>and </a:t>
            </a:r>
            <a:r>
              <a:rPr lang="it-IT" sz="900" b="1">
                <a:solidFill>
                  <a:schemeClr val="accent6"/>
                </a:solidFill>
              </a:rPr>
              <a:t>compare</a:t>
            </a:r>
            <a:r>
              <a:rPr lang="it-IT" sz="900">
                <a:solidFill>
                  <a:schemeClr val="accent6"/>
                </a:solidFill>
              </a:rPr>
              <a:t> them to the </a:t>
            </a:r>
            <a:r>
              <a:rPr lang="it-IT" sz="900" b="1">
                <a:solidFill>
                  <a:schemeClr val="accent6"/>
                </a:solidFill>
              </a:rPr>
              <a:t>previus year</a:t>
            </a:r>
            <a:endParaRPr lang="it-IT" sz="900">
              <a:solidFill>
                <a:schemeClr val="accent6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0C8C2E5-18CD-48A4-9B7A-43A2232513AC}"/>
              </a:ext>
            </a:extLst>
          </p:cNvPr>
          <p:cNvSpPr txBox="1"/>
          <p:nvPr/>
        </p:nvSpPr>
        <p:spPr>
          <a:xfrm>
            <a:off x="70421" y="5394607"/>
            <a:ext cx="12051157" cy="55399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indent="-268650" algn="ctr">
              <a:buFont typeface="Arial" panose="020B0604020202020204" pitchFamily="34" charset="0"/>
              <a:buChar char="•"/>
            </a:pPr>
            <a:r>
              <a:rPr lang="it-IT" sz="1000" b="1" u="sng">
                <a:solidFill>
                  <a:schemeClr val="accent6"/>
                </a:solidFill>
              </a:rPr>
              <a:t>Risk Referral</a:t>
            </a:r>
          </a:p>
          <a:p>
            <a:pPr lvl="1" indent="-268650" algn="ctr">
              <a:buFont typeface="Arial" panose="020B0604020202020204" pitchFamily="34" charset="0"/>
              <a:buChar char="•"/>
            </a:pPr>
            <a:r>
              <a:rPr lang="it-IT" sz="1000">
                <a:solidFill>
                  <a:schemeClr val="accent6"/>
                </a:solidFill>
              </a:rPr>
              <a:t>Develop a </a:t>
            </a:r>
            <a:r>
              <a:rPr lang="it-IT" sz="1000" b="1">
                <a:solidFill>
                  <a:schemeClr val="accent6"/>
                </a:solidFill>
              </a:rPr>
              <a:t>flexible system</a:t>
            </a:r>
            <a:r>
              <a:rPr lang="it-IT" sz="1000">
                <a:solidFill>
                  <a:schemeClr val="accent6"/>
                </a:solidFill>
              </a:rPr>
              <a:t> that helps the </a:t>
            </a:r>
            <a:r>
              <a:rPr lang="it-IT" sz="1000" b="1">
                <a:solidFill>
                  <a:schemeClr val="accent6"/>
                </a:solidFill>
              </a:rPr>
              <a:t>escalation</a:t>
            </a:r>
            <a:r>
              <a:rPr lang="it-IT" sz="1000">
                <a:solidFill>
                  <a:schemeClr val="accent6"/>
                </a:solidFill>
              </a:rPr>
              <a:t> (even more times) of the risk referral (also with alerts) inheriting the information related to the submission with additional data entered by the user</a:t>
            </a:r>
          </a:p>
          <a:p>
            <a:pPr lvl="1" indent="-268650" algn="ctr">
              <a:buFont typeface="Arial" panose="020B0604020202020204" pitchFamily="34" charset="0"/>
              <a:buChar char="•"/>
            </a:pPr>
            <a:r>
              <a:rPr lang="it-IT" sz="1000">
                <a:solidFill>
                  <a:schemeClr val="accent6"/>
                </a:solidFill>
              </a:rPr>
              <a:t>Develop a </a:t>
            </a:r>
            <a:r>
              <a:rPr lang="it-IT" sz="1000" b="1">
                <a:solidFill>
                  <a:schemeClr val="accent6"/>
                </a:solidFill>
              </a:rPr>
              <a:t>dashboard on renewals </a:t>
            </a:r>
            <a:r>
              <a:rPr lang="it-IT" sz="1000">
                <a:solidFill>
                  <a:schemeClr val="accent6"/>
                </a:solidFill>
              </a:rPr>
              <a:t>to be included in the referral process and on the overall referral ongoing in the different status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91B1F86-1D2E-4F99-9B8B-73C779CF7C9E}"/>
              </a:ext>
            </a:extLst>
          </p:cNvPr>
          <p:cNvSpPr txBox="1"/>
          <p:nvPr/>
        </p:nvSpPr>
        <p:spPr>
          <a:xfrm>
            <a:off x="3181201" y="1202114"/>
            <a:ext cx="2834144" cy="32778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0000" lvl="1" indent="-171450">
              <a:buFont typeface="Arial" panose="020B0604020202020204" pitchFamily="34" charset="0"/>
              <a:buChar char="•"/>
            </a:pPr>
            <a:r>
              <a:rPr lang="it-IT" sz="900"/>
              <a:t>Develop the </a:t>
            </a:r>
            <a:r>
              <a:rPr lang="it-IT" sz="900" b="1"/>
              <a:t>reinsurance assessment </a:t>
            </a:r>
            <a:r>
              <a:rPr lang="it-IT" sz="900"/>
              <a:t>into</a:t>
            </a:r>
            <a:r>
              <a:rPr lang="it-IT" sz="900" b="1"/>
              <a:t> the system</a:t>
            </a:r>
            <a:r>
              <a:rPr lang="it-IT" sz="900"/>
              <a:t> including all relevant data to quote the reinsurance.</a:t>
            </a:r>
          </a:p>
          <a:p>
            <a:pPr marL="360000" lvl="1" indent="-171450">
              <a:buFont typeface="Arial" panose="020B0604020202020204" pitchFamily="34" charset="0"/>
              <a:buChar char="•"/>
            </a:pPr>
            <a:r>
              <a:rPr lang="it-IT" sz="900">
                <a:solidFill>
                  <a:schemeClr val="accent6"/>
                </a:solidFill>
              </a:rPr>
              <a:t>Develop a </a:t>
            </a:r>
            <a:r>
              <a:rPr lang="it-IT" sz="900" b="1">
                <a:solidFill>
                  <a:schemeClr val="accent6"/>
                </a:solidFill>
              </a:rPr>
              <a:t>dedicated template</a:t>
            </a:r>
            <a:r>
              <a:rPr lang="it-IT" sz="900">
                <a:solidFill>
                  <a:schemeClr val="accent6"/>
                </a:solidFill>
              </a:rPr>
              <a:t>, fulfilled </a:t>
            </a:r>
            <a:r>
              <a:rPr lang="it-IT" sz="900" b="1">
                <a:solidFill>
                  <a:schemeClr val="accent6"/>
                </a:solidFill>
              </a:rPr>
              <a:t>with </a:t>
            </a:r>
            <a:r>
              <a:rPr lang="it-IT" sz="900">
                <a:solidFill>
                  <a:schemeClr val="accent6"/>
                </a:solidFill>
              </a:rPr>
              <a:t>all the </a:t>
            </a:r>
            <a:r>
              <a:rPr lang="it-IT" sz="900" b="1">
                <a:solidFill>
                  <a:schemeClr val="accent6"/>
                </a:solidFill>
              </a:rPr>
              <a:t>data</a:t>
            </a:r>
            <a:r>
              <a:rPr lang="it-IT" sz="900">
                <a:solidFill>
                  <a:schemeClr val="accent6"/>
                </a:solidFill>
              </a:rPr>
              <a:t> related to the </a:t>
            </a:r>
            <a:r>
              <a:rPr lang="it-IT" sz="900" b="1">
                <a:solidFill>
                  <a:schemeClr val="accent6"/>
                </a:solidFill>
              </a:rPr>
              <a:t>submission </a:t>
            </a:r>
            <a:r>
              <a:rPr lang="it-IT" sz="900">
                <a:solidFill>
                  <a:schemeClr val="accent6"/>
                </a:solidFill>
              </a:rPr>
              <a:t>and creating the reinsurance structure:</a:t>
            </a:r>
          </a:p>
          <a:p>
            <a:pPr marL="540000" lvl="2" indent="-171450">
              <a:buFont typeface="Arial" panose="020B0604020202020204" pitchFamily="34" charset="0"/>
              <a:buChar char="•"/>
            </a:pPr>
            <a:r>
              <a:rPr lang="it-IT" sz="900">
                <a:solidFill>
                  <a:schemeClr val="accent6"/>
                </a:solidFill>
              </a:rPr>
              <a:t>To support the </a:t>
            </a:r>
            <a:r>
              <a:rPr lang="it-IT" sz="900" b="1">
                <a:solidFill>
                  <a:schemeClr val="accent6"/>
                </a:solidFill>
              </a:rPr>
              <a:t>approval process </a:t>
            </a:r>
            <a:r>
              <a:rPr lang="it-IT" sz="900">
                <a:solidFill>
                  <a:schemeClr val="accent6"/>
                </a:solidFill>
              </a:rPr>
              <a:t>(central team/Head Office Department/Legal Entity)</a:t>
            </a:r>
          </a:p>
          <a:p>
            <a:pPr marL="540000" lvl="2" indent="-171450">
              <a:buFont typeface="Arial" panose="020B0604020202020204" pitchFamily="34" charset="0"/>
              <a:buChar char="•"/>
            </a:pPr>
            <a:r>
              <a:rPr lang="it-IT" sz="900">
                <a:solidFill>
                  <a:schemeClr val="accent6"/>
                </a:solidFill>
              </a:rPr>
              <a:t>To </a:t>
            </a:r>
            <a:r>
              <a:rPr lang="it-IT" sz="900" b="1">
                <a:solidFill>
                  <a:schemeClr val="accent6"/>
                </a:solidFill>
              </a:rPr>
              <a:t>automatize the quotation request </a:t>
            </a:r>
            <a:r>
              <a:rPr lang="it-IT" sz="900">
                <a:solidFill>
                  <a:schemeClr val="accent6"/>
                </a:solidFill>
              </a:rPr>
              <a:t>to the reinsurer</a:t>
            </a:r>
          </a:p>
          <a:p>
            <a:pPr marL="360000" lvl="1" indent="-171450">
              <a:buFont typeface="Arial" panose="020B0604020202020204" pitchFamily="34" charset="0"/>
              <a:buChar char="•"/>
            </a:pPr>
            <a:r>
              <a:rPr lang="it-IT" sz="900">
                <a:solidFill>
                  <a:schemeClr val="accent6"/>
                </a:solidFill>
              </a:rPr>
              <a:t>Implement </a:t>
            </a:r>
            <a:r>
              <a:rPr lang="it-IT" sz="900" b="1">
                <a:solidFill>
                  <a:schemeClr val="accent6"/>
                </a:solidFill>
              </a:rPr>
              <a:t>budget check</a:t>
            </a:r>
            <a:r>
              <a:rPr lang="it-IT" sz="900">
                <a:solidFill>
                  <a:schemeClr val="accent6"/>
                </a:solidFill>
              </a:rPr>
              <a:t> during the reinsurance request and when the quotation is provided by the reinsurer/broker </a:t>
            </a:r>
          </a:p>
          <a:p>
            <a:pPr marL="360000" lvl="1" indent="-171450">
              <a:buFont typeface="Arial" panose="020B0604020202020204" pitchFamily="34" charset="0"/>
              <a:buChar char="•"/>
            </a:pPr>
            <a:r>
              <a:rPr lang="it-IT" sz="900" b="1"/>
              <a:t>Store</a:t>
            </a:r>
            <a:r>
              <a:rPr lang="it-IT" sz="900"/>
              <a:t> into the system the </a:t>
            </a:r>
            <a:r>
              <a:rPr lang="it-IT" sz="900" b="1"/>
              <a:t>request </a:t>
            </a:r>
            <a:r>
              <a:rPr lang="it-IT" sz="900"/>
              <a:t>provided</a:t>
            </a:r>
            <a:r>
              <a:rPr lang="it-IT" sz="900" b="1"/>
              <a:t> </a:t>
            </a:r>
            <a:r>
              <a:rPr lang="it-IT" sz="900"/>
              <a:t>to the reinsurer and the </a:t>
            </a:r>
            <a:r>
              <a:rPr lang="it-IT" sz="900" b="1"/>
              <a:t>agreed final quotation</a:t>
            </a:r>
            <a:endParaRPr lang="it-IT" sz="900"/>
          </a:p>
          <a:p>
            <a:pPr marL="360000" lvl="1" indent="-171450">
              <a:buFont typeface="Arial" panose="020B0604020202020204" pitchFamily="34" charset="0"/>
              <a:buChar char="•"/>
            </a:pPr>
            <a:r>
              <a:rPr lang="it-IT" sz="900">
                <a:solidFill>
                  <a:schemeClr val="accent6"/>
                </a:solidFill>
              </a:rPr>
              <a:t>Develop a </a:t>
            </a:r>
            <a:r>
              <a:rPr lang="it-IT" sz="900" b="1">
                <a:solidFill>
                  <a:schemeClr val="accent6"/>
                </a:solidFill>
              </a:rPr>
              <a:t>check on the quotation </a:t>
            </a:r>
            <a:r>
              <a:rPr lang="it-IT" sz="900">
                <a:solidFill>
                  <a:schemeClr val="accent6"/>
                </a:solidFill>
              </a:rPr>
              <a:t>provided by the reinsurer through the pricing engine</a:t>
            </a:r>
          </a:p>
          <a:p>
            <a:pPr marL="360000" lvl="1" indent="-171450">
              <a:buFont typeface="Arial" panose="020B0604020202020204" pitchFamily="34" charset="0"/>
              <a:buChar char="•"/>
            </a:pPr>
            <a:r>
              <a:rPr lang="it-IT" sz="900" b="1"/>
              <a:t>Develop a workflow </a:t>
            </a:r>
            <a:r>
              <a:rPr lang="it-IT" sz="900"/>
              <a:t>for Reinsurance management </a:t>
            </a:r>
          </a:p>
          <a:p>
            <a:pPr marL="188550" lvl="1"/>
            <a:endParaRPr lang="it-IT" sz="900"/>
          </a:p>
          <a:p>
            <a:pPr marL="188550" lvl="1"/>
            <a:endParaRPr lang="it-IT" sz="90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BB9678F-35FB-41C2-9961-D08A379782C4}"/>
              </a:ext>
            </a:extLst>
          </p:cNvPr>
          <p:cNvSpPr txBox="1"/>
          <p:nvPr/>
        </p:nvSpPr>
        <p:spPr>
          <a:xfrm>
            <a:off x="5984522" y="1203502"/>
            <a:ext cx="2834144" cy="244682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360000" lvl="1" indent="-171450">
              <a:buFont typeface="Arial" panose="020B0604020202020204" pitchFamily="34" charset="0"/>
              <a:buChar char="•"/>
            </a:pPr>
            <a:r>
              <a:rPr lang="it-IT" sz="900"/>
              <a:t>Develop an</a:t>
            </a:r>
            <a:r>
              <a:rPr lang="it-IT" sz="900" b="1"/>
              <a:t> embedded pricing engine available for most of the LoBs</a:t>
            </a:r>
            <a:r>
              <a:rPr lang="it-IT" sz="900"/>
              <a:t> into the system</a:t>
            </a:r>
          </a:p>
          <a:p>
            <a:pPr marL="360000" lvl="1" indent="-171450">
              <a:buFont typeface="Arial" panose="020B0604020202020204" pitchFamily="34" charset="0"/>
              <a:buChar char="•"/>
            </a:pPr>
            <a:r>
              <a:rPr lang="it-IT" sz="900">
                <a:solidFill>
                  <a:schemeClr val="accent6"/>
                </a:solidFill>
              </a:rPr>
              <a:t>Implement a </a:t>
            </a:r>
            <a:r>
              <a:rPr lang="it-IT" sz="900" b="1">
                <a:solidFill>
                  <a:schemeClr val="accent6"/>
                </a:solidFill>
              </a:rPr>
              <a:t>preliminary quotation</a:t>
            </a:r>
            <a:r>
              <a:rPr lang="it-IT" sz="900">
                <a:solidFill>
                  <a:schemeClr val="accent6"/>
                </a:solidFill>
              </a:rPr>
              <a:t> with some few mandatory data </a:t>
            </a:r>
          </a:p>
          <a:p>
            <a:pPr marL="360000" lvl="1" indent="-171450">
              <a:buFont typeface="Arial" panose="020B0604020202020204" pitchFamily="34" charset="0"/>
              <a:buChar char="•"/>
            </a:pPr>
            <a:r>
              <a:rPr lang="it-IT" sz="900" b="1"/>
              <a:t>Store multiple quotes </a:t>
            </a:r>
            <a:r>
              <a:rPr lang="it-IT" sz="900"/>
              <a:t>calculated by the system and all the scenario data related to them and the validity period </a:t>
            </a:r>
          </a:p>
          <a:p>
            <a:pPr marL="360000" lvl="1" indent="-171450">
              <a:buFont typeface="Arial" panose="020B0604020202020204" pitchFamily="34" charset="0"/>
              <a:buChar char="•"/>
            </a:pPr>
            <a:r>
              <a:rPr lang="it-IT" sz="900"/>
              <a:t>Develop a </a:t>
            </a:r>
            <a:r>
              <a:rPr lang="it-IT" sz="900" b="1"/>
              <a:t>dedicated template</a:t>
            </a:r>
            <a:r>
              <a:rPr lang="it-IT" sz="900"/>
              <a:t>, fulfilled with the quotation data </a:t>
            </a:r>
            <a:r>
              <a:rPr lang="it-IT" sz="900" b="1"/>
              <a:t>to be sent to the client/broker</a:t>
            </a:r>
            <a:endParaRPr lang="it-IT" sz="900"/>
          </a:p>
          <a:p>
            <a:pPr marL="360000" lvl="1" indent="-171450">
              <a:buFont typeface="Arial" panose="020B0604020202020204" pitchFamily="34" charset="0"/>
              <a:buChar char="•"/>
            </a:pPr>
            <a:r>
              <a:rPr lang="it-IT" sz="900" b="1"/>
              <a:t>Retrieve all the data</a:t>
            </a:r>
            <a:r>
              <a:rPr lang="it-IT" sz="900"/>
              <a:t> related to the </a:t>
            </a:r>
            <a:r>
              <a:rPr lang="it-IT" sz="900" b="1"/>
              <a:t>last</a:t>
            </a:r>
            <a:r>
              <a:rPr lang="it-IT" sz="900"/>
              <a:t> </a:t>
            </a:r>
            <a:r>
              <a:rPr lang="it-IT" sz="900" b="1"/>
              <a:t>quotation</a:t>
            </a:r>
            <a:r>
              <a:rPr lang="it-IT" sz="900"/>
              <a:t> as starting point for renewals</a:t>
            </a:r>
          </a:p>
          <a:p>
            <a:pPr marL="360000" lvl="1" indent="-171450">
              <a:buFont typeface="Arial" panose="020B0604020202020204" pitchFamily="34" charset="0"/>
              <a:buChar char="•"/>
            </a:pPr>
            <a:r>
              <a:rPr lang="it-IT" sz="900" b="1"/>
              <a:t>Enrich the pricing tool</a:t>
            </a:r>
            <a:r>
              <a:rPr lang="it-IT" sz="900"/>
              <a:t> with all the relevant data requested for quoting (gross net coinsurance, gross net reinsurance etc…)</a:t>
            </a:r>
          </a:p>
          <a:p>
            <a:pPr marL="360000" lvl="1" indent="-171450">
              <a:buFont typeface="Arial" panose="020B0604020202020204" pitchFamily="34" charset="0"/>
              <a:buChar char="•"/>
            </a:pPr>
            <a:endParaRPr lang="it-IT" sz="90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58B0C98-68A1-43DE-9F2C-669A2E5DB0AD}"/>
              </a:ext>
            </a:extLst>
          </p:cNvPr>
          <p:cNvSpPr txBox="1"/>
          <p:nvPr/>
        </p:nvSpPr>
        <p:spPr>
          <a:xfrm>
            <a:off x="8818666" y="1186394"/>
            <a:ext cx="3005516" cy="2723823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360000" lvl="1" indent="-171450">
              <a:buFont typeface="Arial" panose="020B0604020202020204" pitchFamily="34" charset="0"/>
              <a:buChar char="•"/>
            </a:pPr>
            <a:r>
              <a:rPr lang="it-IT" sz="900">
                <a:solidFill>
                  <a:schemeClr val="accent6"/>
                </a:solidFill>
              </a:rPr>
              <a:t>Develop a dedicated clause and conditions library for each country to supplement the quote creation process</a:t>
            </a:r>
          </a:p>
          <a:p>
            <a:pPr marL="360000" lvl="1" indent="-171450">
              <a:buFont typeface="Arial" panose="020B0604020202020204" pitchFamily="34" charset="0"/>
              <a:buChar char="•"/>
            </a:pPr>
            <a:r>
              <a:rPr lang="it-IT" sz="900"/>
              <a:t>Develop the quoting documents starting from the data in the system and with free text  for UW  </a:t>
            </a:r>
          </a:p>
          <a:p>
            <a:pPr marL="360000" lvl="1" indent="-171450">
              <a:buFont typeface="Arial" panose="020B0604020202020204" pitchFamily="34" charset="0"/>
              <a:buChar char="•"/>
            </a:pPr>
            <a:r>
              <a:rPr lang="it-IT" sz="900"/>
              <a:t>Develop a </a:t>
            </a:r>
            <a:r>
              <a:rPr lang="it-IT" sz="900" b="1"/>
              <a:t>workflow</a:t>
            </a:r>
            <a:r>
              <a:rPr lang="it-IT" sz="900"/>
              <a:t> management:</a:t>
            </a:r>
          </a:p>
          <a:p>
            <a:pPr marL="720000" lvl="2" indent="-228600">
              <a:buFont typeface="+mj-lt"/>
              <a:buAutoNum type="arabicPeriod"/>
            </a:pPr>
            <a:r>
              <a:rPr lang="it-IT" sz="900" b="1"/>
              <a:t>Activate</a:t>
            </a:r>
            <a:r>
              <a:rPr lang="it-IT" sz="900"/>
              <a:t> the </a:t>
            </a:r>
            <a:r>
              <a:rPr lang="it-IT" sz="900" b="1"/>
              <a:t>MP</a:t>
            </a:r>
            <a:r>
              <a:rPr lang="it-IT" sz="900"/>
              <a:t> and </a:t>
            </a:r>
            <a:r>
              <a:rPr lang="it-IT" sz="900" b="1"/>
              <a:t>OPS</a:t>
            </a:r>
            <a:r>
              <a:rPr lang="it-IT" sz="900"/>
              <a:t> </a:t>
            </a:r>
            <a:r>
              <a:rPr lang="it-IT" sz="900" b="1"/>
              <a:t>providing</a:t>
            </a:r>
            <a:r>
              <a:rPr lang="it-IT" sz="900"/>
              <a:t> them </a:t>
            </a:r>
            <a:r>
              <a:rPr lang="it-IT" sz="900" b="1"/>
              <a:t>priorities</a:t>
            </a:r>
            <a:r>
              <a:rPr lang="it-IT" sz="900"/>
              <a:t> on the data to be fulfilled (i.e locations)</a:t>
            </a:r>
          </a:p>
          <a:p>
            <a:pPr marL="720000" lvl="2" indent="-228600">
              <a:buFont typeface="+mj-lt"/>
              <a:buAutoNum type="arabicPeriod"/>
            </a:pPr>
            <a:r>
              <a:rPr lang="it-IT" sz="900" b="1"/>
              <a:t>Check the coinsurance involvement </a:t>
            </a:r>
            <a:r>
              <a:rPr lang="it-IT" sz="900"/>
              <a:t>in order to sign multinational documentation</a:t>
            </a:r>
          </a:p>
          <a:p>
            <a:pPr marL="720000" lvl="2" indent="-228600">
              <a:buFont typeface="+mj-lt"/>
              <a:buAutoNum type="arabicPeriod"/>
            </a:pPr>
            <a:r>
              <a:rPr lang="it-IT" sz="900" b="1"/>
              <a:t>Monitor</a:t>
            </a:r>
            <a:r>
              <a:rPr lang="it-IT" sz="900"/>
              <a:t> the status of </a:t>
            </a:r>
            <a:r>
              <a:rPr lang="it-IT" sz="900" b="1"/>
              <a:t>policy issuing</a:t>
            </a:r>
            <a:endParaRPr lang="it-IT" sz="900"/>
          </a:p>
          <a:p>
            <a:pPr marL="360000" lvl="1" indent="-171450">
              <a:buFont typeface="Arial" panose="020B0604020202020204" pitchFamily="34" charset="0"/>
              <a:buChar char="•"/>
            </a:pPr>
            <a:r>
              <a:rPr lang="it-IT" sz="900"/>
              <a:t>Develop a </a:t>
            </a:r>
            <a:r>
              <a:rPr lang="it-IT" sz="900" b="1"/>
              <a:t>repository</a:t>
            </a:r>
            <a:r>
              <a:rPr lang="it-IT" sz="900"/>
              <a:t> where all relevant </a:t>
            </a:r>
            <a:r>
              <a:rPr lang="it-IT" sz="900" b="1"/>
              <a:t>documents</a:t>
            </a:r>
            <a:r>
              <a:rPr lang="it-IT" sz="900"/>
              <a:t> are </a:t>
            </a:r>
            <a:r>
              <a:rPr lang="it-IT" sz="900" b="1"/>
              <a:t>clustered</a:t>
            </a:r>
            <a:r>
              <a:rPr lang="it-IT" sz="900"/>
              <a:t> (preconfigured value), </a:t>
            </a:r>
            <a:r>
              <a:rPr lang="it-IT" sz="900" b="1"/>
              <a:t>versioned</a:t>
            </a:r>
            <a:r>
              <a:rPr lang="it-IT" sz="900"/>
              <a:t> and </a:t>
            </a:r>
            <a:r>
              <a:rPr lang="it-IT" sz="900" b="1"/>
              <a:t>stored</a:t>
            </a:r>
            <a:r>
              <a:rPr lang="it-IT" sz="900"/>
              <a:t> into the system</a:t>
            </a:r>
          </a:p>
          <a:p>
            <a:pPr marL="360000" lvl="1" indent="-171450">
              <a:buFont typeface="Arial" panose="020B0604020202020204" pitchFamily="34" charset="0"/>
              <a:buChar char="•"/>
            </a:pPr>
            <a:r>
              <a:rPr lang="it-IT" sz="900" b="1"/>
              <a:t>Update</a:t>
            </a:r>
            <a:r>
              <a:rPr lang="it-IT" sz="900"/>
              <a:t> submission data </a:t>
            </a:r>
            <a:r>
              <a:rPr lang="it-IT" sz="900" b="1"/>
              <a:t>after binding</a:t>
            </a:r>
            <a:endParaRPr lang="it-IT" sz="900"/>
          </a:p>
          <a:p>
            <a:pPr marL="360000" lvl="1" indent="-171450">
              <a:buFont typeface="Arial" panose="020B0604020202020204" pitchFamily="34" charset="0"/>
              <a:buChar char="•"/>
            </a:pPr>
            <a:r>
              <a:rPr lang="it-IT" sz="900" b="1"/>
              <a:t>Check</a:t>
            </a:r>
            <a:r>
              <a:rPr lang="it-IT" sz="900"/>
              <a:t> the </a:t>
            </a:r>
            <a:r>
              <a:rPr lang="it-IT" sz="900" b="1"/>
              <a:t>completeness</a:t>
            </a:r>
            <a:r>
              <a:rPr lang="it-IT" sz="900"/>
              <a:t> of the information in order to activate the </a:t>
            </a:r>
            <a:r>
              <a:rPr lang="it-IT" sz="900" b="1"/>
              <a:t>post binding </a:t>
            </a:r>
            <a:r>
              <a:rPr lang="it-IT" sz="900"/>
              <a:t>activities</a:t>
            </a:r>
          </a:p>
          <a:p>
            <a:pPr marL="360000" lvl="1" indent="-171450">
              <a:buFont typeface="Arial" panose="020B0604020202020204" pitchFamily="34" charset="0"/>
              <a:buChar char="•"/>
            </a:pPr>
            <a:endParaRPr lang="it-IT" sz="900"/>
          </a:p>
        </p:txBody>
      </p:sp>
    </p:spTree>
    <p:extLst>
      <p:ext uri="{BB962C8B-B14F-4D97-AF65-F5344CB8AC3E}">
        <p14:creationId xmlns:p14="http://schemas.microsoft.com/office/powerpoint/2010/main" val="37021627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3">
            <a:extLst>
              <a:ext uri="{FF2B5EF4-FFF2-40B4-BE49-F238E27FC236}">
                <a16:creationId xmlns:a16="http://schemas.microsoft.com/office/drawing/2014/main" id="{F89AFA8E-153D-3CA5-7605-73D8F3908A22}"/>
              </a:ext>
            </a:extLst>
          </p:cNvPr>
          <p:cNvSpPr txBox="1"/>
          <p:nvPr/>
        </p:nvSpPr>
        <p:spPr>
          <a:xfrm>
            <a:off x="8099703" y="-11056"/>
            <a:ext cx="848784" cy="302091"/>
          </a:xfrm>
          <a:prstGeom prst="roundRect">
            <a:avLst>
              <a:gd name="adj" fmla="val 23448"/>
            </a:avLst>
          </a:prstGeom>
          <a:noFill/>
          <a:ln w="9525"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100" u="sng"/>
              <a:t>Legend</a:t>
            </a:r>
          </a:p>
        </p:txBody>
      </p:sp>
      <p:sp>
        <p:nvSpPr>
          <p:cNvPr id="14" name="Title 13">
            <a:extLst>
              <a:ext uri="{FF2B5EF4-FFF2-40B4-BE49-F238E27FC236}">
                <a16:creationId xmlns:a16="http://schemas.microsoft.com/office/drawing/2014/main" id="{ABCF9246-8BA5-4120-B3F6-1B3FFA10D7A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 b="1"/>
              <a:t>AGENDA</a:t>
            </a:r>
          </a:p>
        </p:txBody>
      </p:sp>
      <p:sp>
        <p:nvSpPr>
          <p:cNvPr id="158" name="Rectangle 15">
            <a:extLst>
              <a:ext uri="{FF2B5EF4-FFF2-40B4-BE49-F238E27FC236}">
                <a16:creationId xmlns:a16="http://schemas.microsoft.com/office/drawing/2014/main" id="{427F97FF-BF96-4417-AC7E-D05F0722E12E}"/>
              </a:ext>
            </a:extLst>
          </p:cNvPr>
          <p:cNvSpPr/>
          <p:nvPr/>
        </p:nvSpPr>
        <p:spPr>
          <a:xfrm>
            <a:off x="1101934" y="1035563"/>
            <a:ext cx="1439501" cy="849931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none" strike="noStrike" kern="120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Regular"/>
              <a:ea typeface="ＭＳ Ｐゴシック"/>
              <a:cs typeface="+mn-cs"/>
            </a:endParaRPr>
          </a:p>
        </p:txBody>
      </p:sp>
      <p:sp>
        <p:nvSpPr>
          <p:cNvPr id="181" name="Rectangle 21">
            <a:extLst>
              <a:ext uri="{FF2B5EF4-FFF2-40B4-BE49-F238E27FC236}">
                <a16:creationId xmlns:a16="http://schemas.microsoft.com/office/drawing/2014/main" id="{58FD84CC-5991-4C10-A53B-A58DE140F4EC}"/>
              </a:ext>
            </a:extLst>
          </p:cNvPr>
          <p:cNvSpPr/>
          <p:nvPr/>
        </p:nvSpPr>
        <p:spPr>
          <a:xfrm>
            <a:off x="2541435" y="1035563"/>
            <a:ext cx="8606662" cy="84993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Regular"/>
              <a:ea typeface="ＭＳ Ｐゴシック"/>
              <a:cs typeface="+mn-cs"/>
            </a:endParaRPr>
          </a:p>
        </p:txBody>
      </p:sp>
      <p:sp>
        <p:nvSpPr>
          <p:cNvPr id="183" name="Text Placeholder 3">
            <a:extLst>
              <a:ext uri="{FF2B5EF4-FFF2-40B4-BE49-F238E27FC236}">
                <a16:creationId xmlns:a16="http://schemas.microsoft.com/office/drawing/2014/main" id="{3B5C256A-6D92-49DC-A51D-B981100F223F}"/>
              </a:ext>
            </a:extLst>
          </p:cNvPr>
          <p:cNvSpPr txBox="1">
            <a:spLocks/>
          </p:cNvSpPr>
          <p:nvPr/>
        </p:nvSpPr>
        <p:spPr>
          <a:xfrm>
            <a:off x="1556301" y="1292110"/>
            <a:ext cx="530766" cy="336837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0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Regular"/>
                <a:cs typeface="Segoe UI Light"/>
              </a:rPr>
              <a:t>01</a:t>
            </a:r>
            <a:endParaRPr kumimoji="0" lang="en-US" sz="20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Regular"/>
              <a:cs typeface="Segoe UI Light"/>
            </a:endParaRPr>
          </a:p>
        </p:txBody>
      </p:sp>
      <p:sp>
        <p:nvSpPr>
          <p:cNvPr id="184" name="Text Placeholder 3">
            <a:extLst>
              <a:ext uri="{FF2B5EF4-FFF2-40B4-BE49-F238E27FC236}">
                <a16:creationId xmlns:a16="http://schemas.microsoft.com/office/drawing/2014/main" id="{B2B9C538-506F-411C-AB0F-3D15E6F16667}"/>
              </a:ext>
            </a:extLst>
          </p:cNvPr>
          <p:cNvSpPr txBox="1">
            <a:spLocks/>
          </p:cNvSpPr>
          <p:nvPr/>
        </p:nvSpPr>
        <p:spPr>
          <a:xfrm>
            <a:off x="2541435" y="1292110"/>
            <a:ext cx="7460802" cy="336837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0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fontAlgn="auto">
              <a:spcAft>
                <a:spcPts val="0"/>
              </a:spcAft>
              <a:buClrTx/>
              <a:buSzTx/>
              <a:tabLst/>
              <a:defRPr/>
            </a:pPr>
            <a:r>
              <a:rPr lang="en-GB">
                <a:solidFill>
                  <a:prstClr val="white">
                    <a:lumMod val="75000"/>
                  </a:prstClr>
                </a:solidFill>
                <a:latin typeface="Arial Regular"/>
                <a:cs typeface="Segoe UI Light"/>
              </a:rPr>
              <a:t>Overall Pre-Binding Process </a:t>
            </a:r>
          </a:p>
        </p:txBody>
      </p:sp>
      <p:sp>
        <p:nvSpPr>
          <p:cNvPr id="185" name="Rectangle 15">
            <a:extLst>
              <a:ext uri="{FF2B5EF4-FFF2-40B4-BE49-F238E27FC236}">
                <a16:creationId xmlns:a16="http://schemas.microsoft.com/office/drawing/2014/main" id="{F7666A3F-0967-4FD7-881B-F4295740B79D}"/>
              </a:ext>
            </a:extLst>
          </p:cNvPr>
          <p:cNvSpPr/>
          <p:nvPr/>
        </p:nvSpPr>
        <p:spPr>
          <a:xfrm>
            <a:off x="1101934" y="2063317"/>
            <a:ext cx="1439501" cy="849931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none" strike="noStrike" kern="120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Regular"/>
              <a:ea typeface="ＭＳ Ｐゴシック"/>
              <a:cs typeface="+mn-cs"/>
            </a:endParaRPr>
          </a:p>
        </p:txBody>
      </p:sp>
      <p:sp>
        <p:nvSpPr>
          <p:cNvPr id="187" name="Rectangle 21">
            <a:extLst>
              <a:ext uri="{FF2B5EF4-FFF2-40B4-BE49-F238E27FC236}">
                <a16:creationId xmlns:a16="http://schemas.microsoft.com/office/drawing/2014/main" id="{646D6006-2DDC-4058-B768-BEFD6334F7FB}"/>
              </a:ext>
            </a:extLst>
          </p:cNvPr>
          <p:cNvSpPr/>
          <p:nvPr/>
        </p:nvSpPr>
        <p:spPr>
          <a:xfrm>
            <a:off x="2541435" y="2063317"/>
            <a:ext cx="8606662" cy="84993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Regular"/>
              <a:ea typeface="ＭＳ Ｐゴシック"/>
              <a:cs typeface="+mn-cs"/>
            </a:endParaRPr>
          </a:p>
        </p:txBody>
      </p:sp>
      <p:sp>
        <p:nvSpPr>
          <p:cNvPr id="188" name="Text Placeholder 3">
            <a:extLst>
              <a:ext uri="{FF2B5EF4-FFF2-40B4-BE49-F238E27FC236}">
                <a16:creationId xmlns:a16="http://schemas.microsoft.com/office/drawing/2014/main" id="{3BC9EEF1-96E0-408F-94EA-5F6CE1D79E91}"/>
              </a:ext>
            </a:extLst>
          </p:cNvPr>
          <p:cNvSpPr txBox="1">
            <a:spLocks/>
          </p:cNvSpPr>
          <p:nvPr/>
        </p:nvSpPr>
        <p:spPr>
          <a:xfrm>
            <a:off x="1556301" y="2319864"/>
            <a:ext cx="530766" cy="336837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0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Regular"/>
                <a:cs typeface="Segoe UI Light"/>
              </a:rPr>
              <a:t>02</a:t>
            </a:r>
            <a:endParaRPr kumimoji="0" lang="en-US" sz="20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Regular"/>
              <a:cs typeface="Segoe UI Light"/>
            </a:endParaRPr>
          </a:p>
        </p:txBody>
      </p:sp>
      <p:sp>
        <p:nvSpPr>
          <p:cNvPr id="189" name="Text Placeholder 3">
            <a:extLst>
              <a:ext uri="{FF2B5EF4-FFF2-40B4-BE49-F238E27FC236}">
                <a16:creationId xmlns:a16="http://schemas.microsoft.com/office/drawing/2014/main" id="{620622C1-07CE-4DE1-A8C8-959928366B94}"/>
              </a:ext>
            </a:extLst>
          </p:cNvPr>
          <p:cNvSpPr txBox="1">
            <a:spLocks/>
          </p:cNvSpPr>
          <p:nvPr/>
        </p:nvSpPr>
        <p:spPr>
          <a:xfrm>
            <a:off x="2541435" y="2281133"/>
            <a:ext cx="8094264" cy="414298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0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>
                <a:solidFill>
                  <a:prstClr val="white">
                    <a:lumMod val="75000"/>
                  </a:prstClr>
                </a:solidFill>
                <a:latin typeface="Arial Regular"/>
                <a:cs typeface="Segoe UI Light"/>
              </a:rPr>
              <a:t>Requirements Collected</a:t>
            </a:r>
            <a:endParaRPr lang="en-GB">
              <a:solidFill>
                <a:prstClr val="white">
                  <a:lumMod val="75000"/>
                </a:prstClr>
              </a:solidFill>
              <a:latin typeface="Arial Regular"/>
              <a:cs typeface="Segoe UI Light"/>
            </a:endParaRPr>
          </a:p>
        </p:txBody>
      </p:sp>
      <p:sp>
        <p:nvSpPr>
          <p:cNvPr id="190" name="Rectangle 15">
            <a:extLst>
              <a:ext uri="{FF2B5EF4-FFF2-40B4-BE49-F238E27FC236}">
                <a16:creationId xmlns:a16="http://schemas.microsoft.com/office/drawing/2014/main" id="{A9BE1DB4-536F-460A-A461-BF41418358D2}"/>
              </a:ext>
            </a:extLst>
          </p:cNvPr>
          <p:cNvSpPr/>
          <p:nvPr/>
        </p:nvSpPr>
        <p:spPr>
          <a:xfrm>
            <a:off x="1101934" y="3091071"/>
            <a:ext cx="1439501" cy="849931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none" strike="noStrike" kern="120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Regular"/>
              <a:ea typeface="ＭＳ Ｐゴシック"/>
              <a:cs typeface="+mn-cs"/>
            </a:endParaRPr>
          </a:p>
        </p:txBody>
      </p:sp>
      <p:sp>
        <p:nvSpPr>
          <p:cNvPr id="191" name="Rectangle 21">
            <a:extLst>
              <a:ext uri="{FF2B5EF4-FFF2-40B4-BE49-F238E27FC236}">
                <a16:creationId xmlns:a16="http://schemas.microsoft.com/office/drawing/2014/main" id="{FA4A2375-4224-4324-9C9F-353D7B14A44B}"/>
              </a:ext>
            </a:extLst>
          </p:cNvPr>
          <p:cNvSpPr/>
          <p:nvPr/>
        </p:nvSpPr>
        <p:spPr>
          <a:xfrm>
            <a:off x="2541435" y="3091071"/>
            <a:ext cx="8606662" cy="84993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Regular"/>
              <a:ea typeface="ＭＳ Ｐゴシック"/>
              <a:cs typeface="+mn-cs"/>
            </a:endParaRPr>
          </a:p>
        </p:txBody>
      </p:sp>
      <p:sp>
        <p:nvSpPr>
          <p:cNvPr id="192" name="Text Placeholder 3">
            <a:extLst>
              <a:ext uri="{FF2B5EF4-FFF2-40B4-BE49-F238E27FC236}">
                <a16:creationId xmlns:a16="http://schemas.microsoft.com/office/drawing/2014/main" id="{372C3DF6-240B-4157-935E-F91C74FA0BB4}"/>
              </a:ext>
            </a:extLst>
          </p:cNvPr>
          <p:cNvSpPr txBox="1">
            <a:spLocks/>
          </p:cNvSpPr>
          <p:nvPr/>
        </p:nvSpPr>
        <p:spPr>
          <a:xfrm>
            <a:off x="1556301" y="3347618"/>
            <a:ext cx="530766" cy="336837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0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Regular"/>
                <a:cs typeface="Segoe UI Light"/>
              </a:rPr>
              <a:t>03</a:t>
            </a:r>
            <a:endParaRPr kumimoji="0" lang="en-US" sz="20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Regular"/>
              <a:cs typeface="Segoe UI Light"/>
            </a:endParaRPr>
          </a:p>
        </p:txBody>
      </p:sp>
      <p:sp>
        <p:nvSpPr>
          <p:cNvPr id="193" name="Text Placeholder 3">
            <a:extLst>
              <a:ext uri="{FF2B5EF4-FFF2-40B4-BE49-F238E27FC236}">
                <a16:creationId xmlns:a16="http://schemas.microsoft.com/office/drawing/2014/main" id="{8F92B530-7789-4C0E-A335-961623276865}"/>
              </a:ext>
            </a:extLst>
          </p:cNvPr>
          <p:cNvSpPr txBox="1">
            <a:spLocks/>
          </p:cNvSpPr>
          <p:nvPr/>
        </p:nvSpPr>
        <p:spPr>
          <a:xfrm>
            <a:off x="2541435" y="3347618"/>
            <a:ext cx="7460802" cy="336837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0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err="1">
                <a:solidFill>
                  <a:prstClr val="white">
                    <a:lumMod val="75000"/>
                  </a:prstClr>
                </a:solidFill>
                <a:latin typeface="Arial Regular"/>
                <a:cs typeface="Segoe UI Light"/>
              </a:rPr>
              <a:t>Prioritisation</a:t>
            </a:r>
            <a:r>
              <a:rPr lang="en-US">
                <a:solidFill>
                  <a:prstClr val="white">
                    <a:lumMod val="75000"/>
                  </a:prstClr>
                </a:solidFill>
                <a:latin typeface="Arial Regular"/>
                <a:cs typeface="Segoe UI Light"/>
              </a:rPr>
              <a:t> Method</a:t>
            </a:r>
            <a:endParaRPr lang="en-GB">
              <a:solidFill>
                <a:prstClr val="white">
                  <a:lumMod val="75000"/>
                </a:prstClr>
              </a:solidFill>
              <a:latin typeface="Arial Regular"/>
              <a:cs typeface="Segoe UI Light"/>
            </a:endParaRPr>
          </a:p>
        </p:txBody>
      </p:sp>
      <p:sp>
        <p:nvSpPr>
          <p:cNvPr id="194" name="Rectangle 15">
            <a:extLst>
              <a:ext uri="{FF2B5EF4-FFF2-40B4-BE49-F238E27FC236}">
                <a16:creationId xmlns:a16="http://schemas.microsoft.com/office/drawing/2014/main" id="{1FE87ABE-CFD5-4BDA-A33F-8401293444B5}"/>
              </a:ext>
            </a:extLst>
          </p:cNvPr>
          <p:cNvSpPr/>
          <p:nvPr/>
        </p:nvSpPr>
        <p:spPr>
          <a:xfrm>
            <a:off x="1101934" y="4118825"/>
            <a:ext cx="1439501" cy="849931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none" strike="noStrike" kern="120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Regular"/>
              <a:ea typeface="ＭＳ Ｐゴシック"/>
              <a:cs typeface="+mn-cs"/>
            </a:endParaRPr>
          </a:p>
        </p:txBody>
      </p:sp>
      <p:sp>
        <p:nvSpPr>
          <p:cNvPr id="195" name="Rectangle 21">
            <a:extLst>
              <a:ext uri="{FF2B5EF4-FFF2-40B4-BE49-F238E27FC236}">
                <a16:creationId xmlns:a16="http://schemas.microsoft.com/office/drawing/2014/main" id="{818FBCF1-2E27-4A37-A066-FC88503301DB}"/>
              </a:ext>
            </a:extLst>
          </p:cNvPr>
          <p:cNvSpPr/>
          <p:nvPr/>
        </p:nvSpPr>
        <p:spPr>
          <a:xfrm>
            <a:off x="2541435" y="4118825"/>
            <a:ext cx="8606662" cy="84993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Regular"/>
              <a:ea typeface="ＭＳ Ｐゴシック"/>
              <a:cs typeface="+mn-cs"/>
            </a:endParaRPr>
          </a:p>
        </p:txBody>
      </p:sp>
      <p:sp>
        <p:nvSpPr>
          <p:cNvPr id="196" name="Text Placeholder 3">
            <a:extLst>
              <a:ext uri="{FF2B5EF4-FFF2-40B4-BE49-F238E27FC236}">
                <a16:creationId xmlns:a16="http://schemas.microsoft.com/office/drawing/2014/main" id="{ECB6DAE0-3C4F-4377-A3E2-E6DC51807689}"/>
              </a:ext>
            </a:extLst>
          </p:cNvPr>
          <p:cNvSpPr txBox="1">
            <a:spLocks/>
          </p:cNvSpPr>
          <p:nvPr/>
        </p:nvSpPr>
        <p:spPr>
          <a:xfrm>
            <a:off x="1556301" y="4375372"/>
            <a:ext cx="530766" cy="336837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0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Regular"/>
                <a:cs typeface="Segoe UI Light"/>
              </a:rPr>
              <a:t>04</a:t>
            </a:r>
            <a:endParaRPr kumimoji="0" lang="en-US" sz="20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Regular"/>
              <a:cs typeface="Segoe UI Light"/>
            </a:endParaRPr>
          </a:p>
        </p:txBody>
      </p:sp>
      <p:sp>
        <p:nvSpPr>
          <p:cNvPr id="197" name="Text Placeholder 3">
            <a:extLst>
              <a:ext uri="{FF2B5EF4-FFF2-40B4-BE49-F238E27FC236}">
                <a16:creationId xmlns:a16="http://schemas.microsoft.com/office/drawing/2014/main" id="{78A7717D-51B9-4EA6-8A95-E797922A08FD}"/>
              </a:ext>
            </a:extLst>
          </p:cNvPr>
          <p:cNvSpPr txBox="1">
            <a:spLocks/>
          </p:cNvSpPr>
          <p:nvPr/>
        </p:nvSpPr>
        <p:spPr>
          <a:xfrm>
            <a:off x="2523707" y="4350628"/>
            <a:ext cx="7460802" cy="336837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0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Arial Regular"/>
                <a:cs typeface="Segoe UI Light"/>
              </a:rPr>
              <a:t>“Must have” Requirements</a:t>
            </a:r>
            <a:endParaRPr kumimoji="0" lang="en-GB" sz="20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Arial Regular"/>
              <a:cs typeface="Segoe UI Light"/>
            </a:endParaRPr>
          </a:p>
        </p:txBody>
      </p:sp>
      <p:sp>
        <p:nvSpPr>
          <p:cNvPr id="203" name="Rectangle 15">
            <a:extLst>
              <a:ext uri="{FF2B5EF4-FFF2-40B4-BE49-F238E27FC236}">
                <a16:creationId xmlns:a16="http://schemas.microsoft.com/office/drawing/2014/main" id="{9972ACFF-F309-4E2C-99F8-272DBBF2CC74}"/>
              </a:ext>
            </a:extLst>
          </p:cNvPr>
          <p:cNvSpPr/>
          <p:nvPr/>
        </p:nvSpPr>
        <p:spPr>
          <a:xfrm>
            <a:off x="1101934" y="5146579"/>
            <a:ext cx="1439501" cy="849931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none" strike="noStrike" kern="120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Regular"/>
              <a:ea typeface="ＭＳ Ｐゴシック"/>
              <a:cs typeface="+mn-cs"/>
            </a:endParaRPr>
          </a:p>
        </p:txBody>
      </p:sp>
      <p:sp>
        <p:nvSpPr>
          <p:cNvPr id="204" name="Rectangle 21">
            <a:extLst>
              <a:ext uri="{FF2B5EF4-FFF2-40B4-BE49-F238E27FC236}">
                <a16:creationId xmlns:a16="http://schemas.microsoft.com/office/drawing/2014/main" id="{7C59266E-5570-4922-9FEE-BE531C2ADAA2}"/>
              </a:ext>
            </a:extLst>
          </p:cNvPr>
          <p:cNvSpPr/>
          <p:nvPr/>
        </p:nvSpPr>
        <p:spPr>
          <a:xfrm>
            <a:off x="2541435" y="5146579"/>
            <a:ext cx="8606662" cy="84993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r>
              <a:rPr lang="en-US" sz="2000">
                <a:solidFill>
                  <a:srgbClr val="C00000"/>
                </a:solidFill>
                <a:latin typeface="Arial Regular"/>
                <a:cs typeface="Segoe UI Light"/>
              </a:rPr>
              <a:t>User Experience</a:t>
            </a:r>
            <a:endParaRPr kumimoji="0" lang="en-GB" sz="2000" b="0" i="0" u="none" strike="noStrike" kern="120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Regular"/>
              <a:cs typeface="Segoe UI Light"/>
            </a:endParaRPr>
          </a:p>
        </p:txBody>
      </p:sp>
      <p:sp>
        <p:nvSpPr>
          <p:cNvPr id="205" name="Text Placeholder 3">
            <a:extLst>
              <a:ext uri="{FF2B5EF4-FFF2-40B4-BE49-F238E27FC236}">
                <a16:creationId xmlns:a16="http://schemas.microsoft.com/office/drawing/2014/main" id="{4E9A8709-9DE6-4B5F-98E3-D3FB2943149F}"/>
              </a:ext>
            </a:extLst>
          </p:cNvPr>
          <p:cNvSpPr txBox="1">
            <a:spLocks/>
          </p:cNvSpPr>
          <p:nvPr/>
        </p:nvSpPr>
        <p:spPr>
          <a:xfrm>
            <a:off x="1556301" y="5403126"/>
            <a:ext cx="530766" cy="336837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0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Regular"/>
                <a:cs typeface="Segoe UI Light"/>
              </a:rPr>
              <a:t>05</a:t>
            </a:r>
            <a:endParaRPr kumimoji="0" lang="en-US" sz="20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Regular"/>
              <a:cs typeface="Segoe UI Light"/>
            </a:endParaRPr>
          </a:p>
        </p:txBody>
      </p:sp>
    </p:spTree>
    <p:extLst>
      <p:ext uri="{BB962C8B-B14F-4D97-AF65-F5344CB8AC3E}">
        <p14:creationId xmlns:p14="http://schemas.microsoft.com/office/powerpoint/2010/main" val="35687953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6E193DA-30F8-4F35-A043-9548C29C44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7818" y="204227"/>
            <a:ext cx="11434322" cy="557458"/>
          </a:xfrm>
        </p:spPr>
        <p:txBody>
          <a:bodyPr/>
          <a:lstStyle/>
          <a:p>
            <a:r>
              <a:rPr lang="en-US" b="1"/>
              <a:t>User Experience Design Principles</a:t>
            </a:r>
            <a:br>
              <a:rPr lang="it-IT"/>
            </a:br>
            <a:r>
              <a:rPr lang="it-IT" sz="1600">
                <a:solidFill>
                  <a:schemeClr val="accent5">
                    <a:lumMod val="50000"/>
                  </a:schemeClr>
                </a:solidFill>
              </a:rPr>
              <a:t>These are the Design Principles that have been developed based on discussions from workshops </a:t>
            </a:r>
            <a:endParaRPr lang="it-IT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71B17C4-8622-4607-B774-4996255457FB}"/>
              </a:ext>
            </a:extLst>
          </p:cNvPr>
          <p:cNvSpPr txBox="1"/>
          <p:nvPr/>
        </p:nvSpPr>
        <p:spPr>
          <a:xfrm>
            <a:off x="574159" y="1255593"/>
            <a:ext cx="11227982" cy="46115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spcBef>
                <a:spcPts val="500"/>
              </a:spcBef>
              <a:buFont typeface="Symbol" panose="05050102010706020507" pitchFamily="18" charset="2"/>
              <a:buChar char=""/>
            </a:pPr>
            <a:r>
              <a:rPr lang="en-GB" sz="180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Make the experience </a:t>
            </a:r>
            <a:r>
              <a:rPr lang="en-GB" sz="1800" b="1" u="sng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feel like “one system”</a:t>
            </a:r>
            <a:endParaRPr lang="en-GB" sz="1800" b="1" u="sng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342900" indent="-342900">
              <a:spcBef>
                <a:spcPts val="500"/>
              </a:spcBef>
              <a:buFont typeface="Symbol" panose="05050102010706020507" pitchFamily="18" charset="2"/>
              <a:buChar char=""/>
            </a:pPr>
            <a:r>
              <a:rPr lang="en-GB" b="1" u="sng">
                <a:latin typeface="Calibri" panose="020F0502020204030204" pitchFamily="34" charset="0"/>
                <a:ea typeface="Times New Roman" panose="02020603050405020304" pitchFamily="18" charset="0"/>
              </a:rPr>
              <a:t>Make the workflow intuitive </a:t>
            </a:r>
            <a:r>
              <a:rPr lang="en-GB" b="1">
                <a:latin typeface="Calibri" panose="020F0502020204030204" pitchFamily="34" charset="0"/>
                <a:ea typeface="Times New Roman" panose="02020603050405020304" pitchFamily="18" charset="0"/>
              </a:rPr>
              <a:t>and tasked based </a:t>
            </a:r>
            <a:r>
              <a:rPr lang="en-GB">
                <a:latin typeface="Calibri" panose="020F0502020204030204" pitchFamily="34" charset="0"/>
                <a:ea typeface="Times New Roman" panose="02020603050405020304" pitchFamily="18" charset="0"/>
              </a:rPr>
              <a:t>rather than linear i.e., tasks don’t have to be done in a sequence</a:t>
            </a:r>
            <a:endParaRPr lang="en-GB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342900" lvl="0" indent="-342900">
              <a:spcBef>
                <a:spcPts val="500"/>
              </a:spcBef>
              <a:buFont typeface="Symbol" panose="05050102010706020507" pitchFamily="18" charset="2"/>
              <a:buChar char=""/>
            </a:pPr>
            <a:r>
              <a:rPr lang="en-GB" sz="1800" b="1" u="sng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Include as much functionality within the system </a:t>
            </a:r>
            <a:r>
              <a:rPr lang="en-GB" sz="180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as opposed to being manual / offline  </a:t>
            </a:r>
          </a:p>
          <a:p>
            <a:pPr marL="342900" lvl="0" indent="-342900">
              <a:spcBef>
                <a:spcPts val="500"/>
              </a:spcBef>
              <a:buFont typeface="Symbol" panose="05050102010706020507" pitchFamily="18" charset="2"/>
              <a:buChar char=""/>
            </a:pPr>
            <a:r>
              <a:rPr lang="en-GB" sz="1800" b="1" u="sng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Guide the user with </a:t>
            </a:r>
            <a:r>
              <a:rPr lang="en-GB" b="1" u="sng">
                <a:latin typeface="Calibri" panose="020F0502020204030204" pitchFamily="34" charset="0"/>
                <a:ea typeface="Times New Roman" panose="02020603050405020304" pitchFamily="18" charset="0"/>
              </a:rPr>
              <a:t>a prioritised task list </a:t>
            </a:r>
            <a:r>
              <a:rPr lang="en-GB">
                <a:latin typeface="Calibri" panose="020F0502020204030204" pitchFamily="34" charset="0"/>
                <a:ea typeface="Times New Roman" panose="02020603050405020304" pitchFamily="18" charset="0"/>
              </a:rPr>
              <a:t>of things to be done, and with visual </a:t>
            </a:r>
            <a:r>
              <a:rPr lang="en-GB" sz="180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notifications and alerts</a:t>
            </a:r>
          </a:p>
          <a:p>
            <a:pPr marL="342900" lvl="0" indent="-342900">
              <a:spcBef>
                <a:spcPts val="500"/>
              </a:spcBef>
              <a:buFont typeface="Symbol" panose="05050102010706020507" pitchFamily="18" charset="2"/>
              <a:buChar char=""/>
            </a:pPr>
            <a:r>
              <a:rPr lang="en-GB" sz="1800" b="1" u="sng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Reduce the complexity of each screen </a:t>
            </a:r>
            <a:r>
              <a:rPr lang="en-GB" sz="180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with fewer data fields to make progress simpler and faster</a:t>
            </a:r>
            <a:endParaRPr lang="en-GB" sz="180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342900" lvl="0" indent="-342900">
              <a:spcBef>
                <a:spcPts val="500"/>
              </a:spcBef>
              <a:buFont typeface="Symbol" panose="05050102010706020507" pitchFamily="18" charset="2"/>
              <a:buChar char=""/>
            </a:pPr>
            <a:r>
              <a:rPr lang="en-GB" sz="1800" b="1" u="sng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Gradually increase the amount of information required </a:t>
            </a:r>
            <a:r>
              <a:rPr lang="en-GB" sz="180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at each stage of the process </a:t>
            </a:r>
            <a:r>
              <a:rPr lang="en-GB" sz="1800" b="1" u="sng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with fewer mandatory fields </a:t>
            </a:r>
            <a:r>
              <a:rPr lang="en-GB" sz="180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and others optional i.e., not all information is needed at once</a:t>
            </a:r>
            <a:endParaRPr lang="en-GB" sz="180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342900" lvl="0" indent="-342900">
              <a:spcBef>
                <a:spcPts val="500"/>
              </a:spcBef>
              <a:buFont typeface="Symbol" panose="05050102010706020507" pitchFamily="18" charset="2"/>
              <a:buChar char=""/>
            </a:pPr>
            <a:r>
              <a:rPr lang="en-GB" sz="1800" b="1" u="sng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Allow users to amend / update data </a:t>
            </a:r>
            <a:r>
              <a:rPr lang="en-GB" sz="180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later in the process (at the moment, some fields are fixed at an early stage)  </a:t>
            </a:r>
          </a:p>
          <a:p>
            <a:pPr marL="342900" lvl="0" indent="-342900">
              <a:spcBef>
                <a:spcPts val="500"/>
              </a:spcBef>
              <a:buFont typeface="Symbol" panose="05050102010706020507" pitchFamily="18" charset="2"/>
              <a:buChar char=""/>
            </a:pPr>
            <a:r>
              <a:rPr lang="en-GB" sz="1800" b="1" u="sng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Minimise re-keying of data with pre-filling </a:t>
            </a:r>
            <a:r>
              <a:rPr lang="en-GB" sz="180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of known information (via logical rules) and backfilling data in earlier processes after it has been amended later </a:t>
            </a:r>
          </a:p>
          <a:p>
            <a:pPr marL="342900" lvl="0" indent="-342900">
              <a:spcBef>
                <a:spcPts val="500"/>
              </a:spcBef>
              <a:buFont typeface="Symbol" panose="05050102010706020507" pitchFamily="18" charset="2"/>
              <a:buChar char=""/>
            </a:pPr>
            <a:r>
              <a:rPr lang="en-GB" sz="1800" b="1" u="sng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Make it easy for users to “Get help” </a:t>
            </a:r>
            <a:r>
              <a:rPr lang="en-GB" sz="180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with different options to receive / consume help e.g., </a:t>
            </a:r>
            <a:r>
              <a:rPr lang="en-GB">
                <a:latin typeface="Calibri" panose="020F0502020204030204" pitchFamily="34" charset="0"/>
                <a:ea typeface="Times New Roman" panose="02020603050405020304" pitchFamily="18" charset="0"/>
              </a:rPr>
              <a:t>chat bots sending users to documentation through to direct help </a:t>
            </a:r>
            <a:r>
              <a:rPr lang="en-GB" sz="180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from the IT support desk </a:t>
            </a:r>
          </a:p>
          <a:p>
            <a:pPr marL="342900" lvl="0" indent="-342900">
              <a:spcBef>
                <a:spcPts val="500"/>
              </a:spcBef>
              <a:buFont typeface="Symbol" panose="05050102010706020507" pitchFamily="18" charset="2"/>
              <a:buChar char=""/>
            </a:pPr>
            <a:r>
              <a:rPr lang="en-GB" sz="1800" b="1" u="sng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Follow branding guidelines </a:t>
            </a:r>
            <a:r>
              <a:rPr lang="en-GB" sz="180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when building functionality and UX in the actual Microsoft Dynamics Online tool</a:t>
            </a:r>
          </a:p>
          <a:p>
            <a:pPr marL="342900" lvl="0" indent="-342900">
              <a:spcBef>
                <a:spcPts val="500"/>
              </a:spcBef>
              <a:buFont typeface="Symbol" panose="05050102010706020507" pitchFamily="18" charset="2"/>
              <a:buChar char=""/>
            </a:pPr>
            <a:r>
              <a:rPr lang="en-GB" sz="1800" b="1" u="sng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Use Out of the Box functionality </a:t>
            </a:r>
            <a:r>
              <a:rPr lang="en-GB" sz="180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where possible to minimise customisation</a:t>
            </a:r>
          </a:p>
        </p:txBody>
      </p:sp>
    </p:spTree>
    <p:extLst>
      <p:ext uri="{BB962C8B-B14F-4D97-AF65-F5344CB8AC3E}">
        <p14:creationId xmlns:p14="http://schemas.microsoft.com/office/powerpoint/2010/main" val="296065792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psvJ_lkTcC3F1.mY8zqug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Z9Sz2w6hl1d9izlBQFKcQ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Zgd4xucTfeY_Ha2MaH3JA"/>
</p:tagLst>
</file>

<file path=ppt/theme/theme1.xml><?xml version="1.0" encoding="utf-8"?>
<a:theme xmlns:a="http://schemas.openxmlformats.org/drawingml/2006/main" name="2_GCC_PPT_template">
  <a:themeElements>
    <a:clrScheme name="Generali_colori_C">
      <a:dk1>
        <a:sysClr val="windowText" lastClr="000000"/>
      </a:dk1>
      <a:lt1>
        <a:sysClr val="window" lastClr="FFFFFF"/>
      </a:lt1>
      <a:dk2>
        <a:srgbClr val="BD2027"/>
      </a:dk2>
      <a:lt2>
        <a:srgbClr val="FEEEE6"/>
      </a:lt2>
      <a:accent1>
        <a:srgbClr val="BD2027"/>
      </a:accent1>
      <a:accent2>
        <a:srgbClr val="C25439"/>
      </a:accent2>
      <a:accent3>
        <a:srgbClr val="E9B09A"/>
      </a:accent3>
      <a:accent4>
        <a:srgbClr val="5C5D5F"/>
      </a:accent4>
      <a:accent5>
        <a:srgbClr val="CFD0D2"/>
      </a:accent5>
      <a:accent6>
        <a:srgbClr val="A1A3A4"/>
      </a:accent6>
      <a:hlink>
        <a:srgbClr val="BD2027"/>
      </a:hlink>
      <a:folHlink>
        <a:srgbClr val="C25439"/>
      </a:folHlink>
    </a:clrScheme>
    <a:fontScheme name="BE_typografia">
      <a:majorFont>
        <a:latin typeface="Arial Regular"/>
        <a:ea typeface="Arial Italic"/>
        <a:cs typeface=""/>
      </a:majorFont>
      <a:minorFont>
        <a:latin typeface="Arial Regular"/>
        <a:ea typeface="Arial Regula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3"/>
        </a:solidFill>
        <a:ln w="28575" cap="rnd">
          <a:solidFill>
            <a:schemeClr val="bg1"/>
          </a:solidFill>
          <a:prstDash val="solid"/>
          <a:round/>
          <a:headEnd/>
          <a:tailEnd/>
        </a:ln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auto" latinLnBrk="0" hangingPunct="1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700" b="0" i="0" u="none" strike="noStrike" kern="1200" cap="none" spc="0" normalizeH="0" baseline="0" noProof="0">
            <a:ln>
              <a:noFill/>
            </a:ln>
            <a:solidFill>
              <a:prstClr val="black"/>
            </a:solidFill>
            <a:effectLst/>
            <a:uLnTx/>
            <a:uFillTx/>
            <a:latin typeface="Ubuntu" panose="020B0504030602030204" pitchFamily="34" charset="0"/>
            <a:ea typeface="+mn-ea"/>
            <a:cs typeface="+mn-cs"/>
          </a:defRPr>
        </a:defPPr>
      </a:lst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0773258-bad0-4ce2-ba9f-79a276a9ae10">
      <Terms xmlns="http://schemas.microsoft.com/office/infopath/2007/PartnerControls"/>
    </lcf76f155ced4ddcb4097134ff3c332f>
    <TaxCatchAll xmlns="c8417742-c8eb-4d70-bfc6-1dbe0bac0aaa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B658FC20403AD41AEDD3A681C683E50" ma:contentTypeVersion="15" ma:contentTypeDescription="Create a new document." ma:contentTypeScope="" ma:versionID="d4eed00f6407d11b19fae0ba44a58bc7">
  <xsd:schema xmlns:xsd="http://www.w3.org/2001/XMLSchema" xmlns:xs="http://www.w3.org/2001/XMLSchema" xmlns:p="http://schemas.microsoft.com/office/2006/metadata/properties" xmlns:ns2="30773258-bad0-4ce2-ba9f-79a276a9ae10" xmlns:ns3="c8417742-c8eb-4d70-bfc6-1dbe0bac0aaa" targetNamespace="http://schemas.microsoft.com/office/2006/metadata/properties" ma:root="true" ma:fieldsID="19a588dcff80a8ae3cdec8ecb4b6dbdf" ns2:_="" ns3:_="">
    <xsd:import namespace="30773258-bad0-4ce2-ba9f-79a276a9ae10"/>
    <xsd:import namespace="c8417742-c8eb-4d70-bfc6-1dbe0bac0aa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LengthInSecond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0773258-bad0-4ce2-ba9f-79a276a9ae1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b3623ea3-be23-4189-a25b-bcadb097ef1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8417742-c8eb-4d70-bfc6-1dbe0bac0aaa" elementFormDefault="qualified">
    <xsd:import namespace="http://schemas.microsoft.com/office/2006/documentManagement/types"/>
    <xsd:import namespace="http://schemas.microsoft.com/office/infopath/2007/PartnerControls"/>
    <xsd:element name="TaxCatchAll" ma:index="20" nillable="true" ma:displayName="Taxonomy Catch All Column" ma:hidden="true" ma:list="{954ccd74-4499-4c66-bd28-50b157955f20}" ma:internalName="TaxCatchAll" ma:showField="CatchAllData" ma:web="c8417742-c8eb-4d70-bfc6-1dbe0bac0aa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DC207D7-86C6-49CD-9802-2833121CE483}">
  <ds:schemaRefs>
    <ds:schemaRef ds:uri="30773258-bad0-4ce2-ba9f-79a276a9ae10"/>
    <ds:schemaRef ds:uri="c8417742-c8eb-4d70-bfc6-1dbe0bac0aaa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2DF41BB4-CC4E-4F8D-88E0-83338BB2A2E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D1D3327-B2D8-42A7-82C8-10BAF01FEFFF}">
  <ds:schemaRefs>
    <ds:schemaRef ds:uri="30773258-bad0-4ce2-ba9f-79a276a9ae10"/>
    <ds:schemaRef ds:uri="c8417742-c8eb-4d70-bfc6-1dbe0bac0aa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14</Slides>
  <Notes>13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2_GCC_PPT_template</vt:lpstr>
      <vt:lpstr>Platform Evolution Project Process Overview: End-to-End</vt:lpstr>
      <vt:lpstr>AGENDA</vt:lpstr>
      <vt:lpstr>Pre-Binding Process Overview To-Be Proposal</vt:lpstr>
      <vt:lpstr>AGENDA</vt:lpstr>
      <vt:lpstr>Pre-Binding Process – Overall Requirements Summary</vt:lpstr>
      <vt:lpstr>Pre-Binding Process – Overall Requirements Summary</vt:lpstr>
      <vt:lpstr>AGENDA</vt:lpstr>
      <vt:lpstr>Requirement Prioritisation Methodology The prioritisation method splits requirements into Must Have, Should Have, Could Have and Won’t Have Categoroes </vt:lpstr>
      <vt:lpstr>Examples of business principles collected in the initial preparation phase</vt:lpstr>
      <vt:lpstr>AGENDA</vt:lpstr>
      <vt:lpstr>Pre-Binding Process – MUST HAVE Requirements Proposal</vt:lpstr>
      <vt:lpstr>Pre-Binding Process – MUST HAVE Requirements Summary</vt:lpstr>
      <vt:lpstr>AGENDA</vt:lpstr>
      <vt:lpstr>User Experience Design Principles These are the Design Principles that have been developed based on discussions from workshops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Balbi, Sabrina</dc:creator>
  <cp:revision>1</cp:revision>
  <dcterms:created xsi:type="dcterms:W3CDTF">2022-06-22T13:59:33Z</dcterms:created>
  <dcterms:modified xsi:type="dcterms:W3CDTF">2022-07-28T14:37:31Z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0x010100FB658FC20403AD41AEDD3A681C683E50</vt:lpwstr>
  </property>
  <property fmtid="{D5CDD505-2E9C-101B-9397-08002B2CF9AE}" pid="3" name="MediaServiceImageTags">
    <vt:lpwstr/>
  </property>
</Properties>
</file>